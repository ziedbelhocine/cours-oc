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ed Belhocine" userId="200cc0e2b299676e" providerId="LiveId" clId="{6EDB72EA-58FD-44F1-844C-E2A22AA5769B}"/>
    <pc:docChg chg="undo custSel modSld">
      <pc:chgData name="Zied Belhocine" userId="200cc0e2b299676e" providerId="LiveId" clId="{6EDB72EA-58FD-44F1-844C-E2A22AA5769B}" dt="2025-10-09T09:33:34.775" v="2" actId="1076"/>
      <pc:docMkLst>
        <pc:docMk/>
      </pc:docMkLst>
      <pc:sldChg chg="modSp mod">
        <pc:chgData name="Zied Belhocine" userId="200cc0e2b299676e" providerId="LiveId" clId="{6EDB72EA-58FD-44F1-844C-E2A22AA5769B}" dt="2025-10-09T09:32:20.469" v="1" actId="1076"/>
        <pc:sldMkLst>
          <pc:docMk/>
          <pc:sldMk cId="1001358760" sldId="257"/>
        </pc:sldMkLst>
        <pc:spChg chg="mod">
          <ac:chgData name="Zied Belhocine" userId="200cc0e2b299676e" providerId="LiveId" clId="{6EDB72EA-58FD-44F1-844C-E2A22AA5769B}" dt="2025-10-09T09:32:20.469" v="1" actId="1076"/>
          <ac:spMkLst>
            <pc:docMk/>
            <pc:sldMk cId="1001358760" sldId="257"/>
            <ac:spMk id="2" creationId="{9B943D11-0E5E-2BCB-A5DA-C739CA79A5A5}"/>
          </ac:spMkLst>
        </pc:spChg>
      </pc:sldChg>
      <pc:sldChg chg="modSp mod">
        <pc:chgData name="Zied Belhocine" userId="200cc0e2b299676e" providerId="LiveId" clId="{6EDB72EA-58FD-44F1-844C-E2A22AA5769B}" dt="2025-10-09T09:33:34.775" v="2" actId="1076"/>
        <pc:sldMkLst>
          <pc:docMk/>
          <pc:sldMk cId="464006986" sldId="262"/>
        </pc:sldMkLst>
        <pc:picChg chg="mod">
          <ac:chgData name="Zied Belhocine" userId="200cc0e2b299676e" providerId="LiveId" clId="{6EDB72EA-58FD-44F1-844C-E2A22AA5769B}" dt="2025-10-09T09:33:34.775" v="2" actId="1076"/>
          <ac:picMkLst>
            <pc:docMk/>
            <pc:sldMk cId="464006986" sldId="262"/>
            <ac:picMk id="8" creationId="{A914B9C7-A1C6-FA60-CBE4-0814CFE871F7}"/>
          </ac:picMkLst>
        </pc:picChg>
      </pc:sldChg>
    </pc:docChg>
  </pc:docChgLst>
  <pc:docChgLst>
    <pc:chgData name="Zied Belhocine" userId="200cc0e2b299676e" providerId="LiveId" clId="{8B33ABAF-573B-45C3-AF77-EF81FC72AF54}"/>
    <pc:docChg chg="undo custSel addSld delSld modSld">
      <pc:chgData name="Zied Belhocine" userId="200cc0e2b299676e" providerId="LiveId" clId="{8B33ABAF-573B-45C3-AF77-EF81FC72AF54}" dt="2025-10-15T09:32:48.552" v="2305" actId="21"/>
      <pc:docMkLst>
        <pc:docMk/>
      </pc:docMkLst>
      <pc:sldChg chg="modSp new mod">
        <pc:chgData name="Zied Belhocine" userId="200cc0e2b299676e" providerId="LiveId" clId="{8B33ABAF-573B-45C3-AF77-EF81FC72AF54}" dt="2025-10-09T07:56:04.177" v="275" actId="20577"/>
        <pc:sldMkLst>
          <pc:docMk/>
          <pc:sldMk cId="2780189391" sldId="256"/>
        </pc:sldMkLst>
        <pc:spChg chg="mod">
          <ac:chgData name="Zied Belhocine" userId="200cc0e2b299676e" providerId="LiveId" clId="{8B33ABAF-573B-45C3-AF77-EF81FC72AF54}" dt="2025-10-09T07:55:48.527" v="237"/>
          <ac:spMkLst>
            <pc:docMk/>
            <pc:sldMk cId="2780189391" sldId="256"/>
            <ac:spMk id="2" creationId="{E2099D23-6E21-7846-B1B0-DDE19F2056F4}"/>
          </ac:spMkLst>
        </pc:spChg>
        <pc:spChg chg="mod">
          <ac:chgData name="Zied Belhocine" userId="200cc0e2b299676e" providerId="LiveId" clId="{8B33ABAF-573B-45C3-AF77-EF81FC72AF54}" dt="2025-10-09T07:56:04.177" v="275" actId="20577"/>
          <ac:spMkLst>
            <pc:docMk/>
            <pc:sldMk cId="2780189391" sldId="256"/>
            <ac:spMk id="3" creationId="{E8148F77-741B-4CF1-E187-9AC616559D00}"/>
          </ac:spMkLst>
        </pc:spChg>
      </pc:sldChg>
      <pc:sldChg chg="modSp new mod">
        <pc:chgData name="Zied Belhocine" userId="200cc0e2b299676e" providerId="LiveId" clId="{8B33ABAF-573B-45C3-AF77-EF81FC72AF54}" dt="2025-10-09T08:02:36.066" v="933" actId="20577"/>
        <pc:sldMkLst>
          <pc:docMk/>
          <pc:sldMk cId="1001358760" sldId="257"/>
        </pc:sldMkLst>
        <pc:spChg chg="mod">
          <ac:chgData name="Zied Belhocine" userId="200cc0e2b299676e" providerId="LiveId" clId="{8B33ABAF-573B-45C3-AF77-EF81FC72AF54}" dt="2025-10-09T07:56:39.783" v="276" actId="313"/>
          <ac:spMkLst>
            <pc:docMk/>
            <pc:sldMk cId="1001358760" sldId="257"/>
            <ac:spMk id="2" creationId="{9B943D11-0E5E-2BCB-A5DA-C739CA79A5A5}"/>
          </ac:spMkLst>
        </pc:spChg>
        <pc:spChg chg="mod">
          <ac:chgData name="Zied Belhocine" userId="200cc0e2b299676e" providerId="LiveId" clId="{8B33ABAF-573B-45C3-AF77-EF81FC72AF54}" dt="2025-10-09T08:02:36.066" v="933" actId="20577"/>
          <ac:spMkLst>
            <pc:docMk/>
            <pc:sldMk cId="1001358760" sldId="257"/>
            <ac:spMk id="3" creationId="{87536E65-E1E2-04CD-B6B1-37E2B0B45469}"/>
          </ac:spMkLst>
        </pc:spChg>
      </pc:sldChg>
      <pc:sldChg chg="addSp delSp modSp new mod">
        <pc:chgData name="Zied Belhocine" userId="200cc0e2b299676e" providerId="LiveId" clId="{8B33ABAF-573B-45C3-AF77-EF81FC72AF54}" dt="2025-10-09T08:35:39.057" v="2048" actId="1076"/>
        <pc:sldMkLst>
          <pc:docMk/>
          <pc:sldMk cId="392158607" sldId="258"/>
        </pc:sldMkLst>
        <pc:spChg chg="mod">
          <ac:chgData name="Zied Belhocine" userId="200cc0e2b299676e" providerId="LiveId" clId="{8B33ABAF-573B-45C3-AF77-EF81FC72AF54}" dt="2025-10-09T08:12:31.493" v="1299" actId="14100"/>
          <ac:spMkLst>
            <pc:docMk/>
            <pc:sldMk cId="392158607" sldId="258"/>
            <ac:spMk id="2" creationId="{42462B29-E7D1-4AE0-F526-880C9722D4FF}"/>
          </ac:spMkLst>
        </pc:spChg>
        <pc:spChg chg="add del mod">
          <ac:chgData name="Zied Belhocine" userId="200cc0e2b299676e" providerId="LiveId" clId="{8B33ABAF-573B-45C3-AF77-EF81FC72AF54}" dt="2025-10-09T08:04:25.044" v="947"/>
          <ac:spMkLst>
            <pc:docMk/>
            <pc:sldMk cId="392158607" sldId="258"/>
            <ac:spMk id="3" creationId="{DF9117A3-0B72-F019-6557-0BF52A280309}"/>
          </ac:spMkLst>
        </pc:spChg>
        <pc:spChg chg="add del mod">
          <ac:chgData name="Zied Belhocine" userId="200cc0e2b299676e" providerId="LiveId" clId="{8B33ABAF-573B-45C3-AF77-EF81FC72AF54}" dt="2025-10-09T08:09:04.601" v="1110" actId="478"/>
          <ac:spMkLst>
            <pc:docMk/>
            <pc:sldMk cId="392158607" sldId="258"/>
            <ac:spMk id="9" creationId="{487F7F21-544F-F8A6-E4B4-F11E868E71F5}"/>
          </ac:spMkLst>
        </pc:spChg>
        <pc:spChg chg="add del">
          <ac:chgData name="Zied Belhocine" userId="200cc0e2b299676e" providerId="LiveId" clId="{8B33ABAF-573B-45C3-AF77-EF81FC72AF54}" dt="2025-10-09T08:09:07.405" v="1112" actId="22"/>
          <ac:spMkLst>
            <pc:docMk/>
            <pc:sldMk cId="392158607" sldId="258"/>
            <ac:spMk id="11" creationId="{48BA925C-F2E9-C9CC-76D2-7D9ED20382E3}"/>
          </ac:spMkLst>
        </pc:spChg>
        <pc:spChg chg="add mod">
          <ac:chgData name="Zied Belhocine" userId="200cc0e2b299676e" providerId="LiveId" clId="{8B33ABAF-573B-45C3-AF77-EF81FC72AF54}" dt="2025-10-09T08:35:20.708" v="2042" actId="1076"/>
          <ac:spMkLst>
            <pc:docMk/>
            <pc:sldMk cId="392158607" sldId="258"/>
            <ac:spMk id="13" creationId="{01B1353D-309D-5410-3D38-C01B5A6E14E4}"/>
          </ac:spMkLst>
        </pc:spChg>
        <pc:spChg chg="add del">
          <ac:chgData name="Zied Belhocine" userId="200cc0e2b299676e" providerId="LiveId" clId="{8B33ABAF-573B-45C3-AF77-EF81FC72AF54}" dt="2025-10-09T08:13:16.895" v="1301" actId="22"/>
          <ac:spMkLst>
            <pc:docMk/>
            <pc:sldMk cId="392158607" sldId="258"/>
            <ac:spMk id="17" creationId="{0C068BC7-8CFD-84FB-6916-C53E049B2213}"/>
          </ac:spMkLst>
        </pc:spChg>
        <pc:spChg chg="add del mod">
          <ac:chgData name="Zied Belhocine" userId="200cc0e2b299676e" providerId="LiveId" clId="{8B33ABAF-573B-45C3-AF77-EF81FC72AF54}" dt="2025-10-09T08:13:26.019" v="1304" actId="478"/>
          <ac:spMkLst>
            <pc:docMk/>
            <pc:sldMk cId="392158607" sldId="258"/>
            <ac:spMk id="19" creationId="{C9463CCE-2DD5-CDB9-6AA7-5E4FEE0A4CB2}"/>
          </ac:spMkLst>
        </pc:spChg>
        <pc:spChg chg="add mod">
          <ac:chgData name="Zied Belhocine" userId="200cc0e2b299676e" providerId="LiveId" clId="{8B33ABAF-573B-45C3-AF77-EF81FC72AF54}" dt="2025-10-09T08:35:17.668" v="2041" actId="1076"/>
          <ac:spMkLst>
            <pc:docMk/>
            <pc:sldMk cId="392158607" sldId="258"/>
            <ac:spMk id="22" creationId="{A5182AED-0A22-9245-05BF-9D6E8C212FB2}"/>
          </ac:spMkLst>
        </pc:spChg>
        <pc:spChg chg="add mod">
          <ac:chgData name="Zied Belhocine" userId="200cc0e2b299676e" providerId="LiveId" clId="{8B33ABAF-573B-45C3-AF77-EF81FC72AF54}" dt="2025-10-09T08:35:39.057" v="2048" actId="1076"/>
          <ac:spMkLst>
            <pc:docMk/>
            <pc:sldMk cId="392158607" sldId="258"/>
            <ac:spMk id="23" creationId="{E2C2E980-BEAA-ED40-AE97-E37B70736C08}"/>
          </ac:spMkLst>
        </pc:spChg>
        <pc:graphicFrameChg chg="add mod">
          <ac:chgData name="Zied Belhocine" userId="200cc0e2b299676e" providerId="LiveId" clId="{8B33ABAF-573B-45C3-AF77-EF81FC72AF54}" dt="2025-10-09T08:03:22.416" v="935"/>
          <ac:graphicFrameMkLst>
            <pc:docMk/>
            <pc:sldMk cId="392158607" sldId="258"/>
            <ac:graphicFrameMk id="4" creationId="{255E69CE-FE78-20FF-8472-6300A3C08DEE}"/>
          </ac:graphicFrameMkLst>
        </pc:graphicFrameChg>
        <pc:graphicFrameChg chg="add mod">
          <ac:chgData name="Zied Belhocine" userId="200cc0e2b299676e" providerId="LiveId" clId="{8B33ABAF-573B-45C3-AF77-EF81FC72AF54}" dt="2025-10-09T08:04:10.772" v="946"/>
          <ac:graphicFrameMkLst>
            <pc:docMk/>
            <pc:sldMk cId="392158607" sldId="258"/>
            <ac:graphicFrameMk id="6" creationId="{BA4ACB96-0720-7D1D-2EFF-54AB34F21B3F}"/>
          </ac:graphicFrameMkLst>
        </pc:graphicFrameChg>
        <pc:picChg chg="add mod">
          <ac:chgData name="Zied Belhocine" userId="200cc0e2b299676e" providerId="LiveId" clId="{8B33ABAF-573B-45C3-AF77-EF81FC72AF54}" dt="2025-10-09T08:03:50.364" v="944"/>
          <ac:picMkLst>
            <pc:docMk/>
            <pc:sldMk cId="392158607" sldId="258"/>
            <ac:picMk id="5" creationId="{5AC3F6E0-1FF8-0778-9AD8-FAF4AFB83F8A}"/>
          </ac:picMkLst>
        </pc:picChg>
        <pc:picChg chg="add mod">
          <ac:chgData name="Zied Belhocine" userId="200cc0e2b299676e" providerId="LiveId" clId="{8B33ABAF-573B-45C3-AF77-EF81FC72AF54}" dt="2025-10-09T08:35:34.670" v="2047" actId="1076"/>
          <ac:picMkLst>
            <pc:docMk/>
            <pc:sldMk cId="392158607" sldId="258"/>
            <ac:picMk id="8" creationId="{958A692A-219D-3A9C-FA7E-0738566096BF}"/>
          </ac:picMkLst>
        </pc:picChg>
        <pc:picChg chg="add mod">
          <ac:chgData name="Zied Belhocine" userId="200cc0e2b299676e" providerId="LiveId" clId="{8B33ABAF-573B-45C3-AF77-EF81FC72AF54}" dt="2025-10-09T08:35:21.886" v="2043" actId="1076"/>
          <ac:picMkLst>
            <pc:docMk/>
            <pc:sldMk cId="392158607" sldId="258"/>
            <ac:picMk id="15" creationId="{BD087E4C-DDD9-F8A2-5EA4-A8D70E566A44}"/>
          </ac:picMkLst>
        </pc:picChg>
        <pc:picChg chg="add mod">
          <ac:chgData name="Zied Belhocine" userId="200cc0e2b299676e" providerId="LiveId" clId="{8B33ABAF-573B-45C3-AF77-EF81FC72AF54}" dt="2025-10-09T08:35:15.312" v="2040" actId="1076"/>
          <ac:picMkLst>
            <pc:docMk/>
            <pc:sldMk cId="392158607" sldId="258"/>
            <ac:picMk id="21" creationId="{6FF52D96-3B96-0A37-2F01-1AB961AC5F77}"/>
          </ac:picMkLst>
        </pc:picChg>
      </pc:sldChg>
      <pc:sldChg chg="addSp delSp modSp new mod">
        <pc:chgData name="Zied Belhocine" userId="200cc0e2b299676e" providerId="LiveId" clId="{8B33ABAF-573B-45C3-AF77-EF81FC72AF54}" dt="2025-10-09T08:08:56.667" v="1109" actId="20577"/>
        <pc:sldMkLst>
          <pc:docMk/>
          <pc:sldMk cId="1123109936" sldId="259"/>
        </pc:sldMkLst>
        <pc:spChg chg="mod">
          <ac:chgData name="Zied Belhocine" userId="200cc0e2b299676e" providerId="LiveId" clId="{8B33ABAF-573B-45C3-AF77-EF81FC72AF54}" dt="2025-10-09T07:55:16.399" v="236"/>
          <ac:spMkLst>
            <pc:docMk/>
            <pc:sldMk cId="1123109936" sldId="259"/>
            <ac:spMk id="2" creationId="{85CE03F8-D7B2-3C09-A6D9-B22B91F1CC6A}"/>
          </ac:spMkLst>
        </pc:spChg>
        <pc:spChg chg="del mod">
          <ac:chgData name="Zied Belhocine" userId="200cc0e2b299676e" providerId="LiveId" clId="{8B33ABAF-573B-45C3-AF77-EF81FC72AF54}" dt="2025-10-09T08:06:12.743" v="956"/>
          <ac:spMkLst>
            <pc:docMk/>
            <pc:sldMk cId="1123109936" sldId="259"/>
            <ac:spMk id="3" creationId="{F716986E-BDFA-0C30-78E6-CAAD35645A18}"/>
          </ac:spMkLst>
        </pc:spChg>
        <pc:spChg chg="add del mod">
          <ac:chgData name="Zied Belhocine" userId="200cc0e2b299676e" providerId="LiveId" clId="{8B33ABAF-573B-45C3-AF77-EF81FC72AF54}" dt="2025-10-09T08:06:31.395" v="962"/>
          <ac:spMkLst>
            <pc:docMk/>
            <pc:sldMk cId="1123109936" sldId="259"/>
            <ac:spMk id="7" creationId="{DF394E5A-68D0-CD13-6955-C7F5942B88E6}"/>
          </ac:spMkLst>
        </pc:spChg>
        <pc:spChg chg="add mod">
          <ac:chgData name="Zied Belhocine" userId="200cc0e2b299676e" providerId="LiveId" clId="{8B33ABAF-573B-45C3-AF77-EF81FC72AF54}" dt="2025-10-09T08:08:56.667" v="1109" actId="20577"/>
          <ac:spMkLst>
            <pc:docMk/>
            <pc:sldMk cId="1123109936" sldId="259"/>
            <ac:spMk id="11" creationId="{550BC3CD-5276-0B65-3B87-6FC70FA120ED}"/>
          </ac:spMkLst>
        </pc:spChg>
        <pc:picChg chg="add del mod">
          <ac:chgData name="Zied Belhocine" userId="200cc0e2b299676e" providerId="LiveId" clId="{8B33ABAF-573B-45C3-AF77-EF81FC72AF54}" dt="2025-10-09T08:06:31.029" v="961" actId="478"/>
          <ac:picMkLst>
            <pc:docMk/>
            <pc:sldMk cId="1123109936" sldId="259"/>
            <ac:picMk id="5" creationId="{B2A52987-A9CF-BA10-7B17-FC755B6C7707}"/>
          </ac:picMkLst>
        </pc:picChg>
        <pc:picChg chg="add mod">
          <ac:chgData name="Zied Belhocine" userId="200cc0e2b299676e" providerId="LiveId" clId="{8B33ABAF-573B-45C3-AF77-EF81FC72AF54}" dt="2025-10-09T08:06:47.548" v="967" actId="1076"/>
          <ac:picMkLst>
            <pc:docMk/>
            <pc:sldMk cId="1123109936" sldId="259"/>
            <ac:picMk id="9" creationId="{DD8D1E07-F586-D551-303F-89FBC6D6D722}"/>
          </ac:picMkLst>
        </pc:picChg>
      </pc:sldChg>
      <pc:sldChg chg="addSp modSp new mod">
        <pc:chgData name="Zied Belhocine" userId="200cc0e2b299676e" providerId="LiveId" clId="{8B33ABAF-573B-45C3-AF77-EF81FC72AF54}" dt="2025-10-09T08:20:33.312" v="1558" actId="20577"/>
        <pc:sldMkLst>
          <pc:docMk/>
          <pc:sldMk cId="2319862123" sldId="260"/>
        </pc:sldMkLst>
        <pc:spChg chg="mod">
          <ac:chgData name="Zied Belhocine" userId="200cc0e2b299676e" providerId="LiveId" clId="{8B33ABAF-573B-45C3-AF77-EF81FC72AF54}" dt="2025-10-09T07:52:16.343" v="113" actId="20577"/>
          <ac:spMkLst>
            <pc:docMk/>
            <pc:sldMk cId="2319862123" sldId="260"/>
            <ac:spMk id="2" creationId="{4BB8CEC2-9CA2-0F44-B447-EE313AAAB6A7}"/>
          </ac:spMkLst>
        </pc:spChg>
        <pc:spChg chg="mod">
          <ac:chgData name="Zied Belhocine" userId="200cc0e2b299676e" providerId="LiveId" clId="{8B33ABAF-573B-45C3-AF77-EF81FC72AF54}" dt="2025-10-09T08:19:12.787" v="1416"/>
          <ac:spMkLst>
            <pc:docMk/>
            <pc:sldMk cId="2319862123" sldId="260"/>
            <ac:spMk id="3" creationId="{03E38E16-6409-AAD8-5AEA-846807C58BA3}"/>
          </ac:spMkLst>
        </pc:spChg>
        <pc:spChg chg="add mod">
          <ac:chgData name="Zied Belhocine" userId="200cc0e2b299676e" providerId="LiveId" clId="{8B33ABAF-573B-45C3-AF77-EF81FC72AF54}" dt="2025-10-09T08:19:19.138" v="1417"/>
          <ac:spMkLst>
            <pc:docMk/>
            <pc:sldMk cId="2319862123" sldId="260"/>
            <ac:spMk id="4" creationId="{D9E526CE-3257-617F-DAB0-98E64E888FD1}"/>
          </ac:spMkLst>
        </pc:spChg>
        <pc:spChg chg="add mod">
          <ac:chgData name="Zied Belhocine" userId="200cc0e2b299676e" providerId="LiveId" clId="{8B33ABAF-573B-45C3-AF77-EF81FC72AF54}" dt="2025-10-09T08:20:33.312" v="1558" actId="20577"/>
          <ac:spMkLst>
            <pc:docMk/>
            <pc:sldMk cId="2319862123" sldId="260"/>
            <ac:spMk id="5" creationId="{12510803-802D-4769-618B-F2691B80C3D3}"/>
          </ac:spMkLst>
        </pc:spChg>
      </pc:sldChg>
      <pc:sldChg chg="addSp delSp modSp new mod">
        <pc:chgData name="Zied Belhocine" userId="200cc0e2b299676e" providerId="LiveId" clId="{8B33ABAF-573B-45C3-AF77-EF81FC72AF54}" dt="2025-10-09T08:37:15.788" v="2117" actId="20577"/>
        <pc:sldMkLst>
          <pc:docMk/>
          <pc:sldMk cId="4139848341" sldId="261"/>
        </pc:sldMkLst>
        <pc:spChg chg="mod">
          <ac:chgData name="Zied Belhocine" userId="200cc0e2b299676e" providerId="LiveId" clId="{8B33ABAF-573B-45C3-AF77-EF81FC72AF54}" dt="2025-10-09T08:20:57.605" v="1564" actId="1076"/>
          <ac:spMkLst>
            <pc:docMk/>
            <pc:sldMk cId="4139848341" sldId="261"/>
            <ac:spMk id="2" creationId="{22BEC27F-4E30-2D0B-5011-24BB43DE5434}"/>
          </ac:spMkLst>
        </pc:spChg>
        <pc:spChg chg="del mod">
          <ac:chgData name="Zied Belhocine" userId="200cc0e2b299676e" providerId="LiveId" clId="{8B33ABAF-573B-45C3-AF77-EF81FC72AF54}" dt="2025-10-09T08:20:46.614" v="1559"/>
          <ac:spMkLst>
            <pc:docMk/>
            <pc:sldMk cId="4139848341" sldId="261"/>
            <ac:spMk id="3" creationId="{9BD5C2F5-4E6D-466B-11E6-D9CC81EDB863}"/>
          </ac:spMkLst>
        </pc:spChg>
        <pc:spChg chg="add mod">
          <ac:chgData name="Zied Belhocine" userId="200cc0e2b299676e" providerId="LiveId" clId="{8B33ABAF-573B-45C3-AF77-EF81FC72AF54}" dt="2025-10-09T08:37:15.788" v="2117" actId="20577"/>
          <ac:spMkLst>
            <pc:docMk/>
            <pc:sldMk cId="4139848341" sldId="261"/>
            <ac:spMk id="6" creationId="{BC43E0CE-5F71-1A62-CE20-B01C07B2EA4E}"/>
          </ac:spMkLst>
        </pc:spChg>
        <pc:picChg chg="add mod">
          <ac:chgData name="Zied Belhocine" userId="200cc0e2b299676e" providerId="LiveId" clId="{8B33ABAF-573B-45C3-AF77-EF81FC72AF54}" dt="2025-10-09T08:21:19.631" v="1569" actId="1076"/>
          <ac:picMkLst>
            <pc:docMk/>
            <pc:sldMk cId="4139848341" sldId="261"/>
            <ac:picMk id="5" creationId="{222EBB62-719C-0988-47F9-03CD63D91CB0}"/>
          </ac:picMkLst>
        </pc:picChg>
      </pc:sldChg>
      <pc:sldChg chg="addSp delSp modSp new mod">
        <pc:chgData name="Zied Belhocine" userId="200cc0e2b299676e" providerId="LiveId" clId="{8B33ABAF-573B-45C3-AF77-EF81FC72AF54}" dt="2025-10-15T09:32:48.552" v="2305" actId="21"/>
        <pc:sldMkLst>
          <pc:docMk/>
          <pc:sldMk cId="464006986" sldId="262"/>
        </pc:sldMkLst>
        <pc:spChg chg="mod">
          <ac:chgData name="Zied Belhocine" userId="200cc0e2b299676e" providerId="LiveId" clId="{8B33ABAF-573B-45C3-AF77-EF81FC72AF54}" dt="2025-10-09T08:29:43.215" v="2008" actId="20577"/>
          <ac:spMkLst>
            <pc:docMk/>
            <pc:sldMk cId="464006986" sldId="262"/>
            <ac:spMk id="2" creationId="{3CDD696B-C2F1-2C88-2B03-8DE96F5CB1A1}"/>
          </ac:spMkLst>
        </pc:spChg>
        <pc:spChg chg="del mod">
          <ac:chgData name="Zied Belhocine" userId="200cc0e2b299676e" providerId="LiveId" clId="{8B33ABAF-573B-45C3-AF77-EF81FC72AF54}" dt="2025-10-09T08:24:56.685" v="1951"/>
          <ac:spMkLst>
            <pc:docMk/>
            <pc:sldMk cId="464006986" sldId="262"/>
            <ac:spMk id="3" creationId="{117F5AA8-6FEB-6F26-52E0-578E12BAD072}"/>
          </ac:spMkLst>
        </pc:spChg>
        <pc:spChg chg="add mod">
          <ac:chgData name="Zied Belhocine" userId="200cc0e2b299676e" providerId="LiveId" clId="{8B33ABAF-573B-45C3-AF77-EF81FC72AF54}" dt="2025-10-09T08:31:27.616" v="2020" actId="1076"/>
          <ac:spMkLst>
            <pc:docMk/>
            <pc:sldMk cId="464006986" sldId="262"/>
            <ac:spMk id="7" creationId="{9DC071EB-8DFF-2E96-94AF-A37D60F11A30}"/>
          </ac:spMkLst>
        </pc:spChg>
        <pc:spChg chg="add del">
          <ac:chgData name="Zied Belhocine" userId="200cc0e2b299676e" providerId="LiveId" clId="{8B33ABAF-573B-45C3-AF77-EF81FC72AF54}" dt="2025-10-09T08:30:43.573" v="2012" actId="22"/>
          <ac:spMkLst>
            <pc:docMk/>
            <pc:sldMk cId="464006986" sldId="262"/>
            <ac:spMk id="10" creationId="{D0C710E8-503D-97E5-311D-D8983867965B}"/>
          </ac:spMkLst>
        </pc:spChg>
        <pc:spChg chg="add mod">
          <ac:chgData name="Zied Belhocine" userId="200cc0e2b299676e" providerId="LiveId" clId="{8B33ABAF-573B-45C3-AF77-EF81FC72AF54}" dt="2025-10-09T08:31:42.785" v="2022" actId="1076"/>
          <ac:spMkLst>
            <pc:docMk/>
            <pc:sldMk cId="464006986" sldId="262"/>
            <ac:spMk id="12" creationId="{120A9FEA-129D-08D7-83C4-D9107D44685D}"/>
          </ac:spMkLst>
        </pc:spChg>
        <pc:spChg chg="add mod">
          <ac:chgData name="Zied Belhocine" userId="200cc0e2b299676e" providerId="LiveId" clId="{8B33ABAF-573B-45C3-AF77-EF81FC72AF54}" dt="2025-10-15T09:32:48.552" v="2305" actId="21"/>
          <ac:spMkLst>
            <pc:docMk/>
            <pc:sldMk cId="464006986" sldId="262"/>
            <ac:spMk id="15" creationId="{48DF55A0-19C7-C939-8189-9CA16B1457D0}"/>
          </ac:spMkLst>
        </pc:spChg>
        <pc:picChg chg="add del mod">
          <ac:chgData name="Zied Belhocine" userId="200cc0e2b299676e" providerId="LiveId" clId="{8B33ABAF-573B-45C3-AF77-EF81FC72AF54}" dt="2025-10-15T09:17:50.168" v="2300" actId="478"/>
          <ac:picMkLst>
            <pc:docMk/>
            <pc:sldMk cId="464006986" sldId="262"/>
            <ac:picMk id="3" creationId="{7C76AFEB-8B64-2C88-219C-07A95A61B655}"/>
          </ac:picMkLst>
        </pc:picChg>
        <pc:picChg chg="add del mod">
          <ac:chgData name="Zied Belhocine" userId="200cc0e2b299676e" providerId="LiveId" clId="{8B33ABAF-573B-45C3-AF77-EF81FC72AF54}" dt="2025-10-09T08:26:14.173" v="1954" actId="478"/>
          <ac:picMkLst>
            <pc:docMk/>
            <pc:sldMk cId="464006986" sldId="262"/>
            <ac:picMk id="5" creationId="{E3E39288-04DA-91E9-7F0E-915F5795743C}"/>
          </ac:picMkLst>
        </pc:picChg>
        <pc:picChg chg="add mod">
          <ac:chgData name="Zied Belhocine" userId="200cc0e2b299676e" providerId="LiveId" clId="{8B33ABAF-573B-45C3-AF77-EF81FC72AF54}" dt="2025-10-09T08:29:33.698" v="2004" actId="1076"/>
          <ac:picMkLst>
            <pc:docMk/>
            <pc:sldMk cId="464006986" sldId="262"/>
            <ac:picMk id="8" creationId="{A914B9C7-A1C6-FA60-CBE4-0814CFE871F7}"/>
          </ac:picMkLst>
        </pc:picChg>
        <pc:picChg chg="add mod">
          <ac:chgData name="Zied Belhocine" userId="200cc0e2b299676e" providerId="LiveId" clId="{8B33ABAF-573B-45C3-AF77-EF81FC72AF54}" dt="2025-10-09T08:31:52.556" v="2024" actId="1076"/>
          <ac:picMkLst>
            <pc:docMk/>
            <pc:sldMk cId="464006986" sldId="262"/>
            <ac:picMk id="13" creationId="{46C8BB31-835C-B761-7CDE-0306BC7063EA}"/>
          </ac:picMkLst>
        </pc:picChg>
        <pc:picChg chg="add mod">
          <ac:chgData name="Zied Belhocine" userId="200cc0e2b299676e" providerId="LiveId" clId="{8B33ABAF-573B-45C3-AF77-EF81FC72AF54}" dt="2025-10-15T09:19:05.740" v="2301" actId="1076"/>
          <ac:picMkLst>
            <pc:docMk/>
            <pc:sldMk cId="464006986" sldId="262"/>
            <ac:picMk id="16" creationId="{C74C1E02-1AE8-E553-CFF0-4ED7F79FB291}"/>
          </ac:picMkLst>
        </pc:picChg>
      </pc:sldChg>
      <pc:sldChg chg="addSp delSp modSp add mod">
        <pc:chgData name="Zied Belhocine" userId="200cc0e2b299676e" providerId="LiveId" clId="{8B33ABAF-573B-45C3-AF77-EF81FC72AF54}" dt="2025-10-15T09:19:21.945" v="2302" actId="1076"/>
        <pc:sldMkLst>
          <pc:docMk/>
          <pc:sldMk cId="1502488870" sldId="263"/>
        </pc:sldMkLst>
        <pc:spChg chg="mod">
          <ac:chgData name="Zied Belhocine" userId="200cc0e2b299676e" providerId="LiveId" clId="{8B33ABAF-573B-45C3-AF77-EF81FC72AF54}" dt="2025-10-09T08:51:41.437" v="2247" actId="1076"/>
          <ac:spMkLst>
            <pc:docMk/>
            <pc:sldMk cId="1502488870" sldId="263"/>
            <ac:spMk id="2" creationId="{3CDD696B-C2F1-2C88-2B03-8DE96F5CB1A1}"/>
          </ac:spMkLst>
        </pc:spChg>
        <pc:spChg chg="add del mod">
          <ac:chgData name="Zied Belhocine" userId="200cc0e2b299676e" providerId="LiveId" clId="{8B33ABAF-573B-45C3-AF77-EF81FC72AF54}" dt="2025-10-09T08:43:10.810" v="2125"/>
          <ac:spMkLst>
            <pc:docMk/>
            <pc:sldMk cId="1502488870" sldId="263"/>
            <ac:spMk id="3" creationId="{117F5AA8-6FEB-6F26-52E0-578E12BAD072}"/>
          </ac:spMkLst>
        </pc:spChg>
        <pc:spChg chg="add">
          <ac:chgData name="Zied Belhocine" userId="200cc0e2b299676e" providerId="LiveId" clId="{8B33ABAF-573B-45C3-AF77-EF81FC72AF54}" dt="2025-10-09T08:42:36.571" v="2118"/>
          <ac:spMkLst>
            <pc:docMk/>
            <pc:sldMk cId="1502488870" sldId="263"/>
            <ac:spMk id="4" creationId="{A73D4F7C-CC50-273B-E444-9073749F70FB}"/>
          </ac:spMkLst>
        </pc:spChg>
        <pc:spChg chg="add">
          <ac:chgData name="Zied Belhocine" userId="200cc0e2b299676e" providerId="LiveId" clId="{8B33ABAF-573B-45C3-AF77-EF81FC72AF54}" dt="2025-10-09T08:42:36.571" v="2118"/>
          <ac:spMkLst>
            <pc:docMk/>
            <pc:sldMk cId="1502488870" sldId="263"/>
            <ac:spMk id="5" creationId="{B19C9F1D-DA33-4B3F-381E-CAF2D050414A}"/>
          </ac:spMkLst>
        </pc:spChg>
        <pc:spChg chg="add">
          <ac:chgData name="Zied Belhocine" userId="200cc0e2b299676e" providerId="LiveId" clId="{8B33ABAF-573B-45C3-AF77-EF81FC72AF54}" dt="2025-10-09T08:42:36.571" v="2118"/>
          <ac:spMkLst>
            <pc:docMk/>
            <pc:sldMk cId="1502488870" sldId="263"/>
            <ac:spMk id="6" creationId="{FCBE7BE8-61AC-BCDA-A072-6A53BC3F33EE}"/>
          </ac:spMkLst>
        </pc:spChg>
        <pc:spChg chg="add">
          <ac:chgData name="Zied Belhocine" userId="200cc0e2b299676e" providerId="LiveId" clId="{8B33ABAF-573B-45C3-AF77-EF81FC72AF54}" dt="2025-10-09T08:42:36.571" v="2118"/>
          <ac:spMkLst>
            <pc:docMk/>
            <pc:sldMk cId="1502488870" sldId="263"/>
            <ac:spMk id="7" creationId="{675CAF47-C4EA-C8AF-1226-AAC49C36BE98}"/>
          </ac:spMkLst>
        </pc:spChg>
        <pc:spChg chg="add">
          <ac:chgData name="Zied Belhocine" userId="200cc0e2b299676e" providerId="LiveId" clId="{8B33ABAF-573B-45C3-AF77-EF81FC72AF54}" dt="2025-10-09T08:42:36.571" v="2118"/>
          <ac:spMkLst>
            <pc:docMk/>
            <pc:sldMk cId="1502488870" sldId="263"/>
            <ac:spMk id="8" creationId="{1CA4DD5D-ED4F-F112-4810-34BC05776111}"/>
          </ac:spMkLst>
        </pc:spChg>
        <pc:spChg chg="add">
          <ac:chgData name="Zied Belhocine" userId="200cc0e2b299676e" providerId="LiveId" clId="{8B33ABAF-573B-45C3-AF77-EF81FC72AF54}" dt="2025-10-09T08:42:36.571" v="2118"/>
          <ac:spMkLst>
            <pc:docMk/>
            <pc:sldMk cId="1502488870" sldId="263"/>
            <ac:spMk id="9" creationId="{BF8F493B-9E1D-88A7-F508-D457EF386C81}"/>
          </ac:spMkLst>
        </pc:spChg>
        <pc:spChg chg="add">
          <ac:chgData name="Zied Belhocine" userId="200cc0e2b299676e" providerId="LiveId" clId="{8B33ABAF-573B-45C3-AF77-EF81FC72AF54}" dt="2025-10-09T08:42:36.571" v="2118"/>
          <ac:spMkLst>
            <pc:docMk/>
            <pc:sldMk cId="1502488870" sldId="263"/>
            <ac:spMk id="10" creationId="{29A847F4-067C-07FF-4973-A84D46004F55}"/>
          </ac:spMkLst>
        </pc:spChg>
        <pc:spChg chg="add">
          <ac:chgData name="Zied Belhocine" userId="200cc0e2b299676e" providerId="LiveId" clId="{8B33ABAF-573B-45C3-AF77-EF81FC72AF54}" dt="2025-10-09T08:42:36.571" v="2118"/>
          <ac:spMkLst>
            <pc:docMk/>
            <pc:sldMk cId="1502488870" sldId="263"/>
            <ac:spMk id="11" creationId="{52A39F62-9025-234B-4B72-0191065C6774}"/>
          </ac:spMkLst>
        </pc:spChg>
        <pc:spChg chg="add">
          <ac:chgData name="Zied Belhocine" userId="200cc0e2b299676e" providerId="LiveId" clId="{8B33ABAF-573B-45C3-AF77-EF81FC72AF54}" dt="2025-10-09T08:43:07.279" v="2124"/>
          <ac:spMkLst>
            <pc:docMk/>
            <pc:sldMk cId="1502488870" sldId="263"/>
            <ac:spMk id="13" creationId="{DB86AEE1-85D9-CF96-6A3F-38C3C3D02F75}"/>
          </ac:spMkLst>
        </pc:spChg>
        <pc:spChg chg="add">
          <ac:chgData name="Zied Belhocine" userId="200cc0e2b299676e" providerId="LiveId" clId="{8B33ABAF-573B-45C3-AF77-EF81FC72AF54}" dt="2025-10-09T08:43:07.279" v="2124"/>
          <ac:spMkLst>
            <pc:docMk/>
            <pc:sldMk cId="1502488870" sldId="263"/>
            <ac:spMk id="14" creationId="{FBAD044F-0066-E2D7-CB4C-D21029414266}"/>
          </ac:spMkLst>
        </pc:spChg>
        <pc:spChg chg="add">
          <ac:chgData name="Zied Belhocine" userId="200cc0e2b299676e" providerId="LiveId" clId="{8B33ABAF-573B-45C3-AF77-EF81FC72AF54}" dt="2025-10-09T08:43:07.279" v="2124"/>
          <ac:spMkLst>
            <pc:docMk/>
            <pc:sldMk cId="1502488870" sldId="263"/>
            <ac:spMk id="15" creationId="{75B40F28-D0B1-3B2F-C25C-1B989BC42DEB}"/>
          </ac:spMkLst>
        </pc:spChg>
        <pc:spChg chg="add mod">
          <ac:chgData name="Zied Belhocine" userId="200cc0e2b299676e" providerId="LiveId" clId="{8B33ABAF-573B-45C3-AF77-EF81FC72AF54}" dt="2025-10-09T08:49:00.689" v="2224" actId="6549"/>
          <ac:spMkLst>
            <pc:docMk/>
            <pc:sldMk cId="1502488870" sldId="263"/>
            <ac:spMk id="19" creationId="{C0D8454E-0A9E-312F-8EB5-48BFE266A22D}"/>
          </ac:spMkLst>
        </pc:spChg>
        <pc:spChg chg="add">
          <ac:chgData name="Zied Belhocine" userId="200cc0e2b299676e" providerId="LiveId" clId="{8B33ABAF-573B-45C3-AF77-EF81FC72AF54}" dt="2025-10-09T08:44:40.154" v="2150"/>
          <ac:spMkLst>
            <pc:docMk/>
            <pc:sldMk cId="1502488870" sldId="263"/>
            <ac:spMk id="21" creationId="{A45B0449-A9A0-1A4B-A40C-98C2FE98DCAE}"/>
          </ac:spMkLst>
        </pc:spChg>
        <pc:spChg chg="add">
          <ac:chgData name="Zied Belhocine" userId="200cc0e2b299676e" providerId="LiveId" clId="{8B33ABAF-573B-45C3-AF77-EF81FC72AF54}" dt="2025-10-09T08:44:40.154" v="2150"/>
          <ac:spMkLst>
            <pc:docMk/>
            <pc:sldMk cId="1502488870" sldId="263"/>
            <ac:spMk id="22" creationId="{A26746DB-DFAA-734D-E033-9EBA82A4E8AB}"/>
          </ac:spMkLst>
        </pc:spChg>
        <pc:spChg chg="add">
          <ac:chgData name="Zied Belhocine" userId="200cc0e2b299676e" providerId="LiveId" clId="{8B33ABAF-573B-45C3-AF77-EF81FC72AF54}" dt="2025-10-09T08:44:40.154" v="2150"/>
          <ac:spMkLst>
            <pc:docMk/>
            <pc:sldMk cId="1502488870" sldId="263"/>
            <ac:spMk id="23" creationId="{81EBCABB-5FD5-9ECD-86CD-FDA1C14B1458}"/>
          </ac:spMkLst>
        </pc:spChg>
        <pc:spChg chg="add mod">
          <ac:chgData name="Zied Belhocine" userId="200cc0e2b299676e" providerId="LiveId" clId="{8B33ABAF-573B-45C3-AF77-EF81FC72AF54}" dt="2025-10-09T08:54:05.308" v="2287" actId="1076"/>
          <ac:spMkLst>
            <pc:docMk/>
            <pc:sldMk cId="1502488870" sldId="263"/>
            <ac:spMk id="40" creationId="{8A9AB1FC-AD2E-C3E7-F08F-ECA3D3C2FB98}"/>
          </ac:spMkLst>
        </pc:spChg>
        <pc:picChg chg="add mod">
          <ac:chgData name="Zied Belhocine" userId="200cc0e2b299676e" providerId="LiveId" clId="{8B33ABAF-573B-45C3-AF77-EF81FC72AF54}" dt="2025-10-09T08:42:48.832" v="2122"/>
          <ac:picMkLst>
            <pc:docMk/>
            <pc:sldMk cId="1502488870" sldId="263"/>
            <ac:picMk id="12" creationId="{4221261C-1E18-5A38-667F-792C6028C66C}"/>
          </ac:picMkLst>
        </pc:picChg>
        <pc:picChg chg="add del mod">
          <ac:chgData name="Zied Belhocine" userId="200cc0e2b299676e" providerId="LiveId" clId="{8B33ABAF-573B-45C3-AF77-EF81FC72AF54}" dt="2025-10-09T08:43:43.110" v="2135" actId="478"/>
          <ac:picMkLst>
            <pc:docMk/>
            <pc:sldMk cId="1502488870" sldId="263"/>
            <ac:picMk id="16" creationId="{922C7BB4-599B-344C-330E-94C28AF7D4C3}"/>
          </ac:picMkLst>
        </pc:picChg>
        <pc:picChg chg="add del mod">
          <ac:chgData name="Zied Belhocine" userId="200cc0e2b299676e" providerId="LiveId" clId="{8B33ABAF-573B-45C3-AF77-EF81FC72AF54}" dt="2025-10-09T08:43:42.456" v="2134" actId="478"/>
          <ac:picMkLst>
            <pc:docMk/>
            <pc:sldMk cId="1502488870" sldId="263"/>
            <ac:picMk id="17" creationId="{5A545143-6624-7646-00B2-D31A67376F66}"/>
          </ac:picMkLst>
        </pc:picChg>
        <pc:picChg chg="add mod">
          <ac:chgData name="Zied Belhocine" userId="200cc0e2b299676e" providerId="LiveId" clId="{8B33ABAF-573B-45C3-AF77-EF81FC72AF54}" dt="2025-10-09T08:44:44.357" v="2157"/>
          <ac:picMkLst>
            <pc:docMk/>
            <pc:sldMk cId="1502488870" sldId="263"/>
            <ac:picMk id="20" creationId="{8EB97DD0-750C-F318-52F4-5A8435AD3D08}"/>
          </ac:picMkLst>
        </pc:picChg>
        <pc:picChg chg="add del mod">
          <ac:chgData name="Zied Belhocine" userId="200cc0e2b299676e" providerId="LiveId" clId="{8B33ABAF-573B-45C3-AF77-EF81FC72AF54}" dt="2025-10-09T08:47:15.174" v="2180" actId="478"/>
          <ac:picMkLst>
            <pc:docMk/>
            <pc:sldMk cId="1502488870" sldId="263"/>
            <ac:picMk id="25" creationId="{45B12BE1-9D53-2938-BCE0-F6BF0908D47F}"/>
          </ac:picMkLst>
        </pc:picChg>
        <pc:picChg chg="add del mod">
          <ac:chgData name="Zied Belhocine" userId="200cc0e2b299676e" providerId="LiveId" clId="{8B33ABAF-573B-45C3-AF77-EF81FC72AF54}" dt="2025-10-09T08:47:04.149" v="2177" actId="478"/>
          <ac:picMkLst>
            <pc:docMk/>
            <pc:sldMk cId="1502488870" sldId="263"/>
            <ac:picMk id="27" creationId="{131ED916-5F72-E78E-5886-BAFD4D3F3C6C}"/>
          </ac:picMkLst>
        </pc:picChg>
        <pc:picChg chg="add mod">
          <ac:chgData name="Zied Belhocine" userId="200cc0e2b299676e" providerId="LiveId" clId="{8B33ABAF-573B-45C3-AF77-EF81FC72AF54}" dt="2025-10-09T08:47:41.275" v="2205" actId="1076"/>
          <ac:picMkLst>
            <pc:docMk/>
            <pc:sldMk cId="1502488870" sldId="263"/>
            <ac:picMk id="29" creationId="{C1D57EEC-CE45-71DB-FC28-A91A16495F23}"/>
          </ac:picMkLst>
        </pc:picChg>
        <pc:picChg chg="add mod">
          <ac:chgData name="Zied Belhocine" userId="200cc0e2b299676e" providerId="LiveId" clId="{8B33ABAF-573B-45C3-AF77-EF81FC72AF54}" dt="2025-10-15T09:19:21.945" v="2302" actId="1076"/>
          <ac:picMkLst>
            <pc:docMk/>
            <pc:sldMk cId="1502488870" sldId="263"/>
            <ac:picMk id="31" creationId="{E7EEDCAB-D303-EEE9-3B48-691B2A75B71C}"/>
          </ac:picMkLst>
        </pc:picChg>
        <pc:picChg chg="add mod">
          <ac:chgData name="Zied Belhocine" userId="200cc0e2b299676e" providerId="LiveId" clId="{8B33ABAF-573B-45C3-AF77-EF81FC72AF54}" dt="2025-10-09T08:49:04.381" v="2225" actId="1076"/>
          <ac:picMkLst>
            <pc:docMk/>
            <pc:sldMk cId="1502488870" sldId="263"/>
            <ac:picMk id="33" creationId="{60C63678-832F-983E-931F-D034EF9FAA38}"/>
          </ac:picMkLst>
        </pc:picChg>
        <pc:picChg chg="add mod">
          <ac:chgData name="Zied Belhocine" userId="200cc0e2b299676e" providerId="LiveId" clId="{8B33ABAF-573B-45C3-AF77-EF81FC72AF54}" dt="2025-10-09T08:49:06.223" v="2226" actId="1076"/>
          <ac:picMkLst>
            <pc:docMk/>
            <pc:sldMk cId="1502488870" sldId="263"/>
            <ac:picMk id="35" creationId="{7DB1A83D-0849-EC9F-CDA3-CBE74B8D0727}"/>
          </ac:picMkLst>
        </pc:picChg>
        <pc:picChg chg="add mod">
          <ac:chgData name="Zied Belhocine" userId="200cc0e2b299676e" providerId="LiveId" clId="{8B33ABAF-573B-45C3-AF77-EF81FC72AF54}" dt="2025-10-09T08:49:28.587" v="2228" actId="1076"/>
          <ac:picMkLst>
            <pc:docMk/>
            <pc:sldMk cId="1502488870" sldId="263"/>
            <ac:picMk id="37" creationId="{8E2AD40B-EDF3-DCB7-31BD-2FCA97179E41}"/>
          </ac:picMkLst>
        </pc:picChg>
        <pc:picChg chg="add mod">
          <ac:chgData name="Zied Belhocine" userId="200cc0e2b299676e" providerId="LiveId" clId="{8B33ABAF-573B-45C3-AF77-EF81FC72AF54}" dt="2025-10-09T08:49:37.246" v="2230" actId="1076"/>
          <ac:picMkLst>
            <pc:docMk/>
            <pc:sldMk cId="1502488870" sldId="263"/>
            <ac:picMk id="39" creationId="{EC35C40E-755F-8058-C823-5F244CCA7187}"/>
          </ac:picMkLst>
        </pc:picChg>
        <pc:picChg chg="add mod">
          <ac:chgData name="Zied Belhocine" userId="200cc0e2b299676e" providerId="LiveId" clId="{8B33ABAF-573B-45C3-AF77-EF81FC72AF54}" dt="2025-10-09T08:54:06.595" v="2288" actId="1076"/>
          <ac:picMkLst>
            <pc:docMk/>
            <pc:sldMk cId="1502488870" sldId="263"/>
            <ac:picMk id="42" creationId="{E4CA8CCC-95AD-9DD3-89E4-B0500BD23FE8}"/>
          </ac:picMkLst>
        </pc:picChg>
        <pc:picChg chg="add mod">
          <ac:chgData name="Zied Belhocine" userId="200cc0e2b299676e" providerId="LiveId" clId="{8B33ABAF-573B-45C3-AF77-EF81FC72AF54}" dt="2025-10-09T08:54:08.414" v="2289" actId="1076"/>
          <ac:picMkLst>
            <pc:docMk/>
            <pc:sldMk cId="1502488870" sldId="263"/>
            <ac:picMk id="44" creationId="{3235201D-2ED9-214D-77D0-ADD6B59C7485}"/>
          </ac:picMkLst>
        </pc:picChg>
        <pc:picChg chg="add mod">
          <ac:chgData name="Zied Belhocine" userId="200cc0e2b299676e" providerId="LiveId" clId="{8B33ABAF-573B-45C3-AF77-EF81FC72AF54}" dt="2025-10-09T08:54:10.035" v="2290" actId="1076"/>
          <ac:picMkLst>
            <pc:docMk/>
            <pc:sldMk cId="1502488870" sldId="263"/>
            <ac:picMk id="46" creationId="{28488669-295C-7D87-ADB5-6FC349F48357}"/>
          </ac:picMkLst>
        </pc:picChg>
        <pc:picChg chg="add del mod">
          <ac:chgData name="Zied Belhocine" userId="200cc0e2b299676e" providerId="LiveId" clId="{8B33ABAF-573B-45C3-AF77-EF81FC72AF54}" dt="2025-10-09T08:53:30.760" v="2277" actId="478"/>
          <ac:picMkLst>
            <pc:docMk/>
            <pc:sldMk cId="1502488870" sldId="263"/>
            <ac:picMk id="47" creationId="{0AABE904-8B32-8EB0-9DD9-A65B2A5CF086}"/>
          </ac:picMkLst>
        </pc:picChg>
        <pc:picChg chg="add mod">
          <ac:chgData name="Zied Belhocine" userId="200cc0e2b299676e" providerId="LiveId" clId="{8B33ABAF-573B-45C3-AF77-EF81FC72AF54}" dt="2025-10-09T08:54:12.126" v="2291" actId="1076"/>
          <ac:picMkLst>
            <pc:docMk/>
            <pc:sldMk cId="1502488870" sldId="263"/>
            <ac:picMk id="49" creationId="{C77F73AF-B979-6A49-87B2-0BAB1F3FB711}"/>
          </ac:picMkLst>
        </pc:picChg>
        <pc:picChg chg="add">
          <ac:chgData name="Zied Belhocine" userId="200cc0e2b299676e" providerId="LiveId" clId="{8B33ABAF-573B-45C3-AF77-EF81FC72AF54}" dt="2025-10-09T08:42:36.571" v="2118"/>
          <ac:picMkLst>
            <pc:docMk/>
            <pc:sldMk cId="1502488870" sldId="263"/>
            <ac:picMk id="2049" creationId="{F3DB5CB3-485F-C0FC-69D9-A5D1BF6A1423}"/>
          </ac:picMkLst>
        </pc:picChg>
        <pc:picChg chg="add">
          <ac:chgData name="Zied Belhocine" userId="200cc0e2b299676e" providerId="LiveId" clId="{8B33ABAF-573B-45C3-AF77-EF81FC72AF54}" dt="2025-10-09T08:42:36.571" v="2118"/>
          <ac:picMkLst>
            <pc:docMk/>
            <pc:sldMk cId="1502488870" sldId="263"/>
            <ac:picMk id="2050" creationId="{072FCF93-59BB-5AC6-D8D5-DED17070FCCC}"/>
          </ac:picMkLst>
        </pc:picChg>
        <pc:picChg chg="add">
          <ac:chgData name="Zied Belhocine" userId="200cc0e2b299676e" providerId="LiveId" clId="{8B33ABAF-573B-45C3-AF77-EF81FC72AF54}" dt="2025-10-09T08:42:36.571" v="2118"/>
          <ac:picMkLst>
            <pc:docMk/>
            <pc:sldMk cId="1502488870" sldId="263"/>
            <ac:picMk id="2051" creationId="{799465EF-0633-E43D-0E4C-75C34512A596}"/>
          </ac:picMkLst>
        </pc:picChg>
        <pc:picChg chg="add">
          <ac:chgData name="Zied Belhocine" userId="200cc0e2b299676e" providerId="LiveId" clId="{8B33ABAF-573B-45C3-AF77-EF81FC72AF54}" dt="2025-10-09T08:42:36.571" v="2118"/>
          <ac:picMkLst>
            <pc:docMk/>
            <pc:sldMk cId="1502488870" sldId="263"/>
            <ac:picMk id="2052" creationId="{5741D8CE-51A4-6C64-0C0B-6B5D1FDF5E54}"/>
          </ac:picMkLst>
        </pc:picChg>
        <pc:picChg chg="add">
          <ac:chgData name="Zied Belhocine" userId="200cc0e2b299676e" providerId="LiveId" clId="{8B33ABAF-573B-45C3-AF77-EF81FC72AF54}" dt="2025-10-09T08:42:36.571" v="2118"/>
          <ac:picMkLst>
            <pc:docMk/>
            <pc:sldMk cId="1502488870" sldId="263"/>
            <ac:picMk id="2053" creationId="{009F4759-40A1-D3F2-64C5-A1459857FA55}"/>
          </ac:picMkLst>
        </pc:picChg>
        <pc:picChg chg="add">
          <ac:chgData name="Zied Belhocine" userId="200cc0e2b299676e" providerId="LiveId" clId="{8B33ABAF-573B-45C3-AF77-EF81FC72AF54}" dt="2025-10-09T08:42:36.571" v="2118"/>
          <ac:picMkLst>
            <pc:docMk/>
            <pc:sldMk cId="1502488870" sldId="263"/>
            <ac:picMk id="2054" creationId="{59E1C3F6-4DEC-6A73-8E64-146D104DFB5B}"/>
          </ac:picMkLst>
        </pc:picChg>
        <pc:picChg chg="add">
          <ac:chgData name="Zied Belhocine" userId="200cc0e2b299676e" providerId="LiveId" clId="{8B33ABAF-573B-45C3-AF77-EF81FC72AF54}" dt="2025-10-09T08:42:36.571" v="2118"/>
          <ac:picMkLst>
            <pc:docMk/>
            <pc:sldMk cId="1502488870" sldId="263"/>
            <ac:picMk id="2055" creationId="{C28F1E40-C64B-0DB5-27C5-EF978F151D17}"/>
          </ac:picMkLst>
        </pc:picChg>
        <pc:picChg chg="add">
          <ac:chgData name="Zied Belhocine" userId="200cc0e2b299676e" providerId="LiveId" clId="{8B33ABAF-573B-45C3-AF77-EF81FC72AF54}" dt="2025-10-09T08:42:36.571" v="2118"/>
          <ac:picMkLst>
            <pc:docMk/>
            <pc:sldMk cId="1502488870" sldId="263"/>
            <ac:picMk id="2056" creationId="{5A8C2038-06BF-5CC1-5360-A1AAEBBAA864}"/>
          </ac:picMkLst>
        </pc:picChg>
        <pc:picChg chg="add">
          <ac:chgData name="Zied Belhocine" userId="200cc0e2b299676e" providerId="LiveId" clId="{8B33ABAF-573B-45C3-AF77-EF81FC72AF54}" dt="2025-10-09T08:43:07.279" v="2124"/>
          <ac:picMkLst>
            <pc:docMk/>
            <pc:sldMk cId="1502488870" sldId="263"/>
            <ac:picMk id="2065" creationId="{697E1BED-21F8-F784-4F1D-124CC615536E}"/>
          </ac:picMkLst>
        </pc:picChg>
        <pc:picChg chg="add">
          <ac:chgData name="Zied Belhocine" userId="200cc0e2b299676e" providerId="LiveId" clId="{8B33ABAF-573B-45C3-AF77-EF81FC72AF54}" dt="2025-10-09T08:43:07.279" v="2124"/>
          <ac:picMkLst>
            <pc:docMk/>
            <pc:sldMk cId="1502488870" sldId="263"/>
            <ac:picMk id="2066" creationId="{23CD8C64-FA5E-1F33-8A0A-1370D4005D37}"/>
          </ac:picMkLst>
        </pc:picChg>
        <pc:picChg chg="add">
          <ac:chgData name="Zied Belhocine" userId="200cc0e2b299676e" providerId="LiveId" clId="{8B33ABAF-573B-45C3-AF77-EF81FC72AF54}" dt="2025-10-09T08:44:40.154" v="2150"/>
          <ac:picMkLst>
            <pc:docMk/>
            <pc:sldMk cId="1502488870" sldId="263"/>
            <ac:picMk id="2070" creationId="{A16B7A21-66EC-8897-D402-264267436157}"/>
          </ac:picMkLst>
        </pc:picChg>
        <pc:picChg chg="add">
          <ac:chgData name="Zied Belhocine" userId="200cc0e2b299676e" providerId="LiveId" clId="{8B33ABAF-573B-45C3-AF77-EF81FC72AF54}" dt="2025-10-09T08:44:40.154" v="2150"/>
          <ac:picMkLst>
            <pc:docMk/>
            <pc:sldMk cId="1502488870" sldId="263"/>
            <ac:picMk id="2071" creationId="{D5D28A19-82F9-A69A-978D-506C0C1A1E29}"/>
          </ac:picMkLst>
        </pc:picChg>
      </pc:sldChg>
      <pc:sldChg chg="modSp add mod">
        <pc:chgData name="Zied Belhocine" userId="200cc0e2b299676e" providerId="LiveId" clId="{8B33ABAF-573B-45C3-AF77-EF81FC72AF54}" dt="2025-10-09T07:55:16.399" v="236"/>
        <pc:sldMkLst>
          <pc:docMk/>
          <pc:sldMk cId="3402928083" sldId="264"/>
        </pc:sldMkLst>
        <pc:spChg chg="mod">
          <ac:chgData name="Zied Belhocine" userId="200cc0e2b299676e" providerId="LiveId" clId="{8B33ABAF-573B-45C3-AF77-EF81FC72AF54}" dt="2025-10-09T07:55:16.399" v="236"/>
          <ac:spMkLst>
            <pc:docMk/>
            <pc:sldMk cId="3402928083" sldId="264"/>
            <ac:spMk id="2" creationId="{3CDD696B-C2F1-2C88-2B03-8DE96F5CB1A1}"/>
          </ac:spMkLst>
        </pc:spChg>
        <pc:spChg chg="mod">
          <ac:chgData name="Zied Belhocine" userId="200cc0e2b299676e" providerId="LiveId" clId="{8B33ABAF-573B-45C3-AF77-EF81FC72AF54}" dt="2025-10-09T07:54:28.882" v="235" actId="20577"/>
          <ac:spMkLst>
            <pc:docMk/>
            <pc:sldMk cId="3402928083" sldId="264"/>
            <ac:spMk id="3" creationId="{117F5AA8-6FEB-6F26-52E0-578E12BAD072}"/>
          </ac:spMkLst>
        </pc:spChg>
      </pc:sldChg>
      <pc:sldChg chg="modSp add del">
        <pc:chgData name="Zied Belhocine" userId="200cc0e2b299676e" providerId="LiveId" clId="{8B33ABAF-573B-45C3-AF77-EF81FC72AF54}" dt="2025-10-09T08:54:43.134" v="2293" actId="47"/>
        <pc:sldMkLst>
          <pc:docMk/>
          <pc:sldMk cId="321685271" sldId="265"/>
        </pc:sldMkLst>
        <pc:spChg chg="mod">
          <ac:chgData name="Zied Belhocine" userId="200cc0e2b299676e" providerId="LiveId" clId="{8B33ABAF-573B-45C3-AF77-EF81FC72AF54}" dt="2025-10-09T07:55:16.399" v="236"/>
          <ac:spMkLst>
            <pc:docMk/>
            <pc:sldMk cId="321685271" sldId="265"/>
            <ac:spMk id="2" creationId="{3CDD696B-C2F1-2C88-2B03-8DE96F5CB1A1}"/>
          </ac:spMkLst>
        </pc:spChg>
        <pc:spChg chg="mod">
          <ac:chgData name="Zied Belhocine" userId="200cc0e2b299676e" providerId="LiveId" clId="{8B33ABAF-573B-45C3-AF77-EF81FC72AF54}" dt="2025-10-09T07:55:16.399" v="236"/>
          <ac:spMkLst>
            <pc:docMk/>
            <pc:sldMk cId="321685271" sldId="265"/>
            <ac:spMk id="3" creationId="{117F5AA8-6FEB-6F26-52E0-578E12BAD072}"/>
          </ac:spMkLst>
        </pc:spChg>
      </pc:sldChg>
      <pc:sldChg chg="modSp add mod">
        <pc:chgData name="Zied Belhocine" userId="200cc0e2b299676e" providerId="LiveId" clId="{8B33ABAF-573B-45C3-AF77-EF81FC72AF54}" dt="2025-10-09T08:55:05.072" v="2298" actId="20577"/>
        <pc:sldMkLst>
          <pc:docMk/>
          <pc:sldMk cId="2619367884" sldId="266"/>
        </pc:sldMkLst>
        <pc:spChg chg="mod">
          <ac:chgData name="Zied Belhocine" userId="200cc0e2b299676e" providerId="LiveId" clId="{8B33ABAF-573B-45C3-AF77-EF81FC72AF54}" dt="2025-10-09T08:55:05.072" v="2298" actId="20577"/>
          <ac:spMkLst>
            <pc:docMk/>
            <pc:sldMk cId="2619367884" sldId="266"/>
            <ac:spMk id="19" creationId="{C0D8454E-0A9E-312F-8EB5-48BFE266A22D}"/>
          </ac:spMkLst>
        </pc:spChg>
      </pc:sldChg>
      <pc:sldChg chg="add del">
        <pc:chgData name="Zied Belhocine" userId="200cc0e2b299676e" providerId="LiveId" clId="{8B33ABAF-573B-45C3-AF77-EF81FC72AF54}" dt="2025-10-09T08:54:54.997" v="2295"/>
        <pc:sldMkLst>
          <pc:docMk/>
          <pc:sldMk cId="2858831860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B5B2-E57B-47C2-88A1-9BFE6A6762E0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999F5-6DD7-4E3A-86A4-BC57492FD6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9558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B5B2-E57B-47C2-88A1-9BFE6A6762E0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999F5-6DD7-4E3A-86A4-BC57492FD6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88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B5B2-E57B-47C2-88A1-9BFE6A6762E0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999F5-6DD7-4E3A-86A4-BC57492FD6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4512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B5B2-E57B-47C2-88A1-9BFE6A6762E0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999F5-6DD7-4E3A-86A4-BC57492FD6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1968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B5B2-E57B-47C2-88A1-9BFE6A6762E0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999F5-6DD7-4E3A-86A4-BC57492FD6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163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B5B2-E57B-47C2-88A1-9BFE6A6762E0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999F5-6DD7-4E3A-86A4-BC57492FD6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6006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B5B2-E57B-47C2-88A1-9BFE6A6762E0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999F5-6DD7-4E3A-86A4-BC57492FD6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923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B5B2-E57B-47C2-88A1-9BFE6A6762E0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999F5-6DD7-4E3A-86A4-BC57492FD6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2945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320DB5B2-E57B-47C2-88A1-9BFE6A6762E0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397999F5-6DD7-4E3A-86A4-BC57492FD6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6258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B5B2-E57B-47C2-88A1-9BFE6A6762E0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999F5-6DD7-4E3A-86A4-BC57492FD6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5752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B5B2-E57B-47C2-88A1-9BFE6A6762E0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999F5-6DD7-4E3A-86A4-BC57492FD6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715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B5B2-E57B-47C2-88A1-9BFE6A6762E0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999F5-6DD7-4E3A-86A4-BC57492FD6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9551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B5B2-E57B-47C2-88A1-9BFE6A6762E0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999F5-6DD7-4E3A-86A4-BC57492FD6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4916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B5B2-E57B-47C2-88A1-9BFE6A6762E0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999F5-6DD7-4E3A-86A4-BC57492FD6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9355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B5B2-E57B-47C2-88A1-9BFE6A6762E0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999F5-6DD7-4E3A-86A4-BC57492FD6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46950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B5B2-E57B-47C2-88A1-9BFE6A6762E0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999F5-6DD7-4E3A-86A4-BC57492FD6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9062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B5B2-E57B-47C2-88A1-9BFE6A6762E0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999F5-6DD7-4E3A-86A4-BC57492FD6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4814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320DB5B2-E57B-47C2-88A1-9BFE6A6762E0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397999F5-6DD7-4E3A-86A4-BC57492FD6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71274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099D23-6E21-7846-B1B0-DDE19F2056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/>
              <a:t>Exercice - Requêtez une base de données avec SQL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8148F77-741B-4CF1-E187-9AC616559D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BOOTCAMP DATA ANALYST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Zied Belhocine</a:t>
            </a:r>
          </a:p>
        </p:txBody>
      </p:sp>
    </p:spTree>
    <p:extLst>
      <p:ext uri="{BB962C8B-B14F-4D97-AF65-F5344CB8AC3E}">
        <p14:creationId xmlns:p14="http://schemas.microsoft.com/office/powerpoint/2010/main" val="2780189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943D11-0E5E-2BCB-A5DA-C739CA79A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536E65-E1E2-04CD-B6B1-37E2B0B45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76857"/>
            <a:ext cx="9905998" cy="389534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Nous recevons 3 documents traitant des contrats d’assurance habitation en France :</a:t>
            </a:r>
          </a:p>
          <a:p>
            <a:pPr marL="0" indent="0">
              <a:buNone/>
            </a:pPr>
            <a:r>
              <a:rPr lang="fr-FR" dirty="0"/>
              <a:t>	- Un fichier CSV contenant les données des contrats clients</a:t>
            </a:r>
          </a:p>
          <a:p>
            <a:pPr marL="0" indent="0">
              <a:buNone/>
            </a:pPr>
            <a:r>
              <a:rPr lang="fr-FR" dirty="0"/>
              <a:t>	- Un fichier CSV contenant les données référentiel géographique des régions françaises</a:t>
            </a:r>
          </a:p>
          <a:p>
            <a:pPr marL="0" indent="0">
              <a:buNone/>
            </a:pPr>
            <a:r>
              <a:rPr lang="fr-FR" dirty="0"/>
              <a:t>	- Un dictionnaire de données dans lequel il faut faire l’inventaire des données utilisées dans le projet en détaillant le type, la taille et la définition des données.</a:t>
            </a:r>
          </a:p>
          <a:p>
            <a:pPr marL="0" indent="0">
              <a:buNone/>
            </a:pPr>
            <a:r>
              <a:rPr lang="fr-FR" dirty="0"/>
              <a:t>Il va falloir intégrer ces deux CSV dans une base de données en respectant les contraintes des attributs et la relation entre les tables.</a:t>
            </a:r>
          </a:p>
          <a:p>
            <a:pPr marL="0" indent="0">
              <a:buNone/>
            </a:pPr>
            <a:r>
              <a:rPr lang="fr-FR" dirty="0"/>
              <a:t> Dès lors, nous pourrons faire des requêtes SQL pour en tirer les informations désirées.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01358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462B29-E7D1-4AE0-F526-880C9722D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4" y="6096"/>
            <a:ext cx="9905998" cy="835152"/>
          </a:xfrm>
        </p:spPr>
        <p:txBody>
          <a:bodyPr/>
          <a:lstStyle/>
          <a:p>
            <a:r>
              <a:rPr lang="fr-FR" dirty="0"/>
              <a:t>Dictionnaire de données</a:t>
            </a:r>
          </a:p>
        </p:txBody>
      </p:sp>
      <p:pic>
        <p:nvPicPr>
          <p:cNvPr id="8" name="Espace réservé du contenu 7" descr="Une image contenant texte, capture d’écran, nombre, logiciel&#10;&#10;Le contenu généré par l’IA peut être incorrect.">
            <a:extLst>
              <a:ext uri="{FF2B5EF4-FFF2-40B4-BE49-F238E27FC236}">
                <a16:creationId xmlns:a16="http://schemas.microsoft.com/office/drawing/2014/main" id="{958A692A-219D-3A9C-FA7E-0738566096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013" y="1793754"/>
            <a:ext cx="7043198" cy="3221955"/>
          </a:xfr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01B1353D-309D-5410-3D38-C01B5A6E14E4}"/>
              </a:ext>
            </a:extLst>
          </p:cNvPr>
          <p:cNvSpPr txBox="1"/>
          <p:nvPr/>
        </p:nvSpPr>
        <p:spPr>
          <a:xfrm>
            <a:off x="1123899" y="6142072"/>
            <a:ext cx="99059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small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prstClr val="white">
                        <a:lumMod val="75000"/>
                      </a:prstClr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Depuis les fichiers CSV, on peut déterminer le nom des colonnes, le type, la taille, la description et les clés primaires et secondaires de chaque future table.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BD087E4C-DDD9-F8A2-5EA4-A8D70E566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42" y="5586486"/>
            <a:ext cx="10145541" cy="447737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6FF52D96-3B96-0A37-2F01-1AB961AC5F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95"/>
            <a:ext cx="12192000" cy="321851"/>
          </a:xfrm>
          <a:prstGeom prst="rect">
            <a:avLst/>
          </a:prstGeom>
        </p:spPr>
      </p:pic>
      <p:sp>
        <p:nvSpPr>
          <p:cNvPr id="22" name="Flèche : bas 21">
            <a:extLst>
              <a:ext uri="{FF2B5EF4-FFF2-40B4-BE49-F238E27FC236}">
                <a16:creationId xmlns:a16="http://schemas.microsoft.com/office/drawing/2014/main" id="{A5182AED-0A22-9245-05BF-9D6E8C212FB2}"/>
              </a:ext>
            </a:extLst>
          </p:cNvPr>
          <p:cNvSpPr/>
          <p:nvPr/>
        </p:nvSpPr>
        <p:spPr>
          <a:xfrm>
            <a:off x="5014357" y="1195193"/>
            <a:ext cx="1128512" cy="72113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/>
              <a:t>contrat</a:t>
            </a:r>
            <a:endParaRPr lang="fr-FR" dirty="0"/>
          </a:p>
        </p:txBody>
      </p:sp>
      <p:sp>
        <p:nvSpPr>
          <p:cNvPr id="23" name="Flèche : haut 22">
            <a:extLst>
              <a:ext uri="{FF2B5EF4-FFF2-40B4-BE49-F238E27FC236}">
                <a16:creationId xmlns:a16="http://schemas.microsoft.com/office/drawing/2014/main" id="{E2C2E980-BEAA-ED40-AE97-E37B70736C08}"/>
              </a:ext>
            </a:extLst>
          </p:cNvPr>
          <p:cNvSpPr/>
          <p:nvPr/>
        </p:nvSpPr>
        <p:spPr>
          <a:xfrm>
            <a:off x="4989497" y="4973870"/>
            <a:ext cx="1178230" cy="65445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région</a:t>
            </a:r>
            <a:endParaRPr lang="fr-FR" sz="700" dirty="0"/>
          </a:p>
        </p:txBody>
      </p:sp>
    </p:spTree>
    <p:extLst>
      <p:ext uri="{BB962C8B-B14F-4D97-AF65-F5344CB8AC3E}">
        <p14:creationId xmlns:p14="http://schemas.microsoft.com/office/powerpoint/2010/main" val="392158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CE03F8-D7B2-3C09-A6D9-B22B91F1C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Schéma relationnel</a:t>
            </a:r>
          </a:p>
        </p:txBody>
      </p:sp>
      <p:pic>
        <p:nvPicPr>
          <p:cNvPr id="9" name="Espace réservé du contenu 8" descr="Une image contenant texte, reçu, Police, capture d’écran">
            <a:extLst>
              <a:ext uri="{FF2B5EF4-FFF2-40B4-BE49-F238E27FC236}">
                <a16:creationId xmlns:a16="http://schemas.microsoft.com/office/drawing/2014/main" id="{DD8D1E07-F586-D551-303F-89FBC6D6D7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437" y="2104840"/>
            <a:ext cx="8259328" cy="2648320"/>
          </a:xfr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550BC3CD-5276-0B65-3B87-6FC70FA120ED}"/>
              </a:ext>
            </a:extLst>
          </p:cNvPr>
          <p:cNvSpPr txBox="1"/>
          <p:nvPr/>
        </p:nvSpPr>
        <p:spPr>
          <a:xfrm>
            <a:off x="1754436" y="5373547"/>
            <a:ext cx="82593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20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Grâce au dictionnaire de données, on peut créer un diagramme de classe UML afin de représenter notre base de données.</a:t>
            </a:r>
          </a:p>
        </p:txBody>
      </p:sp>
    </p:spTree>
    <p:extLst>
      <p:ext uri="{BB962C8B-B14F-4D97-AF65-F5344CB8AC3E}">
        <p14:creationId xmlns:p14="http://schemas.microsoft.com/office/powerpoint/2010/main" val="1123109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B8CEC2-9CA2-0F44-B447-EE313AAAB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0261"/>
            <a:ext cx="10515600" cy="1325563"/>
          </a:xfrm>
        </p:spPr>
        <p:txBody>
          <a:bodyPr/>
          <a:lstStyle/>
          <a:p>
            <a:r>
              <a:rPr lang="fr-FR" dirty="0"/>
              <a:t>Code création tables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E38E16-6409-AAD8-5AEA-846807C58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1957" y="1380745"/>
            <a:ext cx="3979227" cy="3124201"/>
          </a:xfrm>
        </p:spPr>
        <p:txBody>
          <a:bodyPr>
            <a:normAutofit/>
          </a:bodyPr>
          <a:lstStyle/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CREATE TABLE </a:t>
            </a:r>
            <a:r>
              <a:rPr lang="fr-FR" sz="1050" b="1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Region</a:t>
            </a:r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(</a:t>
            </a:r>
          </a:p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</a:t>
            </a:r>
            <a:r>
              <a:rPr lang="fr-FR" sz="1050" b="1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Code_dep_code_commune</a:t>
            </a:r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INTEGER ,</a:t>
            </a:r>
          </a:p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</a:t>
            </a:r>
            <a:r>
              <a:rPr lang="fr-FR" sz="1050" b="1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reg_code</a:t>
            </a:r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          INTEGER ,</a:t>
            </a:r>
          </a:p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</a:t>
            </a:r>
            <a:r>
              <a:rPr lang="fr-FR" sz="1050" b="1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reg_nom</a:t>
            </a:r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           VARCHAR (50),</a:t>
            </a:r>
          </a:p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</a:t>
            </a:r>
            <a:r>
              <a:rPr lang="fr-FR" sz="1050" b="1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aca_nom</a:t>
            </a:r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           VARCHAR (50),</a:t>
            </a:r>
          </a:p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</a:t>
            </a:r>
            <a:r>
              <a:rPr lang="fr-FR" sz="1050" b="1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dep_nom</a:t>
            </a:r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           VARCHAR (50),</a:t>
            </a:r>
          </a:p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</a:t>
            </a:r>
            <a:r>
              <a:rPr lang="fr-FR" sz="1050" b="1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com_nom_maj_court</a:t>
            </a:r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 VARCHAR (50),</a:t>
            </a:r>
          </a:p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</a:t>
            </a:r>
            <a:r>
              <a:rPr lang="fr-FR" sz="1050" b="1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dep_code</a:t>
            </a:r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          INTEGER ,</a:t>
            </a:r>
          </a:p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</a:t>
            </a:r>
            <a:r>
              <a:rPr lang="fr-FR" sz="1050" b="1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dep_nom_num</a:t>
            </a:r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       VARCHAR (50),</a:t>
            </a:r>
          </a:p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PRIMARY KEY (</a:t>
            </a:r>
            <a:r>
              <a:rPr lang="fr-FR" sz="1050" b="1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Code_dep_code_commune</a:t>
            </a:r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)</a:t>
            </a:r>
          </a:p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);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D9E526CE-3257-617F-DAB0-98E64E888FD1}"/>
              </a:ext>
            </a:extLst>
          </p:cNvPr>
          <p:cNvSpPr txBox="1">
            <a:spLocks/>
          </p:cNvSpPr>
          <p:nvPr/>
        </p:nvSpPr>
        <p:spPr>
          <a:xfrm>
            <a:off x="5757672" y="1380745"/>
            <a:ext cx="5596128" cy="51669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20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CREATE TABLE Contrat (</a:t>
            </a:r>
          </a:p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</a:t>
            </a:r>
            <a:r>
              <a:rPr lang="fr-FR" sz="1050" b="1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Contrat_ID</a:t>
            </a:r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          INTEGER ,</a:t>
            </a:r>
          </a:p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</a:t>
            </a:r>
            <a:r>
              <a:rPr lang="fr-FR" sz="1050" b="1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No_voie</a:t>
            </a:r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             INTEGER ,</a:t>
            </a:r>
          </a:p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B_T_Q                   VARCHAR (50),</a:t>
            </a:r>
          </a:p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</a:t>
            </a:r>
            <a:r>
              <a:rPr lang="fr-FR" sz="1050" b="1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Type_de_voie</a:t>
            </a:r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        VARCHAR (50),</a:t>
            </a:r>
          </a:p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Voie                    VARCHAR (50),</a:t>
            </a:r>
          </a:p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</a:t>
            </a:r>
            <a:r>
              <a:rPr lang="fr-FR" sz="1050" b="1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Code_dep_code_commune</a:t>
            </a:r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INTEGER ,</a:t>
            </a:r>
          </a:p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</a:t>
            </a:r>
            <a:r>
              <a:rPr lang="fr-FR" sz="1050" b="1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Code_postal</a:t>
            </a:r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         INTEGER ,</a:t>
            </a:r>
          </a:p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Surface                 INTEGER ,</a:t>
            </a:r>
          </a:p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</a:t>
            </a:r>
            <a:r>
              <a:rPr lang="fr-FR" sz="1050" b="1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Type_local</a:t>
            </a:r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          VARCHAR (50),</a:t>
            </a:r>
          </a:p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Occupation              VARCHAR (50),</a:t>
            </a:r>
          </a:p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</a:t>
            </a:r>
            <a:r>
              <a:rPr lang="fr-FR" sz="1050" b="1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Type_contrat</a:t>
            </a:r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        VARCHAR (50),</a:t>
            </a:r>
          </a:p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Formule                 VARCHAR (50),</a:t>
            </a:r>
          </a:p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</a:t>
            </a:r>
            <a:r>
              <a:rPr lang="fr-FR" sz="1050" b="1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Valeur_declaree_biens</a:t>
            </a:r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VARCHAR (50),</a:t>
            </a:r>
          </a:p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</a:t>
            </a:r>
            <a:r>
              <a:rPr lang="fr-FR" sz="1050" b="1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Prix_cotisation_mensuel</a:t>
            </a:r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INTEGER,</a:t>
            </a:r>
          </a:p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FOREIGN KEY (</a:t>
            </a:r>
            <a:r>
              <a:rPr lang="fr-FR" sz="1050" b="1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Code_dep_code_commune</a:t>
            </a:r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) REFERENCES </a:t>
            </a:r>
            <a:r>
              <a:rPr lang="fr-FR" sz="1050" b="1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region</a:t>
            </a:r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(</a:t>
            </a:r>
            <a:r>
              <a:rPr lang="fr-FR" sz="1050" b="1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Code_dep_code_commune</a:t>
            </a:r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) ON DELETE RESTRICT ON UPDATE CASCADE,</a:t>
            </a:r>
          </a:p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PRIMARY KEY (</a:t>
            </a:r>
            <a:r>
              <a:rPr lang="fr-FR" sz="1050" b="1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Contrat_ID</a:t>
            </a:r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)</a:t>
            </a:r>
          </a:p>
          <a:p>
            <a:r>
              <a:rPr lang="fr-FR" sz="1050" b="1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);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2510803-802D-4769-618B-F2691B80C3D3}"/>
              </a:ext>
            </a:extLst>
          </p:cNvPr>
          <p:cNvSpPr txBox="1"/>
          <p:nvPr/>
        </p:nvSpPr>
        <p:spPr>
          <a:xfrm>
            <a:off x="921957" y="4867544"/>
            <a:ext cx="452786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20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On crée d’abord la table </a:t>
            </a:r>
            <a:r>
              <a:rPr lang="fr-FR" sz="2000" cap="small" dirty="0" err="1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region</a:t>
            </a:r>
            <a:r>
              <a:rPr lang="fr-FR" sz="20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car la table contrat contient une clé étrangère faisant référence à la table </a:t>
            </a:r>
            <a:r>
              <a:rPr lang="fr-FR" sz="2000" cap="small" dirty="0" err="1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region</a:t>
            </a:r>
            <a:r>
              <a:rPr lang="fr-FR" sz="20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9862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BEC27F-4E30-2D0B-5011-24BB43DE5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905000"/>
          </a:xfrm>
        </p:spPr>
        <p:txBody>
          <a:bodyPr/>
          <a:lstStyle/>
          <a:p>
            <a:r>
              <a:rPr lang="fr-FR" dirty="0"/>
              <a:t>Charger les données CSV dans SGBD (</a:t>
            </a:r>
            <a:r>
              <a:rPr lang="fr-FR" dirty="0" err="1"/>
              <a:t>SqLite</a:t>
            </a:r>
            <a:r>
              <a:rPr lang="fr-FR" dirty="0"/>
              <a:t>)</a:t>
            </a:r>
          </a:p>
        </p:txBody>
      </p:sp>
      <p:pic>
        <p:nvPicPr>
          <p:cNvPr id="5" name="Espace réservé du contenu 4" descr="Une image contenant texte, capture d’écran, logiciel, ordinateur">
            <a:extLst>
              <a:ext uri="{FF2B5EF4-FFF2-40B4-BE49-F238E27FC236}">
                <a16:creationId xmlns:a16="http://schemas.microsoft.com/office/drawing/2014/main" id="{222EBB62-719C-0988-47F9-03CD63D91C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884" y="1210056"/>
            <a:ext cx="8256536" cy="4437888"/>
          </a:xfr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C43E0CE-5F71-1A62-CE20-B01C07B2EA4E}"/>
              </a:ext>
            </a:extLst>
          </p:cNvPr>
          <p:cNvSpPr txBox="1"/>
          <p:nvPr/>
        </p:nvSpPr>
        <p:spPr>
          <a:xfrm>
            <a:off x="201168" y="5748451"/>
            <a:ext cx="118140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16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On peut directement importer nos CSV dans la BDD grâce à SQL LITE. Pour ce faire, il faut clic-droit sur notre BDD et choisir importer, donner le nom de la table voulue et choisir le fichier CSV correspondant. </a:t>
            </a:r>
          </a:p>
          <a:p>
            <a:pPr marL="0" indent="0">
              <a:buNone/>
            </a:pPr>
            <a:r>
              <a:rPr lang="fr-FR" sz="16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Attention à bien cocher :’la première ligne représente les colonnes’ et bien choisir le ‘;’ comme séparateur.</a:t>
            </a:r>
          </a:p>
        </p:txBody>
      </p:sp>
    </p:spTree>
    <p:extLst>
      <p:ext uri="{BB962C8B-B14F-4D97-AF65-F5344CB8AC3E}">
        <p14:creationId xmlns:p14="http://schemas.microsoft.com/office/powerpoint/2010/main" val="4139848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DD696B-C2F1-2C88-2B03-8DE96F5CB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386"/>
            <a:ext cx="9905998" cy="688846"/>
          </a:xfrm>
        </p:spPr>
        <p:txBody>
          <a:bodyPr/>
          <a:lstStyle/>
          <a:p>
            <a:r>
              <a:rPr lang="fr-FR" dirty="0"/>
              <a:t>Les premières requêtes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9DC071EB-8DFF-2E96-94AF-A37D60F11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17" y="1399983"/>
            <a:ext cx="4354131" cy="3124201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u="sng" dirty="0">
                <a:solidFill>
                  <a:schemeClr val="tx1"/>
                </a:solidFill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Requête 1 :</a:t>
            </a:r>
            <a:r>
              <a:rPr lang="fr-FR" sz="1800" b="1" dirty="0">
                <a:solidFill>
                  <a:schemeClr val="tx1"/>
                </a:solidFill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 </a:t>
            </a:r>
            <a:r>
              <a:rPr lang="fr-FR" sz="1800" dirty="0">
                <a:solidFill>
                  <a:schemeClr val="tx1"/>
                </a:solidFill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Lister les numéros de contrats (</a:t>
            </a:r>
            <a:r>
              <a:rPr lang="fr-FR" sz="1800" dirty="0" err="1">
                <a:solidFill>
                  <a:schemeClr val="tx1"/>
                </a:solidFill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contrat_ID</a:t>
            </a:r>
            <a:r>
              <a:rPr lang="fr-FR" sz="1800" dirty="0">
                <a:solidFill>
                  <a:schemeClr val="tx1"/>
                </a:solidFill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) avec leur surface pour la commune de Caen.</a:t>
            </a:r>
            <a:endParaRPr lang="fr-FR" sz="1800" dirty="0">
              <a:effectLst/>
              <a:latin typeface="+mj-lt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solidFill>
                  <a:schemeClr val="tx1"/>
                </a:solidFill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SELECT </a:t>
            </a:r>
            <a:endParaRPr lang="fr-FR" sz="1800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</a:endParaRPr>
          </a:p>
          <a:p>
            <a:pPr indent="457200">
              <a:lnSpc>
                <a:spcPct val="107000"/>
              </a:lnSpc>
              <a:spcAft>
                <a:spcPts val="800"/>
              </a:spcAft>
            </a:pPr>
            <a:r>
              <a:rPr lang="fr-FR" sz="1800" dirty="0" err="1">
                <a:solidFill>
                  <a:schemeClr val="tx1"/>
                </a:solidFill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c.contrat_ID</a:t>
            </a:r>
            <a:r>
              <a:rPr lang="fr-FR" sz="1800" dirty="0">
                <a:solidFill>
                  <a:schemeClr val="tx1"/>
                </a:solidFill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,</a:t>
            </a:r>
            <a:endParaRPr lang="fr-FR" sz="1800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</a:endParaRPr>
          </a:p>
          <a:p>
            <a:pPr indent="457200">
              <a:lnSpc>
                <a:spcPct val="107000"/>
              </a:lnSpc>
              <a:spcAft>
                <a:spcPts val="800"/>
              </a:spcAft>
            </a:pPr>
            <a:r>
              <a:rPr lang="fr-FR" sz="1800" dirty="0" err="1">
                <a:solidFill>
                  <a:schemeClr val="tx1"/>
                </a:solidFill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c.surface</a:t>
            </a:r>
            <a:r>
              <a:rPr lang="fr-FR" sz="1800" dirty="0">
                <a:solidFill>
                  <a:schemeClr val="tx1"/>
                </a:solidFill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,</a:t>
            </a:r>
            <a:endParaRPr lang="fr-FR" sz="1800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</a:endParaRPr>
          </a:p>
          <a:p>
            <a:pPr indent="457200">
              <a:lnSpc>
                <a:spcPct val="107000"/>
              </a:lnSpc>
              <a:spcAft>
                <a:spcPts val="800"/>
              </a:spcAft>
            </a:pPr>
            <a:r>
              <a:rPr lang="fr-FR" sz="1800" dirty="0" err="1">
                <a:solidFill>
                  <a:schemeClr val="tx1"/>
                </a:solidFill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r.com_nom_maj_court</a:t>
            </a:r>
            <a:endParaRPr lang="fr-FR" sz="1800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solidFill>
                  <a:schemeClr val="tx1"/>
                </a:solidFill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FROM </a:t>
            </a:r>
            <a:endParaRPr lang="fr-FR" sz="1800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</a:endParaRPr>
          </a:p>
          <a:p>
            <a:pPr indent="457200"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solidFill>
                  <a:schemeClr val="tx1"/>
                </a:solidFill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contrat c</a:t>
            </a:r>
            <a:endParaRPr lang="fr-FR" sz="1800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solidFill>
                  <a:schemeClr val="tx1"/>
                </a:solidFill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JOIN </a:t>
            </a:r>
            <a:r>
              <a:rPr lang="fr-FR" sz="1800" dirty="0" err="1">
                <a:solidFill>
                  <a:schemeClr val="tx1"/>
                </a:solidFill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region</a:t>
            </a:r>
            <a:r>
              <a:rPr lang="fr-FR" sz="1800" dirty="0">
                <a:solidFill>
                  <a:schemeClr val="tx1"/>
                </a:solidFill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 r ON </a:t>
            </a:r>
            <a:r>
              <a:rPr lang="fr-FR" sz="1800" dirty="0" err="1">
                <a:solidFill>
                  <a:schemeClr val="tx1"/>
                </a:solidFill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c.Code_dep_code_commune</a:t>
            </a:r>
            <a:r>
              <a:rPr lang="fr-FR" sz="1800" dirty="0">
                <a:solidFill>
                  <a:schemeClr val="tx1"/>
                </a:solidFill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 = </a:t>
            </a:r>
            <a:r>
              <a:rPr lang="fr-FR" sz="1800" dirty="0" err="1">
                <a:solidFill>
                  <a:schemeClr val="tx1"/>
                </a:solidFill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r.Code_dep_code_commune</a:t>
            </a:r>
            <a:endParaRPr lang="fr-FR" sz="1800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solidFill>
                  <a:schemeClr val="tx1"/>
                </a:solidFill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WHERE </a:t>
            </a:r>
            <a:r>
              <a:rPr lang="fr-FR" sz="1800" dirty="0" err="1">
                <a:solidFill>
                  <a:schemeClr val="tx1"/>
                </a:solidFill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lower</a:t>
            </a:r>
            <a:r>
              <a:rPr lang="fr-FR" sz="1800" dirty="0">
                <a:solidFill>
                  <a:schemeClr val="tx1"/>
                </a:solidFill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(</a:t>
            </a:r>
            <a:r>
              <a:rPr lang="fr-FR" sz="1800" dirty="0" err="1">
                <a:solidFill>
                  <a:schemeClr val="tx1"/>
                </a:solidFill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r.com_nom_maj_court</a:t>
            </a:r>
            <a:r>
              <a:rPr lang="fr-FR" sz="1800" dirty="0">
                <a:solidFill>
                  <a:schemeClr val="tx1"/>
                </a:solidFill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) LIKE '</a:t>
            </a:r>
            <a:r>
              <a:rPr lang="fr-FR" sz="1800" dirty="0" err="1">
                <a:solidFill>
                  <a:schemeClr val="tx1"/>
                </a:solidFill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caen</a:t>
            </a:r>
            <a:r>
              <a:rPr lang="fr-FR" sz="1800" dirty="0">
                <a:solidFill>
                  <a:schemeClr val="tx1"/>
                </a:solidFill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' ;</a:t>
            </a:r>
            <a:endParaRPr lang="fr-FR" sz="1800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914B9C7-A1C6-FA60-CBE4-0814CFE871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355" y="4948429"/>
            <a:ext cx="2771775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120A9FEA-129D-08D7-83C4-D9107D44685D}"/>
              </a:ext>
            </a:extLst>
          </p:cNvPr>
          <p:cNvSpPr txBox="1"/>
          <p:nvPr/>
        </p:nvSpPr>
        <p:spPr>
          <a:xfrm>
            <a:off x="4487448" y="1500567"/>
            <a:ext cx="3856482" cy="363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100" b="1" u="sng" dirty="0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Requête 2 :</a:t>
            </a:r>
            <a:r>
              <a:rPr lang="fr-FR" sz="1100" b="1" dirty="0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 </a:t>
            </a:r>
            <a:r>
              <a:rPr lang="fr-FR" sz="1100" dirty="0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Lister les numéros de contrats avec le type de contrat et leur formule pour les maisons du département 71.</a:t>
            </a:r>
            <a:endParaRPr lang="fr-FR" sz="1100" dirty="0">
              <a:effectLst/>
              <a:latin typeface="+mj-lt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100" dirty="0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SELECT </a:t>
            </a:r>
            <a:endParaRPr lang="fr-FR" sz="1100" dirty="0">
              <a:effectLst/>
              <a:latin typeface="+mj-lt"/>
              <a:ea typeface="Calibri" panose="020F0502020204030204" pitchFamily="34" charset="0"/>
            </a:endParaRPr>
          </a:p>
          <a:p>
            <a:pPr indent="457200">
              <a:lnSpc>
                <a:spcPct val="107000"/>
              </a:lnSpc>
              <a:spcAft>
                <a:spcPts val="800"/>
              </a:spcAft>
            </a:pPr>
            <a:r>
              <a:rPr lang="fr-FR" sz="1100" dirty="0" err="1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contrat_ID</a:t>
            </a:r>
            <a:r>
              <a:rPr lang="fr-FR" sz="1100" dirty="0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,</a:t>
            </a:r>
            <a:endParaRPr lang="fr-FR" sz="1100" dirty="0">
              <a:effectLst/>
              <a:latin typeface="+mj-lt"/>
              <a:ea typeface="Calibri" panose="020F0502020204030204" pitchFamily="34" charset="0"/>
            </a:endParaRPr>
          </a:p>
          <a:p>
            <a:pPr indent="457200">
              <a:lnSpc>
                <a:spcPct val="107000"/>
              </a:lnSpc>
              <a:spcAft>
                <a:spcPts val="800"/>
              </a:spcAft>
            </a:pPr>
            <a:r>
              <a:rPr lang="fr-FR" sz="1100" dirty="0" err="1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type_contrat</a:t>
            </a:r>
            <a:r>
              <a:rPr lang="fr-FR" sz="1100" dirty="0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,</a:t>
            </a:r>
            <a:endParaRPr lang="fr-FR" sz="1100" dirty="0">
              <a:effectLst/>
              <a:latin typeface="+mj-lt"/>
              <a:ea typeface="Calibri" panose="020F0502020204030204" pitchFamily="34" charset="0"/>
            </a:endParaRPr>
          </a:p>
          <a:p>
            <a:pPr indent="457200">
              <a:lnSpc>
                <a:spcPct val="107000"/>
              </a:lnSpc>
              <a:spcAft>
                <a:spcPts val="800"/>
              </a:spcAft>
            </a:pPr>
            <a:r>
              <a:rPr lang="fr-FR" sz="1100" dirty="0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formule,</a:t>
            </a:r>
            <a:endParaRPr lang="fr-FR" sz="1100" dirty="0">
              <a:effectLst/>
              <a:latin typeface="+mj-lt"/>
              <a:ea typeface="Calibri" panose="020F0502020204030204" pitchFamily="34" charset="0"/>
            </a:endParaRPr>
          </a:p>
          <a:p>
            <a:pPr indent="457200">
              <a:lnSpc>
                <a:spcPct val="107000"/>
              </a:lnSpc>
              <a:spcAft>
                <a:spcPts val="800"/>
              </a:spcAft>
            </a:pPr>
            <a:r>
              <a:rPr lang="fr-FR" sz="1100" dirty="0" err="1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type_local</a:t>
            </a:r>
            <a:r>
              <a:rPr lang="fr-FR" sz="1100" dirty="0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,</a:t>
            </a:r>
            <a:endParaRPr lang="fr-FR" sz="1100" dirty="0">
              <a:effectLst/>
              <a:latin typeface="+mj-lt"/>
              <a:ea typeface="Calibri" panose="020F0502020204030204" pitchFamily="34" charset="0"/>
            </a:endParaRPr>
          </a:p>
          <a:p>
            <a:pPr indent="457200">
              <a:lnSpc>
                <a:spcPct val="107000"/>
              </a:lnSpc>
              <a:spcAft>
                <a:spcPts val="800"/>
              </a:spcAft>
            </a:pPr>
            <a:r>
              <a:rPr lang="fr-FR" sz="1100" dirty="0" err="1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code_postal</a:t>
            </a:r>
            <a:endParaRPr lang="fr-FR" sz="1100" dirty="0">
              <a:effectLst/>
              <a:latin typeface="+mj-lt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100" dirty="0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FROM </a:t>
            </a:r>
            <a:endParaRPr lang="fr-FR" sz="1100" dirty="0">
              <a:effectLst/>
              <a:latin typeface="+mj-lt"/>
              <a:ea typeface="Calibri" panose="020F0502020204030204" pitchFamily="34" charset="0"/>
            </a:endParaRPr>
          </a:p>
          <a:p>
            <a:pPr indent="457200">
              <a:lnSpc>
                <a:spcPct val="107000"/>
              </a:lnSpc>
              <a:spcAft>
                <a:spcPts val="800"/>
              </a:spcAft>
            </a:pPr>
            <a:r>
              <a:rPr lang="fr-FR" sz="1100" dirty="0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contrat</a:t>
            </a:r>
            <a:endParaRPr lang="fr-FR" sz="1100" dirty="0">
              <a:effectLst/>
              <a:latin typeface="+mj-lt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100" dirty="0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WHERE </a:t>
            </a:r>
            <a:endParaRPr lang="fr-FR" sz="1100" dirty="0">
              <a:effectLst/>
              <a:latin typeface="+mj-lt"/>
              <a:ea typeface="Calibri" panose="020F0502020204030204" pitchFamily="34" charset="0"/>
            </a:endParaRPr>
          </a:p>
          <a:p>
            <a:r>
              <a:rPr lang="fr-FR" sz="1100" dirty="0" err="1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Code_postal</a:t>
            </a:r>
            <a:r>
              <a:rPr lang="fr-FR" sz="1100" dirty="0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 &lt; 72000 AND </a:t>
            </a:r>
            <a:r>
              <a:rPr lang="fr-FR" sz="1100" dirty="0" err="1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Code_postal</a:t>
            </a:r>
            <a:r>
              <a:rPr lang="fr-FR" sz="1100" dirty="0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 &gt; 70999 AND </a:t>
            </a:r>
            <a:r>
              <a:rPr lang="fr-FR" sz="1100" dirty="0" err="1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lower</a:t>
            </a:r>
            <a:r>
              <a:rPr lang="fr-FR" sz="1100" dirty="0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(</a:t>
            </a:r>
            <a:r>
              <a:rPr lang="fr-FR" sz="1100" dirty="0" err="1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Type_local</a:t>
            </a:r>
            <a:r>
              <a:rPr lang="fr-FR" sz="1100" dirty="0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) LIKE 'maison' ;</a:t>
            </a:r>
            <a:endParaRPr lang="fr-FR" sz="1100" dirty="0">
              <a:latin typeface="+mj-lt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46C8BB31-835C-B761-7CDE-0306BC7063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448" y="5164159"/>
            <a:ext cx="3895725" cy="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48DF55A0-19C7-C939-8189-9CA16B1457D0}"/>
              </a:ext>
            </a:extLst>
          </p:cNvPr>
          <p:cNvSpPr txBox="1"/>
          <p:nvPr/>
        </p:nvSpPr>
        <p:spPr>
          <a:xfrm>
            <a:off x="8343930" y="1487564"/>
            <a:ext cx="3755898" cy="543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100" b="1" u="sng" dirty="0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Requête 3 :</a:t>
            </a:r>
            <a:r>
              <a:rPr lang="fr-FR" sz="1100" dirty="0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.</a:t>
            </a:r>
            <a:endParaRPr lang="fr-FR" sz="1100" dirty="0">
              <a:effectLst/>
              <a:latin typeface="+mj-lt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100" dirty="0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SELECT DISTINCT </a:t>
            </a:r>
            <a:r>
              <a:rPr lang="fr-FR" sz="1100" dirty="0" err="1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reg_nom</a:t>
            </a:r>
            <a:r>
              <a:rPr lang="fr-FR" sz="1100" dirty="0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 FROM </a:t>
            </a:r>
            <a:r>
              <a:rPr lang="fr-FR" sz="1100" dirty="0" err="1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region</a:t>
            </a:r>
            <a:r>
              <a:rPr lang="fr-FR" sz="1100" dirty="0">
                <a:effectLst/>
                <a:latin typeface="+mj-lt"/>
                <a:ea typeface="Montserrat" panose="00000500000000000000" pitchFamily="2" charset="0"/>
                <a:cs typeface="Montserrat" panose="00000500000000000000" pitchFamily="2" charset="0"/>
              </a:rPr>
              <a:t> ;</a:t>
            </a:r>
            <a:endParaRPr lang="fr-FR" sz="1100" dirty="0">
              <a:effectLst/>
              <a:latin typeface="+mj-lt"/>
              <a:ea typeface="Calibri" panose="020F0502020204030204" pitchFamily="34" charset="0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C74C1E02-1AE8-E553-CFF0-4ED7F79FB2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6918" y="2318958"/>
            <a:ext cx="1657350" cy="3038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4006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DD696B-C2F1-2C88-2B03-8DE96F5CB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603315"/>
          </a:xfrm>
        </p:spPr>
        <p:txBody>
          <a:bodyPr/>
          <a:lstStyle/>
          <a:p>
            <a:r>
              <a:rPr lang="fr-FR" dirty="0"/>
              <a:t>Requêtes suite</a:t>
            </a:r>
          </a:p>
        </p:txBody>
      </p:sp>
      <p:sp>
        <p:nvSpPr>
          <p:cNvPr id="19" name="Espace réservé du contenu 18">
            <a:extLst>
              <a:ext uri="{FF2B5EF4-FFF2-40B4-BE49-F238E27FC236}">
                <a16:creationId xmlns:a16="http://schemas.microsoft.com/office/drawing/2014/main" id="{C0D8454E-0A9E-312F-8EB5-48BFE266A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499621"/>
            <a:ext cx="6096000" cy="6358379"/>
          </a:xfrm>
        </p:spPr>
        <p:txBody>
          <a:bodyPr/>
          <a:lstStyle/>
          <a:p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Requête 4 : Quels sont les 5 contrats qui ont les surfaces les plus élevées ?</a:t>
            </a:r>
          </a:p>
          <a:p>
            <a:pPr marL="0" indent="0">
              <a:buNone/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Requête 5 : Quel est le prix moyen de la cotisation mensuelle ? </a:t>
            </a:r>
          </a:p>
          <a:p>
            <a:pPr marL="0" indent="0">
              <a:buNone/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Requête 6 : Quel est le nombre de contrats pour chaque catégorie de prix de la valeur déclarée des biens ?</a:t>
            </a:r>
          </a:p>
          <a:p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C1D57EEC-CE45-71DB-FC28-A91A16495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068" y="1345985"/>
            <a:ext cx="1362265" cy="1028844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E7EEDCAB-D303-EEE9-3B48-691B2A75B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49" y="1355512"/>
            <a:ext cx="1095528" cy="1019317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60C63678-832F-983E-931F-D034EF9FAA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49" y="3117499"/>
            <a:ext cx="4077269" cy="695422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7DB1A83D-0849-EC9F-CDA3-CBE74B8D07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0207" y="3812921"/>
            <a:ext cx="2095792" cy="371527"/>
          </a:xfrm>
          <a:prstGeom prst="rect">
            <a:avLst/>
          </a:prstGeom>
        </p:spPr>
      </p:pic>
      <p:pic>
        <p:nvPicPr>
          <p:cNvPr id="37" name="Image 36">
            <a:extLst>
              <a:ext uri="{FF2B5EF4-FFF2-40B4-BE49-F238E27FC236}">
                <a16:creationId xmlns:a16="http://schemas.microsoft.com/office/drawing/2014/main" id="{8E2AD40B-EDF3-DCB7-31BD-2FCA97179E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499" y="5148093"/>
            <a:ext cx="2457793" cy="971686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EC35C40E-755F-8058-C823-5F244CCA71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1" y="5229067"/>
            <a:ext cx="2267266" cy="809738"/>
          </a:xfrm>
          <a:prstGeom prst="rect">
            <a:avLst/>
          </a:prstGeom>
        </p:spPr>
      </p:pic>
      <p:sp>
        <p:nvSpPr>
          <p:cNvPr id="40" name="Espace réservé du contenu 18">
            <a:extLst>
              <a:ext uri="{FF2B5EF4-FFF2-40B4-BE49-F238E27FC236}">
                <a16:creationId xmlns:a16="http://schemas.microsoft.com/office/drawing/2014/main" id="{8A9AB1FC-AD2E-C3E7-F08F-ECA3D3C2FB98}"/>
              </a:ext>
            </a:extLst>
          </p:cNvPr>
          <p:cNvSpPr txBox="1">
            <a:spLocks/>
          </p:cNvSpPr>
          <p:nvPr/>
        </p:nvSpPr>
        <p:spPr>
          <a:xfrm>
            <a:off x="6096000" y="765509"/>
            <a:ext cx="6096000" cy="63583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20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•    Requête 7 : Quel est le nombre de formules “</a:t>
            </a:r>
            <a:r>
              <a:rPr lang="fr-F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integral</a:t>
            </a: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 sur la région Pays de la Loire ?</a:t>
            </a:r>
          </a:p>
          <a:p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Requête 8 : Lister les numéros de contrats avec le type de contrat et leur formule pour les maisons du département 71.</a:t>
            </a:r>
          </a:p>
          <a:p>
            <a:pPr marL="0" indent="0">
              <a:buFont typeface="Arial"/>
              <a:buNone/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E4CA8CCC-95AD-9DD3-89E4-B0500BD23F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7624" y="1178466"/>
            <a:ext cx="3357210" cy="964899"/>
          </a:xfrm>
          <a:prstGeom prst="rect">
            <a:avLst/>
          </a:prstGeom>
        </p:spPr>
      </p:pic>
      <p:pic>
        <p:nvPicPr>
          <p:cNvPr id="44" name="Image 43">
            <a:extLst>
              <a:ext uri="{FF2B5EF4-FFF2-40B4-BE49-F238E27FC236}">
                <a16:creationId xmlns:a16="http://schemas.microsoft.com/office/drawing/2014/main" id="{3235201D-2ED9-214D-77D0-ADD6B59C748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437" y="2142167"/>
            <a:ext cx="3467584" cy="381053"/>
          </a:xfrm>
          <a:prstGeom prst="rect">
            <a:avLst/>
          </a:prstGeom>
        </p:spPr>
      </p:pic>
      <p:pic>
        <p:nvPicPr>
          <p:cNvPr id="46" name="Image 45">
            <a:extLst>
              <a:ext uri="{FF2B5EF4-FFF2-40B4-BE49-F238E27FC236}">
                <a16:creationId xmlns:a16="http://schemas.microsoft.com/office/drawing/2014/main" id="{28488669-295C-7D87-ADB5-6FC349F4835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7167" y="3976802"/>
            <a:ext cx="5029902" cy="1095528"/>
          </a:xfrm>
          <a:prstGeom prst="rect">
            <a:avLst/>
          </a:prstGeom>
        </p:spPr>
      </p:pic>
      <p:pic>
        <p:nvPicPr>
          <p:cNvPr id="49" name="Image 4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C77F73AF-B979-6A49-87B2-0BAB1F3FB71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3236" y="5072330"/>
            <a:ext cx="2534004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488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DD696B-C2F1-2C88-2B03-8DE96F5CB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603315"/>
          </a:xfrm>
        </p:spPr>
        <p:txBody>
          <a:bodyPr/>
          <a:lstStyle/>
          <a:p>
            <a:r>
              <a:rPr lang="fr-FR" dirty="0"/>
              <a:t>Requêtes suite</a:t>
            </a:r>
          </a:p>
        </p:txBody>
      </p:sp>
      <p:sp>
        <p:nvSpPr>
          <p:cNvPr id="19" name="Espace réservé du contenu 18">
            <a:extLst>
              <a:ext uri="{FF2B5EF4-FFF2-40B4-BE49-F238E27FC236}">
                <a16:creationId xmlns:a16="http://schemas.microsoft.com/office/drawing/2014/main" id="{C0D8454E-0A9E-312F-8EB5-48BFE266A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499621"/>
            <a:ext cx="6096000" cy="6358379"/>
          </a:xfrm>
        </p:spPr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Requête 9 : Quelle est la surface moyenne des contrats à Paris ?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Requête 5 : Quel est le prix moyen de la cotisation mensuelle ? </a:t>
            </a:r>
          </a:p>
          <a:p>
            <a:pPr marL="0" indent="0">
              <a:buNone/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Requête 6 : Quel est le nombre de contrats pour chaque catégorie de prix de la valeur déclarée des biens ?</a:t>
            </a:r>
          </a:p>
          <a:p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C1D57EEC-CE45-71DB-FC28-A91A16495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068" y="1345985"/>
            <a:ext cx="1362265" cy="1028844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E7EEDCAB-D303-EEE9-3B48-691B2A75B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49" y="1345985"/>
            <a:ext cx="1095528" cy="1019317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60C63678-832F-983E-931F-D034EF9FAA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49" y="3117499"/>
            <a:ext cx="4077269" cy="695422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7DB1A83D-0849-EC9F-CDA3-CBE74B8D07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0207" y="3812921"/>
            <a:ext cx="2095792" cy="371527"/>
          </a:xfrm>
          <a:prstGeom prst="rect">
            <a:avLst/>
          </a:prstGeom>
        </p:spPr>
      </p:pic>
      <p:pic>
        <p:nvPicPr>
          <p:cNvPr id="37" name="Image 36">
            <a:extLst>
              <a:ext uri="{FF2B5EF4-FFF2-40B4-BE49-F238E27FC236}">
                <a16:creationId xmlns:a16="http://schemas.microsoft.com/office/drawing/2014/main" id="{8E2AD40B-EDF3-DCB7-31BD-2FCA97179E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499" y="5148093"/>
            <a:ext cx="2457793" cy="971686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EC35C40E-755F-8058-C823-5F244CCA71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1" y="5229067"/>
            <a:ext cx="2267266" cy="809738"/>
          </a:xfrm>
          <a:prstGeom prst="rect">
            <a:avLst/>
          </a:prstGeom>
        </p:spPr>
      </p:pic>
      <p:sp>
        <p:nvSpPr>
          <p:cNvPr id="40" name="Espace réservé du contenu 18">
            <a:extLst>
              <a:ext uri="{FF2B5EF4-FFF2-40B4-BE49-F238E27FC236}">
                <a16:creationId xmlns:a16="http://schemas.microsoft.com/office/drawing/2014/main" id="{8A9AB1FC-AD2E-C3E7-F08F-ECA3D3C2FB98}"/>
              </a:ext>
            </a:extLst>
          </p:cNvPr>
          <p:cNvSpPr txBox="1">
            <a:spLocks/>
          </p:cNvSpPr>
          <p:nvPr/>
        </p:nvSpPr>
        <p:spPr>
          <a:xfrm>
            <a:off x="6096000" y="765509"/>
            <a:ext cx="6096000" cy="63583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20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•    Requête 7 : Quel est le nombre de formules “</a:t>
            </a:r>
            <a:r>
              <a:rPr lang="fr-F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integral</a:t>
            </a: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 sur la région Pays de la Loire ?</a:t>
            </a:r>
          </a:p>
          <a:p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Requête 8 : Lister les numéros de contrats avec le type de contrat et leur formule pour les maisons du département 71.</a:t>
            </a:r>
          </a:p>
          <a:p>
            <a:pPr marL="0" indent="0">
              <a:buFont typeface="Arial"/>
              <a:buNone/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E4CA8CCC-95AD-9DD3-89E4-B0500BD23F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7624" y="1178466"/>
            <a:ext cx="3357210" cy="964899"/>
          </a:xfrm>
          <a:prstGeom prst="rect">
            <a:avLst/>
          </a:prstGeom>
        </p:spPr>
      </p:pic>
      <p:pic>
        <p:nvPicPr>
          <p:cNvPr id="44" name="Image 43">
            <a:extLst>
              <a:ext uri="{FF2B5EF4-FFF2-40B4-BE49-F238E27FC236}">
                <a16:creationId xmlns:a16="http://schemas.microsoft.com/office/drawing/2014/main" id="{3235201D-2ED9-214D-77D0-ADD6B59C748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437" y="2142167"/>
            <a:ext cx="3467584" cy="381053"/>
          </a:xfrm>
          <a:prstGeom prst="rect">
            <a:avLst/>
          </a:prstGeom>
        </p:spPr>
      </p:pic>
      <p:pic>
        <p:nvPicPr>
          <p:cNvPr id="46" name="Image 45">
            <a:extLst>
              <a:ext uri="{FF2B5EF4-FFF2-40B4-BE49-F238E27FC236}">
                <a16:creationId xmlns:a16="http://schemas.microsoft.com/office/drawing/2014/main" id="{28488669-295C-7D87-ADB5-6FC349F4835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7167" y="3976802"/>
            <a:ext cx="5029902" cy="1095528"/>
          </a:xfrm>
          <a:prstGeom prst="rect">
            <a:avLst/>
          </a:prstGeom>
        </p:spPr>
      </p:pic>
      <p:pic>
        <p:nvPicPr>
          <p:cNvPr id="49" name="Image 4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C77F73AF-B979-6A49-87B2-0BAB1F3FB71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3236" y="5072330"/>
            <a:ext cx="2534004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67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DD696B-C2F1-2C88-2B03-8DE96F5CB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7F5AA8-6FEB-6F26-52E0-578E12BAD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0489"/>
            <a:ext cx="10515600" cy="4351338"/>
          </a:xfrm>
        </p:spPr>
        <p:txBody>
          <a:bodyPr/>
          <a:lstStyle/>
          <a:p>
            <a:r>
              <a:rPr lang="fr-FR" dirty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34029280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llage">
  <a:themeElements>
    <a:clrScheme name="Maillage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aillag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illag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TM03457485[[fn=Maillage]]</Template>
  <TotalTime>165</TotalTime>
  <Words>870</Words>
  <Application>Microsoft Office PowerPoint</Application>
  <PresentationFormat>Grand écran</PresentationFormat>
  <Paragraphs>125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Aptos</vt:lpstr>
      <vt:lpstr>Arial</vt:lpstr>
      <vt:lpstr>Century Gothic</vt:lpstr>
      <vt:lpstr>Symbol</vt:lpstr>
      <vt:lpstr>Maillage</vt:lpstr>
      <vt:lpstr>Exercice - Requêtez une base de données avec SQL</vt:lpstr>
      <vt:lpstr>Présentation du projet</vt:lpstr>
      <vt:lpstr>Dictionnaire de données</vt:lpstr>
      <vt:lpstr>Schéma relationnel</vt:lpstr>
      <vt:lpstr>Code création tables</vt:lpstr>
      <vt:lpstr>Charger les données CSV dans SGBD (SqLite)</vt:lpstr>
      <vt:lpstr>Les premières requêtes</vt:lpstr>
      <vt:lpstr>Requêtes suite</vt:lpstr>
      <vt:lpstr>Requêtes suite</vt:lpstr>
      <vt:lpstr>Fin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Zied Belhocine</dc:creator>
  <cp:lastModifiedBy>Zied Belhocine</cp:lastModifiedBy>
  <cp:revision>1</cp:revision>
  <dcterms:created xsi:type="dcterms:W3CDTF">2025-10-09T07:49:53Z</dcterms:created>
  <dcterms:modified xsi:type="dcterms:W3CDTF">2025-10-15T10:05:40Z</dcterms:modified>
</cp:coreProperties>
</file>