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E6CCB74-BDBD-4918-B460-E7E3B2EF9BA2}">
  <a:tblStyle styleId="{4E6CCB74-BDBD-4918-B460-E7E3B2EF9BA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20" Type="http://schemas.openxmlformats.org/officeDocument/2006/relationships/slide" Target="slides/slide14.xml"/><Relationship Id="rId41" Type="http://schemas.openxmlformats.org/officeDocument/2006/relationships/slide" Target="slides/slide35.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5" Type="http://schemas.openxmlformats.org/officeDocument/2006/relationships/slideMaster" Target="slideMasters/slideMaster2.xml"/><Relationship Id="rId6" Type="http://schemas.openxmlformats.org/officeDocument/2006/relationships/notesMaster" Target="notesMasters/notesMaster1.xml"/><Relationship Id="rId29" Type="http://schemas.openxmlformats.org/officeDocument/2006/relationships/slide" Target="slides/slide23.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11" Type="http://schemas.openxmlformats.org/officeDocument/2006/relationships/slide" Target="slides/slide5.xml"/><Relationship Id="rId33" Type="http://schemas.openxmlformats.org/officeDocument/2006/relationships/slide" Target="slides/slide27.xml"/><Relationship Id="rId10" Type="http://schemas.openxmlformats.org/officeDocument/2006/relationships/slide" Target="slides/slide4.xml"/><Relationship Id="rId32" Type="http://schemas.openxmlformats.org/officeDocument/2006/relationships/slide" Target="slides/slide26.xml"/><Relationship Id="rId13" Type="http://schemas.openxmlformats.org/officeDocument/2006/relationships/slide" Target="slides/slide7.xml"/><Relationship Id="rId35" Type="http://schemas.openxmlformats.org/officeDocument/2006/relationships/slide" Target="slides/slide29.xml"/><Relationship Id="rId12" Type="http://schemas.openxmlformats.org/officeDocument/2006/relationships/slide" Target="slides/slide6.xml"/><Relationship Id="rId34" Type="http://schemas.openxmlformats.org/officeDocument/2006/relationships/slide" Target="slides/slide28.xml"/><Relationship Id="rId15" Type="http://schemas.openxmlformats.org/officeDocument/2006/relationships/slide" Target="slides/slide9.xml"/><Relationship Id="rId37" Type="http://schemas.openxmlformats.org/officeDocument/2006/relationships/slide" Target="slides/slide31.xml"/><Relationship Id="rId14" Type="http://schemas.openxmlformats.org/officeDocument/2006/relationships/slide" Target="slides/slide8.xml"/><Relationship Id="rId36" Type="http://schemas.openxmlformats.org/officeDocument/2006/relationships/slide" Target="slides/slide30.xml"/><Relationship Id="rId17" Type="http://schemas.openxmlformats.org/officeDocument/2006/relationships/slide" Target="slides/slide11.xml"/><Relationship Id="rId39" Type="http://schemas.openxmlformats.org/officeDocument/2006/relationships/slide" Target="slides/slide33.xml"/><Relationship Id="rId16" Type="http://schemas.openxmlformats.org/officeDocument/2006/relationships/slide" Target="slides/slide10.xml"/><Relationship Id="rId38" Type="http://schemas.openxmlformats.org/officeDocument/2006/relationships/slide" Target="slides/slide32.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 name="Shape 129"/>
        <p:cNvGrpSpPr/>
        <p:nvPr/>
      </p:nvGrpSpPr>
      <p:grpSpPr>
        <a:xfrm>
          <a:off x="0" y="0"/>
          <a:ext cx="0" cy="0"/>
          <a:chOff x="0" y="0"/>
          <a:chExt cx="0" cy="0"/>
        </a:xfrm>
      </p:grpSpPr>
      <p:sp>
        <p:nvSpPr>
          <p:cNvPr id="130" name="Google Shape;130;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31" name="Google Shape;13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 name="Shape 256"/>
        <p:cNvGrpSpPr/>
        <p:nvPr/>
      </p:nvGrpSpPr>
      <p:grpSpPr>
        <a:xfrm>
          <a:off x="0" y="0"/>
          <a:ext cx="0" cy="0"/>
          <a:chOff x="0" y="0"/>
          <a:chExt cx="0" cy="0"/>
        </a:xfrm>
      </p:grpSpPr>
      <p:sp>
        <p:nvSpPr>
          <p:cNvPr id="257" name="Google Shape;257;g12ee790b23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 name="Google Shape;258;g12ee790b23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1" name="Shape 351"/>
        <p:cNvGrpSpPr/>
        <p:nvPr/>
      </p:nvGrpSpPr>
      <p:grpSpPr>
        <a:xfrm>
          <a:off x="0" y="0"/>
          <a:ext cx="0" cy="0"/>
          <a:chOff x="0" y="0"/>
          <a:chExt cx="0" cy="0"/>
        </a:xfrm>
      </p:grpSpPr>
      <p:sp>
        <p:nvSpPr>
          <p:cNvPr id="352" name="Google Shape;352;g12ee790b234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3" name="Google Shape;353;g12ee790b234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 name="Shape 475"/>
        <p:cNvGrpSpPr/>
        <p:nvPr/>
      </p:nvGrpSpPr>
      <p:grpSpPr>
        <a:xfrm>
          <a:off x="0" y="0"/>
          <a:ext cx="0" cy="0"/>
          <a:chOff x="0" y="0"/>
          <a:chExt cx="0" cy="0"/>
        </a:xfrm>
      </p:grpSpPr>
      <p:sp>
        <p:nvSpPr>
          <p:cNvPr id="476" name="Google Shape;476;g12ee790b234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 name="Google Shape;477;g12ee790b234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 name="Shape 570"/>
        <p:cNvGrpSpPr/>
        <p:nvPr/>
      </p:nvGrpSpPr>
      <p:grpSpPr>
        <a:xfrm>
          <a:off x="0" y="0"/>
          <a:ext cx="0" cy="0"/>
          <a:chOff x="0" y="0"/>
          <a:chExt cx="0" cy="0"/>
        </a:xfrm>
      </p:grpSpPr>
      <p:sp>
        <p:nvSpPr>
          <p:cNvPr id="571" name="Google Shape;571;g12ee790b234_0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 name="Google Shape;572;g12ee790b234_0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1" name="Shape 611"/>
        <p:cNvGrpSpPr/>
        <p:nvPr/>
      </p:nvGrpSpPr>
      <p:grpSpPr>
        <a:xfrm>
          <a:off x="0" y="0"/>
          <a:ext cx="0" cy="0"/>
          <a:chOff x="0" y="0"/>
          <a:chExt cx="0" cy="0"/>
        </a:xfrm>
      </p:grpSpPr>
      <p:sp>
        <p:nvSpPr>
          <p:cNvPr id="612" name="Google Shape;612;g349b9fdf362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3" name="Google Shape;613;g349b9fdf362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 name="Shape 669"/>
        <p:cNvGrpSpPr/>
        <p:nvPr/>
      </p:nvGrpSpPr>
      <p:grpSpPr>
        <a:xfrm>
          <a:off x="0" y="0"/>
          <a:ext cx="0" cy="0"/>
          <a:chOff x="0" y="0"/>
          <a:chExt cx="0" cy="0"/>
        </a:xfrm>
      </p:grpSpPr>
      <p:sp>
        <p:nvSpPr>
          <p:cNvPr id="670" name="Google Shape;670;g12ee790b234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1" name="Google Shape;671;g12ee790b234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 name="Shape 762"/>
        <p:cNvGrpSpPr/>
        <p:nvPr/>
      </p:nvGrpSpPr>
      <p:grpSpPr>
        <a:xfrm>
          <a:off x="0" y="0"/>
          <a:ext cx="0" cy="0"/>
          <a:chOff x="0" y="0"/>
          <a:chExt cx="0" cy="0"/>
        </a:xfrm>
      </p:grpSpPr>
      <p:sp>
        <p:nvSpPr>
          <p:cNvPr id="763" name="Google Shape;763;g12ee790b234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4" name="Google Shape;764;g12ee790b234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 name="Shape 879"/>
        <p:cNvGrpSpPr/>
        <p:nvPr/>
      </p:nvGrpSpPr>
      <p:grpSpPr>
        <a:xfrm>
          <a:off x="0" y="0"/>
          <a:ext cx="0" cy="0"/>
          <a:chOff x="0" y="0"/>
          <a:chExt cx="0" cy="0"/>
        </a:xfrm>
      </p:grpSpPr>
      <p:sp>
        <p:nvSpPr>
          <p:cNvPr id="880" name="Google Shape;880;g12ee790b234_0_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 name="Google Shape;881;g12ee790b234_0_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 name="Shape 956"/>
        <p:cNvGrpSpPr/>
        <p:nvPr/>
      </p:nvGrpSpPr>
      <p:grpSpPr>
        <a:xfrm>
          <a:off x="0" y="0"/>
          <a:ext cx="0" cy="0"/>
          <a:chOff x="0" y="0"/>
          <a:chExt cx="0" cy="0"/>
        </a:xfrm>
      </p:grpSpPr>
      <p:sp>
        <p:nvSpPr>
          <p:cNvPr id="957" name="Google Shape;957;g12ee790b234_0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8" name="Google Shape;958;g12ee790b234_0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7" name="Shape 1037"/>
        <p:cNvGrpSpPr/>
        <p:nvPr/>
      </p:nvGrpSpPr>
      <p:grpSpPr>
        <a:xfrm>
          <a:off x="0" y="0"/>
          <a:ext cx="0" cy="0"/>
          <a:chOff x="0" y="0"/>
          <a:chExt cx="0" cy="0"/>
        </a:xfrm>
      </p:grpSpPr>
      <p:sp>
        <p:nvSpPr>
          <p:cNvPr id="1038" name="Google Shape;1038;g11fba705b9b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9" name="Google Shape;1039;g11fba705b9b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3" name="Shape 1103"/>
        <p:cNvGrpSpPr/>
        <p:nvPr/>
      </p:nvGrpSpPr>
      <p:grpSpPr>
        <a:xfrm>
          <a:off x="0" y="0"/>
          <a:ext cx="0" cy="0"/>
          <a:chOff x="0" y="0"/>
          <a:chExt cx="0" cy="0"/>
        </a:xfrm>
      </p:grpSpPr>
      <p:sp>
        <p:nvSpPr>
          <p:cNvPr id="1104" name="Google Shape;1104;g12ee790b234_0_2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5" name="Google Shape;1105;g12ee790b234_0_2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4" name="Shape 1204"/>
        <p:cNvGrpSpPr/>
        <p:nvPr/>
      </p:nvGrpSpPr>
      <p:grpSpPr>
        <a:xfrm>
          <a:off x="0" y="0"/>
          <a:ext cx="0" cy="0"/>
          <a:chOff x="0" y="0"/>
          <a:chExt cx="0" cy="0"/>
        </a:xfrm>
      </p:grpSpPr>
      <p:sp>
        <p:nvSpPr>
          <p:cNvPr id="1205" name="Google Shape;1205;g12ee790b234_0_2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6" name="Google Shape;1206;g12ee790b234_0_2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5" name="Shape 1255"/>
        <p:cNvGrpSpPr/>
        <p:nvPr/>
      </p:nvGrpSpPr>
      <p:grpSpPr>
        <a:xfrm>
          <a:off x="0" y="0"/>
          <a:ext cx="0" cy="0"/>
          <a:chOff x="0" y="0"/>
          <a:chExt cx="0" cy="0"/>
        </a:xfrm>
      </p:grpSpPr>
      <p:sp>
        <p:nvSpPr>
          <p:cNvPr id="1256" name="Google Shape;1256;g12ee790b234_0_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7" name="Google Shape;1257;g12ee790b234_0_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2" name="Shape 1342"/>
        <p:cNvGrpSpPr/>
        <p:nvPr/>
      </p:nvGrpSpPr>
      <p:grpSpPr>
        <a:xfrm>
          <a:off x="0" y="0"/>
          <a:ext cx="0" cy="0"/>
          <a:chOff x="0" y="0"/>
          <a:chExt cx="0" cy="0"/>
        </a:xfrm>
      </p:grpSpPr>
      <p:sp>
        <p:nvSpPr>
          <p:cNvPr id="1343" name="Google Shape;1343;g12ea23d139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4" name="Google Shape;1344;g12ea23d139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g12ee790b234_0_2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8" name="Google Shape;1698;g12ee790b234_0_2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5" name="Shape 2015"/>
        <p:cNvGrpSpPr/>
        <p:nvPr/>
      </p:nvGrpSpPr>
      <p:grpSpPr>
        <a:xfrm>
          <a:off x="0" y="0"/>
          <a:ext cx="0" cy="0"/>
          <a:chOff x="0" y="0"/>
          <a:chExt cx="0" cy="0"/>
        </a:xfrm>
      </p:grpSpPr>
      <p:sp>
        <p:nvSpPr>
          <p:cNvPr id="2016" name="Google Shape;2016;g12ee790b234_0_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7" name="Google Shape;2017;g12ee790b234_0_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2" name="Shape 2022"/>
        <p:cNvGrpSpPr/>
        <p:nvPr/>
      </p:nvGrpSpPr>
      <p:grpSpPr>
        <a:xfrm>
          <a:off x="0" y="0"/>
          <a:ext cx="0" cy="0"/>
          <a:chOff x="0" y="0"/>
          <a:chExt cx="0" cy="0"/>
        </a:xfrm>
      </p:grpSpPr>
      <p:sp>
        <p:nvSpPr>
          <p:cNvPr id="2023" name="Google Shape;2023;g12ee790b234_0_127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4" name="Google Shape;2024;g12ee790b234_0_127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9" name="Shape 2029"/>
        <p:cNvGrpSpPr/>
        <p:nvPr/>
      </p:nvGrpSpPr>
      <p:grpSpPr>
        <a:xfrm>
          <a:off x="0" y="0"/>
          <a:ext cx="0" cy="0"/>
          <a:chOff x="0" y="0"/>
          <a:chExt cx="0" cy="0"/>
        </a:xfrm>
      </p:grpSpPr>
      <p:sp>
        <p:nvSpPr>
          <p:cNvPr id="2030" name="Google Shape;2030;g12ee790b234_0_127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1" name="Google Shape;2031;g12ee790b234_0_127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6" name="Shape 2036"/>
        <p:cNvGrpSpPr/>
        <p:nvPr/>
      </p:nvGrpSpPr>
      <p:grpSpPr>
        <a:xfrm>
          <a:off x="0" y="0"/>
          <a:ext cx="0" cy="0"/>
          <a:chOff x="0" y="0"/>
          <a:chExt cx="0" cy="0"/>
        </a:xfrm>
      </p:grpSpPr>
      <p:sp>
        <p:nvSpPr>
          <p:cNvPr id="2037" name="Google Shape;2037;g12ee790b234_0_127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8" name="Google Shape;2038;g12ee790b234_0_127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7" name="Shape 2057"/>
        <p:cNvGrpSpPr/>
        <p:nvPr/>
      </p:nvGrpSpPr>
      <p:grpSpPr>
        <a:xfrm>
          <a:off x="0" y="0"/>
          <a:ext cx="0" cy="0"/>
          <a:chOff x="0" y="0"/>
          <a:chExt cx="0" cy="0"/>
        </a:xfrm>
      </p:grpSpPr>
      <p:sp>
        <p:nvSpPr>
          <p:cNvPr id="2058" name="Google Shape;2058;g12ee790b234_0_127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9" name="Google Shape;2059;g12ee790b234_0_127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3" name="Shape 2073"/>
        <p:cNvGrpSpPr/>
        <p:nvPr/>
      </p:nvGrpSpPr>
      <p:grpSpPr>
        <a:xfrm>
          <a:off x="0" y="0"/>
          <a:ext cx="0" cy="0"/>
          <a:chOff x="0" y="0"/>
          <a:chExt cx="0" cy="0"/>
        </a:xfrm>
      </p:grpSpPr>
      <p:sp>
        <p:nvSpPr>
          <p:cNvPr id="2074" name="Google Shape;2074;g12ee790b234_0_127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5" name="Google Shape;2075;g12ee790b234_0_127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2" name="Shape 2412"/>
        <p:cNvGrpSpPr/>
        <p:nvPr/>
      </p:nvGrpSpPr>
      <p:grpSpPr>
        <a:xfrm>
          <a:off x="0" y="0"/>
          <a:ext cx="0" cy="0"/>
          <a:chOff x="0" y="0"/>
          <a:chExt cx="0" cy="0"/>
        </a:xfrm>
      </p:grpSpPr>
      <p:sp>
        <p:nvSpPr>
          <p:cNvPr id="2413" name="Google Shape;2413;g12ee790b234_0_131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4" name="Google Shape;2414;g12ee790b234_0_131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13" name="Shape 4613"/>
        <p:cNvGrpSpPr/>
        <p:nvPr/>
      </p:nvGrpSpPr>
      <p:grpSpPr>
        <a:xfrm>
          <a:off x="0" y="0"/>
          <a:ext cx="0" cy="0"/>
          <a:chOff x="0" y="0"/>
          <a:chExt cx="0" cy="0"/>
        </a:xfrm>
      </p:grpSpPr>
      <p:sp>
        <p:nvSpPr>
          <p:cNvPr id="4614" name="Google Shape;4614;g12ee790b234_0_153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15" name="Google Shape;4615;g12ee790b234_0_153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2" name="Shape 5032"/>
        <p:cNvGrpSpPr/>
        <p:nvPr/>
      </p:nvGrpSpPr>
      <p:grpSpPr>
        <a:xfrm>
          <a:off x="0" y="0"/>
          <a:ext cx="0" cy="0"/>
          <a:chOff x="0" y="0"/>
          <a:chExt cx="0" cy="0"/>
        </a:xfrm>
      </p:grpSpPr>
      <p:sp>
        <p:nvSpPr>
          <p:cNvPr id="5033" name="Google Shape;5033;g12ee790b234_0_157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34" name="Google Shape;5034;g12ee790b234_0_157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2" name="Shape 5202"/>
        <p:cNvGrpSpPr/>
        <p:nvPr/>
      </p:nvGrpSpPr>
      <p:grpSpPr>
        <a:xfrm>
          <a:off x="0" y="0"/>
          <a:ext cx="0" cy="0"/>
          <a:chOff x="0" y="0"/>
          <a:chExt cx="0" cy="0"/>
        </a:xfrm>
      </p:grpSpPr>
      <p:sp>
        <p:nvSpPr>
          <p:cNvPr id="5203" name="Google Shape;5203;g12ee790b234_0_159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4" name="Google Shape;5204;g12ee790b234_0_159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7" name="Shape 5607"/>
        <p:cNvGrpSpPr/>
        <p:nvPr/>
      </p:nvGrpSpPr>
      <p:grpSpPr>
        <a:xfrm>
          <a:off x="0" y="0"/>
          <a:ext cx="0" cy="0"/>
          <a:chOff x="0" y="0"/>
          <a:chExt cx="0" cy="0"/>
        </a:xfrm>
      </p:grpSpPr>
      <p:sp>
        <p:nvSpPr>
          <p:cNvPr id="5608" name="Google Shape;5608;g12ee790b234_0_16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9" name="Google Shape;5609;g12ee790b234_0_16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7" name="Shape 5987"/>
        <p:cNvGrpSpPr/>
        <p:nvPr/>
      </p:nvGrpSpPr>
      <p:grpSpPr>
        <a:xfrm>
          <a:off x="0" y="0"/>
          <a:ext cx="0" cy="0"/>
          <a:chOff x="0" y="0"/>
          <a:chExt cx="0" cy="0"/>
        </a:xfrm>
      </p:grpSpPr>
      <p:sp>
        <p:nvSpPr>
          <p:cNvPr id="5988" name="Google Shape;5988;g12ee790b234_0_166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89" name="Google Shape;5989;g12ee790b234_0_166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1" name="Shape 6401"/>
        <p:cNvGrpSpPr/>
        <p:nvPr/>
      </p:nvGrpSpPr>
      <p:grpSpPr>
        <a:xfrm>
          <a:off x="0" y="0"/>
          <a:ext cx="0" cy="0"/>
          <a:chOff x="0" y="0"/>
          <a:chExt cx="0" cy="0"/>
        </a:xfrm>
      </p:grpSpPr>
      <p:sp>
        <p:nvSpPr>
          <p:cNvPr id="6402" name="Google Shape;6402;g12ee790b234_0_17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03" name="Google Shape;6403;g12ee790b234_0_17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2" name="Shape 6762"/>
        <p:cNvGrpSpPr/>
        <p:nvPr/>
      </p:nvGrpSpPr>
      <p:grpSpPr>
        <a:xfrm>
          <a:off x="0" y="0"/>
          <a:ext cx="0" cy="0"/>
          <a:chOff x="0" y="0"/>
          <a:chExt cx="0" cy="0"/>
        </a:xfrm>
      </p:grpSpPr>
      <p:sp>
        <p:nvSpPr>
          <p:cNvPr id="6763" name="Google Shape;6763;g12ee790b234_0_174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4" name="Google Shape;6764;g12ee790b234_0_174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72" name="Shape 7272"/>
        <p:cNvGrpSpPr/>
        <p:nvPr/>
      </p:nvGrpSpPr>
      <p:grpSpPr>
        <a:xfrm>
          <a:off x="0" y="0"/>
          <a:ext cx="0" cy="0"/>
          <a:chOff x="0" y="0"/>
          <a:chExt cx="0" cy="0"/>
        </a:xfrm>
      </p:grpSpPr>
      <p:sp>
        <p:nvSpPr>
          <p:cNvPr id="7273" name="Google Shape;7273;g12ee790b234_0_179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74" name="Google Shape;7274;g12ee790b234_0_179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92" name="Shape 7892"/>
        <p:cNvGrpSpPr/>
        <p:nvPr/>
      </p:nvGrpSpPr>
      <p:grpSpPr>
        <a:xfrm>
          <a:off x="0" y="0"/>
          <a:ext cx="0" cy="0"/>
          <a:chOff x="0" y="0"/>
          <a:chExt cx="0" cy="0"/>
        </a:xfrm>
      </p:grpSpPr>
      <p:sp>
        <p:nvSpPr>
          <p:cNvPr id="7893" name="Google Shape;7893;g12ee790b234_0_185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94" name="Google Shape;7894;g12ee790b234_0_185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86" name="Shape 8486"/>
        <p:cNvGrpSpPr/>
        <p:nvPr/>
      </p:nvGrpSpPr>
      <p:grpSpPr>
        <a:xfrm>
          <a:off x="0" y="0"/>
          <a:ext cx="0" cy="0"/>
          <a:chOff x="0" y="0"/>
          <a:chExt cx="0" cy="0"/>
        </a:xfrm>
      </p:grpSpPr>
      <p:sp>
        <p:nvSpPr>
          <p:cNvPr id="8487" name="Google Shape;8487;g12ee790b234_0_19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88" name="Google Shape;8488;g12ee790b234_0_19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7" name="Shape 8807"/>
        <p:cNvGrpSpPr/>
        <p:nvPr/>
      </p:nvGrpSpPr>
      <p:grpSpPr>
        <a:xfrm>
          <a:off x="0" y="0"/>
          <a:ext cx="0" cy="0"/>
          <a:chOff x="0" y="0"/>
          <a:chExt cx="0" cy="0"/>
        </a:xfrm>
      </p:grpSpPr>
      <p:sp>
        <p:nvSpPr>
          <p:cNvPr id="8808" name="Google Shape;8808;g12ee790b234_0_195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9" name="Google Shape;8809;g12ee790b234_0_195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15" name="Shape 9115"/>
        <p:cNvGrpSpPr/>
        <p:nvPr/>
      </p:nvGrpSpPr>
      <p:grpSpPr>
        <a:xfrm>
          <a:off x="0" y="0"/>
          <a:ext cx="0" cy="0"/>
          <a:chOff x="0" y="0"/>
          <a:chExt cx="0" cy="0"/>
        </a:xfrm>
      </p:grpSpPr>
      <p:sp>
        <p:nvSpPr>
          <p:cNvPr id="9116" name="Google Shape;9116;g12ee790b234_0_214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17" name="Google Shape;9117;g12ee790b234_0_214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267025" y="1108775"/>
            <a:ext cx="6609900" cy="17571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SzPts val="5200"/>
              <a:buNone/>
              <a:defRPr sz="8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1447800" y="3135450"/>
            <a:ext cx="6268800" cy="708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8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12" name="Google Shape;12;p2"/>
          <p:cNvSpPr/>
          <p:nvPr/>
        </p:nvSpPr>
        <p:spPr>
          <a:xfrm flipH="1">
            <a:off x="6936600" y="1413950"/>
            <a:ext cx="2207400" cy="3728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rot="10800000">
            <a:off x="25" y="0"/>
            <a:ext cx="1444675" cy="4077925"/>
          </a:xfrm>
          <a:prstGeom prst="flowChartManualInpu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 name="Shape 14"/>
        <p:cNvGrpSpPr/>
        <p:nvPr/>
      </p:nvGrpSpPr>
      <p:grpSpPr>
        <a:xfrm>
          <a:off x="0" y="0"/>
          <a:ext cx="0" cy="0"/>
          <a:chOff x="0" y="0"/>
          <a:chExt cx="0" cy="0"/>
        </a:xfrm>
      </p:grpSpPr>
      <p:sp>
        <p:nvSpPr>
          <p:cNvPr id="15" name="Google Shape;15;p3"/>
          <p:cNvSpPr txBox="1"/>
          <p:nvPr>
            <p:ph type="title"/>
          </p:nvPr>
        </p:nvSpPr>
        <p:spPr>
          <a:xfrm>
            <a:off x="1924800" y="2171625"/>
            <a:ext cx="5294400" cy="146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 name="Google Shape;16;p3"/>
          <p:cNvSpPr txBox="1"/>
          <p:nvPr>
            <p:ph hasCustomPrompt="1" idx="2" type="title"/>
          </p:nvPr>
        </p:nvSpPr>
        <p:spPr>
          <a:xfrm>
            <a:off x="2996550" y="846766"/>
            <a:ext cx="3150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2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7" name="Google Shape;17;p3"/>
          <p:cNvSpPr txBox="1"/>
          <p:nvPr>
            <p:ph idx="1" type="subTitle"/>
          </p:nvPr>
        </p:nvSpPr>
        <p:spPr>
          <a:xfrm>
            <a:off x="1990725" y="3574125"/>
            <a:ext cx="5060400" cy="109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 name="Google Shape;18;p3"/>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19" name="Google Shape;19;p3"/>
          <p:cNvSpPr/>
          <p:nvPr/>
        </p:nvSpPr>
        <p:spPr>
          <a:xfrm flipH="1" rot="10800000">
            <a:off x="0" y="0"/>
            <a:ext cx="2223300" cy="3728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7274675" y="1065575"/>
            <a:ext cx="1869325" cy="4077925"/>
          </a:xfrm>
          <a:prstGeom prst="flowChartManualInpu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sp>
        <p:nvSpPr>
          <p:cNvPr id="22" name="Google Shape;22;p4"/>
          <p:cNvSpPr txBox="1"/>
          <p:nvPr>
            <p:ph type="title"/>
          </p:nvPr>
        </p:nvSpPr>
        <p:spPr>
          <a:xfrm>
            <a:off x="720000" y="58623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p:txBody>
      </p:sp>
      <p:sp>
        <p:nvSpPr>
          <p:cNvPr id="23" name="Google Shape;23;p4"/>
          <p:cNvSpPr txBox="1"/>
          <p:nvPr>
            <p:ph idx="1" type="body"/>
          </p:nvPr>
        </p:nvSpPr>
        <p:spPr>
          <a:xfrm>
            <a:off x="720000" y="1152475"/>
            <a:ext cx="7704000" cy="3416400"/>
          </a:xfrm>
          <a:prstGeom prst="rect">
            <a:avLst/>
          </a:prstGeom>
        </p:spPr>
        <p:txBody>
          <a:bodyPr anchorCtr="0" anchor="ctr" bIns="91425" lIns="91425" spcFirstLastPara="1" rIns="91425" wrap="square" tIns="91425">
            <a:noAutofit/>
          </a:bodyPr>
          <a:lstStyle>
            <a:lvl1pPr indent="-317500" lvl="0" marL="457200" rtl="0">
              <a:lnSpc>
                <a:spcPct val="115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24" name="Google Shape;24;p4"/>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solidFill>
                  <a:srgbClr val="434343"/>
                </a:solidFill>
                <a:latin typeface="Josefin Slab SemiBold"/>
                <a:ea typeface="Josefin Slab SemiBold"/>
                <a:cs typeface="Josefin Slab SemiBold"/>
                <a:sym typeface="Josefin Slab SemiBold"/>
              </a:defRPr>
            </a:lvl1pPr>
            <a:lvl2pPr lvl="1" rtl="0">
              <a:spcAft>
                <a:spcPts val="0"/>
              </a:spcAft>
              <a:buNone/>
              <a:defRPr>
                <a:solidFill>
                  <a:srgbClr val="434343"/>
                </a:solidFill>
                <a:latin typeface="Josefin Slab SemiBold"/>
                <a:ea typeface="Josefin Slab SemiBold"/>
                <a:cs typeface="Josefin Slab SemiBold"/>
                <a:sym typeface="Josefin Slab SemiBold"/>
              </a:defRPr>
            </a:lvl2pPr>
            <a:lvl3pPr lvl="2" rtl="0">
              <a:spcAft>
                <a:spcPts val="0"/>
              </a:spcAft>
              <a:buNone/>
              <a:defRPr>
                <a:solidFill>
                  <a:srgbClr val="434343"/>
                </a:solidFill>
                <a:latin typeface="Josefin Slab SemiBold"/>
                <a:ea typeface="Josefin Slab SemiBold"/>
                <a:cs typeface="Josefin Slab SemiBold"/>
                <a:sym typeface="Josefin Slab SemiBold"/>
              </a:defRPr>
            </a:lvl3pPr>
            <a:lvl4pPr lvl="3" rtl="0">
              <a:spcAft>
                <a:spcPts val="0"/>
              </a:spcAft>
              <a:buNone/>
              <a:defRPr>
                <a:solidFill>
                  <a:srgbClr val="434343"/>
                </a:solidFill>
                <a:latin typeface="Josefin Slab SemiBold"/>
                <a:ea typeface="Josefin Slab SemiBold"/>
                <a:cs typeface="Josefin Slab SemiBold"/>
                <a:sym typeface="Josefin Slab SemiBold"/>
              </a:defRPr>
            </a:lvl4pPr>
            <a:lvl5pPr lvl="4" rtl="0">
              <a:spcAft>
                <a:spcPts val="0"/>
              </a:spcAft>
              <a:buNone/>
              <a:defRPr>
                <a:solidFill>
                  <a:srgbClr val="434343"/>
                </a:solidFill>
                <a:latin typeface="Josefin Slab SemiBold"/>
                <a:ea typeface="Josefin Slab SemiBold"/>
                <a:cs typeface="Josefin Slab SemiBold"/>
                <a:sym typeface="Josefin Slab SemiBold"/>
              </a:defRPr>
            </a:lvl5pPr>
            <a:lvl6pPr lvl="5" rtl="0">
              <a:spcAft>
                <a:spcPts val="0"/>
              </a:spcAft>
              <a:buNone/>
              <a:defRPr>
                <a:solidFill>
                  <a:srgbClr val="434343"/>
                </a:solidFill>
                <a:latin typeface="Josefin Slab SemiBold"/>
                <a:ea typeface="Josefin Slab SemiBold"/>
                <a:cs typeface="Josefin Slab SemiBold"/>
                <a:sym typeface="Josefin Slab SemiBold"/>
              </a:defRPr>
            </a:lvl6pPr>
            <a:lvl7pPr lvl="6" rtl="0">
              <a:spcAft>
                <a:spcPts val="0"/>
              </a:spcAft>
              <a:buNone/>
              <a:defRPr>
                <a:solidFill>
                  <a:srgbClr val="434343"/>
                </a:solidFill>
                <a:latin typeface="Josefin Slab SemiBold"/>
                <a:ea typeface="Josefin Slab SemiBold"/>
                <a:cs typeface="Josefin Slab SemiBold"/>
                <a:sym typeface="Josefin Slab SemiBold"/>
              </a:defRPr>
            </a:lvl7pPr>
            <a:lvl8pPr lvl="7" rtl="0">
              <a:spcAft>
                <a:spcPts val="0"/>
              </a:spcAft>
              <a:buNone/>
              <a:defRPr>
                <a:solidFill>
                  <a:srgbClr val="434343"/>
                </a:solidFill>
                <a:latin typeface="Josefin Slab SemiBold"/>
                <a:ea typeface="Josefin Slab SemiBold"/>
                <a:cs typeface="Josefin Slab SemiBold"/>
                <a:sym typeface="Josefin Slab SemiBold"/>
              </a:defRPr>
            </a:lvl8pPr>
            <a:lvl9pPr lvl="8" rtl="0">
              <a:spcAft>
                <a:spcPts val="0"/>
              </a:spcAft>
              <a:buNone/>
              <a:defRPr>
                <a:solidFill>
                  <a:srgbClr val="434343"/>
                </a:solidFill>
                <a:latin typeface="Josefin Slab SemiBold"/>
                <a:ea typeface="Josefin Slab SemiBold"/>
                <a:cs typeface="Josefin Slab SemiBold"/>
                <a:sym typeface="Josefin Slab SemiBold"/>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5" name="Shape 25"/>
        <p:cNvGrpSpPr/>
        <p:nvPr/>
      </p:nvGrpSpPr>
      <p:grpSpPr>
        <a:xfrm>
          <a:off x="0" y="0"/>
          <a:ext cx="0" cy="0"/>
          <a:chOff x="0" y="0"/>
          <a:chExt cx="0" cy="0"/>
        </a:xfrm>
      </p:grpSpPr>
      <p:sp>
        <p:nvSpPr>
          <p:cNvPr id="26" name="Google Shape;26;p5"/>
          <p:cNvSpPr txBox="1"/>
          <p:nvPr>
            <p:ph idx="1" type="subTitle"/>
          </p:nvPr>
        </p:nvSpPr>
        <p:spPr>
          <a:xfrm>
            <a:off x="1101856" y="2343630"/>
            <a:ext cx="2907600" cy="430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500">
                <a:latin typeface="Doppio One"/>
                <a:ea typeface="Doppio One"/>
                <a:cs typeface="Doppio One"/>
                <a:sym typeface="Doppio One"/>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7" name="Google Shape;27;p5"/>
          <p:cNvSpPr txBox="1"/>
          <p:nvPr>
            <p:ph idx="2" type="subTitle"/>
          </p:nvPr>
        </p:nvSpPr>
        <p:spPr>
          <a:xfrm>
            <a:off x="5134544" y="2343630"/>
            <a:ext cx="2907600" cy="430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latin typeface="Doppio One"/>
                <a:ea typeface="Doppio One"/>
                <a:cs typeface="Doppio One"/>
                <a:sym typeface="Doppio On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8" name="Google Shape;28;p5"/>
          <p:cNvSpPr txBox="1"/>
          <p:nvPr>
            <p:ph idx="3" type="subTitle"/>
          </p:nvPr>
        </p:nvSpPr>
        <p:spPr>
          <a:xfrm>
            <a:off x="1278847" y="2760272"/>
            <a:ext cx="2556300" cy="101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 name="Google Shape;29;p5"/>
          <p:cNvSpPr txBox="1"/>
          <p:nvPr>
            <p:ph idx="4" type="subTitle"/>
          </p:nvPr>
        </p:nvSpPr>
        <p:spPr>
          <a:xfrm>
            <a:off x="5254509" y="2769938"/>
            <a:ext cx="2639700" cy="101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 name="Google Shape;30;p5"/>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31" name="Google Shape;31;p5"/>
          <p:cNvSpPr txBox="1"/>
          <p:nvPr>
            <p:ph type="title"/>
          </p:nvPr>
        </p:nvSpPr>
        <p:spPr>
          <a:xfrm>
            <a:off x="720000" y="5974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p:txBody>
      </p:sp>
      <p:pic>
        <p:nvPicPr>
          <p:cNvPr id="32" name="Google Shape;32;p5"/>
          <p:cNvPicPr preferRelativeResize="0"/>
          <p:nvPr/>
        </p:nvPicPr>
        <p:blipFill>
          <a:blip r:embed="rId2">
            <a:alphaModFix/>
          </a:blip>
          <a:stretch>
            <a:fillRect/>
          </a:stretch>
        </p:blipFill>
        <p:spPr>
          <a:xfrm flipH="1">
            <a:off x="2459051" y="3947325"/>
            <a:ext cx="6684949" cy="1196175"/>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3" name="Shape 33"/>
        <p:cNvGrpSpPr/>
        <p:nvPr/>
      </p:nvGrpSpPr>
      <p:grpSpPr>
        <a:xfrm>
          <a:off x="0" y="0"/>
          <a:ext cx="0" cy="0"/>
          <a:chOff x="0" y="0"/>
          <a:chExt cx="0" cy="0"/>
        </a:xfrm>
      </p:grpSpPr>
      <p:sp>
        <p:nvSpPr>
          <p:cNvPr id="34" name="Google Shape;34;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p:txBody>
      </p:sp>
      <p:sp>
        <p:nvSpPr>
          <p:cNvPr id="35" name="Google Shape;35;p6"/>
          <p:cNvSpPr/>
          <p:nvPr/>
        </p:nvSpPr>
        <p:spPr>
          <a:xfrm rot="5400000">
            <a:off x="763375" y="-763200"/>
            <a:ext cx="1987800" cy="35142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6"/>
          <p:cNvSpPr/>
          <p:nvPr/>
        </p:nvSpPr>
        <p:spPr>
          <a:xfrm rot="-5400000">
            <a:off x="6385525" y="2385000"/>
            <a:ext cx="1987800" cy="35292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7" name="Shape 37"/>
        <p:cNvGrpSpPr/>
        <p:nvPr/>
      </p:nvGrpSpPr>
      <p:grpSpPr>
        <a:xfrm>
          <a:off x="0" y="0"/>
          <a:ext cx="0" cy="0"/>
          <a:chOff x="0" y="0"/>
          <a:chExt cx="0" cy="0"/>
        </a:xfrm>
      </p:grpSpPr>
      <p:sp>
        <p:nvSpPr>
          <p:cNvPr id="38" name="Google Shape;38;p7"/>
          <p:cNvSpPr txBox="1"/>
          <p:nvPr>
            <p:ph type="title"/>
          </p:nvPr>
        </p:nvSpPr>
        <p:spPr>
          <a:xfrm>
            <a:off x="4435550" y="1067850"/>
            <a:ext cx="3792600" cy="1072200"/>
          </a:xfrm>
          <a:prstGeom prst="rect">
            <a:avLst/>
          </a:prstGeom>
        </p:spPr>
        <p:txBody>
          <a:bodyPr anchorCtr="0" anchor="ctr" bIns="91425" lIns="91425" spcFirstLastPara="1" rIns="91425" wrap="square" tIns="91425">
            <a:noAutofit/>
          </a:bodyPr>
          <a:lstStyle>
            <a:lvl1pPr lvl="0" rtl="0">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p:txBody>
      </p:sp>
      <p:sp>
        <p:nvSpPr>
          <p:cNvPr id="39" name="Google Shape;39;p7"/>
          <p:cNvSpPr txBox="1"/>
          <p:nvPr>
            <p:ph idx="1" type="body"/>
          </p:nvPr>
        </p:nvSpPr>
        <p:spPr>
          <a:xfrm>
            <a:off x="4434250" y="2255751"/>
            <a:ext cx="3915000" cy="21297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40" name="Google Shape;40;p7"/>
          <p:cNvSpPr/>
          <p:nvPr/>
        </p:nvSpPr>
        <p:spPr>
          <a:xfrm rot="10800000">
            <a:off x="6936600" y="0"/>
            <a:ext cx="2207400" cy="3728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1" name="Shape 41"/>
        <p:cNvGrpSpPr/>
        <p:nvPr/>
      </p:nvGrpSpPr>
      <p:grpSpPr>
        <a:xfrm>
          <a:off x="0" y="0"/>
          <a:ext cx="0" cy="0"/>
          <a:chOff x="0" y="0"/>
          <a:chExt cx="0" cy="0"/>
        </a:xfrm>
      </p:grpSpPr>
      <p:sp>
        <p:nvSpPr>
          <p:cNvPr id="42" name="Google Shape;42;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43" name="Google Shape;43;p8"/>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4" name="Shape 44"/>
        <p:cNvGrpSpPr/>
        <p:nvPr/>
      </p:nvGrpSpPr>
      <p:grpSpPr>
        <a:xfrm>
          <a:off x="0" y="0"/>
          <a:ext cx="0" cy="0"/>
          <a:chOff x="0" y="0"/>
          <a:chExt cx="0" cy="0"/>
        </a:xfrm>
      </p:grpSpPr>
      <p:sp>
        <p:nvSpPr>
          <p:cNvPr id="45" name="Google Shape;45;p9"/>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46" name="Google Shape;46;p9"/>
          <p:cNvSpPr txBox="1"/>
          <p:nvPr>
            <p:ph type="title"/>
          </p:nvPr>
        </p:nvSpPr>
        <p:spPr>
          <a:xfrm>
            <a:off x="912950" y="921300"/>
            <a:ext cx="3789900" cy="20460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7" name="Google Shape;47;p9"/>
          <p:cNvSpPr txBox="1"/>
          <p:nvPr>
            <p:ph idx="1" type="subTitle"/>
          </p:nvPr>
        </p:nvSpPr>
        <p:spPr>
          <a:xfrm>
            <a:off x="912962" y="2967232"/>
            <a:ext cx="3122400" cy="1332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8" name="Google Shape;48;p9"/>
          <p:cNvSpPr/>
          <p:nvPr/>
        </p:nvSpPr>
        <p:spPr>
          <a:xfrm rot="10800000">
            <a:off x="25" y="0"/>
            <a:ext cx="1444675" cy="4047175"/>
          </a:xfrm>
          <a:prstGeom prst="flowChartManualInpu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9"/>
          <p:cNvSpPr/>
          <p:nvPr/>
        </p:nvSpPr>
        <p:spPr>
          <a:xfrm flipH="1">
            <a:off x="6916200" y="1413950"/>
            <a:ext cx="2227800" cy="3728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0" name="Shape 50"/>
        <p:cNvGrpSpPr/>
        <p:nvPr/>
      </p:nvGrpSpPr>
      <p:grpSpPr>
        <a:xfrm>
          <a:off x="0" y="0"/>
          <a:ext cx="0" cy="0"/>
          <a:chOff x="0" y="0"/>
          <a:chExt cx="0" cy="0"/>
        </a:xfrm>
      </p:grpSpPr>
      <p:sp>
        <p:nvSpPr>
          <p:cNvPr id="51" name="Google Shape;51;p10"/>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52" name="Google Shape;52;p10"/>
          <p:cNvSpPr txBox="1"/>
          <p:nvPr>
            <p:ph type="title"/>
          </p:nvPr>
        </p:nvSpPr>
        <p:spPr>
          <a:xfrm>
            <a:off x="720000" y="22854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900"/>
              <a:buNone/>
              <a:defRPr/>
            </a:lvl1pPr>
            <a:lvl2pPr lvl="1" rtl="0" algn="ctr">
              <a:spcBef>
                <a:spcPts val="0"/>
              </a:spcBef>
              <a:spcAft>
                <a:spcPts val="0"/>
              </a:spcAft>
              <a:buSzPts val="2900"/>
              <a:buNone/>
              <a:defRPr/>
            </a:lvl2pPr>
            <a:lvl3pPr lvl="2" rtl="0" algn="ctr">
              <a:spcBef>
                <a:spcPts val="0"/>
              </a:spcBef>
              <a:spcAft>
                <a:spcPts val="0"/>
              </a:spcAft>
              <a:buSzPts val="2900"/>
              <a:buNone/>
              <a:defRPr/>
            </a:lvl3pPr>
            <a:lvl4pPr lvl="3" rtl="0" algn="ctr">
              <a:spcBef>
                <a:spcPts val="0"/>
              </a:spcBef>
              <a:spcAft>
                <a:spcPts val="0"/>
              </a:spcAft>
              <a:buSzPts val="2900"/>
              <a:buNone/>
              <a:defRPr/>
            </a:lvl4pPr>
            <a:lvl5pPr lvl="4" rtl="0" algn="ctr">
              <a:spcBef>
                <a:spcPts val="0"/>
              </a:spcBef>
              <a:spcAft>
                <a:spcPts val="0"/>
              </a:spcAft>
              <a:buSzPts val="2900"/>
              <a:buNone/>
              <a:defRPr/>
            </a:lvl5pPr>
            <a:lvl6pPr lvl="5" rtl="0" algn="ctr">
              <a:spcBef>
                <a:spcPts val="0"/>
              </a:spcBef>
              <a:spcAft>
                <a:spcPts val="0"/>
              </a:spcAft>
              <a:buSzPts val="2900"/>
              <a:buNone/>
              <a:defRPr/>
            </a:lvl6pPr>
            <a:lvl7pPr lvl="6" rtl="0" algn="ctr">
              <a:spcBef>
                <a:spcPts val="0"/>
              </a:spcBef>
              <a:spcAft>
                <a:spcPts val="0"/>
              </a:spcAft>
              <a:buSzPts val="2900"/>
              <a:buNone/>
              <a:defRPr/>
            </a:lvl7pPr>
            <a:lvl8pPr lvl="7" rtl="0" algn="ctr">
              <a:spcBef>
                <a:spcPts val="0"/>
              </a:spcBef>
              <a:spcAft>
                <a:spcPts val="0"/>
              </a:spcAft>
              <a:buSzPts val="2900"/>
              <a:buNone/>
              <a:defRPr/>
            </a:lvl8pPr>
            <a:lvl9pPr lvl="8" rtl="0" algn="ctr">
              <a:spcBef>
                <a:spcPts val="0"/>
              </a:spcBef>
              <a:spcAft>
                <a:spcPts val="0"/>
              </a:spcAft>
              <a:buSzPts val="29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3" name="Shape 53"/>
        <p:cNvGrpSpPr/>
        <p:nvPr/>
      </p:nvGrpSpPr>
      <p:grpSpPr>
        <a:xfrm>
          <a:off x="0" y="0"/>
          <a:ext cx="0" cy="0"/>
          <a:chOff x="0" y="0"/>
          <a:chExt cx="0" cy="0"/>
        </a:xfrm>
      </p:grpSpPr>
      <p:sp>
        <p:nvSpPr>
          <p:cNvPr id="54" name="Google Shape;54;p11"/>
          <p:cNvSpPr txBox="1"/>
          <p:nvPr>
            <p:ph hasCustomPrompt="1" type="title"/>
          </p:nvPr>
        </p:nvSpPr>
        <p:spPr>
          <a:xfrm>
            <a:off x="1284000" y="1558475"/>
            <a:ext cx="6576000" cy="1511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5" name="Google Shape;55;p11"/>
          <p:cNvSpPr txBox="1"/>
          <p:nvPr>
            <p:ph idx="1" type="subTitle"/>
          </p:nvPr>
        </p:nvSpPr>
        <p:spPr>
          <a:xfrm>
            <a:off x="1284000" y="3069625"/>
            <a:ext cx="65760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6" name="Google Shape;56;p11"/>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4"/>
        </a:solidFill>
      </p:bgPr>
    </p:bg>
    <p:spTree>
      <p:nvGrpSpPr>
        <p:cNvPr id="57" name="Shape 5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58" name="Shape 58"/>
        <p:cNvGrpSpPr/>
        <p:nvPr/>
      </p:nvGrpSpPr>
      <p:grpSpPr>
        <a:xfrm>
          <a:off x="0" y="0"/>
          <a:ext cx="0" cy="0"/>
          <a:chOff x="0" y="0"/>
          <a:chExt cx="0" cy="0"/>
        </a:xfrm>
      </p:grpSpPr>
      <p:sp>
        <p:nvSpPr>
          <p:cNvPr id="59" name="Google Shape;59;p13"/>
          <p:cNvSpPr txBox="1"/>
          <p:nvPr>
            <p:ph hasCustomPrompt="1" type="title"/>
          </p:nvPr>
        </p:nvSpPr>
        <p:spPr>
          <a:xfrm>
            <a:off x="796513" y="1558750"/>
            <a:ext cx="12753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0" name="Google Shape;60;p13"/>
          <p:cNvSpPr txBox="1"/>
          <p:nvPr>
            <p:ph idx="1" type="subTitle"/>
          </p:nvPr>
        </p:nvSpPr>
        <p:spPr>
          <a:xfrm>
            <a:off x="1888675" y="2110400"/>
            <a:ext cx="21585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1" name="Google Shape;61;p13"/>
          <p:cNvSpPr txBox="1"/>
          <p:nvPr>
            <p:ph hasCustomPrompt="1" idx="2" type="title"/>
          </p:nvPr>
        </p:nvSpPr>
        <p:spPr>
          <a:xfrm>
            <a:off x="4562895" y="1567706"/>
            <a:ext cx="12753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2" name="Google Shape;62;p13"/>
          <p:cNvSpPr txBox="1"/>
          <p:nvPr>
            <p:ph idx="3" type="subTitle"/>
          </p:nvPr>
        </p:nvSpPr>
        <p:spPr>
          <a:xfrm>
            <a:off x="5644774" y="2110405"/>
            <a:ext cx="21438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3" name="Google Shape;63;p13"/>
          <p:cNvSpPr txBox="1"/>
          <p:nvPr>
            <p:ph hasCustomPrompt="1" idx="4" type="title"/>
          </p:nvPr>
        </p:nvSpPr>
        <p:spPr>
          <a:xfrm>
            <a:off x="6087600" y="11496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4" name="Google Shape;64;p13"/>
          <p:cNvSpPr txBox="1"/>
          <p:nvPr>
            <p:ph idx="5" type="subTitle"/>
          </p:nvPr>
        </p:nvSpPr>
        <p:spPr>
          <a:xfrm>
            <a:off x="6087600" y="2382311"/>
            <a:ext cx="2336400" cy="484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5" name="Google Shape;65;p13"/>
          <p:cNvSpPr txBox="1"/>
          <p:nvPr>
            <p:ph hasCustomPrompt="1" idx="6" type="title"/>
          </p:nvPr>
        </p:nvSpPr>
        <p:spPr>
          <a:xfrm>
            <a:off x="781789" y="3027336"/>
            <a:ext cx="12753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6" name="Google Shape;66;p13"/>
          <p:cNvSpPr txBox="1"/>
          <p:nvPr>
            <p:ph idx="7" type="subTitle"/>
          </p:nvPr>
        </p:nvSpPr>
        <p:spPr>
          <a:xfrm>
            <a:off x="1882901" y="3560613"/>
            <a:ext cx="21585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7" name="Google Shape;67;p13"/>
          <p:cNvSpPr txBox="1"/>
          <p:nvPr>
            <p:ph hasCustomPrompt="1" idx="8" type="title"/>
          </p:nvPr>
        </p:nvSpPr>
        <p:spPr>
          <a:xfrm>
            <a:off x="4562895" y="3043350"/>
            <a:ext cx="12753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8" name="Google Shape;68;p13"/>
          <p:cNvSpPr txBox="1"/>
          <p:nvPr>
            <p:ph idx="9" type="subTitle"/>
          </p:nvPr>
        </p:nvSpPr>
        <p:spPr>
          <a:xfrm>
            <a:off x="5660818" y="3560613"/>
            <a:ext cx="21438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9" name="Google Shape;69;p13"/>
          <p:cNvSpPr txBox="1"/>
          <p:nvPr>
            <p:ph hasCustomPrompt="1" idx="13" type="title"/>
          </p:nvPr>
        </p:nvSpPr>
        <p:spPr>
          <a:xfrm>
            <a:off x="6087600" y="29390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0" name="Google Shape;70;p13"/>
          <p:cNvSpPr txBox="1"/>
          <p:nvPr>
            <p:ph idx="14" type="subTitle"/>
          </p:nvPr>
        </p:nvSpPr>
        <p:spPr>
          <a:xfrm>
            <a:off x="6087600" y="4193028"/>
            <a:ext cx="2336400" cy="484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1" name="Google Shape;71;p13"/>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72" name="Google Shape;72;p13"/>
          <p:cNvSpPr txBox="1"/>
          <p:nvPr>
            <p:ph idx="15" type="title"/>
          </p:nvPr>
        </p:nvSpPr>
        <p:spPr>
          <a:xfrm>
            <a:off x="720000" y="587179"/>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p:txBody>
      </p:sp>
      <p:sp>
        <p:nvSpPr>
          <p:cNvPr id="73" name="Google Shape;73;p13"/>
          <p:cNvSpPr txBox="1"/>
          <p:nvPr>
            <p:ph idx="16" type="subTitle"/>
          </p:nvPr>
        </p:nvSpPr>
        <p:spPr>
          <a:xfrm>
            <a:off x="1873529" y="1655442"/>
            <a:ext cx="23364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latin typeface="Doppio One"/>
                <a:ea typeface="Doppio One"/>
                <a:cs typeface="Doppio One"/>
                <a:sym typeface="Doppio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4" name="Google Shape;74;p13"/>
          <p:cNvSpPr txBox="1"/>
          <p:nvPr>
            <p:ph idx="17" type="subTitle"/>
          </p:nvPr>
        </p:nvSpPr>
        <p:spPr>
          <a:xfrm>
            <a:off x="5656347" y="1645196"/>
            <a:ext cx="23364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latin typeface="Doppio One"/>
                <a:ea typeface="Doppio One"/>
                <a:cs typeface="Doppio One"/>
                <a:sym typeface="Doppio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5" name="Google Shape;75;p13"/>
          <p:cNvSpPr txBox="1"/>
          <p:nvPr>
            <p:ph idx="18" type="subTitle"/>
          </p:nvPr>
        </p:nvSpPr>
        <p:spPr>
          <a:xfrm>
            <a:off x="6092500" y="1671350"/>
            <a:ext cx="2336400" cy="713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6" name="Google Shape;76;p13"/>
          <p:cNvSpPr txBox="1"/>
          <p:nvPr>
            <p:ph idx="19" type="subTitle"/>
          </p:nvPr>
        </p:nvSpPr>
        <p:spPr>
          <a:xfrm>
            <a:off x="1878007" y="3111355"/>
            <a:ext cx="23364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latin typeface="Doppio One"/>
                <a:ea typeface="Doppio One"/>
                <a:cs typeface="Doppio One"/>
                <a:sym typeface="Doppio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7" name="Google Shape;77;p13"/>
          <p:cNvSpPr txBox="1"/>
          <p:nvPr>
            <p:ph idx="20" type="subTitle"/>
          </p:nvPr>
        </p:nvSpPr>
        <p:spPr>
          <a:xfrm>
            <a:off x="5640333" y="3111355"/>
            <a:ext cx="23364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latin typeface="Doppio One"/>
                <a:ea typeface="Doppio One"/>
                <a:cs typeface="Doppio One"/>
                <a:sym typeface="Doppio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8" name="Google Shape;78;p13"/>
          <p:cNvSpPr txBox="1"/>
          <p:nvPr>
            <p:ph idx="21" type="subTitle"/>
          </p:nvPr>
        </p:nvSpPr>
        <p:spPr>
          <a:xfrm>
            <a:off x="6092500" y="3477525"/>
            <a:ext cx="2336400" cy="713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pic>
        <p:nvPicPr>
          <p:cNvPr id="79" name="Google Shape;79;p13"/>
          <p:cNvPicPr preferRelativeResize="0"/>
          <p:nvPr/>
        </p:nvPicPr>
        <p:blipFill>
          <a:blip r:embed="rId2">
            <a:alphaModFix/>
          </a:blip>
          <a:stretch>
            <a:fillRect/>
          </a:stretch>
        </p:blipFill>
        <p:spPr>
          <a:xfrm>
            <a:off x="0" y="3767600"/>
            <a:ext cx="5737775" cy="1375900"/>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80" name="Shape 80"/>
        <p:cNvGrpSpPr/>
        <p:nvPr/>
      </p:nvGrpSpPr>
      <p:grpSpPr>
        <a:xfrm>
          <a:off x="0" y="0"/>
          <a:ext cx="0" cy="0"/>
          <a:chOff x="0" y="0"/>
          <a:chExt cx="0" cy="0"/>
        </a:xfrm>
      </p:grpSpPr>
      <p:sp>
        <p:nvSpPr>
          <p:cNvPr id="81" name="Google Shape;81;p14"/>
          <p:cNvSpPr txBox="1"/>
          <p:nvPr>
            <p:ph type="title"/>
          </p:nvPr>
        </p:nvSpPr>
        <p:spPr>
          <a:xfrm>
            <a:off x="720000" y="588469"/>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p:txBody>
      </p:sp>
      <p:sp>
        <p:nvSpPr>
          <p:cNvPr id="82" name="Google Shape;82;p14"/>
          <p:cNvSpPr/>
          <p:nvPr/>
        </p:nvSpPr>
        <p:spPr>
          <a:xfrm flipH="1" rot="10800000">
            <a:off x="0" y="0"/>
            <a:ext cx="2233500" cy="3728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3" name="Google Shape;83;p14"/>
          <p:cNvPicPr preferRelativeResize="0"/>
          <p:nvPr/>
        </p:nvPicPr>
        <p:blipFill>
          <a:blip r:embed="rId2">
            <a:alphaModFix/>
          </a:blip>
          <a:stretch>
            <a:fillRect/>
          </a:stretch>
        </p:blipFill>
        <p:spPr>
          <a:xfrm flipH="1" rot="-5400000">
            <a:off x="6156800" y="1794100"/>
            <a:ext cx="4774650" cy="1186450"/>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84" name="Shape 84"/>
        <p:cNvGrpSpPr/>
        <p:nvPr/>
      </p:nvGrpSpPr>
      <p:grpSpPr>
        <a:xfrm>
          <a:off x="0" y="0"/>
          <a:ext cx="0" cy="0"/>
          <a:chOff x="0" y="0"/>
          <a:chExt cx="0" cy="0"/>
        </a:xfrm>
      </p:grpSpPr>
      <p:sp>
        <p:nvSpPr>
          <p:cNvPr id="85" name="Google Shape;85;p15"/>
          <p:cNvSpPr txBox="1"/>
          <p:nvPr>
            <p:ph type="title"/>
          </p:nvPr>
        </p:nvSpPr>
        <p:spPr>
          <a:xfrm>
            <a:off x="720000" y="585288"/>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p:txBody>
      </p:sp>
      <p:pic>
        <p:nvPicPr>
          <p:cNvPr id="86" name="Google Shape;86;p15"/>
          <p:cNvPicPr preferRelativeResize="0"/>
          <p:nvPr/>
        </p:nvPicPr>
        <p:blipFill>
          <a:blip r:embed="rId2">
            <a:alphaModFix/>
          </a:blip>
          <a:stretch>
            <a:fillRect/>
          </a:stretch>
        </p:blipFill>
        <p:spPr>
          <a:xfrm>
            <a:off x="0" y="3985500"/>
            <a:ext cx="6670150" cy="1158000"/>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_1">
    <p:spTree>
      <p:nvGrpSpPr>
        <p:cNvPr id="87" name="Shape 87"/>
        <p:cNvGrpSpPr/>
        <p:nvPr/>
      </p:nvGrpSpPr>
      <p:grpSpPr>
        <a:xfrm>
          <a:off x="0" y="0"/>
          <a:ext cx="0" cy="0"/>
          <a:chOff x="0" y="0"/>
          <a:chExt cx="0" cy="0"/>
        </a:xfrm>
      </p:grpSpPr>
      <p:sp>
        <p:nvSpPr>
          <p:cNvPr id="88" name="Google Shape;88;p16"/>
          <p:cNvSpPr txBox="1"/>
          <p:nvPr>
            <p:ph type="title"/>
          </p:nvPr>
        </p:nvSpPr>
        <p:spPr>
          <a:xfrm>
            <a:off x="720000" y="58623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p:txBody>
      </p:sp>
      <p:sp>
        <p:nvSpPr>
          <p:cNvPr id="89" name="Google Shape;89;p16"/>
          <p:cNvSpPr/>
          <p:nvPr/>
        </p:nvSpPr>
        <p:spPr>
          <a:xfrm rot="10800000">
            <a:off x="6926400" y="0"/>
            <a:ext cx="2217600" cy="3728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1_1_1_1">
    <p:spTree>
      <p:nvGrpSpPr>
        <p:cNvPr id="90" name="Shape 90"/>
        <p:cNvGrpSpPr/>
        <p:nvPr/>
      </p:nvGrpSpPr>
      <p:grpSpPr>
        <a:xfrm>
          <a:off x="0" y="0"/>
          <a:ext cx="0" cy="0"/>
          <a:chOff x="0" y="0"/>
          <a:chExt cx="0" cy="0"/>
        </a:xfrm>
      </p:grpSpPr>
      <p:sp>
        <p:nvSpPr>
          <p:cNvPr id="91" name="Google Shape;91;p17"/>
          <p:cNvSpPr txBox="1"/>
          <p:nvPr>
            <p:ph type="title"/>
          </p:nvPr>
        </p:nvSpPr>
        <p:spPr>
          <a:xfrm>
            <a:off x="720000" y="588469"/>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p:txBody>
      </p:sp>
      <p:sp>
        <p:nvSpPr>
          <p:cNvPr id="92" name="Google Shape;92;p17"/>
          <p:cNvSpPr/>
          <p:nvPr/>
        </p:nvSpPr>
        <p:spPr>
          <a:xfrm flipH="1" rot="10800000">
            <a:off x="0" y="0"/>
            <a:ext cx="2213100" cy="3728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93" name="Shape 93"/>
        <p:cNvGrpSpPr/>
        <p:nvPr/>
      </p:nvGrpSpPr>
      <p:grpSpPr>
        <a:xfrm>
          <a:off x="0" y="0"/>
          <a:ext cx="0" cy="0"/>
          <a:chOff x="0" y="0"/>
          <a:chExt cx="0" cy="0"/>
        </a:xfrm>
      </p:grpSpPr>
      <p:sp>
        <p:nvSpPr>
          <p:cNvPr id="94" name="Google Shape;94;p18"/>
          <p:cNvSpPr txBox="1"/>
          <p:nvPr>
            <p:ph type="title"/>
          </p:nvPr>
        </p:nvSpPr>
        <p:spPr>
          <a:xfrm>
            <a:off x="3543300" y="466725"/>
            <a:ext cx="4806000" cy="1560600"/>
          </a:xfrm>
          <a:prstGeom prst="rect">
            <a:avLst/>
          </a:prstGeom>
        </p:spPr>
        <p:txBody>
          <a:bodyPr anchorCtr="0" anchor="b" bIns="91425" lIns="91425" spcFirstLastPara="1" rIns="91425" wrap="square" tIns="91425">
            <a:noAutofit/>
          </a:bodyPr>
          <a:lstStyle>
            <a:lvl1pPr lvl="0">
              <a:spcBef>
                <a:spcPts val="0"/>
              </a:spcBef>
              <a:spcAft>
                <a:spcPts val="0"/>
              </a:spcAft>
              <a:buSzPts val="2900"/>
              <a:buNone/>
              <a:defRPr/>
            </a:lvl1pPr>
            <a:lvl2pPr lvl="1">
              <a:spcBef>
                <a:spcPts val="0"/>
              </a:spcBef>
              <a:spcAft>
                <a:spcPts val="0"/>
              </a:spcAft>
              <a:buSzPts val="2900"/>
              <a:buNone/>
              <a:defRPr/>
            </a:lvl2pPr>
            <a:lvl3pPr lvl="2">
              <a:spcBef>
                <a:spcPts val="0"/>
              </a:spcBef>
              <a:spcAft>
                <a:spcPts val="0"/>
              </a:spcAft>
              <a:buSzPts val="2900"/>
              <a:buNone/>
              <a:defRPr/>
            </a:lvl3pPr>
            <a:lvl4pPr lvl="3">
              <a:spcBef>
                <a:spcPts val="0"/>
              </a:spcBef>
              <a:spcAft>
                <a:spcPts val="0"/>
              </a:spcAft>
              <a:buSzPts val="2900"/>
              <a:buNone/>
              <a:defRPr/>
            </a:lvl4pPr>
            <a:lvl5pPr lvl="4">
              <a:spcBef>
                <a:spcPts val="0"/>
              </a:spcBef>
              <a:spcAft>
                <a:spcPts val="0"/>
              </a:spcAft>
              <a:buSzPts val="2900"/>
              <a:buNone/>
              <a:defRPr/>
            </a:lvl5pPr>
            <a:lvl6pPr lvl="5">
              <a:spcBef>
                <a:spcPts val="0"/>
              </a:spcBef>
              <a:spcAft>
                <a:spcPts val="0"/>
              </a:spcAft>
              <a:buSzPts val="2900"/>
              <a:buNone/>
              <a:defRPr/>
            </a:lvl6pPr>
            <a:lvl7pPr lvl="6">
              <a:spcBef>
                <a:spcPts val="0"/>
              </a:spcBef>
              <a:spcAft>
                <a:spcPts val="0"/>
              </a:spcAft>
              <a:buSzPts val="2900"/>
              <a:buNone/>
              <a:defRPr/>
            </a:lvl7pPr>
            <a:lvl8pPr lvl="7">
              <a:spcBef>
                <a:spcPts val="0"/>
              </a:spcBef>
              <a:spcAft>
                <a:spcPts val="0"/>
              </a:spcAft>
              <a:buSzPts val="2900"/>
              <a:buNone/>
              <a:defRPr/>
            </a:lvl8pPr>
            <a:lvl9pPr lvl="8">
              <a:spcBef>
                <a:spcPts val="0"/>
              </a:spcBef>
              <a:spcAft>
                <a:spcPts val="0"/>
              </a:spcAft>
              <a:buSzPts val="2900"/>
              <a:buNone/>
              <a:defRPr/>
            </a:lvl9pPr>
          </a:lstStyle>
          <a:p/>
        </p:txBody>
      </p:sp>
      <p:sp>
        <p:nvSpPr>
          <p:cNvPr id="95" name="Google Shape;95;p18"/>
          <p:cNvSpPr txBox="1"/>
          <p:nvPr>
            <p:ph idx="1" type="body"/>
          </p:nvPr>
        </p:nvSpPr>
        <p:spPr>
          <a:xfrm>
            <a:off x="3543300" y="2027450"/>
            <a:ext cx="4806000" cy="2658900"/>
          </a:xfrm>
          <a:prstGeom prst="rect">
            <a:avLst/>
          </a:prstGeom>
        </p:spPr>
        <p:txBody>
          <a:bodyPr anchorCtr="0" anchor="t" bIns="91425" lIns="91425" spcFirstLastPara="1" rIns="91425" wrap="square" tIns="91425">
            <a:noAutofit/>
          </a:bodyPr>
          <a:lstStyle>
            <a:lvl1pPr indent="-317500" lvl="0" marL="457200">
              <a:lnSpc>
                <a:spcPct val="115000"/>
              </a:lnSpc>
              <a:spcBef>
                <a:spcPts val="0"/>
              </a:spcBef>
              <a:spcAft>
                <a:spcPts val="0"/>
              </a:spcAft>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96" name="Google Shape;96;p18"/>
          <p:cNvSpPr/>
          <p:nvPr/>
        </p:nvSpPr>
        <p:spPr>
          <a:xfrm rot="10800000">
            <a:off x="6936600" y="0"/>
            <a:ext cx="2207400" cy="3728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8"/>
          <p:cNvSpPr/>
          <p:nvPr>
            <p:ph idx="2" type="pic"/>
          </p:nvPr>
        </p:nvSpPr>
        <p:spPr>
          <a:xfrm flipH="1">
            <a:off x="392475" y="1249550"/>
            <a:ext cx="2912700" cy="2658900"/>
          </a:xfrm>
          <a:prstGeom prst="snip1Rect">
            <a:avLst>
              <a:gd fmla="val 16667" name="adj"/>
            </a:avLst>
          </a:prstGeom>
          <a:noFill/>
          <a:ln>
            <a:noFill/>
          </a:ln>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_1">
    <p:spTree>
      <p:nvGrpSpPr>
        <p:cNvPr id="98" name="Shape 98"/>
        <p:cNvGrpSpPr/>
        <p:nvPr/>
      </p:nvGrpSpPr>
      <p:grpSpPr>
        <a:xfrm>
          <a:off x="0" y="0"/>
          <a:ext cx="0" cy="0"/>
          <a:chOff x="0" y="0"/>
          <a:chExt cx="0" cy="0"/>
        </a:xfrm>
      </p:grpSpPr>
      <p:sp>
        <p:nvSpPr>
          <p:cNvPr id="99" name="Google Shape;99;p19"/>
          <p:cNvSpPr/>
          <p:nvPr/>
        </p:nvSpPr>
        <p:spPr>
          <a:xfrm>
            <a:off x="0" y="1414800"/>
            <a:ext cx="2207400" cy="3728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9"/>
          <p:cNvSpPr txBox="1"/>
          <p:nvPr>
            <p:ph idx="1" type="subTitle"/>
          </p:nvPr>
        </p:nvSpPr>
        <p:spPr>
          <a:xfrm>
            <a:off x="720000" y="1657825"/>
            <a:ext cx="7704000" cy="2418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1" name="Google Shape;101;p19"/>
          <p:cNvSpPr txBox="1"/>
          <p:nvPr>
            <p:ph type="title"/>
          </p:nvPr>
        </p:nvSpPr>
        <p:spPr>
          <a:xfrm>
            <a:off x="720000" y="597425"/>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900"/>
              <a:buNone/>
              <a:defRPr/>
            </a:lvl1pPr>
            <a:lvl2pPr lvl="1">
              <a:spcBef>
                <a:spcPts val="0"/>
              </a:spcBef>
              <a:spcAft>
                <a:spcPts val="0"/>
              </a:spcAft>
              <a:buSzPts val="2900"/>
              <a:buNone/>
              <a:defRPr/>
            </a:lvl2pPr>
            <a:lvl3pPr lvl="2">
              <a:spcBef>
                <a:spcPts val="0"/>
              </a:spcBef>
              <a:spcAft>
                <a:spcPts val="0"/>
              </a:spcAft>
              <a:buSzPts val="2900"/>
              <a:buNone/>
              <a:defRPr/>
            </a:lvl3pPr>
            <a:lvl4pPr lvl="3">
              <a:spcBef>
                <a:spcPts val="0"/>
              </a:spcBef>
              <a:spcAft>
                <a:spcPts val="0"/>
              </a:spcAft>
              <a:buSzPts val="2900"/>
              <a:buNone/>
              <a:defRPr/>
            </a:lvl4pPr>
            <a:lvl5pPr lvl="4">
              <a:spcBef>
                <a:spcPts val="0"/>
              </a:spcBef>
              <a:spcAft>
                <a:spcPts val="0"/>
              </a:spcAft>
              <a:buSzPts val="2900"/>
              <a:buNone/>
              <a:defRPr/>
            </a:lvl5pPr>
            <a:lvl6pPr lvl="5">
              <a:spcBef>
                <a:spcPts val="0"/>
              </a:spcBef>
              <a:spcAft>
                <a:spcPts val="0"/>
              </a:spcAft>
              <a:buSzPts val="2900"/>
              <a:buNone/>
              <a:defRPr/>
            </a:lvl6pPr>
            <a:lvl7pPr lvl="6">
              <a:spcBef>
                <a:spcPts val="0"/>
              </a:spcBef>
              <a:spcAft>
                <a:spcPts val="0"/>
              </a:spcAft>
              <a:buSzPts val="2900"/>
              <a:buNone/>
              <a:defRPr/>
            </a:lvl7pPr>
            <a:lvl8pPr lvl="7">
              <a:spcBef>
                <a:spcPts val="0"/>
              </a:spcBef>
              <a:spcAft>
                <a:spcPts val="0"/>
              </a:spcAft>
              <a:buSzPts val="2900"/>
              <a:buNone/>
              <a:defRPr/>
            </a:lvl8pPr>
            <a:lvl9pPr lvl="8">
              <a:spcBef>
                <a:spcPts val="0"/>
              </a:spcBef>
              <a:spcAft>
                <a:spcPts val="0"/>
              </a:spcAft>
              <a:buSzPts val="29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02" name="Shape 102"/>
        <p:cNvGrpSpPr/>
        <p:nvPr/>
      </p:nvGrpSpPr>
      <p:grpSpPr>
        <a:xfrm>
          <a:off x="0" y="0"/>
          <a:ext cx="0" cy="0"/>
          <a:chOff x="0" y="0"/>
          <a:chExt cx="0" cy="0"/>
        </a:xfrm>
      </p:grpSpPr>
      <p:sp>
        <p:nvSpPr>
          <p:cNvPr id="103" name="Google Shape;103;p20"/>
          <p:cNvSpPr txBox="1"/>
          <p:nvPr>
            <p:ph type="title"/>
          </p:nvPr>
        </p:nvSpPr>
        <p:spPr>
          <a:xfrm>
            <a:off x="2290025" y="3392700"/>
            <a:ext cx="4563900" cy="531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04" name="Google Shape;104;p20"/>
          <p:cNvSpPr txBox="1"/>
          <p:nvPr>
            <p:ph idx="1" type="subTitle"/>
          </p:nvPr>
        </p:nvSpPr>
        <p:spPr>
          <a:xfrm>
            <a:off x="1458125" y="1188100"/>
            <a:ext cx="6227700" cy="1740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105" name="Google Shape;105;p20"/>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06" name="Shape 106"/>
        <p:cNvGrpSpPr/>
        <p:nvPr/>
      </p:nvGrpSpPr>
      <p:grpSpPr>
        <a:xfrm>
          <a:off x="0" y="0"/>
          <a:ext cx="0" cy="0"/>
          <a:chOff x="0" y="0"/>
          <a:chExt cx="0" cy="0"/>
        </a:xfrm>
      </p:grpSpPr>
      <p:sp>
        <p:nvSpPr>
          <p:cNvPr id="107" name="Google Shape;107;p21"/>
          <p:cNvSpPr txBox="1"/>
          <p:nvPr>
            <p:ph idx="1" type="subTitle"/>
          </p:nvPr>
        </p:nvSpPr>
        <p:spPr>
          <a:xfrm>
            <a:off x="872400" y="2599854"/>
            <a:ext cx="23364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latin typeface="Doppio One"/>
                <a:ea typeface="Doppio One"/>
                <a:cs typeface="Doppio One"/>
                <a:sym typeface="Doppio On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8" name="Google Shape;108;p21"/>
          <p:cNvSpPr txBox="1"/>
          <p:nvPr>
            <p:ph idx="2" type="subTitle"/>
          </p:nvPr>
        </p:nvSpPr>
        <p:spPr>
          <a:xfrm>
            <a:off x="872400" y="2981800"/>
            <a:ext cx="2336400" cy="82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9" name="Google Shape;109;p21"/>
          <p:cNvSpPr txBox="1"/>
          <p:nvPr>
            <p:ph idx="3" type="subTitle"/>
          </p:nvPr>
        </p:nvSpPr>
        <p:spPr>
          <a:xfrm>
            <a:off x="3418526" y="2981800"/>
            <a:ext cx="2336400" cy="82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0" name="Google Shape;110;p21"/>
          <p:cNvSpPr txBox="1"/>
          <p:nvPr>
            <p:ph idx="4" type="subTitle"/>
          </p:nvPr>
        </p:nvSpPr>
        <p:spPr>
          <a:xfrm>
            <a:off x="5964656" y="2987568"/>
            <a:ext cx="2336400" cy="82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 name="Google Shape;111;p21"/>
          <p:cNvSpPr txBox="1"/>
          <p:nvPr>
            <p:ph type="title"/>
          </p:nvPr>
        </p:nvSpPr>
        <p:spPr>
          <a:xfrm>
            <a:off x="720000" y="5974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900"/>
              <a:buNone/>
              <a:defRPr/>
            </a:lvl1pPr>
            <a:lvl2pPr lvl="1" rtl="0">
              <a:spcBef>
                <a:spcPts val="0"/>
              </a:spcBef>
              <a:spcAft>
                <a:spcPts val="0"/>
              </a:spcAft>
              <a:buSzPts val="2900"/>
              <a:buNone/>
              <a:defRPr/>
            </a:lvl2pPr>
            <a:lvl3pPr lvl="2" rtl="0">
              <a:spcBef>
                <a:spcPts val="0"/>
              </a:spcBef>
              <a:spcAft>
                <a:spcPts val="0"/>
              </a:spcAft>
              <a:buSzPts val="2900"/>
              <a:buNone/>
              <a:defRPr/>
            </a:lvl3pPr>
            <a:lvl4pPr lvl="3" rtl="0">
              <a:spcBef>
                <a:spcPts val="0"/>
              </a:spcBef>
              <a:spcAft>
                <a:spcPts val="0"/>
              </a:spcAft>
              <a:buSzPts val="2900"/>
              <a:buNone/>
              <a:defRPr/>
            </a:lvl4pPr>
            <a:lvl5pPr lvl="4" rtl="0">
              <a:spcBef>
                <a:spcPts val="0"/>
              </a:spcBef>
              <a:spcAft>
                <a:spcPts val="0"/>
              </a:spcAft>
              <a:buSzPts val="2900"/>
              <a:buNone/>
              <a:defRPr/>
            </a:lvl5pPr>
            <a:lvl6pPr lvl="5" rtl="0">
              <a:spcBef>
                <a:spcPts val="0"/>
              </a:spcBef>
              <a:spcAft>
                <a:spcPts val="0"/>
              </a:spcAft>
              <a:buSzPts val="2900"/>
              <a:buNone/>
              <a:defRPr/>
            </a:lvl6pPr>
            <a:lvl7pPr lvl="6" rtl="0">
              <a:spcBef>
                <a:spcPts val="0"/>
              </a:spcBef>
              <a:spcAft>
                <a:spcPts val="0"/>
              </a:spcAft>
              <a:buSzPts val="2900"/>
              <a:buNone/>
              <a:defRPr/>
            </a:lvl7pPr>
            <a:lvl8pPr lvl="7" rtl="0">
              <a:spcBef>
                <a:spcPts val="0"/>
              </a:spcBef>
              <a:spcAft>
                <a:spcPts val="0"/>
              </a:spcAft>
              <a:buSzPts val="2900"/>
              <a:buNone/>
              <a:defRPr/>
            </a:lvl8pPr>
            <a:lvl9pPr lvl="8" rtl="0">
              <a:spcBef>
                <a:spcPts val="0"/>
              </a:spcBef>
              <a:spcAft>
                <a:spcPts val="0"/>
              </a:spcAft>
              <a:buSzPts val="2900"/>
              <a:buNone/>
              <a:defRPr/>
            </a:lvl9pPr>
          </a:lstStyle>
          <a:p/>
        </p:txBody>
      </p:sp>
      <p:sp>
        <p:nvSpPr>
          <p:cNvPr id="112" name="Google Shape;112;p21"/>
          <p:cNvSpPr txBox="1"/>
          <p:nvPr>
            <p:ph idx="5" type="subTitle"/>
          </p:nvPr>
        </p:nvSpPr>
        <p:spPr>
          <a:xfrm>
            <a:off x="3414046" y="2599854"/>
            <a:ext cx="23364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latin typeface="Doppio One"/>
                <a:ea typeface="Doppio One"/>
                <a:cs typeface="Doppio One"/>
                <a:sym typeface="Doppio On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3" name="Google Shape;113;p21"/>
          <p:cNvSpPr txBox="1"/>
          <p:nvPr>
            <p:ph idx="6" type="subTitle"/>
          </p:nvPr>
        </p:nvSpPr>
        <p:spPr>
          <a:xfrm>
            <a:off x="5964648" y="2595376"/>
            <a:ext cx="23364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latin typeface="Doppio One"/>
                <a:ea typeface="Doppio One"/>
                <a:cs typeface="Doppio One"/>
                <a:sym typeface="Doppio On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4" name="Google Shape;114;p21"/>
          <p:cNvSpPr/>
          <p:nvPr/>
        </p:nvSpPr>
        <p:spPr>
          <a:xfrm flipH="1" rot="10800000">
            <a:off x="0" y="0"/>
            <a:ext cx="2244000" cy="3728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15" name="Shape 115"/>
        <p:cNvGrpSpPr/>
        <p:nvPr/>
      </p:nvGrpSpPr>
      <p:grpSpPr>
        <a:xfrm>
          <a:off x="0" y="0"/>
          <a:ext cx="0" cy="0"/>
          <a:chOff x="0" y="0"/>
          <a:chExt cx="0" cy="0"/>
        </a:xfrm>
      </p:grpSpPr>
      <p:sp>
        <p:nvSpPr>
          <p:cNvPr id="116" name="Google Shape;116;p22"/>
          <p:cNvSpPr txBox="1"/>
          <p:nvPr>
            <p:ph type="ctrTitle"/>
          </p:nvPr>
        </p:nvSpPr>
        <p:spPr>
          <a:xfrm>
            <a:off x="1623321" y="466195"/>
            <a:ext cx="5917800" cy="99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6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17" name="Google Shape;117;p22"/>
          <p:cNvSpPr txBox="1"/>
          <p:nvPr>
            <p:ph idx="1" type="subTitle"/>
          </p:nvPr>
        </p:nvSpPr>
        <p:spPr>
          <a:xfrm>
            <a:off x="2425075" y="1566566"/>
            <a:ext cx="4293900" cy="1302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18" name="Google Shape;118;p22"/>
          <p:cNvSpPr/>
          <p:nvPr/>
        </p:nvSpPr>
        <p:spPr>
          <a:xfrm flipH="1" rot="10800000">
            <a:off x="7694753" y="0"/>
            <a:ext cx="1446250" cy="4077925"/>
          </a:xfrm>
          <a:prstGeom prst="flowChartManualInpu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2"/>
          <p:cNvSpPr/>
          <p:nvPr/>
        </p:nvSpPr>
        <p:spPr>
          <a:xfrm>
            <a:off x="0" y="1413950"/>
            <a:ext cx="2244000" cy="3728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2"/>
          <p:cNvSpPr txBox="1"/>
          <p:nvPr/>
        </p:nvSpPr>
        <p:spPr>
          <a:xfrm>
            <a:off x="2114925" y="3844578"/>
            <a:ext cx="4914000" cy="3381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lang="en" sz="1000">
                <a:solidFill>
                  <a:schemeClr val="accent1"/>
                </a:solidFill>
                <a:latin typeface="Cabin"/>
                <a:ea typeface="Cabin"/>
                <a:cs typeface="Cabin"/>
                <a:sym typeface="Cabin"/>
              </a:rPr>
              <a:t>CREDITS: This presentation template was created by </a:t>
            </a:r>
            <a:r>
              <a:rPr b="1" lang="en" sz="1000">
                <a:solidFill>
                  <a:schemeClr val="accent1"/>
                </a:solidFill>
                <a:uFill>
                  <a:noFill/>
                </a:uFill>
                <a:latin typeface="Cabin"/>
                <a:ea typeface="Cabin"/>
                <a:cs typeface="Cabin"/>
                <a:sym typeface="Cabin"/>
                <a:hlinkClick r:id="rId2">
                  <a:extLst>
                    <a:ext uri="{A12FA001-AC4F-418D-AE19-62706E023703}">
                      <ahyp:hlinkClr val="tx"/>
                    </a:ext>
                  </a:extLst>
                </a:hlinkClick>
              </a:rPr>
              <a:t>Slidesgo</a:t>
            </a:r>
            <a:r>
              <a:rPr lang="en" sz="1000">
                <a:solidFill>
                  <a:schemeClr val="accent1"/>
                </a:solidFill>
                <a:latin typeface="Cabin"/>
                <a:ea typeface="Cabin"/>
                <a:cs typeface="Cabin"/>
                <a:sym typeface="Cabin"/>
              </a:rPr>
              <a:t>, and includes icons, infographics &amp; images by </a:t>
            </a:r>
            <a:r>
              <a:rPr b="1" lang="en" sz="1000">
                <a:solidFill>
                  <a:schemeClr val="accent1"/>
                </a:solidFill>
                <a:uFill>
                  <a:noFill/>
                </a:uFill>
                <a:latin typeface="Cabin"/>
                <a:ea typeface="Cabin"/>
                <a:cs typeface="Cabin"/>
                <a:sym typeface="Cabin"/>
                <a:hlinkClick r:id="rId3">
                  <a:extLst>
                    <a:ext uri="{A12FA001-AC4F-418D-AE19-62706E023703}">
                      <ahyp:hlinkClr val="tx"/>
                    </a:ext>
                  </a:extLst>
                </a:hlinkClick>
              </a:rPr>
              <a:t>Freepik</a:t>
            </a:r>
            <a:endParaRPr sz="1000">
              <a:solidFill>
                <a:schemeClr val="accent1"/>
              </a:solidFill>
              <a:latin typeface="Cabin"/>
              <a:ea typeface="Cabin"/>
              <a:cs typeface="Cabin"/>
              <a:sym typeface="Cabin"/>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21" name="Shape 121"/>
        <p:cNvGrpSpPr/>
        <p:nvPr/>
      </p:nvGrpSpPr>
      <p:grpSpPr>
        <a:xfrm>
          <a:off x="0" y="0"/>
          <a:ext cx="0" cy="0"/>
          <a:chOff x="0" y="0"/>
          <a:chExt cx="0" cy="0"/>
        </a:xfrm>
      </p:grpSpPr>
      <p:sp>
        <p:nvSpPr>
          <p:cNvPr id="122" name="Google Shape;122;p23"/>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6" name="Shape 126"/>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27" name="Shape 127"/>
        <p:cNvGrpSpPr/>
        <p:nvPr/>
      </p:nvGrpSpPr>
      <p:grpSpPr>
        <a:xfrm>
          <a:off x="0" y="0"/>
          <a:ext cx="0" cy="0"/>
          <a:chOff x="0" y="0"/>
          <a:chExt cx="0" cy="0"/>
        </a:xfrm>
      </p:grpSpPr>
      <p:sp>
        <p:nvSpPr>
          <p:cNvPr id="128" name="Google Shape;128;p2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accent1"/>
              </a:buClr>
              <a:buSzPts val="2900"/>
              <a:buFont typeface="Doppio One"/>
              <a:buNone/>
              <a:defRPr sz="2900">
                <a:solidFill>
                  <a:schemeClr val="accent1"/>
                </a:solidFill>
                <a:latin typeface="Doppio One"/>
                <a:ea typeface="Doppio One"/>
                <a:cs typeface="Doppio One"/>
                <a:sym typeface="Doppio One"/>
              </a:defRPr>
            </a:lvl1pPr>
            <a:lvl2pPr lvl="1" rtl="0">
              <a:spcBef>
                <a:spcPts val="0"/>
              </a:spcBef>
              <a:spcAft>
                <a:spcPts val="0"/>
              </a:spcAft>
              <a:buClr>
                <a:schemeClr val="accent1"/>
              </a:buClr>
              <a:buSzPts val="2900"/>
              <a:buFont typeface="Bebas Neue"/>
              <a:buNone/>
              <a:defRPr sz="2900">
                <a:solidFill>
                  <a:schemeClr val="accent1"/>
                </a:solidFill>
                <a:latin typeface="Bebas Neue"/>
                <a:ea typeface="Bebas Neue"/>
                <a:cs typeface="Bebas Neue"/>
                <a:sym typeface="Bebas Neue"/>
              </a:defRPr>
            </a:lvl2pPr>
            <a:lvl3pPr lvl="2" rtl="0">
              <a:spcBef>
                <a:spcPts val="0"/>
              </a:spcBef>
              <a:spcAft>
                <a:spcPts val="0"/>
              </a:spcAft>
              <a:buClr>
                <a:schemeClr val="accent1"/>
              </a:buClr>
              <a:buSzPts val="2900"/>
              <a:buFont typeface="Bebas Neue"/>
              <a:buNone/>
              <a:defRPr sz="2900">
                <a:solidFill>
                  <a:schemeClr val="accent1"/>
                </a:solidFill>
                <a:latin typeface="Bebas Neue"/>
                <a:ea typeface="Bebas Neue"/>
                <a:cs typeface="Bebas Neue"/>
                <a:sym typeface="Bebas Neue"/>
              </a:defRPr>
            </a:lvl3pPr>
            <a:lvl4pPr lvl="3" rtl="0">
              <a:spcBef>
                <a:spcPts val="0"/>
              </a:spcBef>
              <a:spcAft>
                <a:spcPts val="0"/>
              </a:spcAft>
              <a:buClr>
                <a:schemeClr val="accent1"/>
              </a:buClr>
              <a:buSzPts val="2900"/>
              <a:buFont typeface="Bebas Neue"/>
              <a:buNone/>
              <a:defRPr sz="2900">
                <a:solidFill>
                  <a:schemeClr val="accent1"/>
                </a:solidFill>
                <a:latin typeface="Bebas Neue"/>
                <a:ea typeface="Bebas Neue"/>
                <a:cs typeface="Bebas Neue"/>
                <a:sym typeface="Bebas Neue"/>
              </a:defRPr>
            </a:lvl4pPr>
            <a:lvl5pPr lvl="4" rtl="0">
              <a:spcBef>
                <a:spcPts val="0"/>
              </a:spcBef>
              <a:spcAft>
                <a:spcPts val="0"/>
              </a:spcAft>
              <a:buClr>
                <a:schemeClr val="accent1"/>
              </a:buClr>
              <a:buSzPts val="2900"/>
              <a:buFont typeface="Bebas Neue"/>
              <a:buNone/>
              <a:defRPr sz="2900">
                <a:solidFill>
                  <a:schemeClr val="accent1"/>
                </a:solidFill>
                <a:latin typeface="Bebas Neue"/>
                <a:ea typeface="Bebas Neue"/>
                <a:cs typeface="Bebas Neue"/>
                <a:sym typeface="Bebas Neue"/>
              </a:defRPr>
            </a:lvl5pPr>
            <a:lvl6pPr lvl="5" rtl="0">
              <a:spcBef>
                <a:spcPts val="0"/>
              </a:spcBef>
              <a:spcAft>
                <a:spcPts val="0"/>
              </a:spcAft>
              <a:buClr>
                <a:schemeClr val="accent1"/>
              </a:buClr>
              <a:buSzPts val="2900"/>
              <a:buFont typeface="Bebas Neue"/>
              <a:buNone/>
              <a:defRPr sz="2900">
                <a:solidFill>
                  <a:schemeClr val="accent1"/>
                </a:solidFill>
                <a:latin typeface="Bebas Neue"/>
                <a:ea typeface="Bebas Neue"/>
                <a:cs typeface="Bebas Neue"/>
                <a:sym typeface="Bebas Neue"/>
              </a:defRPr>
            </a:lvl6pPr>
            <a:lvl7pPr lvl="6" rtl="0">
              <a:spcBef>
                <a:spcPts val="0"/>
              </a:spcBef>
              <a:spcAft>
                <a:spcPts val="0"/>
              </a:spcAft>
              <a:buClr>
                <a:schemeClr val="accent1"/>
              </a:buClr>
              <a:buSzPts val="2900"/>
              <a:buFont typeface="Bebas Neue"/>
              <a:buNone/>
              <a:defRPr sz="2900">
                <a:solidFill>
                  <a:schemeClr val="accent1"/>
                </a:solidFill>
                <a:latin typeface="Bebas Neue"/>
                <a:ea typeface="Bebas Neue"/>
                <a:cs typeface="Bebas Neue"/>
                <a:sym typeface="Bebas Neue"/>
              </a:defRPr>
            </a:lvl7pPr>
            <a:lvl8pPr lvl="7" rtl="0">
              <a:spcBef>
                <a:spcPts val="0"/>
              </a:spcBef>
              <a:spcAft>
                <a:spcPts val="0"/>
              </a:spcAft>
              <a:buClr>
                <a:schemeClr val="accent1"/>
              </a:buClr>
              <a:buSzPts val="2900"/>
              <a:buFont typeface="Bebas Neue"/>
              <a:buNone/>
              <a:defRPr sz="2900">
                <a:solidFill>
                  <a:schemeClr val="accent1"/>
                </a:solidFill>
                <a:latin typeface="Bebas Neue"/>
                <a:ea typeface="Bebas Neue"/>
                <a:cs typeface="Bebas Neue"/>
                <a:sym typeface="Bebas Neue"/>
              </a:defRPr>
            </a:lvl8pPr>
            <a:lvl9pPr lvl="8" rtl="0">
              <a:spcBef>
                <a:spcPts val="0"/>
              </a:spcBef>
              <a:spcAft>
                <a:spcPts val="0"/>
              </a:spcAft>
              <a:buClr>
                <a:schemeClr val="accent1"/>
              </a:buClr>
              <a:buSzPts val="2900"/>
              <a:buFont typeface="Bebas Neue"/>
              <a:buNone/>
              <a:defRPr sz="2900">
                <a:solidFill>
                  <a:schemeClr val="accent1"/>
                </a:solidFill>
                <a:latin typeface="Bebas Neue"/>
                <a:ea typeface="Bebas Neue"/>
                <a:cs typeface="Bebas Neue"/>
                <a:sym typeface="Bebas Neu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accent1"/>
              </a:buClr>
              <a:buSzPts val="1400"/>
              <a:buFont typeface="Cabin"/>
              <a:buChar char="●"/>
              <a:defRPr>
                <a:solidFill>
                  <a:schemeClr val="accent1"/>
                </a:solidFill>
                <a:latin typeface="Cabin"/>
                <a:ea typeface="Cabin"/>
                <a:cs typeface="Cabin"/>
                <a:sym typeface="Cabin"/>
              </a:defRPr>
            </a:lvl1pPr>
            <a:lvl2pPr indent="-317500" lvl="1" marL="914400">
              <a:lnSpc>
                <a:spcPct val="100000"/>
              </a:lnSpc>
              <a:spcBef>
                <a:spcPts val="1600"/>
              </a:spcBef>
              <a:spcAft>
                <a:spcPts val="0"/>
              </a:spcAft>
              <a:buClr>
                <a:schemeClr val="accent1"/>
              </a:buClr>
              <a:buSzPts val="1400"/>
              <a:buFont typeface="Cabin"/>
              <a:buChar char="○"/>
              <a:defRPr>
                <a:solidFill>
                  <a:schemeClr val="accent1"/>
                </a:solidFill>
                <a:latin typeface="Cabin"/>
                <a:ea typeface="Cabin"/>
                <a:cs typeface="Cabin"/>
                <a:sym typeface="Cabin"/>
              </a:defRPr>
            </a:lvl2pPr>
            <a:lvl3pPr indent="-317500" lvl="2" marL="1371600">
              <a:lnSpc>
                <a:spcPct val="100000"/>
              </a:lnSpc>
              <a:spcBef>
                <a:spcPts val="1600"/>
              </a:spcBef>
              <a:spcAft>
                <a:spcPts val="0"/>
              </a:spcAft>
              <a:buClr>
                <a:schemeClr val="accent1"/>
              </a:buClr>
              <a:buSzPts val="1400"/>
              <a:buFont typeface="Cabin"/>
              <a:buChar char="■"/>
              <a:defRPr>
                <a:solidFill>
                  <a:schemeClr val="accent1"/>
                </a:solidFill>
                <a:latin typeface="Cabin"/>
                <a:ea typeface="Cabin"/>
                <a:cs typeface="Cabin"/>
                <a:sym typeface="Cabin"/>
              </a:defRPr>
            </a:lvl3pPr>
            <a:lvl4pPr indent="-317500" lvl="3" marL="1828800">
              <a:lnSpc>
                <a:spcPct val="100000"/>
              </a:lnSpc>
              <a:spcBef>
                <a:spcPts val="1600"/>
              </a:spcBef>
              <a:spcAft>
                <a:spcPts val="0"/>
              </a:spcAft>
              <a:buClr>
                <a:schemeClr val="accent1"/>
              </a:buClr>
              <a:buSzPts val="1400"/>
              <a:buFont typeface="Cabin"/>
              <a:buChar char="●"/>
              <a:defRPr>
                <a:solidFill>
                  <a:schemeClr val="accent1"/>
                </a:solidFill>
                <a:latin typeface="Cabin"/>
                <a:ea typeface="Cabin"/>
                <a:cs typeface="Cabin"/>
                <a:sym typeface="Cabin"/>
              </a:defRPr>
            </a:lvl4pPr>
            <a:lvl5pPr indent="-317500" lvl="4" marL="2286000">
              <a:lnSpc>
                <a:spcPct val="100000"/>
              </a:lnSpc>
              <a:spcBef>
                <a:spcPts val="1600"/>
              </a:spcBef>
              <a:spcAft>
                <a:spcPts val="0"/>
              </a:spcAft>
              <a:buClr>
                <a:schemeClr val="accent1"/>
              </a:buClr>
              <a:buSzPts val="1400"/>
              <a:buFont typeface="Cabin"/>
              <a:buChar char="○"/>
              <a:defRPr>
                <a:solidFill>
                  <a:schemeClr val="accent1"/>
                </a:solidFill>
                <a:latin typeface="Cabin"/>
                <a:ea typeface="Cabin"/>
                <a:cs typeface="Cabin"/>
                <a:sym typeface="Cabin"/>
              </a:defRPr>
            </a:lvl5pPr>
            <a:lvl6pPr indent="-317500" lvl="5" marL="2743200">
              <a:lnSpc>
                <a:spcPct val="100000"/>
              </a:lnSpc>
              <a:spcBef>
                <a:spcPts val="1600"/>
              </a:spcBef>
              <a:spcAft>
                <a:spcPts val="0"/>
              </a:spcAft>
              <a:buClr>
                <a:schemeClr val="accent1"/>
              </a:buClr>
              <a:buSzPts val="1400"/>
              <a:buFont typeface="Cabin"/>
              <a:buChar char="■"/>
              <a:defRPr>
                <a:solidFill>
                  <a:schemeClr val="accent1"/>
                </a:solidFill>
                <a:latin typeface="Cabin"/>
                <a:ea typeface="Cabin"/>
                <a:cs typeface="Cabin"/>
                <a:sym typeface="Cabin"/>
              </a:defRPr>
            </a:lvl6pPr>
            <a:lvl7pPr indent="-317500" lvl="6" marL="3200400">
              <a:lnSpc>
                <a:spcPct val="100000"/>
              </a:lnSpc>
              <a:spcBef>
                <a:spcPts val="1600"/>
              </a:spcBef>
              <a:spcAft>
                <a:spcPts val="0"/>
              </a:spcAft>
              <a:buClr>
                <a:schemeClr val="accent1"/>
              </a:buClr>
              <a:buSzPts val="1400"/>
              <a:buFont typeface="Cabin"/>
              <a:buChar char="●"/>
              <a:defRPr>
                <a:solidFill>
                  <a:schemeClr val="accent1"/>
                </a:solidFill>
                <a:latin typeface="Cabin"/>
                <a:ea typeface="Cabin"/>
                <a:cs typeface="Cabin"/>
                <a:sym typeface="Cabin"/>
              </a:defRPr>
            </a:lvl7pPr>
            <a:lvl8pPr indent="-317500" lvl="7" marL="3657600">
              <a:lnSpc>
                <a:spcPct val="100000"/>
              </a:lnSpc>
              <a:spcBef>
                <a:spcPts val="1600"/>
              </a:spcBef>
              <a:spcAft>
                <a:spcPts val="0"/>
              </a:spcAft>
              <a:buClr>
                <a:schemeClr val="accent1"/>
              </a:buClr>
              <a:buSzPts val="1400"/>
              <a:buFont typeface="Cabin"/>
              <a:buChar char="○"/>
              <a:defRPr>
                <a:solidFill>
                  <a:schemeClr val="accent1"/>
                </a:solidFill>
                <a:latin typeface="Cabin"/>
                <a:ea typeface="Cabin"/>
                <a:cs typeface="Cabin"/>
                <a:sym typeface="Cabin"/>
              </a:defRPr>
            </a:lvl8pPr>
            <a:lvl9pPr indent="-317500" lvl="8" marL="4114800">
              <a:lnSpc>
                <a:spcPct val="100000"/>
              </a:lnSpc>
              <a:spcBef>
                <a:spcPts val="1600"/>
              </a:spcBef>
              <a:spcAft>
                <a:spcPts val="1600"/>
              </a:spcAft>
              <a:buClr>
                <a:schemeClr val="accent1"/>
              </a:buClr>
              <a:buSzPts val="1400"/>
              <a:buFont typeface="Cabin"/>
              <a:buChar char="■"/>
              <a:defRPr>
                <a:solidFill>
                  <a:schemeClr val="accent1"/>
                </a:solidFill>
                <a:latin typeface="Cabin"/>
                <a:ea typeface="Cabin"/>
                <a:cs typeface="Cabin"/>
                <a:sym typeface="Cabi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3" name="Shape 123"/>
        <p:cNvGrpSpPr/>
        <p:nvPr/>
      </p:nvGrpSpPr>
      <p:grpSpPr>
        <a:xfrm>
          <a:off x="0" y="0"/>
          <a:ext cx="0" cy="0"/>
          <a:chOff x="0" y="0"/>
          <a:chExt cx="0" cy="0"/>
        </a:xfrm>
      </p:grpSpPr>
      <p:sp>
        <p:nvSpPr>
          <p:cNvPr id="124" name="Google Shape;124;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5" name="Google Shape;125;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bit.ly/2Tynxth" TargetMode="External"/><Relationship Id="rId10" Type="http://schemas.openxmlformats.org/officeDocument/2006/relationships/slide" Target="/ppt/slides/slide28.xm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0.xml"/><Relationship Id="rId4" Type="http://schemas.openxmlformats.org/officeDocument/2006/relationships/slide" Target="/ppt/slides/slide17.xml"/><Relationship Id="rId9" Type="http://schemas.openxmlformats.org/officeDocument/2006/relationships/slide" Target="/ppt/slides/slide22.xml"/><Relationship Id="rId15" Type="http://schemas.openxmlformats.org/officeDocument/2006/relationships/hyperlink" Target="https://www.flaticon.com/?utm_source=slidesgo_template&amp;utm_medium=referral-link&amp;utm_campaign=promo-slide&amp;utm_term=slidesgo&amp;utm_content=flaticon"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6" Type="http://schemas.openxmlformats.org/officeDocument/2006/relationships/hyperlink" Target="https://storyset.com/?utm_source=slidesgo_template&amp;utm_medium=referral-link&amp;utm_campaign=promo-slide&amp;utm_term=slidesgo&amp;utm_content=storyset" TargetMode="External"/><Relationship Id="rId5" Type="http://schemas.openxmlformats.org/officeDocument/2006/relationships/slide" Target="/ppt/slides/slide16.xml"/><Relationship Id="rId6" Type="http://schemas.openxmlformats.org/officeDocument/2006/relationships/slide" Target="/ppt/slides/slide16.xml"/><Relationship Id="rId18" Type="http://schemas.openxmlformats.org/officeDocument/2006/relationships/hyperlink" Target="https://vidfy.com/?utm_source=slidesgo_template&amp;utm_medium=referral-link&amp;utm_campaign=promo-slide&amp;utm_term=slidesgo&amp;utm_content=vidfy" TargetMode="External"/><Relationship Id="rId7" Type="http://schemas.openxmlformats.org/officeDocument/2006/relationships/slide" Target="/ppt/slides/slide14.xml"/><Relationship Id="rId8" Type="http://schemas.openxmlformats.org/officeDocument/2006/relationships/slide" Target="/ppt/slides/slide2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5.xml"/><Relationship Id="rId3" Type="http://schemas.openxmlformats.org/officeDocument/2006/relationships/image" Target="../media/image9.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 Id="rId3" Type="http://schemas.openxmlformats.org/officeDocument/2006/relationships/image" Target="../media/image8.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1.xml"/><Relationship Id="rId3" Type="http://schemas.openxmlformats.org/officeDocument/2006/relationships/hyperlink" Target="https://docs.google.com/spreadsheets/d/1cZQFJkE523n6PF171E5pY27dcX_5GUewjhN-vICorxs/copy" TargetMode="External"/><Relationship Id="rId4" Type="http://schemas.openxmlformats.org/officeDocument/2006/relationships/image" Target="../media/image2.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xml"/><Relationship Id="rId3" Type="http://schemas.openxmlformats.org/officeDocument/2006/relationships/hyperlink" Target="https://www.freepik.com/free-photo/covid-19-global-economic-crisis_11071672.htm" TargetMode="External"/><Relationship Id="rId4" Type="http://schemas.openxmlformats.org/officeDocument/2006/relationships/hyperlink" Target="https://www.freepik.com/free-photo/stacked-golden-coins-with-banknotes_3097669.htm" TargetMode="External"/><Relationship Id="rId5" Type="http://schemas.openxmlformats.org/officeDocument/2006/relationships/hyperlink" Target="https://www.freepik.com/free-vector/money-pattern_784937.htm" TargetMode="External"/><Relationship Id="rId6" Type="http://schemas.openxmlformats.org/officeDocument/2006/relationships/hyperlink" Target="https://www.freepik.com/free-vector/indian-rupee-coins-falling-background_3445598.htm" TargetMode="External"/><Relationship Id="rId7" Type="http://schemas.openxmlformats.org/officeDocument/2006/relationships/hyperlink" Target="https://www.freepik.com/free-vector/geometric-models-background-flat-design_6189798.htm" TargetMode="External"/><Relationship Id="rId8" Type="http://schemas.openxmlformats.org/officeDocument/2006/relationships/hyperlink" Target="https://www.flaticon.com/packs/money-95/?utm_source=slidesgo_template&amp;utm_medium=referral-link&amp;utm_campaign=sg_resources&amp;utm_content=flaticon"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 Id="rId3" Type="http://schemas.openxmlformats.org/officeDocument/2006/relationships/hyperlink" Target="http://bit.ly/2PfT4lq" TargetMode="External"/><Relationship Id="rId4" Type="http://schemas.openxmlformats.org/officeDocument/2006/relationships/slide" Target="/ppt/slides/slide1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0.xml"/><Relationship Id="rId3" Type="http://schemas.openxmlformats.org/officeDocument/2006/relationships/hyperlink" Target="https://fonts.google.com/specimen/Doppio+One" TargetMode="External"/><Relationship Id="rId4" Type="http://schemas.openxmlformats.org/officeDocument/2006/relationships/hyperlink" Target="https://fonts.google.com/specimen/Cabin" TargetMode="External"/></Relationships>
</file>

<file path=ppt/slides/_rels/slide21.xml.rels><?xml version="1.0" encoding="UTF-8" standalone="yes"?><Relationships xmlns="http://schemas.openxmlformats.org/package/2006/relationships"><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4.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3.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15" Type="http://schemas.openxmlformats.org/officeDocument/2006/relationships/image" Target="../media/image6.png"/><Relationship Id="rId14" Type="http://schemas.openxmlformats.org/officeDocument/2006/relationships/image" Target="../media/image5.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7.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2.xml"/><Relationship Id="rId3" Type="http://schemas.openxmlformats.org/officeDocument/2006/relationships/hyperlink" Target="https://bit.ly/2ZjL1pd"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hyperlink" Target="https://workspace.google.com/marketplace/app/icons_for_slides_docs/381578326502"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 name="Shape 132"/>
        <p:cNvGrpSpPr/>
        <p:nvPr/>
      </p:nvGrpSpPr>
      <p:grpSpPr>
        <a:xfrm>
          <a:off x="0" y="0"/>
          <a:ext cx="0" cy="0"/>
          <a:chOff x="0" y="0"/>
          <a:chExt cx="0" cy="0"/>
        </a:xfrm>
      </p:grpSpPr>
      <p:sp>
        <p:nvSpPr>
          <p:cNvPr id="133" name="Google Shape;133;p27"/>
          <p:cNvSpPr txBox="1"/>
          <p:nvPr>
            <p:ph type="ctrTitle"/>
          </p:nvPr>
        </p:nvSpPr>
        <p:spPr>
          <a:xfrm>
            <a:off x="1267025" y="1108775"/>
            <a:ext cx="6609900" cy="175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5400"/>
              <a:t>FALLING </a:t>
            </a:r>
            <a:r>
              <a:rPr lang="en" sz="5400">
                <a:solidFill>
                  <a:schemeClr val="accent3"/>
                </a:solidFill>
              </a:rPr>
              <a:t>MONEY</a:t>
            </a:r>
            <a:r>
              <a:rPr lang="en" sz="5700">
                <a:solidFill>
                  <a:schemeClr val="accent3"/>
                </a:solidFill>
              </a:rPr>
              <a:t> </a:t>
            </a:r>
            <a:r>
              <a:rPr lang="en" sz="3600"/>
              <a:t>BACKGROUND ANIMATION</a:t>
            </a:r>
            <a:endParaRPr sz="3600">
              <a:solidFill>
                <a:schemeClr val="accent1"/>
              </a:solidFill>
            </a:endParaRPr>
          </a:p>
        </p:txBody>
      </p:sp>
      <p:sp>
        <p:nvSpPr>
          <p:cNvPr id="134" name="Google Shape;134;p27"/>
          <p:cNvSpPr txBox="1"/>
          <p:nvPr>
            <p:ph idx="1" type="subTitle"/>
          </p:nvPr>
        </p:nvSpPr>
        <p:spPr>
          <a:xfrm>
            <a:off x="1447800" y="3135450"/>
            <a:ext cx="6268800" cy="70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cxnSp>
        <p:nvCxnSpPr>
          <p:cNvPr id="135" name="Google Shape;135;p27"/>
          <p:cNvCxnSpPr/>
          <p:nvPr/>
        </p:nvCxnSpPr>
        <p:spPr>
          <a:xfrm>
            <a:off x="1711075" y="2936725"/>
            <a:ext cx="5751300" cy="0"/>
          </a:xfrm>
          <a:prstGeom prst="straightConnector1">
            <a:avLst/>
          </a:prstGeom>
          <a:noFill/>
          <a:ln cap="flat" cmpd="sng" w="19050">
            <a:solidFill>
              <a:schemeClr val="accent3"/>
            </a:solidFill>
            <a:prstDash val="solid"/>
            <a:round/>
            <a:headEnd len="med" w="med" type="none"/>
            <a:tailEnd len="med" w="med" type="none"/>
          </a:ln>
        </p:spPr>
      </p:cxnSp>
      <p:grpSp>
        <p:nvGrpSpPr>
          <p:cNvPr id="136" name="Google Shape;136;p27"/>
          <p:cNvGrpSpPr/>
          <p:nvPr/>
        </p:nvGrpSpPr>
        <p:grpSpPr>
          <a:xfrm>
            <a:off x="1834123" y="-9"/>
            <a:ext cx="933806" cy="1011808"/>
            <a:chOff x="2761250" y="617875"/>
            <a:chExt cx="1222900" cy="1325050"/>
          </a:xfrm>
        </p:grpSpPr>
        <p:sp>
          <p:nvSpPr>
            <p:cNvPr id="137" name="Google Shape;137;p27"/>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7"/>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7"/>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7"/>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7"/>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7"/>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7"/>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 name="Google Shape;144;p27"/>
          <p:cNvGrpSpPr/>
          <p:nvPr/>
        </p:nvGrpSpPr>
        <p:grpSpPr>
          <a:xfrm rot="1790401">
            <a:off x="7085508" y="173551"/>
            <a:ext cx="701869" cy="1011948"/>
            <a:chOff x="1705850" y="434250"/>
            <a:chExt cx="978800" cy="1411225"/>
          </a:xfrm>
        </p:grpSpPr>
        <p:sp>
          <p:nvSpPr>
            <p:cNvPr id="145" name="Google Shape;145;p27"/>
            <p:cNvSpPr/>
            <p:nvPr/>
          </p:nvSpPr>
          <p:spPr>
            <a:xfrm>
              <a:off x="2039325" y="1468300"/>
              <a:ext cx="114225" cy="100025"/>
            </a:xfrm>
            <a:custGeom>
              <a:rect b="b" l="l" r="r" t="t"/>
              <a:pathLst>
                <a:path extrusionOk="0" h="4001" w="4569">
                  <a:moveTo>
                    <a:pt x="2278" y="0"/>
                  </a:moveTo>
                  <a:cubicBezTo>
                    <a:pt x="1467" y="0"/>
                    <a:pt x="714" y="508"/>
                    <a:pt x="400" y="1316"/>
                  </a:cubicBezTo>
                  <a:cubicBezTo>
                    <a:pt x="1" y="2353"/>
                    <a:pt x="474" y="3486"/>
                    <a:pt x="1516" y="3872"/>
                  </a:cubicBezTo>
                  <a:cubicBezTo>
                    <a:pt x="1751" y="3959"/>
                    <a:pt x="1995" y="4000"/>
                    <a:pt x="2236" y="4000"/>
                  </a:cubicBezTo>
                  <a:cubicBezTo>
                    <a:pt x="3064" y="4000"/>
                    <a:pt x="3861" y="3514"/>
                    <a:pt x="4169" y="2713"/>
                  </a:cubicBezTo>
                  <a:cubicBezTo>
                    <a:pt x="4568" y="1679"/>
                    <a:pt x="4005" y="510"/>
                    <a:pt x="2966" y="125"/>
                  </a:cubicBezTo>
                  <a:cubicBezTo>
                    <a:pt x="2738" y="40"/>
                    <a:pt x="2506" y="0"/>
                    <a:pt x="2278"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7"/>
            <p:cNvSpPr/>
            <p:nvPr/>
          </p:nvSpPr>
          <p:spPr>
            <a:xfrm>
              <a:off x="1705850" y="434250"/>
              <a:ext cx="978800" cy="1411225"/>
            </a:xfrm>
            <a:custGeom>
              <a:rect b="b" l="l" r="r" t="t"/>
              <a:pathLst>
                <a:path extrusionOk="0" h="56449" w="39152">
                  <a:moveTo>
                    <a:pt x="21401" y="3462"/>
                  </a:moveTo>
                  <a:lnTo>
                    <a:pt x="33255" y="7856"/>
                  </a:lnTo>
                  <a:cubicBezTo>
                    <a:pt x="32341" y="9216"/>
                    <a:pt x="32941" y="10814"/>
                    <a:pt x="34430" y="11366"/>
                  </a:cubicBezTo>
                  <a:cubicBezTo>
                    <a:pt x="27596" y="23744"/>
                    <a:pt x="28819" y="39106"/>
                    <a:pt x="21985" y="51484"/>
                  </a:cubicBezTo>
                  <a:cubicBezTo>
                    <a:pt x="21635" y="51355"/>
                    <a:pt x="21267" y="51294"/>
                    <a:pt x="20897" y="51294"/>
                  </a:cubicBezTo>
                  <a:cubicBezTo>
                    <a:pt x="19686" y="51294"/>
                    <a:pt x="18453" y="51948"/>
                    <a:pt x="17755" y="52990"/>
                  </a:cubicBezTo>
                  <a:cubicBezTo>
                    <a:pt x="13802" y="51526"/>
                    <a:pt x="9851" y="50062"/>
                    <a:pt x="5898" y="48598"/>
                  </a:cubicBezTo>
                  <a:cubicBezTo>
                    <a:pt x="6812" y="47238"/>
                    <a:pt x="6214" y="45640"/>
                    <a:pt x="4725" y="45089"/>
                  </a:cubicBezTo>
                  <a:cubicBezTo>
                    <a:pt x="11560" y="32710"/>
                    <a:pt x="10336" y="17346"/>
                    <a:pt x="17171" y="4970"/>
                  </a:cubicBezTo>
                  <a:cubicBezTo>
                    <a:pt x="17519" y="5099"/>
                    <a:pt x="17886" y="5160"/>
                    <a:pt x="18255" y="5160"/>
                  </a:cubicBezTo>
                  <a:cubicBezTo>
                    <a:pt x="19466" y="5160"/>
                    <a:pt x="20700" y="4504"/>
                    <a:pt x="21401" y="3462"/>
                  </a:cubicBezTo>
                  <a:close/>
                  <a:moveTo>
                    <a:pt x="18013" y="1"/>
                  </a:moveTo>
                  <a:cubicBezTo>
                    <a:pt x="6935" y="14326"/>
                    <a:pt x="11079" y="34292"/>
                    <a:pt x="1" y="48617"/>
                  </a:cubicBezTo>
                  <a:cubicBezTo>
                    <a:pt x="7046" y="51228"/>
                    <a:pt x="14095" y="53837"/>
                    <a:pt x="21142" y="56449"/>
                  </a:cubicBezTo>
                  <a:cubicBezTo>
                    <a:pt x="32218" y="42124"/>
                    <a:pt x="28076" y="22160"/>
                    <a:pt x="39152" y="7835"/>
                  </a:cubicBezTo>
                  <a:cubicBezTo>
                    <a:pt x="32105" y="5224"/>
                    <a:pt x="25060" y="2612"/>
                    <a:pt x="18013"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7"/>
            <p:cNvSpPr/>
            <p:nvPr/>
          </p:nvSpPr>
          <p:spPr>
            <a:xfrm>
              <a:off x="1865525" y="556650"/>
              <a:ext cx="659525" cy="1166525"/>
            </a:xfrm>
            <a:custGeom>
              <a:rect b="b" l="l" r="r" t="t"/>
              <a:pathLst>
                <a:path extrusionOk="0" h="46661" w="26381">
                  <a:moveTo>
                    <a:pt x="17195" y="6055"/>
                  </a:moveTo>
                  <a:cubicBezTo>
                    <a:pt x="17454" y="6055"/>
                    <a:pt x="17715" y="6099"/>
                    <a:pt x="17967" y="6193"/>
                  </a:cubicBezTo>
                  <a:cubicBezTo>
                    <a:pt x="19077" y="6606"/>
                    <a:pt x="19585" y="7816"/>
                    <a:pt x="19158" y="8922"/>
                  </a:cubicBezTo>
                  <a:cubicBezTo>
                    <a:pt x="18823" y="9787"/>
                    <a:pt x="18018" y="10330"/>
                    <a:pt x="17151" y="10330"/>
                  </a:cubicBezTo>
                  <a:cubicBezTo>
                    <a:pt x="16908" y="10330"/>
                    <a:pt x="16659" y="10287"/>
                    <a:pt x="16415" y="10196"/>
                  </a:cubicBezTo>
                  <a:cubicBezTo>
                    <a:pt x="15305" y="9785"/>
                    <a:pt x="14704" y="8539"/>
                    <a:pt x="15131" y="7433"/>
                  </a:cubicBezTo>
                  <a:cubicBezTo>
                    <a:pt x="15460" y="6575"/>
                    <a:pt x="16311" y="6055"/>
                    <a:pt x="17195" y="6055"/>
                  </a:cubicBezTo>
                  <a:close/>
                  <a:moveTo>
                    <a:pt x="12445" y="16581"/>
                  </a:moveTo>
                  <a:cubicBezTo>
                    <a:pt x="13126" y="16581"/>
                    <a:pt x="13832" y="16705"/>
                    <a:pt x="14538" y="16966"/>
                  </a:cubicBezTo>
                  <a:cubicBezTo>
                    <a:pt x="17865" y="18199"/>
                    <a:pt x="19922" y="22035"/>
                    <a:pt x="19223" y="25565"/>
                  </a:cubicBezTo>
                  <a:cubicBezTo>
                    <a:pt x="18671" y="28350"/>
                    <a:pt x="16474" y="30079"/>
                    <a:pt x="13933" y="30079"/>
                  </a:cubicBezTo>
                  <a:cubicBezTo>
                    <a:pt x="13252" y="30079"/>
                    <a:pt x="12546" y="29955"/>
                    <a:pt x="11841" y="29694"/>
                  </a:cubicBezTo>
                  <a:cubicBezTo>
                    <a:pt x="8514" y="28461"/>
                    <a:pt x="6457" y="24625"/>
                    <a:pt x="7156" y="21095"/>
                  </a:cubicBezTo>
                  <a:cubicBezTo>
                    <a:pt x="7706" y="18309"/>
                    <a:pt x="9903" y="16581"/>
                    <a:pt x="12445" y="16581"/>
                  </a:cubicBezTo>
                  <a:close/>
                  <a:moveTo>
                    <a:pt x="9231" y="36329"/>
                  </a:moveTo>
                  <a:cubicBezTo>
                    <a:pt x="9474" y="36329"/>
                    <a:pt x="9721" y="36371"/>
                    <a:pt x="9964" y="36461"/>
                  </a:cubicBezTo>
                  <a:cubicBezTo>
                    <a:pt x="11074" y="36875"/>
                    <a:pt x="11677" y="38121"/>
                    <a:pt x="11250" y="39227"/>
                  </a:cubicBezTo>
                  <a:cubicBezTo>
                    <a:pt x="10921" y="40084"/>
                    <a:pt x="10068" y="40604"/>
                    <a:pt x="9183" y="40604"/>
                  </a:cubicBezTo>
                  <a:cubicBezTo>
                    <a:pt x="8926" y="40604"/>
                    <a:pt x="8665" y="40560"/>
                    <a:pt x="8415" y="40467"/>
                  </a:cubicBezTo>
                  <a:cubicBezTo>
                    <a:pt x="7304" y="40054"/>
                    <a:pt x="6798" y="38842"/>
                    <a:pt x="7225" y="37736"/>
                  </a:cubicBezTo>
                  <a:cubicBezTo>
                    <a:pt x="7557" y="36872"/>
                    <a:pt x="8364" y="36329"/>
                    <a:pt x="9231" y="36329"/>
                  </a:cubicBezTo>
                  <a:close/>
                  <a:moveTo>
                    <a:pt x="15309" y="0"/>
                  </a:moveTo>
                  <a:cubicBezTo>
                    <a:pt x="14319" y="901"/>
                    <a:pt x="13006" y="1446"/>
                    <a:pt x="11714" y="1446"/>
                  </a:cubicBezTo>
                  <a:cubicBezTo>
                    <a:pt x="11625" y="1446"/>
                    <a:pt x="11537" y="1444"/>
                    <a:pt x="11449" y="1439"/>
                  </a:cubicBezTo>
                  <a:cubicBezTo>
                    <a:pt x="5327" y="13334"/>
                    <a:pt x="6119" y="27791"/>
                    <a:pt x="1" y="39687"/>
                  </a:cubicBezTo>
                  <a:cubicBezTo>
                    <a:pt x="1005" y="40488"/>
                    <a:pt x="1488" y="41753"/>
                    <a:pt x="1185" y="42996"/>
                  </a:cubicBezTo>
                  <a:lnTo>
                    <a:pt x="11070" y="46660"/>
                  </a:lnTo>
                  <a:cubicBezTo>
                    <a:pt x="12062" y="45757"/>
                    <a:pt x="13373" y="45212"/>
                    <a:pt x="14667" y="45212"/>
                  </a:cubicBezTo>
                  <a:cubicBezTo>
                    <a:pt x="14756" y="45212"/>
                    <a:pt x="14844" y="45214"/>
                    <a:pt x="14933" y="45219"/>
                  </a:cubicBezTo>
                  <a:cubicBezTo>
                    <a:pt x="21052" y="33323"/>
                    <a:pt x="20262" y="18869"/>
                    <a:pt x="26381" y="6973"/>
                  </a:cubicBezTo>
                  <a:cubicBezTo>
                    <a:pt x="25374" y="6170"/>
                    <a:pt x="24891" y="4904"/>
                    <a:pt x="25196" y="3664"/>
                  </a:cubicBezTo>
                  <a:cubicBezTo>
                    <a:pt x="21899" y="2443"/>
                    <a:pt x="18604" y="1221"/>
                    <a:pt x="15309" y="0"/>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7"/>
            <p:cNvSpPr/>
            <p:nvPr/>
          </p:nvSpPr>
          <p:spPr>
            <a:xfrm>
              <a:off x="1823975" y="520850"/>
              <a:ext cx="742650" cy="1238150"/>
            </a:xfrm>
            <a:custGeom>
              <a:rect b="b" l="l" r="r" t="t"/>
              <a:pathLst>
                <a:path extrusionOk="0" h="49526" w="29706">
                  <a:moveTo>
                    <a:pt x="16927" y="1123"/>
                  </a:moveTo>
                  <a:lnTo>
                    <a:pt x="27200" y="4928"/>
                  </a:lnTo>
                  <a:cubicBezTo>
                    <a:pt x="27191" y="4960"/>
                    <a:pt x="27181" y="4992"/>
                    <a:pt x="27172" y="5025"/>
                  </a:cubicBezTo>
                  <a:cubicBezTo>
                    <a:pt x="26833" y="6244"/>
                    <a:pt x="27306" y="7493"/>
                    <a:pt x="28317" y="8257"/>
                  </a:cubicBezTo>
                  <a:cubicBezTo>
                    <a:pt x="28343" y="8278"/>
                    <a:pt x="28371" y="8297"/>
                    <a:pt x="28396" y="8317"/>
                  </a:cubicBezTo>
                  <a:cubicBezTo>
                    <a:pt x="22141" y="20308"/>
                    <a:pt x="23011" y="34940"/>
                    <a:pt x="16756" y="46933"/>
                  </a:cubicBezTo>
                  <a:cubicBezTo>
                    <a:pt x="16722" y="46928"/>
                    <a:pt x="16685" y="46926"/>
                    <a:pt x="16650" y="46924"/>
                  </a:cubicBezTo>
                  <a:cubicBezTo>
                    <a:pt x="16531" y="46914"/>
                    <a:pt x="16412" y="46909"/>
                    <a:pt x="16292" y="46909"/>
                  </a:cubicBezTo>
                  <a:cubicBezTo>
                    <a:pt x="15051" y="46909"/>
                    <a:pt x="13789" y="47445"/>
                    <a:pt x="12857" y="48325"/>
                  </a:cubicBezTo>
                  <a:cubicBezTo>
                    <a:pt x="12829" y="48351"/>
                    <a:pt x="12803" y="48376"/>
                    <a:pt x="12776" y="48401"/>
                  </a:cubicBezTo>
                  <a:cubicBezTo>
                    <a:pt x="9354" y="47132"/>
                    <a:pt x="5930" y="45864"/>
                    <a:pt x="2503" y="44596"/>
                  </a:cubicBezTo>
                  <a:cubicBezTo>
                    <a:pt x="2512" y="44564"/>
                    <a:pt x="2522" y="44532"/>
                    <a:pt x="2531" y="44499"/>
                  </a:cubicBezTo>
                  <a:cubicBezTo>
                    <a:pt x="2873" y="43282"/>
                    <a:pt x="2399" y="42029"/>
                    <a:pt x="1386" y="41269"/>
                  </a:cubicBezTo>
                  <a:cubicBezTo>
                    <a:pt x="1360" y="41248"/>
                    <a:pt x="1335" y="41227"/>
                    <a:pt x="1307" y="41207"/>
                  </a:cubicBezTo>
                  <a:cubicBezTo>
                    <a:pt x="7562" y="29216"/>
                    <a:pt x="6692" y="14584"/>
                    <a:pt x="12947" y="2591"/>
                  </a:cubicBezTo>
                  <a:lnTo>
                    <a:pt x="13055" y="2600"/>
                  </a:lnTo>
                  <a:cubicBezTo>
                    <a:pt x="13172" y="2610"/>
                    <a:pt x="13290" y="2615"/>
                    <a:pt x="13408" y="2615"/>
                  </a:cubicBezTo>
                  <a:cubicBezTo>
                    <a:pt x="14649" y="2615"/>
                    <a:pt x="15912" y="2080"/>
                    <a:pt x="16846" y="1199"/>
                  </a:cubicBezTo>
                  <a:cubicBezTo>
                    <a:pt x="16874" y="1173"/>
                    <a:pt x="16900" y="1148"/>
                    <a:pt x="16927" y="1123"/>
                  </a:cubicBezTo>
                  <a:close/>
                  <a:moveTo>
                    <a:pt x="16676" y="0"/>
                  </a:moveTo>
                  <a:cubicBezTo>
                    <a:pt x="15975" y="1041"/>
                    <a:pt x="14741" y="1696"/>
                    <a:pt x="13531" y="1696"/>
                  </a:cubicBezTo>
                  <a:cubicBezTo>
                    <a:pt x="13161" y="1696"/>
                    <a:pt x="12795" y="1635"/>
                    <a:pt x="12446" y="1506"/>
                  </a:cubicBezTo>
                  <a:cubicBezTo>
                    <a:pt x="5611" y="13882"/>
                    <a:pt x="6835" y="29246"/>
                    <a:pt x="0" y="41625"/>
                  </a:cubicBezTo>
                  <a:cubicBezTo>
                    <a:pt x="1489" y="42176"/>
                    <a:pt x="2087" y="43774"/>
                    <a:pt x="1173" y="45134"/>
                  </a:cubicBezTo>
                  <a:cubicBezTo>
                    <a:pt x="5124" y="46598"/>
                    <a:pt x="9077" y="48062"/>
                    <a:pt x="13030" y="49526"/>
                  </a:cubicBezTo>
                  <a:cubicBezTo>
                    <a:pt x="13728" y="48484"/>
                    <a:pt x="14961" y="47830"/>
                    <a:pt x="16172" y="47830"/>
                  </a:cubicBezTo>
                  <a:cubicBezTo>
                    <a:pt x="16542" y="47830"/>
                    <a:pt x="16910" y="47891"/>
                    <a:pt x="17260" y="48020"/>
                  </a:cubicBezTo>
                  <a:cubicBezTo>
                    <a:pt x="24094" y="35640"/>
                    <a:pt x="22871" y="20278"/>
                    <a:pt x="29705" y="7902"/>
                  </a:cubicBezTo>
                  <a:cubicBezTo>
                    <a:pt x="28216" y="7350"/>
                    <a:pt x="27616" y="5752"/>
                    <a:pt x="28530" y="4392"/>
                  </a:cubicBezTo>
                  <a:lnTo>
                    <a:pt x="16676" y="0"/>
                  </a:ln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7"/>
            <p:cNvSpPr/>
            <p:nvPr/>
          </p:nvSpPr>
          <p:spPr>
            <a:xfrm>
              <a:off x="1856650" y="548900"/>
              <a:ext cx="677225" cy="1182000"/>
            </a:xfrm>
            <a:custGeom>
              <a:rect b="b" l="l" r="r" t="t"/>
              <a:pathLst>
                <a:path extrusionOk="0" h="47280" w="27089">
                  <a:moveTo>
                    <a:pt x="15664" y="310"/>
                  </a:moveTo>
                  <a:cubicBezTo>
                    <a:pt x="18959" y="1529"/>
                    <a:pt x="22254" y="2751"/>
                    <a:pt x="25551" y="3972"/>
                  </a:cubicBezTo>
                  <a:cubicBezTo>
                    <a:pt x="25246" y="5214"/>
                    <a:pt x="25729" y="6480"/>
                    <a:pt x="26736" y="7281"/>
                  </a:cubicBezTo>
                  <a:cubicBezTo>
                    <a:pt x="20617" y="19177"/>
                    <a:pt x="21407" y="33633"/>
                    <a:pt x="15288" y="45529"/>
                  </a:cubicBezTo>
                  <a:cubicBezTo>
                    <a:pt x="15199" y="45524"/>
                    <a:pt x="15111" y="45522"/>
                    <a:pt x="15022" y="45522"/>
                  </a:cubicBezTo>
                  <a:cubicBezTo>
                    <a:pt x="13728" y="45522"/>
                    <a:pt x="12417" y="46067"/>
                    <a:pt x="11425" y="46968"/>
                  </a:cubicBezTo>
                  <a:lnTo>
                    <a:pt x="1538" y="43306"/>
                  </a:lnTo>
                  <a:cubicBezTo>
                    <a:pt x="1843" y="42063"/>
                    <a:pt x="1360" y="40798"/>
                    <a:pt x="353" y="39997"/>
                  </a:cubicBezTo>
                  <a:lnTo>
                    <a:pt x="356" y="39997"/>
                  </a:lnTo>
                  <a:cubicBezTo>
                    <a:pt x="6474" y="28101"/>
                    <a:pt x="5682" y="13644"/>
                    <a:pt x="11804" y="1749"/>
                  </a:cubicBezTo>
                  <a:cubicBezTo>
                    <a:pt x="11892" y="1754"/>
                    <a:pt x="11980" y="1756"/>
                    <a:pt x="12069" y="1756"/>
                  </a:cubicBezTo>
                  <a:cubicBezTo>
                    <a:pt x="13361" y="1756"/>
                    <a:pt x="14674" y="1211"/>
                    <a:pt x="15664" y="310"/>
                  </a:cubicBezTo>
                  <a:close/>
                  <a:moveTo>
                    <a:pt x="15620" y="1"/>
                  </a:moveTo>
                  <a:cubicBezTo>
                    <a:pt x="15593" y="26"/>
                    <a:pt x="15567" y="51"/>
                    <a:pt x="15539" y="77"/>
                  </a:cubicBezTo>
                  <a:cubicBezTo>
                    <a:pt x="14607" y="958"/>
                    <a:pt x="13342" y="1493"/>
                    <a:pt x="12101" y="1493"/>
                  </a:cubicBezTo>
                  <a:cubicBezTo>
                    <a:pt x="11983" y="1493"/>
                    <a:pt x="11865" y="1488"/>
                    <a:pt x="11748" y="1478"/>
                  </a:cubicBezTo>
                  <a:lnTo>
                    <a:pt x="11640" y="1469"/>
                  </a:lnTo>
                  <a:cubicBezTo>
                    <a:pt x="5385" y="13462"/>
                    <a:pt x="6255" y="28094"/>
                    <a:pt x="0" y="40085"/>
                  </a:cubicBezTo>
                  <a:cubicBezTo>
                    <a:pt x="28" y="40105"/>
                    <a:pt x="53" y="40126"/>
                    <a:pt x="81" y="40147"/>
                  </a:cubicBezTo>
                  <a:cubicBezTo>
                    <a:pt x="1092" y="40909"/>
                    <a:pt x="1566" y="42160"/>
                    <a:pt x="1224" y="43380"/>
                  </a:cubicBezTo>
                  <a:cubicBezTo>
                    <a:pt x="1215" y="43412"/>
                    <a:pt x="1205" y="43444"/>
                    <a:pt x="1196" y="43474"/>
                  </a:cubicBezTo>
                  <a:cubicBezTo>
                    <a:pt x="4620" y="44744"/>
                    <a:pt x="8044" y="46012"/>
                    <a:pt x="11469" y="47279"/>
                  </a:cubicBezTo>
                  <a:cubicBezTo>
                    <a:pt x="11496" y="47256"/>
                    <a:pt x="11522" y="47231"/>
                    <a:pt x="11550" y="47206"/>
                  </a:cubicBezTo>
                  <a:cubicBezTo>
                    <a:pt x="12484" y="46324"/>
                    <a:pt x="13750" y="45787"/>
                    <a:pt x="14991" y="45787"/>
                  </a:cubicBezTo>
                  <a:cubicBezTo>
                    <a:pt x="15109" y="45787"/>
                    <a:pt x="15226" y="45792"/>
                    <a:pt x="15343" y="45802"/>
                  </a:cubicBezTo>
                  <a:cubicBezTo>
                    <a:pt x="15380" y="45806"/>
                    <a:pt x="15415" y="45809"/>
                    <a:pt x="15452" y="45811"/>
                  </a:cubicBezTo>
                  <a:cubicBezTo>
                    <a:pt x="21704" y="33820"/>
                    <a:pt x="20834" y="19188"/>
                    <a:pt x="27089" y="7195"/>
                  </a:cubicBezTo>
                  <a:cubicBezTo>
                    <a:pt x="27064" y="7175"/>
                    <a:pt x="27036" y="7156"/>
                    <a:pt x="27010" y="7135"/>
                  </a:cubicBezTo>
                  <a:cubicBezTo>
                    <a:pt x="25999" y="6371"/>
                    <a:pt x="25526" y="5120"/>
                    <a:pt x="25865" y="3903"/>
                  </a:cubicBezTo>
                  <a:cubicBezTo>
                    <a:pt x="25874" y="3870"/>
                    <a:pt x="25884" y="3838"/>
                    <a:pt x="25893" y="3806"/>
                  </a:cubicBezTo>
                  <a:lnTo>
                    <a:pt x="15620" y="1"/>
                  </a:ln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7"/>
            <p:cNvSpPr/>
            <p:nvPr/>
          </p:nvSpPr>
          <p:spPr>
            <a:xfrm>
              <a:off x="2026925" y="971175"/>
              <a:ext cx="336675" cy="337450"/>
            </a:xfrm>
            <a:custGeom>
              <a:rect b="b" l="l" r="r" t="t"/>
              <a:pathLst>
                <a:path extrusionOk="0" h="13498" w="13467">
                  <a:moveTo>
                    <a:pt x="5989" y="0"/>
                  </a:moveTo>
                  <a:cubicBezTo>
                    <a:pt x="3447" y="0"/>
                    <a:pt x="1250" y="1728"/>
                    <a:pt x="700" y="4514"/>
                  </a:cubicBezTo>
                  <a:cubicBezTo>
                    <a:pt x="1" y="8044"/>
                    <a:pt x="2058" y="11880"/>
                    <a:pt x="5385" y="13113"/>
                  </a:cubicBezTo>
                  <a:cubicBezTo>
                    <a:pt x="6090" y="13374"/>
                    <a:pt x="6796" y="13498"/>
                    <a:pt x="7477" y="13498"/>
                  </a:cubicBezTo>
                  <a:cubicBezTo>
                    <a:pt x="10018" y="13498"/>
                    <a:pt x="12215" y="11769"/>
                    <a:pt x="12767" y="8984"/>
                  </a:cubicBezTo>
                  <a:cubicBezTo>
                    <a:pt x="13466" y="5454"/>
                    <a:pt x="11409" y="1618"/>
                    <a:pt x="8082" y="385"/>
                  </a:cubicBezTo>
                  <a:cubicBezTo>
                    <a:pt x="7376" y="124"/>
                    <a:pt x="6670" y="0"/>
                    <a:pt x="5989"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7"/>
            <p:cNvSpPr/>
            <p:nvPr/>
          </p:nvSpPr>
          <p:spPr>
            <a:xfrm>
              <a:off x="2237275" y="711425"/>
              <a:ext cx="114200" cy="100075"/>
            </a:xfrm>
            <a:custGeom>
              <a:rect b="b" l="l" r="r" t="t"/>
              <a:pathLst>
                <a:path extrusionOk="0" h="4003" w="4568">
                  <a:moveTo>
                    <a:pt x="2275" y="1"/>
                  </a:moveTo>
                  <a:cubicBezTo>
                    <a:pt x="1465" y="1"/>
                    <a:pt x="712" y="509"/>
                    <a:pt x="400" y="1318"/>
                  </a:cubicBezTo>
                  <a:cubicBezTo>
                    <a:pt x="0" y="2355"/>
                    <a:pt x="474" y="3488"/>
                    <a:pt x="1515" y="3874"/>
                  </a:cubicBezTo>
                  <a:cubicBezTo>
                    <a:pt x="1750" y="3961"/>
                    <a:pt x="1994" y="4002"/>
                    <a:pt x="2236" y="4002"/>
                  </a:cubicBezTo>
                  <a:cubicBezTo>
                    <a:pt x="3063" y="4002"/>
                    <a:pt x="3861" y="3516"/>
                    <a:pt x="4168" y="2715"/>
                  </a:cubicBezTo>
                  <a:cubicBezTo>
                    <a:pt x="4568" y="1680"/>
                    <a:pt x="4004" y="512"/>
                    <a:pt x="2965" y="126"/>
                  </a:cubicBezTo>
                  <a:cubicBezTo>
                    <a:pt x="2736" y="41"/>
                    <a:pt x="2503" y="1"/>
                    <a:pt x="2275"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 name="Google Shape;152;p27"/>
          <p:cNvGrpSpPr/>
          <p:nvPr/>
        </p:nvGrpSpPr>
        <p:grpSpPr>
          <a:xfrm>
            <a:off x="7908496" y="3841635"/>
            <a:ext cx="873884" cy="946881"/>
            <a:chOff x="2761250" y="617875"/>
            <a:chExt cx="1222900" cy="1325050"/>
          </a:xfrm>
        </p:grpSpPr>
        <p:sp>
          <p:nvSpPr>
            <p:cNvPr id="153" name="Google Shape;153;p27"/>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7"/>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7"/>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7"/>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7"/>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7"/>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7"/>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 name="Google Shape;160;p27"/>
          <p:cNvGrpSpPr/>
          <p:nvPr/>
        </p:nvGrpSpPr>
        <p:grpSpPr>
          <a:xfrm flipH="1">
            <a:off x="363547" y="3138367"/>
            <a:ext cx="819954" cy="888446"/>
            <a:chOff x="2761250" y="617875"/>
            <a:chExt cx="1222900" cy="1325050"/>
          </a:xfrm>
        </p:grpSpPr>
        <p:sp>
          <p:nvSpPr>
            <p:cNvPr id="161" name="Google Shape;161;p27"/>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7"/>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7"/>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7"/>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7"/>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7"/>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7"/>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 name="Google Shape;168;p27"/>
          <p:cNvGrpSpPr/>
          <p:nvPr/>
        </p:nvGrpSpPr>
        <p:grpSpPr>
          <a:xfrm rot="-1113213">
            <a:off x="8053014" y="1481330"/>
            <a:ext cx="584840" cy="513462"/>
            <a:chOff x="2665925" y="2466150"/>
            <a:chExt cx="627625" cy="551025"/>
          </a:xfrm>
        </p:grpSpPr>
        <p:sp>
          <p:nvSpPr>
            <p:cNvPr id="169" name="Google Shape;169;p27"/>
            <p:cNvSpPr/>
            <p:nvPr/>
          </p:nvSpPr>
          <p:spPr>
            <a:xfrm>
              <a:off x="2700675" y="2466150"/>
              <a:ext cx="592875" cy="549500"/>
            </a:xfrm>
            <a:custGeom>
              <a:rect b="b" l="l" r="r" t="t"/>
              <a:pathLst>
                <a:path extrusionOk="0" h="21980" w="23715">
                  <a:moveTo>
                    <a:pt x="6323" y="0"/>
                  </a:moveTo>
                  <a:cubicBezTo>
                    <a:pt x="5320" y="0"/>
                    <a:pt x="4347" y="220"/>
                    <a:pt x="3434" y="722"/>
                  </a:cubicBezTo>
                  <a:cubicBezTo>
                    <a:pt x="52" y="2578"/>
                    <a:pt x="1" y="6111"/>
                    <a:pt x="1" y="6111"/>
                  </a:cubicBezTo>
                  <a:cubicBezTo>
                    <a:pt x="1" y="6111"/>
                    <a:pt x="1555" y="3520"/>
                    <a:pt x="4741" y="3520"/>
                  </a:cubicBezTo>
                  <a:cubicBezTo>
                    <a:pt x="7746" y="3520"/>
                    <a:pt x="12205" y="5827"/>
                    <a:pt x="18179" y="14795"/>
                  </a:cubicBezTo>
                  <a:cubicBezTo>
                    <a:pt x="22322" y="21011"/>
                    <a:pt x="16293" y="21867"/>
                    <a:pt x="16293" y="21867"/>
                  </a:cubicBezTo>
                  <a:cubicBezTo>
                    <a:pt x="16293" y="21867"/>
                    <a:pt x="16625" y="21980"/>
                    <a:pt x="17147" y="21980"/>
                  </a:cubicBezTo>
                  <a:cubicBezTo>
                    <a:pt x="18141" y="21980"/>
                    <a:pt x="19823" y="21572"/>
                    <a:pt x="21209" y="19201"/>
                  </a:cubicBezTo>
                  <a:cubicBezTo>
                    <a:pt x="22213" y="17480"/>
                    <a:pt x="23714" y="15162"/>
                    <a:pt x="20548" y="10050"/>
                  </a:cubicBezTo>
                  <a:cubicBezTo>
                    <a:pt x="18795" y="7221"/>
                    <a:pt x="12072" y="0"/>
                    <a:pt x="6323"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7"/>
            <p:cNvSpPr/>
            <p:nvPr/>
          </p:nvSpPr>
          <p:spPr>
            <a:xfrm>
              <a:off x="2700275" y="2537525"/>
              <a:ext cx="507325" cy="479550"/>
            </a:xfrm>
            <a:custGeom>
              <a:rect b="b" l="l" r="r" t="t"/>
              <a:pathLst>
                <a:path extrusionOk="0" h="19182" w="20293">
                  <a:moveTo>
                    <a:pt x="3446" y="0"/>
                  </a:moveTo>
                  <a:cubicBezTo>
                    <a:pt x="3175" y="0"/>
                    <a:pt x="2902" y="23"/>
                    <a:pt x="2633" y="67"/>
                  </a:cubicBezTo>
                  <a:cubicBezTo>
                    <a:pt x="1859" y="197"/>
                    <a:pt x="1241" y="508"/>
                    <a:pt x="793" y="995"/>
                  </a:cubicBezTo>
                  <a:cubicBezTo>
                    <a:pt x="264" y="1570"/>
                    <a:pt x="1" y="2353"/>
                    <a:pt x="8" y="3325"/>
                  </a:cubicBezTo>
                  <a:cubicBezTo>
                    <a:pt x="12" y="4263"/>
                    <a:pt x="269" y="5339"/>
                    <a:pt x="770" y="6519"/>
                  </a:cubicBezTo>
                  <a:cubicBezTo>
                    <a:pt x="1799" y="8945"/>
                    <a:pt x="3741" y="11545"/>
                    <a:pt x="6242" y="13843"/>
                  </a:cubicBezTo>
                  <a:cubicBezTo>
                    <a:pt x="6535" y="14113"/>
                    <a:pt x="6812" y="14355"/>
                    <a:pt x="7085" y="14586"/>
                  </a:cubicBezTo>
                  <a:cubicBezTo>
                    <a:pt x="8876" y="16108"/>
                    <a:pt x="10793" y="17338"/>
                    <a:pt x="12629" y="18147"/>
                  </a:cubicBezTo>
                  <a:cubicBezTo>
                    <a:pt x="13116" y="18361"/>
                    <a:pt x="13614" y="18551"/>
                    <a:pt x="14122" y="18712"/>
                  </a:cubicBezTo>
                  <a:cubicBezTo>
                    <a:pt x="15032" y="19001"/>
                    <a:pt x="15877" y="19158"/>
                    <a:pt x="16630" y="19179"/>
                  </a:cubicBezTo>
                  <a:cubicBezTo>
                    <a:pt x="16688" y="19181"/>
                    <a:pt x="16745" y="19181"/>
                    <a:pt x="16803" y="19181"/>
                  </a:cubicBezTo>
                  <a:cubicBezTo>
                    <a:pt x="17985" y="19181"/>
                    <a:pt x="18893" y="18846"/>
                    <a:pt x="19500" y="18186"/>
                  </a:cubicBezTo>
                  <a:cubicBezTo>
                    <a:pt x="20026" y="17613"/>
                    <a:pt x="20292" y="16828"/>
                    <a:pt x="20285" y="15856"/>
                  </a:cubicBezTo>
                  <a:cubicBezTo>
                    <a:pt x="20280" y="14919"/>
                    <a:pt x="20024" y="13845"/>
                    <a:pt x="19523" y="12665"/>
                  </a:cubicBezTo>
                  <a:cubicBezTo>
                    <a:pt x="18493" y="10238"/>
                    <a:pt x="16551" y="7636"/>
                    <a:pt x="14053" y="5341"/>
                  </a:cubicBezTo>
                  <a:cubicBezTo>
                    <a:pt x="13342" y="4688"/>
                    <a:pt x="12599" y="4071"/>
                    <a:pt x="11825" y="3498"/>
                  </a:cubicBezTo>
                  <a:cubicBezTo>
                    <a:pt x="10894" y="2801"/>
                    <a:pt x="9911" y="2178"/>
                    <a:pt x="8886" y="1630"/>
                  </a:cubicBezTo>
                  <a:cubicBezTo>
                    <a:pt x="8364" y="1353"/>
                    <a:pt x="7847" y="1106"/>
                    <a:pt x="7343" y="898"/>
                  </a:cubicBezTo>
                  <a:cubicBezTo>
                    <a:pt x="5928" y="310"/>
                    <a:pt x="4593" y="0"/>
                    <a:pt x="3485" y="0"/>
                  </a:cubicBezTo>
                  <a:cubicBezTo>
                    <a:pt x="3472" y="0"/>
                    <a:pt x="3459" y="0"/>
                    <a:pt x="3446"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7"/>
            <p:cNvSpPr/>
            <p:nvPr/>
          </p:nvSpPr>
          <p:spPr>
            <a:xfrm>
              <a:off x="2665925" y="2537350"/>
              <a:ext cx="575950" cy="479825"/>
            </a:xfrm>
            <a:custGeom>
              <a:rect b="b" l="l" r="r" t="t"/>
              <a:pathLst>
                <a:path extrusionOk="0" h="19193" w="23038">
                  <a:moveTo>
                    <a:pt x="4859" y="0"/>
                  </a:moveTo>
                  <a:cubicBezTo>
                    <a:pt x="4859" y="0"/>
                    <a:pt x="4860" y="0"/>
                    <a:pt x="4860" y="0"/>
                  </a:cubicBezTo>
                  <a:lnTo>
                    <a:pt x="4860" y="0"/>
                  </a:lnTo>
                  <a:cubicBezTo>
                    <a:pt x="4860" y="0"/>
                    <a:pt x="4861" y="0"/>
                    <a:pt x="4861" y="0"/>
                  </a:cubicBezTo>
                  <a:close/>
                  <a:moveTo>
                    <a:pt x="4861" y="12"/>
                  </a:moveTo>
                  <a:cubicBezTo>
                    <a:pt x="5967" y="12"/>
                    <a:pt x="7302" y="324"/>
                    <a:pt x="8717" y="910"/>
                  </a:cubicBezTo>
                  <a:cubicBezTo>
                    <a:pt x="9218" y="1118"/>
                    <a:pt x="9738" y="1365"/>
                    <a:pt x="10260" y="1642"/>
                  </a:cubicBezTo>
                  <a:cubicBezTo>
                    <a:pt x="11285" y="2189"/>
                    <a:pt x="12266" y="2813"/>
                    <a:pt x="13197" y="3508"/>
                  </a:cubicBezTo>
                  <a:cubicBezTo>
                    <a:pt x="13970" y="4083"/>
                    <a:pt x="14714" y="4697"/>
                    <a:pt x="15423" y="5350"/>
                  </a:cubicBezTo>
                  <a:cubicBezTo>
                    <a:pt x="16686" y="6509"/>
                    <a:pt x="17808" y="7749"/>
                    <a:pt x="18757" y="9028"/>
                  </a:cubicBezTo>
                  <a:cubicBezTo>
                    <a:pt x="19673" y="10266"/>
                    <a:pt x="20391" y="11492"/>
                    <a:pt x="20893" y="12672"/>
                  </a:cubicBezTo>
                  <a:cubicBezTo>
                    <a:pt x="21394" y="13852"/>
                    <a:pt x="21648" y="14926"/>
                    <a:pt x="21654" y="15863"/>
                  </a:cubicBezTo>
                  <a:cubicBezTo>
                    <a:pt x="21661" y="16833"/>
                    <a:pt x="21396" y="17616"/>
                    <a:pt x="20872" y="18188"/>
                  </a:cubicBezTo>
                  <a:cubicBezTo>
                    <a:pt x="20567" y="18518"/>
                    <a:pt x="20179" y="18770"/>
                    <a:pt x="19720" y="18939"/>
                  </a:cubicBezTo>
                  <a:cubicBezTo>
                    <a:pt x="19274" y="19100"/>
                    <a:pt x="18754" y="19183"/>
                    <a:pt x="18179" y="19183"/>
                  </a:cubicBezTo>
                  <a:cubicBezTo>
                    <a:pt x="18122" y="19183"/>
                    <a:pt x="18064" y="19183"/>
                    <a:pt x="18006" y="19181"/>
                  </a:cubicBezTo>
                  <a:cubicBezTo>
                    <a:pt x="17251" y="19158"/>
                    <a:pt x="16408" y="19001"/>
                    <a:pt x="15499" y="18715"/>
                  </a:cubicBezTo>
                  <a:cubicBezTo>
                    <a:pt x="14991" y="18553"/>
                    <a:pt x="14492" y="18364"/>
                    <a:pt x="14005" y="18147"/>
                  </a:cubicBezTo>
                  <a:cubicBezTo>
                    <a:pt x="12169" y="17339"/>
                    <a:pt x="10253" y="16110"/>
                    <a:pt x="8463" y="14589"/>
                  </a:cubicBezTo>
                  <a:lnTo>
                    <a:pt x="8461" y="14589"/>
                  </a:lnTo>
                  <a:cubicBezTo>
                    <a:pt x="8189" y="14358"/>
                    <a:pt x="7914" y="14115"/>
                    <a:pt x="7621" y="13845"/>
                  </a:cubicBezTo>
                  <a:cubicBezTo>
                    <a:pt x="6357" y="12684"/>
                    <a:pt x="5235" y="11446"/>
                    <a:pt x="4284" y="10165"/>
                  </a:cubicBezTo>
                  <a:cubicBezTo>
                    <a:pt x="3367" y="8927"/>
                    <a:pt x="2649" y="7701"/>
                    <a:pt x="2148" y="6521"/>
                  </a:cubicBezTo>
                  <a:cubicBezTo>
                    <a:pt x="1649" y="5341"/>
                    <a:pt x="1393" y="4270"/>
                    <a:pt x="1386" y="3330"/>
                  </a:cubicBezTo>
                  <a:cubicBezTo>
                    <a:pt x="1382" y="2360"/>
                    <a:pt x="1645" y="1577"/>
                    <a:pt x="2171" y="1007"/>
                  </a:cubicBezTo>
                  <a:cubicBezTo>
                    <a:pt x="2617" y="520"/>
                    <a:pt x="3238" y="208"/>
                    <a:pt x="4009" y="79"/>
                  </a:cubicBezTo>
                  <a:cubicBezTo>
                    <a:pt x="4291" y="33"/>
                    <a:pt x="4575" y="12"/>
                    <a:pt x="4861" y="12"/>
                  </a:cubicBezTo>
                  <a:close/>
                  <a:moveTo>
                    <a:pt x="4860" y="0"/>
                  </a:moveTo>
                  <a:cubicBezTo>
                    <a:pt x="4574" y="0"/>
                    <a:pt x="4288" y="21"/>
                    <a:pt x="4007" y="67"/>
                  </a:cubicBezTo>
                  <a:cubicBezTo>
                    <a:pt x="3252" y="194"/>
                    <a:pt x="2622" y="499"/>
                    <a:pt x="2160" y="998"/>
                  </a:cubicBezTo>
                  <a:cubicBezTo>
                    <a:pt x="1" y="3348"/>
                    <a:pt x="2441" y="9102"/>
                    <a:pt x="7611" y="13852"/>
                  </a:cubicBezTo>
                  <a:cubicBezTo>
                    <a:pt x="7891" y="14111"/>
                    <a:pt x="8170" y="14358"/>
                    <a:pt x="8454" y="14595"/>
                  </a:cubicBezTo>
                  <a:lnTo>
                    <a:pt x="8456" y="14595"/>
                  </a:lnTo>
                  <a:cubicBezTo>
                    <a:pt x="10304" y="16166"/>
                    <a:pt x="12220" y="17371"/>
                    <a:pt x="14000" y="18156"/>
                  </a:cubicBezTo>
                  <a:cubicBezTo>
                    <a:pt x="14487" y="18371"/>
                    <a:pt x="14986" y="18560"/>
                    <a:pt x="15494" y="18724"/>
                  </a:cubicBezTo>
                  <a:cubicBezTo>
                    <a:pt x="16397" y="19008"/>
                    <a:pt x="17244" y="19167"/>
                    <a:pt x="18004" y="19190"/>
                  </a:cubicBezTo>
                  <a:cubicBezTo>
                    <a:pt x="18062" y="19190"/>
                    <a:pt x="18119" y="19193"/>
                    <a:pt x="18177" y="19193"/>
                  </a:cubicBezTo>
                  <a:cubicBezTo>
                    <a:pt x="19320" y="19193"/>
                    <a:pt x="20255" y="18872"/>
                    <a:pt x="20879" y="18193"/>
                  </a:cubicBezTo>
                  <a:cubicBezTo>
                    <a:pt x="23038" y="15845"/>
                    <a:pt x="20597" y="10088"/>
                    <a:pt x="15429" y="5341"/>
                  </a:cubicBezTo>
                  <a:cubicBezTo>
                    <a:pt x="14721" y="4688"/>
                    <a:pt x="13977" y="4073"/>
                    <a:pt x="13201" y="3498"/>
                  </a:cubicBezTo>
                  <a:cubicBezTo>
                    <a:pt x="12271" y="2801"/>
                    <a:pt x="11287" y="2178"/>
                    <a:pt x="10262" y="1630"/>
                  </a:cubicBezTo>
                  <a:cubicBezTo>
                    <a:pt x="9738" y="1351"/>
                    <a:pt x="9223" y="1106"/>
                    <a:pt x="8717" y="899"/>
                  </a:cubicBezTo>
                  <a:cubicBezTo>
                    <a:pt x="7305" y="312"/>
                    <a:pt x="5982" y="1"/>
                    <a:pt x="4860"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7"/>
            <p:cNvSpPr/>
            <p:nvPr/>
          </p:nvSpPr>
          <p:spPr>
            <a:xfrm>
              <a:off x="2747900" y="2609975"/>
              <a:ext cx="408725" cy="340475"/>
            </a:xfrm>
            <a:custGeom>
              <a:rect b="b" l="l" r="r" t="t"/>
              <a:pathLst>
                <a:path extrusionOk="0" h="13619" w="16349">
                  <a:moveTo>
                    <a:pt x="3097" y="0"/>
                  </a:moveTo>
                  <a:cubicBezTo>
                    <a:pt x="2363" y="0"/>
                    <a:pt x="1799" y="206"/>
                    <a:pt x="1428" y="610"/>
                  </a:cubicBezTo>
                  <a:cubicBezTo>
                    <a:pt x="1" y="2164"/>
                    <a:pt x="1866" y="6207"/>
                    <a:pt x="5586" y="9624"/>
                  </a:cubicBezTo>
                  <a:cubicBezTo>
                    <a:pt x="8228" y="12051"/>
                    <a:pt x="11236" y="13618"/>
                    <a:pt x="13252" y="13618"/>
                  </a:cubicBezTo>
                  <a:cubicBezTo>
                    <a:pt x="13986" y="13618"/>
                    <a:pt x="14547" y="13413"/>
                    <a:pt x="14921" y="13007"/>
                  </a:cubicBezTo>
                  <a:cubicBezTo>
                    <a:pt x="16348" y="11455"/>
                    <a:pt x="14483" y="7410"/>
                    <a:pt x="10760" y="3992"/>
                  </a:cubicBezTo>
                  <a:cubicBezTo>
                    <a:pt x="8121" y="1568"/>
                    <a:pt x="5113" y="0"/>
                    <a:pt x="3097"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7"/>
            <p:cNvSpPr/>
            <p:nvPr/>
          </p:nvSpPr>
          <p:spPr>
            <a:xfrm>
              <a:off x="2747675" y="2609800"/>
              <a:ext cx="409125" cy="340775"/>
            </a:xfrm>
            <a:custGeom>
              <a:rect b="b" l="l" r="r" t="t"/>
              <a:pathLst>
                <a:path extrusionOk="0" h="13631" w="16365">
                  <a:moveTo>
                    <a:pt x="3106" y="12"/>
                  </a:moveTo>
                  <a:cubicBezTo>
                    <a:pt x="4080" y="12"/>
                    <a:pt x="5304" y="376"/>
                    <a:pt x="6646" y="1067"/>
                  </a:cubicBezTo>
                  <a:cubicBezTo>
                    <a:pt x="8019" y="1776"/>
                    <a:pt x="9444" y="2792"/>
                    <a:pt x="10767" y="4004"/>
                  </a:cubicBezTo>
                  <a:cubicBezTo>
                    <a:pt x="12568" y="5659"/>
                    <a:pt x="13993" y="7509"/>
                    <a:pt x="14778" y="9213"/>
                  </a:cubicBezTo>
                  <a:cubicBezTo>
                    <a:pt x="15159" y="10040"/>
                    <a:pt x="15369" y="10788"/>
                    <a:pt x="15401" y="11434"/>
                  </a:cubicBezTo>
                  <a:cubicBezTo>
                    <a:pt x="15434" y="12102"/>
                    <a:pt x="15272" y="12633"/>
                    <a:pt x="14926" y="13011"/>
                  </a:cubicBezTo>
                  <a:cubicBezTo>
                    <a:pt x="14554" y="13415"/>
                    <a:pt x="13993" y="13621"/>
                    <a:pt x="13261" y="13621"/>
                  </a:cubicBezTo>
                  <a:cubicBezTo>
                    <a:pt x="12286" y="13621"/>
                    <a:pt x="11063" y="13256"/>
                    <a:pt x="9721" y="12566"/>
                  </a:cubicBezTo>
                  <a:cubicBezTo>
                    <a:pt x="8345" y="11857"/>
                    <a:pt x="6923" y="10843"/>
                    <a:pt x="5600" y="9629"/>
                  </a:cubicBezTo>
                  <a:cubicBezTo>
                    <a:pt x="3799" y="7973"/>
                    <a:pt x="2374" y="6124"/>
                    <a:pt x="1589" y="4420"/>
                  </a:cubicBezTo>
                  <a:cubicBezTo>
                    <a:pt x="1206" y="3593"/>
                    <a:pt x="998" y="2845"/>
                    <a:pt x="966" y="2198"/>
                  </a:cubicBezTo>
                  <a:cubicBezTo>
                    <a:pt x="933" y="1531"/>
                    <a:pt x="1093" y="1000"/>
                    <a:pt x="1441" y="621"/>
                  </a:cubicBezTo>
                  <a:cubicBezTo>
                    <a:pt x="1813" y="217"/>
                    <a:pt x="2372" y="12"/>
                    <a:pt x="3106" y="12"/>
                  </a:cubicBezTo>
                  <a:close/>
                  <a:moveTo>
                    <a:pt x="3106" y="0"/>
                  </a:moveTo>
                  <a:cubicBezTo>
                    <a:pt x="2392" y="0"/>
                    <a:pt x="1815" y="196"/>
                    <a:pt x="1432" y="614"/>
                  </a:cubicBezTo>
                  <a:cubicBezTo>
                    <a:pt x="0" y="2173"/>
                    <a:pt x="1864" y="6211"/>
                    <a:pt x="5590" y="9636"/>
                  </a:cubicBezTo>
                  <a:cubicBezTo>
                    <a:pt x="8324" y="12148"/>
                    <a:pt x="11301" y="13630"/>
                    <a:pt x="13259" y="13630"/>
                  </a:cubicBezTo>
                  <a:cubicBezTo>
                    <a:pt x="13972" y="13630"/>
                    <a:pt x="14552" y="13434"/>
                    <a:pt x="14933" y="13018"/>
                  </a:cubicBezTo>
                  <a:cubicBezTo>
                    <a:pt x="16364" y="11460"/>
                    <a:pt x="14503" y="7421"/>
                    <a:pt x="10774" y="3995"/>
                  </a:cubicBezTo>
                  <a:cubicBezTo>
                    <a:pt x="8040" y="1485"/>
                    <a:pt x="5064" y="0"/>
                    <a:pt x="3106"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7"/>
            <p:cNvSpPr/>
            <p:nvPr/>
          </p:nvSpPr>
          <p:spPr>
            <a:xfrm>
              <a:off x="2716275" y="2553225"/>
              <a:ext cx="450800" cy="428675"/>
            </a:xfrm>
            <a:custGeom>
              <a:rect b="b" l="l" r="r" t="t"/>
              <a:pathLst>
                <a:path extrusionOk="0" fill="none" h="17147" w="18032">
                  <a:moveTo>
                    <a:pt x="12665" y="5530"/>
                  </a:moveTo>
                  <a:cubicBezTo>
                    <a:pt x="14711" y="7410"/>
                    <a:pt x="16336" y="9578"/>
                    <a:pt x="17184" y="11557"/>
                  </a:cubicBezTo>
                  <a:cubicBezTo>
                    <a:pt x="18031" y="13538"/>
                    <a:pt x="18031" y="15168"/>
                    <a:pt x="17184" y="16087"/>
                  </a:cubicBezTo>
                  <a:cubicBezTo>
                    <a:pt x="16339" y="17008"/>
                    <a:pt x="14713" y="17147"/>
                    <a:pt x="12670" y="16468"/>
                  </a:cubicBezTo>
                  <a:cubicBezTo>
                    <a:pt x="10626" y="15791"/>
                    <a:pt x="8329" y="14355"/>
                    <a:pt x="6283" y="12476"/>
                  </a:cubicBezTo>
                  <a:cubicBezTo>
                    <a:pt x="2025" y="8562"/>
                    <a:pt x="0" y="3836"/>
                    <a:pt x="1764" y="1917"/>
                  </a:cubicBezTo>
                  <a:cubicBezTo>
                    <a:pt x="3526" y="0"/>
                    <a:pt x="8407" y="1617"/>
                    <a:pt x="12665" y="553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7"/>
            <p:cNvSpPr/>
            <p:nvPr/>
          </p:nvSpPr>
          <p:spPr>
            <a:xfrm>
              <a:off x="2766075" y="2537900"/>
              <a:ext cx="249925" cy="453525"/>
            </a:xfrm>
            <a:custGeom>
              <a:rect b="b" l="l" r="r" t="t"/>
              <a:pathLst>
                <a:path extrusionOk="0" h="18141" w="9997">
                  <a:moveTo>
                    <a:pt x="859" y="0"/>
                  </a:moveTo>
                  <a:cubicBezTo>
                    <a:pt x="568" y="0"/>
                    <a:pt x="282" y="17"/>
                    <a:pt x="1" y="50"/>
                  </a:cubicBezTo>
                  <a:lnTo>
                    <a:pt x="587" y="1966"/>
                  </a:lnTo>
                  <a:lnTo>
                    <a:pt x="980" y="3248"/>
                  </a:lnTo>
                  <a:lnTo>
                    <a:pt x="3349" y="10985"/>
                  </a:lnTo>
                  <a:lnTo>
                    <a:pt x="3871" y="12685"/>
                  </a:lnTo>
                  <a:lnTo>
                    <a:pt x="4448" y="14576"/>
                  </a:lnTo>
                  <a:lnTo>
                    <a:pt x="4450" y="14576"/>
                  </a:lnTo>
                  <a:cubicBezTo>
                    <a:pt x="6298" y="16146"/>
                    <a:pt x="8216" y="17351"/>
                    <a:pt x="9997" y="18141"/>
                  </a:cubicBezTo>
                  <a:lnTo>
                    <a:pt x="9535" y="16635"/>
                  </a:lnTo>
                  <a:lnTo>
                    <a:pt x="9209" y="15566"/>
                  </a:lnTo>
                  <a:lnTo>
                    <a:pt x="7771" y="10868"/>
                  </a:lnTo>
                  <a:lnTo>
                    <a:pt x="7741" y="10777"/>
                  </a:lnTo>
                  <a:lnTo>
                    <a:pt x="7487" y="9937"/>
                  </a:lnTo>
                  <a:lnTo>
                    <a:pt x="7484" y="9935"/>
                  </a:lnTo>
                  <a:lnTo>
                    <a:pt x="6847" y="7857"/>
                  </a:lnTo>
                  <a:lnTo>
                    <a:pt x="5600" y="3781"/>
                  </a:lnTo>
                  <a:lnTo>
                    <a:pt x="5208" y="2497"/>
                  </a:lnTo>
                  <a:lnTo>
                    <a:pt x="4714" y="881"/>
                  </a:lnTo>
                  <a:cubicBezTo>
                    <a:pt x="3342" y="284"/>
                    <a:pt x="2059" y="0"/>
                    <a:pt x="859"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7"/>
            <p:cNvSpPr/>
            <p:nvPr/>
          </p:nvSpPr>
          <p:spPr>
            <a:xfrm>
              <a:off x="2922450" y="2578150"/>
              <a:ext cx="193575" cy="439025"/>
            </a:xfrm>
            <a:custGeom>
              <a:rect b="b" l="l" r="r" t="t"/>
              <a:pathLst>
                <a:path extrusionOk="0" h="17561" w="7743">
                  <a:moveTo>
                    <a:pt x="1" y="1"/>
                  </a:moveTo>
                  <a:lnTo>
                    <a:pt x="509" y="1652"/>
                  </a:lnTo>
                  <a:lnTo>
                    <a:pt x="941" y="3063"/>
                  </a:lnTo>
                  <a:lnTo>
                    <a:pt x="2479" y="8085"/>
                  </a:lnTo>
                  <a:lnTo>
                    <a:pt x="2804" y="9151"/>
                  </a:lnTo>
                  <a:lnTo>
                    <a:pt x="2929" y="9555"/>
                  </a:lnTo>
                  <a:lnTo>
                    <a:pt x="2931" y="9558"/>
                  </a:lnTo>
                  <a:lnTo>
                    <a:pt x="3095" y="10098"/>
                  </a:lnTo>
                  <a:lnTo>
                    <a:pt x="4467" y="14575"/>
                  </a:lnTo>
                  <a:lnTo>
                    <a:pt x="4769" y="15573"/>
                  </a:lnTo>
                  <a:lnTo>
                    <a:pt x="5235" y="17094"/>
                  </a:lnTo>
                  <a:cubicBezTo>
                    <a:pt x="6136" y="17378"/>
                    <a:pt x="6983" y="17538"/>
                    <a:pt x="7743" y="17561"/>
                  </a:cubicBezTo>
                  <a:lnTo>
                    <a:pt x="7226" y="15868"/>
                  </a:lnTo>
                  <a:lnTo>
                    <a:pt x="6912" y="14836"/>
                  </a:lnTo>
                  <a:lnTo>
                    <a:pt x="4058" y="5519"/>
                  </a:lnTo>
                  <a:lnTo>
                    <a:pt x="3513" y="3737"/>
                  </a:lnTo>
                  <a:lnTo>
                    <a:pt x="2940" y="1866"/>
                  </a:lnTo>
                  <a:lnTo>
                    <a:pt x="1767" y="1074"/>
                  </a:lnTo>
                  <a:lnTo>
                    <a:pt x="1"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 name="Google Shape;177;p27"/>
          <p:cNvGrpSpPr/>
          <p:nvPr/>
        </p:nvGrpSpPr>
        <p:grpSpPr>
          <a:xfrm rot="-8988861">
            <a:off x="7063347" y="4140502"/>
            <a:ext cx="627351" cy="349167"/>
            <a:chOff x="2894700" y="2288100"/>
            <a:chExt cx="717875" cy="399550"/>
          </a:xfrm>
        </p:grpSpPr>
        <p:sp>
          <p:nvSpPr>
            <p:cNvPr id="178" name="Google Shape;178;p27"/>
            <p:cNvSpPr/>
            <p:nvPr/>
          </p:nvSpPr>
          <p:spPr>
            <a:xfrm>
              <a:off x="2913750" y="2383575"/>
              <a:ext cx="653175" cy="304050"/>
            </a:xfrm>
            <a:custGeom>
              <a:rect b="b" l="l" r="r" t="t"/>
              <a:pathLst>
                <a:path extrusionOk="0" h="12162" w="26127">
                  <a:moveTo>
                    <a:pt x="9599" y="12"/>
                  </a:moveTo>
                  <a:lnTo>
                    <a:pt x="9599" y="14"/>
                  </a:lnTo>
                  <a:cubicBezTo>
                    <a:pt x="10107" y="14"/>
                    <a:pt x="10631" y="30"/>
                    <a:pt x="11153" y="63"/>
                  </a:cubicBezTo>
                  <a:cubicBezTo>
                    <a:pt x="12116" y="123"/>
                    <a:pt x="13074" y="233"/>
                    <a:pt x="14025" y="395"/>
                  </a:cubicBezTo>
                  <a:cubicBezTo>
                    <a:pt x="15715" y="681"/>
                    <a:pt x="17329" y="1109"/>
                    <a:pt x="18825" y="1665"/>
                  </a:cubicBezTo>
                  <a:cubicBezTo>
                    <a:pt x="20269" y="2205"/>
                    <a:pt x="21538" y="2843"/>
                    <a:pt x="22598" y="3558"/>
                  </a:cubicBezTo>
                  <a:cubicBezTo>
                    <a:pt x="23660" y="4276"/>
                    <a:pt x="24459" y="5036"/>
                    <a:pt x="24974" y="5821"/>
                  </a:cubicBezTo>
                  <a:cubicBezTo>
                    <a:pt x="25508" y="6632"/>
                    <a:pt x="25713" y="7431"/>
                    <a:pt x="25584" y="8197"/>
                  </a:cubicBezTo>
                  <a:cubicBezTo>
                    <a:pt x="25505" y="8661"/>
                    <a:pt x="25302" y="9105"/>
                    <a:pt x="24981" y="9511"/>
                  </a:cubicBezTo>
                  <a:cubicBezTo>
                    <a:pt x="24669" y="9906"/>
                    <a:pt x="24245" y="10268"/>
                    <a:pt x="23720" y="10589"/>
                  </a:cubicBezTo>
                  <a:cubicBezTo>
                    <a:pt x="23076" y="10982"/>
                    <a:pt x="22284" y="11310"/>
                    <a:pt x="21363" y="11564"/>
                  </a:cubicBezTo>
                  <a:cubicBezTo>
                    <a:pt x="20850" y="11702"/>
                    <a:pt x="20329" y="11815"/>
                    <a:pt x="19802" y="11901"/>
                  </a:cubicBezTo>
                  <a:cubicBezTo>
                    <a:pt x="18745" y="12067"/>
                    <a:pt x="17678" y="12150"/>
                    <a:pt x="16608" y="12150"/>
                  </a:cubicBezTo>
                  <a:cubicBezTo>
                    <a:pt x="16579" y="12150"/>
                    <a:pt x="16550" y="12150"/>
                    <a:pt x="16521" y="12150"/>
                  </a:cubicBezTo>
                  <a:cubicBezTo>
                    <a:pt x="15417" y="12148"/>
                    <a:pt x="14314" y="12076"/>
                    <a:pt x="13217" y="11933"/>
                  </a:cubicBezTo>
                  <a:lnTo>
                    <a:pt x="13215" y="11933"/>
                  </a:lnTo>
                  <a:cubicBezTo>
                    <a:pt x="12861" y="11889"/>
                    <a:pt x="12497" y="11836"/>
                    <a:pt x="12104" y="11769"/>
                  </a:cubicBezTo>
                  <a:cubicBezTo>
                    <a:pt x="10412" y="11483"/>
                    <a:pt x="8798" y="11056"/>
                    <a:pt x="7304" y="10497"/>
                  </a:cubicBezTo>
                  <a:cubicBezTo>
                    <a:pt x="5861" y="9959"/>
                    <a:pt x="4591" y="9322"/>
                    <a:pt x="3528" y="8603"/>
                  </a:cubicBezTo>
                  <a:cubicBezTo>
                    <a:pt x="2466" y="7888"/>
                    <a:pt x="1667" y="7126"/>
                    <a:pt x="1150" y="6343"/>
                  </a:cubicBezTo>
                  <a:cubicBezTo>
                    <a:pt x="617" y="5533"/>
                    <a:pt x="414" y="4731"/>
                    <a:pt x="543" y="3967"/>
                  </a:cubicBezTo>
                  <a:cubicBezTo>
                    <a:pt x="654" y="3314"/>
                    <a:pt x="1002" y="2716"/>
                    <a:pt x="1582" y="2187"/>
                  </a:cubicBezTo>
                  <a:cubicBezTo>
                    <a:pt x="2526" y="1323"/>
                    <a:pt x="4048" y="679"/>
                    <a:pt x="5981" y="321"/>
                  </a:cubicBezTo>
                  <a:cubicBezTo>
                    <a:pt x="6516" y="222"/>
                    <a:pt x="7084" y="146"/>
                    <a:pt x="7675" y="97"/>
                  </a:cubicBezTo>
                  <a:cubicBezTo>
                    <a:pt x="8292" y="42"/>
                    <a:pt x="8941" y="12"/>
                    <a:pt x="9599" y="12"/>
                  </a:cubicBezTo>
                  <a:close/>
                  <a:moveTo>
                    <a:pt x="9599" y="0"/>
                  </a:moveTo>
                  <a:lnTo>
                    <a:pt x="9599" y="3"/>
                  </a:lnTo>
                  <a:cubicBezTo>
                    <a:pt x="8936" y="3"/>
                    <a:pt x="8290" y="30"/>
                    <a:pt x="7673" y="86"/>
                  </a:cubicBezTo>
                  <a:cubicBezTo>
                    <a:pt x="7082" y="136"/>
                    <a:pt x="6514" y="213"/>
                    <a:pt x="5978" y="312"/>
                  </a:cubicBezTo>
                  <a:cubicBezTo>
                    <a:pt x="4071" y="663"/>
                    <a:pt x="2529" y="1305"/>
                    <a:pt x="1575" y="2178"/>
                  </a:cubicBezTo>
                  <a:cubicBezTo>
                    <a:pt x="1007" y="2697"/>
                    <a:pt x="647" y="3295"/>
                    <a:pt x="534" y="3965"/>
                  </a:cubicBezTo>
                  <a:cubicBezTo>
                    <a:pt x="0" y="7110"/>
                    <a:pt x="5179" y="10610"/>
                    <a:pt x="12102" y="11778"/>
                  </a:cubicBezTo>
                  <a:cubicBezTo>
                    <a:pt x="12478" y="11843"/>
                    <a:pt x="12845" y="11898"/>
                    <a:pt x="13215" y="11945"/>
                  </a:cubicBezTo>
                  <a:lnTo>
                    <a:pt x="13217" y="11945"/>
                  </a:lnTo>
                  <a:cubicBezTo>
                    <a:pt x="14311" y="12088"/>
                    <a:pt x="15417" y="12159"/>
                    <a:pt x="16523" y="12162"/>
                  </a:cubicBezTo>
                  <a:cubicBezTo>
                    <a:pt x="16552" y="12162"/>
                    <a:pt x="16581" y="12162"/>
                    <a:pt x="16610" y="12162"/>
                  </a:cubicBezTo>
                  <a:cubicBezTo>
                    <a:pt x="17680" y="12162"/>
                    <a:pt x="18748" y="12079"/>
                    <a:pt x="19804" y="11910"/>
                  </a:cubicBezTo>
                  <a:cubicBezTo>
                    <a:pt x="20331" y="11827"/>
                    <a:pt x="20853" y="11714"/>
                    <a:pt x="21368" y="11573"/>
                  </a:cubicBezTo>
                  <a:cubicBezTo>
                    <a:pt x="22280" y="11321"/>
                    <a:pt x="23076" y="10993"/>
                    <a:pt x="23725" y="10598"/>
                  </a:cubicBezTo>
                  <a:cubicBezTo>
                    <a:pt x="24769" y="9961"/>
                    <a:pt x="25434" y="9151"/>
                    <a:pt x="25595" y="8199"/>
                  </a:cubicBezTo>
                  <a:cubicBezTo>
                    <a:pt x="26126" y="5052"/>
                    <a:pt x="20947" y="1554"/>
                    <a:pt x="14027" y="383"/>
                  </a:cubicBezTo>
                  <a:cubicBezTo>
                    <a:pt x="13076" y="222"/>
                    <a:pt x="12118" y="111"/>
                    <a:pt x="11155" y="51"/>
                  </a:cubicBezTo>
                  <a:cubicBezTo>
                    <a:pt x="10626" y="19"/>
                    <a:pt x="10107" y="0"/>
                    <a:pt x="959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 name="Google Shape;179;p27"/>
            <p:cNvGrpSpPr/>
            <p:nvPr/>
          </p:nvGrpSpPr>
          <p:grpSpPr>
            <a:xfrm>
              <a:off x="2894700" y="2288100"/>
              <a:ext cx="717875" cy="399550"/>
              <a:chOff x="2894700" y="2288100"/>
              <a:chExt cx="717875" cy="399550"/>
            </a:xfrm>
          </p:grpSpPr>
          <p:sp>
            <p:nvSpPr>
              <p:cNvPr id="180" name="Google Shape;180;p27"/>
              <p:cNvSpPr/>
              <p:nvPr/>
            </p:nvSpPr>
            <p:spPr>
              <a:xfrm>
                <a:off x="2894700" y="2288100"/>
                <a:ext cx="717875" cy="361250"/>
              </a:xfrm>
              <a:custGeom>
                <a:rect b="b" l="l" r="r" t="t"/>
                <a:pathLst>
                  <a:path extrusionOk="0" h="14450" w="28715">
                    <a:moveTo>
                      <a:pt x="10362" y="1"/>
                    </a:moveTo>
                    <a:cubicBezTo>
                      <a:pt x="6748" y="1"/>
                      <a:pt x="3330" y="909"/>
                      <a:pt x="1824" y="3713"/>
                    </a:cubicBezTo>
                    <a:cubicBezTo>
                      <a:pt x="0" y="7112"/>
                      <a:pt x="1880" y="10104"/>
                      <a:pt x="1880" y="10104"/>
                    </a:cubicBezTo>
                    <a:cubicBezTo>
                      <a:pt x="1880" y="10104"/>
                      <a:pt x="1669" y="4161"/>
                      <a:pt x="9216" y="4161"/>
                    </a:cubicBezTo>
                    <a:cubicBezTo>
                      <a:pt x="12125" y="4161"/>
                      <a:pt x="16187" y="5044"/>
                      <a:pt x="21857" y="7490"/>
                    </a:cubicBezTo>
                    <a:cubicBezTo>
                      <a:pt x="28715" y="10451"/>
                      <a:pt x="24125" y="14450"/>
                      <a:pt x="24125" y="14450"/>
                    </a:cubicBezTo>
                    <a:cubicBezTo>
                      <a:pt x="24125" y="14450"/>
                      <a:pt x="26992" y="13720"/>
                      <a:pt x="26796" y="9539"/>
                    </a:cubicBezTo>
                    <a:cubicBezTo>
                      <a:pt x="26701" y="7548"/>
                      <a:pt x="26699" y="4784"/>
                      <a:pt x="21259" y="2221"/>
                    </a:cubicBezTo>
                    <a:cubicBezTo>
                      <a:pt x="19329" y="1312"/>
                      <a:pt x="14704" y="1"/>
                      <a:pt x="10362"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7"/>
              <p:cNvSpPr/>
              <p:nvPr/>
            </p:nvSpPr>
            <p:spPr>
              <a:xfrm>
                <a:off x="2923900" y="2383750"/>
                <a:ext cx="632800" cy="303775"/>
              </a:xfrm>
              <a:custGeom>
                <a:rect b="b" l="l" r="r" t="t"/>
                <a:pathLst>
                  <a:path extrusionOk="0" h="12151" w="25312">
                    <a:moveTo>
                      <a:pt x="9193" y="0"/>
                    </a:moveTo>
                    <a:cubicBezTo>
                      <a:pt x="8532" y="0"/>
                      <a:pt x="7884" y="30"/>
                      <a:pt x="7265" y="86"/>
                    </a:cubicBezTo>
                    <a:cubicBezTo>
                      <a:pt x="6676" y="134"/>
                      <a:pt x="6108" y="210"/>
                      <a:pt x="5572" y="310"/>
                    </a:cubicBezTo>
                    <a:cubicBezTo>
                      <a:pt x="3637" y="667"/>
                      <a:pt x="2116" y="1312"/>
                      <a:pt x="1169" y="2178"/>
                    </a:cubicBezTo>
                    <a:cubicBezTo>
                      <a:pt x="592" y="2706"/>
                      <a:pt x="241" y="3307"/>
                      <a:pt x="130" y="3960"/>
                    </a:cubicBezTo>
                    <a:cubicBezTo>
                      <a:pt x="1" y="4727"/>
                      <a:pt x="206" y="5528"/>
                      <a:pt x="740" y="6338"/>
                    </a:cubicBezTo>
                    <a:cubicBezTo>
                      <a:pt x="1257" y="7123"/>
                      <a:pt x="2056" y="7885"/>
                      <a:pt x="3118" y="8603"/>
                    </a:cubicBezTo>
                    <a:cubicBezTo>
                      <a:pt x="5302" y="10079"/>
                      <a:pt x="8348" y="11203"/>
                      <a:pt x="11696" y="11769"/>
                    </a:cubicBezTo>
                    <a:cubicBezTo>
                      <a:pt x="12091" y="11834"/>
                      <a:pt x="12453" y="11889"/>
                      <a:pt x="12809" y="11933"/>
                    </a:cubicBezTo>
                    <a:cubicBezTo>
                      <a:pt x="13905" y="12076"/>
                      <a:pt x="15011" y="12148"/>
                      <a:pt x="16115" y="12150"/>
                    </a:cubicBezTo>
                    <a:cubicBezTo>
                      <a:pt x="16144" y="12150"/>
                      <a:pt x="16173" y="12150"/>
                      <a:pt x="16202" y="12150"/>
                    </a:cubicBezTo>
                    <a:cubicBezTo>
                      <a:pt x="17272" y="12150"/>
                      <a:pt x="18339" y="12067"/>
                      <a:pt x="19396" y="11901"/>
                    </a:cubicBezTo>
                    <a:cubicBezTo>
                      <a:pt x="19923" y="11815"/>
                      <a:pt x="20444" y="11702"/>
                      <a:pt x="20959" y="11564"/>
                    </a:cubicBezTo>
                    <a:cubicBezTo>
                      <a:pt x="21878" y="11310"/>
                      <a:pt x="22670" y="10979"/>
                      <a:pt x="23314" y="10587"/>
                    </a:cubicBezTo>
                    <a:cubicBezTo>
                      <a:pt x="24397" y="9929"/>
                      <a:pt x="25025" y="9121"/>
                      <a:pt x="25182" y="8192"/>
                    </a:cubicBezTo>
                    <a:cubicBezTo>
                      <a:pt x="25312" y="7424"/>
                      <a:pt x="25106" y="6625"/>
                      <a:pt x="24573" y="5812"/>
                    </a:cubicBezTo>
                    <a:cubicBezTo>
                      <a:pt x="24056" y="5027"/>
                      <a:pt x="23257" y="4267"/>
                      <a:pt x="22195" y="3549"/>
                    </a:cubicBezTo>
                    <a:cubicBezTo>
                      <a:pt x="20010" y="2074"/>
                      <a:pt x="16965" y="949"/>
                      <a:pt x="13619" y="383"/>
                    </a:cubicBezTo>
                    <a:cubicBezTo>
                      <a:pt x="12668" y="222"/>
                      <a:pt x="11710" y="111"/>
                      <a:pt x="10747" y="51"/>
                    </a:cubicBezTo>
                    <a:cubicBezTo>
                      <a:pt x="10223" y="19"/>
                      <a:pt x="9701" y="0"/>
                      <a:pt x="9193"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7"/>
              <p:cNvSpPr/>
              <p:nvPr/>
            </p:nvSpPr>
            <p:spPr>
              <a:xfrm>
                <a:off x="3005875" y="2437250"/>
                <a:ext cx="464700" cy="203500"/>
              </a:xfrm>
              <a:custGeom>
                <a:rect b="b" l="l" r="r" t="t"/>
                <a:pathLst>
                  <a:path extrusionOk="0" h="8140" w="18588">
                    <a:moveTo>
                      <a:pt x="6588" y="1"/>
                    </a:moveTo>
                    <a:cubicBezTo>
                      <a:pt x="4893" y="1"/>
                      <a:pt x="3406" y="236"/>
                      <a:pt x="2291" y="679"/>
                    </a:cubicBezTo>
                    <a:cubicBezTo>
                      <a:pt x="1153" y="1134"/>
                      <a:pt x="481" y="1778"/>
                      <a:pt x="351" y="2543"/>
                    </a:cubicBezTo>
                    <a:cubicBezTo>
                      <a:pt x="0" y="4623"/>
                      <a:pt x="3766" y="6999"/>
                      <a:pt x="8747" y="7840"/>
                    </a:cubicBezTo>
                    <a:cubicBezTo>
                      <a:pt x="9881" y="8036"/>
                      <a:pt x="11030" y="8135"/>
                      <a:pt x="12180" y="8140"/>
                    </a:cubicBezTo>
                    <a:cubicBezTo>
                      <a:pt x="13877" y="8140"/>
                      <a:pt x="15364" y="7904"/>
                      <a:pt x="16477" y="7461"/>
                    </a:cubicBezTo>
                    <a:cubicBezTo>
                      <a:pt x="17618" y="7006"/>
                      <a:pt x="18288" y="6362"/>
                      <a:pt x="18417" y="5595"/>
                    </a:cubicBezTo>
                    <a:cubicBezTo>
                      <a:pt x="18588" y="4591"/>
                      <a:pt x="17810" y="3487"/>
                      <a:pt x="16223" y="2485"/>
                    </a:cubicBezTo>
                    <a:cubicBezTo>
                      <a:pt x="14639" y="1483"/>
                      <a:pt x="12434" y="707"/>
                      <a:pt x="10021" y="298"/>
                    </a:cubicBezTo>
                    <a:cubicBezTo>
                      <a:pt x="8888" y="104"/>
                      <a:pt x="7740" y="5"/>
                      <a:pt x="6588"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7"/>
              <p:cNvSpPr/>
              <p:nvPr/>
            </p:nvSpPr>
            <p:spPr>
              <a:xfrm>
                <a:off x="3005700" y="2437125"/>
                <a:ext cx="469625" cy="203800"/>
              </a:xfrm>
              <a:custGeom>
                <a:rect b="b" l="l" r="r" t="t"/>
                <a:pathLst>
                  <a:path extrusionOk="0" h="8152" w="18785">
                    <a:moveTo>
                      <a:pt x="6597" y="12"/>
                    </a:moveTo>
                    <a:cubicBezTo>
                      <a:pt x="7747" y="17"/>
                      <a:pt x="8895" y="116"/>
                      <a:pt x="10026" y="310"/>
                    </a:cubicBezTo>
                    <a:cubicBezTo>
                      <a:pt x="12439" y="719"/>
                      <a:pt x="14642" y="1495"/>
                      <a:pt x="16228" y="2495"/>
                    </a:cubicBezTo>
                    <a:cubicBezTo>
                      <a:pt x="16997" y="2982"/>
                      <a:pt x="17581" y="3494"/>
                      <a:pt x="17960" y="4021"/>
                    </a:cubicBezTo>
                    <a:cubicBezTo>
                      <a:pt x="18350" y="4564"/>
                      <a:pt x="18505" y="5095"/>
                      <a:pt x="18419" y="5600"/>
                    </a:cubicBezTo>
                    <a:cubicBezTo>
                      <a:pt x="18290" y="6365"/>
                      <a:pt x="17620" y="7006"/>
                      <a:pt x="16482" y="7461"/>
                    </a:cubicBezTo>
                    <a:cubicBezTo>
                      <a:pt x="15367" y="7905"/>
                      <a:pt x="13882" y="8138"/>
                      <a:pt x="12187" y="8138"/>
                    </a:cubicBezTo>
                    <a:cubicBezTo>
                      <a:pt x="11037" y="8136"/>
                      <a:pt x="9890" y="8036"/>
                      <a:pt x="8756" y="7840"/>
                    </a:cubicBezTo>
                    <a:cubicBezTo>
                      <a:pt x="6341" y="7434"/>
                      <a:pt x="4141" y="6658"/>
                      <a:pt x="2554" y="5656"/>
                    </a:cubicBezTo>
                    <a:cubicBezTo>
                      <a:pt x="1785" y="5171"/>
                      <a:pt x="1201" y="4656"/>
                      <a:pt x="823" y="4132"/>
                    </a:cubicBezTo>
                    <a:cubicBezTo>
                      <a:pt x="432" y="3589"/>
                      <a:pt x="278" y="3056"/>
                      <a:pt x="363" y="2550"/>
                    </a:cubicBezTo>
                    <a:cubicBezTo>
                      <a:pt x="492" y="1788"/>
                      <a:pt x="1162" y="1144"/>
                      <a:pt x="2300" y="691"/>
                    </a:cubicBezTo>
                    <a:cubicBezTo>
                      <a:pt x="3413" y="248"/>
                      <a:pt x="4900" y="12"/>
                      <a:pt x="6597" y="12"/>
                    </a:cubicBezTo>
                    <a:close/>
                    <a:moveTo>
                      <a:pt x="6597" y="1"/>
                    </a:moveTo>
                    <a:cubicBezTo>
                      <a:pt x="3189" y="1"/>
                      <a:pt x="622" y="964"/>
                      <a:pt x="351" y="2548"/>
                    </a:cubicBezTo>
                    <a:cubicBezTo>
                      <a:pt x="1" y="4635"/>
                      <a:pt x="3762" y="7009"/>
                      <a:pt x="8754" y="7852"/>
                    </a:cubicBezTo>
                    <a:cubicBezTo>
                      <a:pt x="9888" y="8048"/>
                      <a:pt x="11037" y="8147"/>
                      <a:pt x="12187" y="8152"/>
                    </a:cubicBezTo>
                    <a:cubicBezTo>
                      <a:pt x="15595" y="8152"/>
                      <a:pt x="18163" y="7189"/>
                      <a:pt x="18431" y="5603"/>
                    </a:cubicBezTo>
                    <a:cubicBezTo>
                      <a:pt x="18784" y="3518"/>
                      <a:pt x="15023" y="1144"/>
                      <a:pt x="10031" y="299"/>
                    </a:cubicBezTo>
                    <a:cubicBezTo>
                      <a:pt x="8897" y="105"/>
                      <a:pt x="7747" y="6"/>
                      <a:pt x="6597"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7"/>
              <p:cNvSpPr/>
              <p:nvPr/>
            </p:nvSpPr>
            <p:spPr>
              <a:xfrm>
                <a:off x="2971125" y="2396325"/>
                <a:ext cx="532300" cy="280750"/>
              </a:xfrm>
              <a:custGeom>
                <a:rect b="b" l="l" r="r" t="t"/>
                <a:pathLst>
                  <a:path extrusionOk="0" fill="none" h="11230" w="21292">
                    <a:moveTo>
                      <a:pt x="11545" y="963"/>
                    </a:moveTo>
                    <a:cubicBezTo>
                      <a:pt x="14284" y="1427"/>
                      <a:pt x="16826" y="2360"/>
                      <a:pt x="18615" y="3559"/>
                    </a:cubicBezTo>
                    <a:cubicBezTo>
                      <a:pt x="20405" y="4759"/>
                      <a:pt x="21292" y="6126"/>
                      <a:pt x="21084" y="7359"/>
                    </a:cubicBezTo>
                    <a:cubicBezTo>
                      <a:pt x="20650" y="9927"/>
                      <a:pt x="15676" y="11229"/>
                      <a:pt x="9973" y="10264"/>
                    </a:cubicBezTo>
                    <a:cubicBezTo>
                      <a:pt x="4270" y="9301"/>
                      <a:pt x="0" y="6438"/>
                      <a:pt x="435" y="3870"/>
                    </a:cubicBezTo>
                    <a:cubicBezTo>
                      <a:pt x="869" y="1303"/>
                      <a:pt x="5842" y="0"/>
                      <a:pt x="11545" y="963"/>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7"/>
              <p:cNvSpPr/>
              <p:nvPr/>
            </p:nvSpPr>
            <p:spPr>
              <a:xfrm>
                <a:off x="2925350" y="2328325"/>
                <a:ext cx="483525" cy="359325"/>
              </a:xfrm>
              <a:custGeom>
                <a:rect b="b" l="l" r="r" t="t"/>
                <a:pathLst>
                  <a:path extrusionOk="0" h="14373" w="19341">
                    <a:moveTo>
                      <a:pt x="2522" y="1"/>
                    </a:moveTo>
                    <a:cubicBezTo>
                      <a:pt x="1270" y="963"/>
                      <a:pt x="377" y="2141"/>
                      <a:pt x="0" y="3633"/>
                    </a:cubicBezTo>
                    <a:lnTo>
                      <a:pt x="1109" y="4390"/>
                    </a:lnTo>
                    <a:lnTo>
                      <a:pt x="2644" y="5678"/>
                    </a:lnTo>
                    <a:lnTo>
                      <a:pt x="3669" y="6540"/>
                    </a:lnTo>
                    <a:lnTo>
                      <a:pt x="9871" y="11742"/>
                    </a:lnTo>
                    <a:lnTo>
                      <a:pt x="11234" y="12882"/>
                    </a:lnTo>
                    <a:lnTo>
                      <a:pt x="11236" y="12882"/>
                    </a:lnTo>
                    <a:lnTo>
                      <a:pt x="12748" y="14155"/>
                    </a:lnTo>
                    <a:lnTo>
                      <a:pt x="12751" y="14155"/>
                    </a:lnTo>
                    <a:cubicBezTo>
                      <a:pt x="13890" y="14302"/>
                      <a:pt x="14999" y="14373"/>
                      <a:pt x="16054" y="14373"/>
                    </a:cubicBezTo>
                    <a:cubicBezTo>
                      <a:pt x="17225" y="14373"/>
                      <a:pt x="18330" y="14286"/>
                      <a:pt x="19340" y="14122"/>
                    </a:cubicBezTo>
                    <a:lnTo>
                      <a:pt x="18135" y="13111"/>
                    </a:lnTo>
                    <a:lnTo>
                      <a:pt x="17281" y="12393"/>
                    </a:lnTo>
                    <a:lnTo>
                      <a:pt x="13515" y="9234"/>
                    </a:lnTo>
                    <a:lnTo>
                      <a:pt x="13441" y="9176"/>
                    </a:lnTo>
                    <a:lnTo>
                      <a:pt x="12769" y="8608"/>
                    </a:lnTo>
                    <a:lnTo>
                      <a:pt x="12767" y="8608"/>
                    </a:lnTo>
                    <a:lnTo>
                      <a:pt x="11102" y="7211"/>
                    </a:lnTo>
                    <a:lnTo>
                      <a:pt x="7837" y="4471"/>
                    </a:lnTo>
                    <a:lnTo>
                      <a:pt x="6807" y="3607"/>
                    </a:lnTo>
                    <a:lnTo>
                      <a:pt x="5514" y="2522"/>
                    </a:lnTo>
                    <a:lnTo>
                      <a:pt x="2522"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7"/>
              <p:cNvSpPr/>
              <p:nvPr/>
            </p:nvSpPr>
            <p:spPr>
              <a:xfrm>
                <a:off x="3022625" y="2294325"/>
                <a:ext cx="484325" cy="378650"/>
              </a:xfrm>
              <a:custGeom>
                <a:rect b="b" l="l" r="r" t="t"/>
                <a:pathLst>
                  <a:path extrusionOk="0" h="15146" w="19373">
                    <a:moveTo>
                      <a:pt x="2424" y="1"/>
                    </a:moveTo>
                    <a:lnTo>
                      <a:pt x="0" y="631"/>
                    </a:lnTo>
                    <a:lnTo>
                      <a:pt x="3316" y="3656"/>
                    </a:lnTo>
                    <a:lnTo>
                      <a:pt x="4641" y="4766"/>
                    </a:lnTo>
                    <a:lnTo>
                      <a:pt x="5770" y="5713"/>
                    </a:lnTo>
                    <a:lnTo>
                      <a:pt x="9795" y="9089"/>
                    </a:lnTo>
                    <a:lnTo>
                      <a:pt x="10649" y="9807"/>
                    </a:lnTo>
                    <a:lnTo>
                      <a:pt x="10972" y="10079"/>
                    </a:lnTo>
                    <a:lnTo>
                      <a:pt x="10975" y="10079"/>
                    </a:lnTo>
                    <a:lnTo>
                      <a:pt x="11409" y="10442"/>
                    </a:lnTo>
                    <a:lnTo>
                      <a:pt x="14997" y="13453"/>
                    </a:lnTo>
                    <a:lnTo>
                      <a:pt x="15793" y="14122"/>
                    </a:lnTo>
                    <a:lnTo>
                      <a:pt x="17013" y="15145"/>
                    </a:lnTo>
                    <a:cubicBezTo>
                      <a:pt x="17925" y="14893"/>
                      <a:pt x="18721" y="14566"/>
                      <a:pt x="19372" y="14168"/>
                    </a:cubicBezTo>
                    <a:lnTo>
                      <a:pt x="18015" y="13030"/>
                    </a:lnTo>
                    <a:lnTo>
                      <a:pt x="17188" y="12337"/>
                    </a:lnTo>
                    <a:lnTo>
                      <a:pt x="9728" y="6078"/>
                    </a:lnTo>
                    <a:lnTo>
                      <a:pt x="9725" y="6078"/>
                    </a:lnTo>
                    <a:lnTo>
                      <a:pt x="8299" y="4879"/>
                    </a:lnTo>
                    <a:lnTo>
                      <a:pt x="6800" y="3623"/>
                    </a:lnTo>
                    <a:lnTo>
                      <a:pt x="2424"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7" name="Google Shape;187;p27"/>
          <p:cNvGrpSpPr/>
          <p:nvPr/>
        </p:nvGrpSpPr>
        <p:grpSpPr>
          <a:xfrm rot="1135194">
            <a:off x="4685045" y="4211824"/>
            <a:ext cx="435970" cy="536160"/>
            <a:chOff x="4081850" y="3204400"/>
            <a:chExt cx="743225" cy="914025"/>
          </a:xfrm>
        </p:grpSpPr>
        <p:sp>
          <p:nvSpPr>
            <p:cNvPr id="188" name="Google Shape;188;p27"/>
            <p:cNvSpPr/>
            <p:nvPr/>
          </p:nvSpPr>
          <p:spPr>
            <a:xfrm>
              <a:off x="4106625" y="3204400"/>
              <a:ext cx="718450" cy="914025"/>
            </a:xfrm>
            <a:custGeom>
              <a:rect b="b" l="l" r="r" t="t"/>
              <a:pathLst>
                <a:path extrusionOk="0" h="36561" w="28738">
                  <a:moveTo>
                    <a:pt x="14832" y="0"/>
                  </a:moveTo>
                  <a:cubicBezTo>
                    <a:pt x="12888" y="0"/>
                    <a:pt x="11529" y="569"/>
                    <a:pt x="11529" y="569"/>
                  </a:cubicBezTo>
                  <a:cubicBezTo>
                    <a:pt x="11529" y="569"/>
                    <a:pt x="27955" y="2714"/>
                    <a:pt x="10506" y="29792"/>
                  </a:cubicBezTo>
                  <a:cubicBezTo>
                    <a:pt x="8291" y="33228"/>
                    <a:pt x="6253" y="34299"/>
                    <a:pt x="4573" y="34299"/>
                  </a:cubicBezTo>
                  <a:cubicBezTo>
                    <a:pt x="1798" y="34299"/>
                    <a:pt x="1" y="31378"/>
                    <a:pt x="0" y="31378"/>
                  </a:cubicBezTo>
                  <a:lnTo>
                    <a:pt x="0" y="31378"/>
                  </a:lnTo>
                  <a:cubicBezTo>
                    <a:pt x="0" y="31378"/>
                    <a:pt x="361" y="35656"/>
                    <a:pt x="6396" y="36372"/>
                  </a:cubicBezTo>
                  <a:cubicBezTo>
                    <a:pt x="7105" y="36457"/>
                    <a:pt x="7880" y="36561"/>
                    <a:pt x="8720" y="36561"/>
                  </a:cubicBezTo>
                  <a:cubicBezTo>
                    <a:pt x="11282" y="36561"/>
                    <a:pt x="14450" y="35596"/>
                    <a:pt x="18190" y="30193"/>
                  </a:cubicBezTo>
                  <a:cubicBezTo>
                    <a:pt x="21421" y="25527"/>
                    <a:pt x="28738" y="8230"/>
                    <a:pt x="20691" y="2014"/>
                  </a:cubicBezTo>
                  <a:cubicBezTo>
                    <a:pt x="18635" y="426"/>
                    <a:pt x="16515" y="0"/>
                    <a:pt x="14832"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7"/>
            <p:cNvSpPr/>
            <p:nvPr/>
          </p:nvSpPr>
          <p:spPr>
            <a:xfrm>
              <a:off x="4081975" y="3206200"/>
              <a:ext cx="497850" cy="882300"/>
            </a:xfrm>
            <a:custGeom>
              <a:rect b="b" l="l" r="r" t="t"/>
              <a:pathLst>
                <a:path extrusionOk="0" h="35292" w="19914">
                  <a:moveTo>
                    <a:pt x="14683" y="1"/>
                  </a:moveTo>
                  <a:cubicBezTo>
                    <a:pt x="14676" y="1"/>
                    <a:pt x="14669" y="1"/>
                    <a:pt x="14662" y="1"/>
                  </a:cubicBezTo>
                  <a:cubicBezTo>
                    <a:pt x="12598" y="1"/>
                    <a:pt x="10190" y="1490"/>
                    <a:pt x="7886" y="4191"/>
                  </a:cubicBezTo>
                  <a:cubicBezTo>
                    <a:pt x="5553" y="6925"/>
                    <a:pt x="3475" y="10730"/>
                    <a:pt x="2032" y="14912"/>
                  </a:cubicBezTo>
                  <a:cubicBezTo>
                    <a:pt x="1843" y="15459"/>
                    <a:pt x="1679" y="15967"/>
                    <a:pt x="1531" y="16464"/>
                  </a:cubicBezTo>
                  <a:lnTo>
                    <a:pt x="1531" y="16466"/>
                  </a:lnTo>
                  <a:cubicBezTo>
                    <a:pt x="545" y="19731"/>
                    <a:pt x="19" y="22996"/>
                    <a:pt x="7" y="25907"/>
                  </a:cubicBezTo>
                  <a:cubicBezTo>
                    <a:pt x="0" y="26681"/>
                    <a:pt x="37" y="27454"/>
                    <a:pt x="116" y="28223"/>
                  </a:cubicBezTo>
                  <a:cubicBezTo>
                    <a:pt x="261" y="29600"/>
                    <a:pt x="541" y="30814"/>
                    <a:pt x="949" y="31830"/>
                  </a:cubicBezTo>
                  <a:cubicBezTo>
                    <a:pt x="1284" y="32661"/>
                    <a:pt x="1704" y="33356"/>
                    <a:pt x="2196" y="33899"/>
                  </a:cubicBezTo>
                  <a:cubicBezTo>
                    <a:pt x="2702" y="34455"/>
                    <a:pt x="3286" y="34852"/>
                    <a:pt x="3935" y="35076"/>
                  </a:cubicBezTo>
                  <a:cubicBezTo>
                    <a:pt x="4351" y="35217"/>
                    <a:pt x="4787" y="35291"/>
                    <a:pt x="5226" y="35291"/>
                  </a:cubicBezTo>
                  <a:cubicBezTo>
                    <a:pt x="5233" y="35291"/>
                    <a:pt x="5240" y="35291"/>
                    <a:pt x="5246" y="35291"/>
                  </a:cubicBezTo>
                  <a:cubicBezTo>
                    <a:pt x="7311" y="35291"/>
                    <a:pt x="9717" y="33802"/>
                    <a:pt x="12023" y="31100"/>
                  </a:cubicBezTo>
                  <a:cubicBezTo>
                    <a:pt x="14353" y="28369"/>
                    <a:pt x="16431" y="24561"/>
                    <a:pt x="17874" y="20384"/>
                  </a:cubicBezTo>
                  <a:cubicBezTo>
                    <a:pt x="18334" y="19061"/>
                    <a:pt x="18722" y="17715"/>
                    <a:pt x="19036" y="16351"/>
                  </a:cubicBezTo>
                  <a:cubicBezTo>
                    <a:pt x="19435" y="14635"/>
                    <a:pt x="19698" y="12956"/>
                    <a:pt x="19818" y="11359"/>
                  </a:cubicBezTo>
                  <a:cubicBezTo>
                    <a:pt x="19888" y="10502"/>
                    <a:pt x="19913" y="9668"/>
                    <a:pt x="19899" y="8879"/>
                  </a:cubicBezTo>
                  <a:cubicBezTo>
                    <a:pt x="19851" y="6022"/>
                    <a:pt x="19290" y="3688"/>
                    <a:pt x="18276" y="2129"/>
                  </a:cubicBezTo>
                  <a:cubicBezTo>
                    <a:pt x="17657" y="1174"/>
                    <a:pt x="16881" y="529"/>
                    <a:pt x="15972" y="215"/>
                  </a:cubicBezTo>
                  <a:cubicBezTo>
                    <a:pt x="15558" y="74"/>
                    <a:pt x="15121" y="1"/>
                    <a:pt x="14683"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7"/>
            <p:cNvSpPr/>
            <p:nvPr/>
          </p:nvSpPr>
          <p:spPr>
            <a:xfrm>
              <a:off x="4081850" y="3206025"/>
              <a:ext cx="498125" cy="882575"/>
            </a:xfrm>
            <a:custGeom>
              <a:rect b="b" l="l" r="r" t="t"/>
              <a:pathLst>
                <a:path extrusionOk="0" h="35303" w="19925">
                  <a:moveTo>
                    <a:pt x="14667" y="12"/>
                  </a:moveTo>
                  <a:cubicBezTo>
                    <a:pt x="15113" y="12"/>
                    <a:pt x="15554" y="84"/>
                    <a:pt x="15977" y="229"/>
                  </a:cubicBezTo>
                  <a:cubicBezTo>
                    <a:pt x="16884" y="541"/>
                    <a:pt x="17660" y="1185"/>
                    <a:pt x="18279" y="2141"/>
                  </a:cubicBezTo>
                  <a:cubicBezTo>
                    <a:pt x="19288" y="3700"/>
                    <a:pt x="19851" y="6032"/>
                    <a:pt x="19900" y="8886"/>
                  </a:cubicBezTo>
                  <a:cubicBezTo>
                    <a:pt x="19913" y="9675"/>
                    <a:pt x="19888" y="10509"/>
                    <a:pt x="19819" y="11366"/>
                  </a:cubicBezTo>
                  <a:cubicBezTo>
                    <a:pt x="19699" y="12963"/>
                    <a:pt x="19435" y="14642"/>
                    <a:pt x="19036" y="16355"/>
                  </a:cubicBezTo>
                  <a:cubicBezTo>
                    <a:pt x="18722" y="17720"/>
                    <a:pt x="18334" y="19066"/>
                    <a:pt x="17877" y="20389"/>
                  </a:cubicBezTo>
                  <a:cubicBezTo>
                    <a:pt x="17140" y="22516"/>
                    <a:pt x="16251" y="24534"/>
                    <a:pt x="15231" y="26388"/>
                  </a:cubicBezTo>
                  <a:cubicBezTo>
                    <a:pt x="14245" y="28177"/>
                    <a:pt x="13167" y="29764"/>
                    <a:pt x="12024" y="31103"/>
                  </a:cubicBezTo>
                  <a:cubicBezTo>
                    <a:pt x="10890" y="32433"/>
                    <a:pt x="9733" y="33469"/>
                    <a:pt x="8588" y="34188"/>
                  </a:cubicBezTo>
                  <a:cubicBezTo>
                    <a:pt x="7415" y="34922"/>
                    <a:pt x="6293" y="35294"/>
                    <a:pt x="5251" y="35294"/>
                  </a:cubicBezTo>
                  <a:cubicBezTo>
                    <a:pt x="4806" y="35294"/>
                    <a:pt x="4365" y="35222"/>
                    <a:pt x="3942" y="35077"/>
                  </a:cubicBezTo>
                  <a:cubicBezTo>
                    <a:pt x="3296" y="34853"/>
                    <a:pt x="2709" y="34458"/>
                    <a:pt x="2204" y="33901"/>
                  </a:cubicBezTo>
                  <a:cubicBezTo>
                    <a:pt x="1714" y="33361"/>
                    <a:pt x="1294" y="32666"/>
                    <a:pt x="959" y="31837"/>
                  </a:cubicBezTo>
                  <a:cubicBezTo>
                    <a:pt x="553" y="30821"/>
                    <a:pt x="271" y="29607"/>
                    <a:pt x="128" y="28230"/>
                  </a:cubicBezTo>
                  <a:cubicBezTo>
                    <a:pt x="49" y="27459"/>
                    <a:pt x="12" y="26686"/>
                    <a:pt x="17" y="25914"/>
                  </a:cubicBezTo>
                  <a:cubicBezTo>
                    <a:pt x="28" y="23003"/>
                    <a:pt x="555" y="19738"/>
                    <a:pt x="1541" y="16475"/>
                  </a:cubicBezTo>
                  <a:lnTo>
                    <a:pt x="1543" y="16473"/>
                  </a:lnTo>
                  <a:cubicBezTo>
                    <a:pt x="1689" y="15977"/>
                    <a:pt x="1853" y="15469"/>
                    <a:pt x="2042" y="14921"/>
                  </a:cubicBezTo>
                  <a:cubicBezTo>
                    <a:pt x="2776" y="12792"/>
                    <a:pt x="3667" y="10774"/>
                    <a:pt x="4688" y="8920"/>
                  </a:cubicBezTo>
                  <a:cubicBezTo>
                    <a:pt x="5674" y="7129"/>
                    <a:pt x="6752" y="5542"/>
                    <a:pt x="7895" y="4203"/>
                  </a:cubicBezTo>
                  <a:cubicBezTo>
                    <a:pt x="9029" y="2873"/>
                    <a:pt x="10186" y="1834"/>
                    <a:pt x="11333" y="1118"/>
                  </a:cubicBezTo>
                  <a:cubicBezTo>
                    <a:pt x="12504" y="384"/>
                    <a:pt x="13626" y="12"/>
                    <a:pt x="14667" y="12"/>
                  </a:cubicBezTo>
                  <a:close/>
                  <a:moveTo>
                    <a:pt x="14667" y="1"/>
                  </a:moveTo>
                  <a:cubicBezTo>
                    <a:pt x="10426" y="1"/>
                    <a:pt x="5037" y="6214"/>
                    <a:pt x="2033" y="14917"/>
                  </a:cubicBezTo>
                  <a:cubicBezTo>
                    <a:pt x="1853" y="15439"/>
                    <a:pt x="1686" y="15953"/>
                    <a:pt x="1532" y="16468"/>
                  </a:cubicBezTo>
                  <a:lnTo>
                    <a:pt x="1532" y="16473"/>
                  </a:lnTo>
                  <a:cubicBezTo>
                    <a:pt x="513" y="19840"/>
                    <a:pt x="17" y="23091"/>
                    <a:pt x="8" y="25912"/>
                  </a:cubicBezTo>
                  <a:cubicBezTo>
                    <a:pt x="1" y="26688"/>
                    <a:pt x="38" y="27461"/>
                    <a:pt x="116" y="28230"/>
                  </a:cubicBezTo>
                  <a:cubicBezTo>
                    <a:pt x="262" y="29595"/>
                    <a:pt x="539" y="30816"/>
                    <a:pt x="950" y="31839"/>
                  </a:cubicBezTo>
                  <a:cubicBezTo>
                    <a:pt x="1615" y="33486"/>
                    <a:pt x="2615" y="34631"/>
                    <a:pt x="3940" y="35088"/>
                  </a:cubicBezTo>
                  <a:cubicBezTo>
                    <a:pt x="4356" y="35229"/>
                    <a:pt x="4792" y="35303"/>
                    <a:pt x="5231" y="35303"/>
                  </a:cubicBezTo>
                  <a:cubicBezTo>
                    <a:pt x="5238" y="35303"/>
                    <a:pt x="5245" y="35303"/>
                    <a:pt x="5251" y="35303"/>
                  </a:cubicBezTo>
                  <a:cubicBezTo>
                    <a:pt x="9493" y="35303"/>
                    <a:pt x="14882" y="29092"/>
                    <a:pt x="17886" y="20391"/>
                  </a:cubicBezTo>
                  <a:cubicBezTo>
                    <a:pt x="18346" y="19068"/>
                    <a:pt x="18734" y="17724"/>
                    <a:pt x="19048" y="16360"/>
                  </a:cubicBezTo>
                  <a:cubicBezTo>
                    <a:pt x="19449" y="14628"/>
                    <a:pt x="19713" y="12947"/>
                    <a:pt x="19830" y="11368"/>
                  </a:cubicBezTo>
                  <a:cubicBezTo>
                    <a:pt x="19897" y="10509"/>
                    <a:pt x="19925" y="9680"/>
                    <a:pt x="19911" y="8888"/>
                  </a:cubicBezTo>
                  <a:cubicBezTo>
                    <a:pt x="19863" y="6073"/>
                    <a:pt x="19311" y="3714"/>
                    <a:pt x="18288" y="2136"/>
                  </a:cubicBezTo>
                  <a:cubicBezTo>
                    <a:pt x="17681" y="1201"/>
                    <a:pt x="16912" y="541"/>
                    <a:pt x="15979" y="220"/>
                  </a:cubicBezTo>
                  <a:cubicBezTo>
                    <a:pt x="15563" y="77"/>
                    <a:pt x="15126" y="3"/>
                    <a:pt x="14688" y="3"/>
                  </a:cubicBezTo>
                  <a:cubicBezTo>
                    <a:pt x="14681" y="3"/>
                    <a:pt x="14674" y="3"/>
                    <a:pt x="14667" y="3"/>
                  </a:cubicBezTo>
                  <a:lnTo>
                    <a:pt x="14667"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7"/>
            <p:cNvSpPr/>
            <p:nvPr/>
          </p:nvSpPr>
          <p:spPr>
            <a:xfrm>
              <a:off x="4152175" y="3329225"/>
              <a:ext cx="347700" cy="635150"/>
            </a:xfrm>
            <a:custGeom>
              <a:rect b="b" l="l" r="r" t="t"/>
              <a:pathLst>
                <a:path extrusionOk="0" h="25406" w="13908">
                  <a:moveTo>
                    <a:pt x="10494" y="0"/>
                  </a:moveTo>
                  <a:cubicBezTo>
                    <a:pt x="9111" y="0"/>
                    <a:pt x="7463" y="1090"/>
                    <a:pt x="5853" y="3071"/>
                  </a:cubicBezTo>
                  <a:cubicBezTo>
                    <a:pt x="4228" y="5071"/>
                    <a:pt x="2755" y="7848"/>
                    <a:pt x="1704" y="10889"/>
                  </a:cubicBezTo>
                  <a:cubicBezTo>
                    <a:pt x="545" y="14249"/>
                    <a:pt x="0" y="17595"/>
                    <a:pt x="173" y="20312"/>
                  </a:cubicBezTo>
                  <a:cubicBezTo>
                    <a:pt x="256" y="21633"/>
                    <a:pt x="506" y="22732"/>
                    <a:pt x="912" y="23582"/>
                  </a:cubicBezTo>
                  <a:cubicBezTo>
                    <a:pt x="1332" y="24459"/>
                    <a:pt x="1905" y="25030"/>
                    <a:pt x="2612" y="25272"/>
                  </a:cubicBezTo>
                  <a:cubicBezTo>
                    <a:pt x="2870" y="25362"/>
                    <a:pt x="3140" y="25406"/>
                    <a:pt x="3413" y="25406"/>
                  </a:cubicBezTo>
                  <a:cubicBezTo>
                    <a:pt x="4796" y="25406"/>
                    <a:pt x="6444" y="24314"/>
                    <a:pt x="8052" y="22335"/>
                  </a:cubicBezTo>
                  <a:cubicBezTo>
                    <a:pt x="9677" y="20333"/>
                    <a:pt x="11152" y="17558"/>
                    <a:pt x="12203" y="14514"/>
                  </a:cubicBezTo>
                  <a:cubicBezTo>
                    <a:pt x="13362" y="11157"/>
                    <a:pt x="13907" y="7811"/>
                    <a:pt x="13734" y="5094"/>
                  </a:cubicBezTo>
                  <a:cubicBezTo>
                    <a:pt x="13651" y="3773"/>
                    <a:pt x="13401" y="2672"/>
                    <a:pt x="12995" y="1824"/>
                  </a:cubicBezTo>
                  <a:cubicBezTo>
                    <a:pt x="12575" y="944"/>
                    <a:pt x="12002" y="376"/>
                    <a:pt x="11293" y="132"/>
                  </a:cubicBezTo>
                  <a:cubicBezTo>
                    <a:pt x="11037" y="44"/>
                    <a:pt x="10767" y="0"/>
                    <a:pt x="1049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7"/>
            <p:cNvSpPr/>
            <p:nvPr/>
          </p:nvSpPr>
          <p:spPr>
            <a:xfrm>
              <a:off x="4134675" y="3329050"/>
              <a:ext cx="382675" cy="635450"/>
            </a:xfrm>
            <a:custGeom>
              <a:rect b="b" l="l" r="r" t="t"/>
              <a:pathLst>
                <a:path extrusionOk="0" h="25418" w="15307">
                  <a:moveTo>
                    <a:pt x="11217" y="14"/>
                  </a:moveTo>
                  <a:cubicBezTo>
                    <a:pt x="11480" y="14"/>
                    <a:pt x="11743" y="58"/>
                    <a:pt x="11993" y="143"/>
                  </a:cubicBezTo>
                  <a:cubicBezTo>
                    <a:pt x="12700" y="388"/>
                    <a:pt x="13270" y="956"/>
                    <a:pt x="13690" y="1833"/>
                  </a:cubicBezTo>
                  <a:cubicBezTo>
                    <a:pt x="14097" y="2681"/>
                    <a:pt x="14346" y="3780"/>
                    <a:pt x="14429" y="5101"/>
                  </a:cubicBezTo>
                  <a:cubicBezTo>
                    <a:pt x="14512" y="6421"/>
                    <a:pt x="14427" y="7897"/>
                    <a:pt x="14175" y="9483"/>
                  </a:cubicBezTo>
                  <a:cubicBezTo>
                    <a:pt x="13912" y="11129"/>
                    <a:pt x="13483" y="12822"/>
                    <a:pt x="12898" y="14519"/>
                  </a:cubicBezTo>
                  <a:cubicBezTo>
                    <a:pt x="11848" y="17562"/>
                    <a:pt x="10375" y="20338"/>
                    <a:pt x="8749" y="22337"/>
                  </a:cubicBezTo>
                  <a:cubicBezTo>
                    <a:pt x="7142" y="24316"/>
                    <a:pt x="5496" y="25406"/>
                    <a:pt x="4113" y="25406"/>
                  </a:cubicBezTo>
                  <a:cubicBezTo>
                    <a:pt x="3843" y="25406"/>
                    <a:pt x="3572" y="25362"/>
                    <a:pt x="3316" y="25274"/>
                  </a:cubicBezTo>
                  <a:cubicBezTo>
                    <a:pt x="2610" y="25032"/>
                    <a:pt x="2037" y="24464"/>
                    <a:pt x="1619" y="23586"/>
                  </a:cubicBezTo>
                  <a:cubicBezTo>
                    <a:pt x="1213" y="22737"/>
                    <a:pt x="963" y="21638"/>
                    <a:pt x="880" y="20319"/>
                  </a:cubicBezTo>
                  <a:cubicBezTo>
                    <a:pt x="797" y="18999"/>
                    <a:pt x="883" y="17523"/>
                    <a:pt x="1134" y="15934"/>
                  </a:cubicBezTo>
                  <a:cubicBezTo>
                    <a:pt x="1395" y="14290"/>
                    <a:pt x="1825" y="12596"/>
                    <a:pt x="2411" y="10899"/>
                  </a:cubicBezTo>
                  <a:cubicBezTo>
                    <a:pt x="3462" y="7858"/>
                    <a:pt x="4935" y="5082"/>
                    <a:pt x="6558" y="3083"/>
                  </a:cubicBezTo>
                  <a:cubicBezTo>
                    <a:pt x="8167" y="1104"/>
                    <a:pt x="9814" y="14"/>
                    <a:pt x="11197" y="14"/>
                  </a:cubicBezTo>
                  <a:cubicBezTo>
                    <a:pt x="11203" y="14"/>
                    <a:pt x="11210" y="14"/>
                    <a:pt x="11217" y="14"/>
                  </a:cubicBezTo>
                  <a:close/>
                  <a:moveTo>
                    <a:pt x="11197" y="0"/>
                  </a:moveTo>
                  <a:cubicBezTo>
                    <a:pt x="8350" y="0"/>
                    <a:pt x="4586" y="4565"/>
                    <a:pt x="2400" y="10894"/>
                  </a:cubicBezTo>
                  <a:cubicBezTo>
                    <a:pt x="1" y="17842"/>
                    <a:pt x="409" y="24284"/>
                    <a:pt x="3312" y="25286"/>
                  </a:cubicBezTo>
                  <a:cubicBezTo>
                    <a:pt x="3570" y="25374"/>
                    <a:pt x="3840" y="25417"/>
                    <a:pt x="4113" y="25417"/>
                  </a:cubicBezTo>
                  <a:cubicBezTo>
                    <a:pt x="6960" y="25417"/>
                    <a:pt x="10723" y="20855"/>
                    <a:pt x="12910" y="14524"/>
                  </a:cubicBezTo>
                  <a:cubicBezTo>
                    <a:pt x="15307" y="7578"/>
                    <a:pt x="14900" y="1136"/>
                    <a:pt x="11998" y="134"/>
                  </a:cubicBezTo>
                  <a:cubicBezTo>
                    <a:pt x="11739" y="44"/>
                    <a:pt x="11469" y="0"/>
                    <a:pt x="11197"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7"/>
            <p:cNvSpPr/>
            <p:nvPr/>
          </p:nvSpPr>
          <p:spPr>
            <a:xfrm>
              <a:off x="4120125" y="3272825"/>
              <a:ext cx="418300" cy="747900"/>
            </a:xfrm>
            <a:custGeom>
              <a:rect b="b" l="l" r="r" t="t"/>
              <a:pathLst>
                <a:path extrusionOk="0" fill="none" h="29916" w="16732">
                  <a:moveTo>
                    <a:pt x="13326" y="591"/>
                  </a:moveTo>
                  <a:cubicBezTo>
                    <a:pt x="15041" y="1185"/>
                    <a:pt x="16166" y="3267"/>
                    <a:pt x="16447" y="6380"/>
                  </a:cubicBezTo>
                  <a:cubicBezTo>
                    <a:pt x="16731" y="9492"/>
                    <a:pt x="16152" y="13381"/>
                    <a:pt x="14836" y="17193"/>
                  </a:cubicBezTo>
                  <a:cubicBezTo>
                    <a:pt x="13520" y="21003"/>
                    <a:pt x="11578" y="24420"/>
                    <a:pt x="9433" y="26694"/>
                  </a:cubicBezTo>
                  <a:cubicBezTo>
                    <a:pt x="7290" y="28971"/>
                    <a:pt x="5122" y="29915"/>
                    <a:pt x="3404" y="29322"/>
                  </a:cubicBezTo>
                  <a:cubicBezTo>
                    <a:pt x="1689" y="28731"/>
                    <a:pt x="566" y="26648"/>
                    <a:pt x="282" y="23536"/>
                  </a:cubicBezTo>
                  <a:cubicBezTo>
                    <a:pt x="1" y="20423"/>
                    <a:pt x="580" y="16533"/>
                    <a:pt x="1896" y="12723"/>
                  </a:cubicBezTo>
                  <a:cubicBezTo>
                    <a:pt x="3210" y="8913"/>
                    <a:pt x="5154" y="5496"/>
                    <a:pt x="7297" y="3219"/>
                  </a:cubicBezTo>
                  <a:cubicBezTo>
                    <a:pt x="9442" y="945"/>
                    <a:pt x="11610" y="0"/>
                    <a:pt x="13326" y="591"/>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7"/>
            <p:cNvSpPr/>
            <p:nvPr/>
          </p:nvSpPr>
          <p:spPr>
            <a:xfrm>
              <a:off x="4081975" y="3231825"/>
              <a:ext cx="608550" cy="622075"/>
            </a:xfrm>
            <a:custGeom>
              <a:rect b="b" l="l" r="r" t="t"/>
              <a:pathLst>
                <a:path extrusionOk="0" h="24883" w="24342">
                  <a:moveTo>
                    <a:pt x="20008" y="1"/>
                  </a:moveTo>
                  <a:lnTo>
                    <a:pt x="18283" y="1102"/>
                  </a:lnTo>
                  <a:lnTo>
                    <a:pt x="16073" y="2993"/>
                  </a:lnTo>
                  <a:lnTo>
                    <a:pt x="14593" y="4256"/>
                  </a:lnTo>
                  <a:lnTo>
                    <a:pt x="5669" y="11892"/>
                  </a:lnTo>
                  <a:lnTo>
                    <a:pt x="3709" y="13571"/>
                  </a:lnTo>
                  <a:lnTo>
                    <a:pt x="3709" y="13573"/>
                  </a:lnTo>
                  <a:lnTo>
                    <a:pt x="1527" y="15436"/>
                  </a:lnTo>
                  <a:lnTo>
                    <a:pt x="1527" y="15441"/>
                  </a:lnTo>
                  <a:cubicBezTo>
                    <a:pt x="508" y="18808"/>
                    <a:pt x="12" y="22059"/>
                    <a:pt x="0" y="24882"/>
                  </a:cubicBezTo>
                  <a:lnTo>
                    <a:pt x="1737" y="23395"/>
                  </a:lnTo>
                  <a:lnTo>
                    <a:pt x="2967" y="22345"/>
                  </a:lnTo>
                  <a:lnTo>
                    <a:pt x="8389" y="17706"/>
                  </a:lnTo>
                  <a:lnTo>
                    <a:pt x="8491" y="17618"/>
                  </a:lnTo>
                  <a:lnTo>
                    <a:pt x="9463" y="16789"/>
                  </a:lnTo>
                  <a:lnTo>
                    <a:pt x="9463" y="16787"/>
                  </a:lnTo>
                  <a:lnTo>
                    <a:pt x="11862" y="14734"/>
                  </a:lnTo>
                  <a:lnTo>
                    <a:pt x="16563" y="10717"/>
                  </a:lnTo>
                  <a:lnTo>
                    <a:pt x="18043" y="9449"/>
                  </a:lnTo>
                  <a:lnTo>
                    <a:pt x="19906" y="7856"/>
                  </a:lnTo>
                  <a:lnTo>
                    <a:pt x="24342" y="4420"/>
                  </a:lnTo>
                  <a:cubicBezTo>
                    <a:pt x="23266" y="2321"/>
                    <a:pt x="21829" y="832"/>
                    <a:pt x="20008"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7"/>
            <p:cNvSpPr/>
            <p:nvPr/>
          </p:nvSpPr>
          <p:spPr>
            <a:xfrm>
              <a:off x="4084750" y="3382550"/>
              <a:ext cx="630250" cy="619525"/>
            </a:xfrm>
            <a:custGeom>
              <a:rect b="b" l="l" r="r" t="t"/>
              <a:pathLst>
                <a:path extrusionOk="0" h="24781" w="25210">
                  <a:moveTo>
                    <a:pt x="24769" y="1"/>
                  </a:moveTo>
                  <a:lnTo>
                    <a:pt x="19712" y="4305"/>
                  </a:lnTo>
                  <a:lnTo>
                    <a:pt x="17807" y="5937"/>
                  </a:lnTo>
                  <a:lnTo>
                    <a:pt x="16182" y="7327"/>
                  </a:lnTo>
                  <a:lnTo>
                    <a:pt x="10388" y="12282"/>
                  </a:lnTo>
                  <a:lnTo>
                    <a:pt x="9158" y="13335"/>
                  </a:lnTo>
                  <a:lnTo>
                    <a:pt x="8694" y="13734"/>
                  </a:lnTo>
                  <a:lnTo>
                    <a:pt x="8694" y="13739"/>
                  </a:lnTo>
                  <a:lnTo>
                    <a:pt x="8068" y="14270"/>
                  </a:lnTo>
                  <a:lnTo>
                    <a:pt x="2905" y="18687"/>
                  </a:lnTo>
                  <a:lnTo>
                    <a:pt x="1755" y="19671"/>
                  </a:lnTo>
                  <a:lnTo>
                    <a:pt x="0" y="21169"/>
                  </a:lnTo>
                  <a:cubicBezTo>
                    <a:pt x="143" y="22534"/>
                    <a:pt x="423" y="23755"/>
                    <a:pt x="834" y="24781"/>
                  </a:cubicBezTo>
                  <a:lnTo>
                    <a:pt x="2787" y="23111"/>
                  </a:lnTo>
                  <a:lnTo>
                    <a:pt x="3979" y="22093"/>
                  </a:lnTo>
                  <a:lnTo>
                    <a:pt x="14718" y="12903"/>
                  </a:lnTo>
                  <a:lnTo>
                    <a:pt x="14718" y="12901"/>
                  </a:lnTo>
                  <a:lnTo>
                    <a:pt x="16777" y="11144"/>
                  </a:lnTo>
                  <a:lnTo>
                    <a:pt x="18932" y="9299"/>
                  </a:lnTo>
                  <a:lnTo>
                    <a:pt x="25210" y="3365"/>
                  </a:lnTo>
                  <a:cubicBezTo>
                    <a:pt x="25157" y="2233"/>
                    <a:pt x="25009" y="1107"/>
                    <a:pt x="24769"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 name="Google Shape;196;p27"/>
          <p:cNvGrpSpPr/>
          <p:nvPr/>
        </p:nvGrpSpPr>
        <p:grpSpPr>
          <a:xfrm rot="-988460">
            <a:off x="3643857" y="4176290"/>
            <a:ext cx="305571" cy="607251"/>
            <a:chOff x="2003200" y="4511300"/>
            <a:chExt cx="437875" cy="870175"/>
          </a:xfrm>
        </p:grpSpPr>
        <p:sp>
          <p:nvSpPr>
            <p:cNvPr id="197" name="Google Shape;197;p27"/>
            <p:cNvSpPr/>
            <p:nvPr/>
          </p:nvSpPr>
          <p:spPr>
            <a:xfrm>
              <a:off x="2003425" y="4511300"/>
              <a:ext cx="437650" cy="870175"/>
            </a:xfrm>
            <a:custGeom>
              <a:rect b="b" l="l" r="r" t="t"/>
              <a:pathLst>
                <a:path extrusionOk="0" h="34807" w="17506">
                  <a:moveTo>
                    <a:pt x="6310" y="0"/>
                  </a:moveTo>
                  <a:cubicBezTo>
                    <a:pt x="6206" y="0"/>
                    <a:pt x="6100" y="20"/>
                    <a:pt x="5997" y="61"/>
                  </a:cubicBezTo>
                  <a:lnTo>
                    <a:pt x="728" y="1783"/>
                  </a:lnTo>
                  <a:cubicBezTo>
                    <a:pt x="257" y="1919"/>
                    <a:pt x="1" y="2425"/>
                    <a:pt x="169" y="2884"/>
                  </a:cubicBezTo>
                  <a:lnTo>
                    <a:pt x="10375" y="34197"/>
                  </a:lnTo>
                  <a:cubicBezTo>
                    <a:pt x="10481" y="34568"/>
                    <a:pt x="10819" y="34806"/>
                    <a:pt x="11183" y="34806"/>
                  </a:cubicBezTo>
                  <a:cubicBezTo>
                    <a:pt x="11280" y="34806"/>
                    <a:pt x="11379" y="34789"/>
                    <a:pt x="11476" y="34753"/>
                  </a:cubicBezTo>
                  <a:lnTo>
                    <a:pt x="16801" y="33044"/>
                  </a:lnTo>
                  <a:cubicBezTo>
                    <a:pt x="17256" y="32887"/>
                    <a:pt x="17505" y="32398"/>
                    <a:pt x="17364" y="31938"/>
                  </a:cubicBezTo>
                  <a:lnTo>
                    <a:pt x="7131" y="656"/>
                  </a:lnTo>
                  <a:cubicBezTo>
                    <a:pt x="7042" y="261"/>
                    <a:pt x="6690" y="0"/>
                    <a:pt x="6310"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7"/>
            <p:cNvSpPr/>
            <p:nvPr/>
          </p:nvSpPr>
          <p:spPr>
            <a:xfrm>
              <a:off x="2003200" y="4511300"/>
              <a:ext cx="201650" cy="141400"/>
            </a:xfrm>
            <a:custGeom>
              <a:rect b="b" l="l" r="r" t="t"/>
              <a:pathLst>
                <a:path extrusionOk="0" h="5656" w="8066">
                  <a:moveTo>
                    <a:pt x="6319" y="0"/>
                  </a:moveTo>
                  <a:cubicBezTo>
                    <a:pt x="6215" y="0"/>
                    <a:pt x="6109" y="20"/>
                    <a:pt x="6006" y="61"/>
                  </a:cubicBezTo>
                  <a:lnTo>
                    <a:pt x="737" y="1783"/>
                  </a:lnTo>
                  <a:cubicBezTo>
                    <a:pt x="268" y="1908"/>
                    <a:pt x="1" y="2402"/>
                    <a:pt x="153" y="2861"/>
                  </a:cubicBezTo>
                  <a:lnTo>
                    <a:pt x="1074" y="5655"/>
                  </a:lnTo>
                  <a:lnTo>
                    <a:pt x="8066" y="3443"/>
                  </a:lnTo>
                  <a:lnTo>
                    <a:pt x="7140" y="656"/>
                  </a:lnTo>
                  <a:cubicBezTo>
                    <a:pt x="7051" y="261"/>
                    <a:pt x="6699" y="0"/>
                    <a:pt x="631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7"/>
            <p:cNvSpPr/>
            <p:nvPr/>
          </p:nvSpPr>
          <p:spPr>
            <a:xfrm>
              <a:off x="2028900" y="4592625"/>
              <a:ext cx="224275" cy="212400"/>
            </a:xfrm>
            <a:custGeom>
              <a:rect b="b" l="l" r="r" t="t"/>
              <a:pathLst>
                <a:path extrusionOk="0" h="8496" w="8971">
                  <a:moveTo>
                    <a:pt x="6936" y="1"/>
                  </a:moveTo>
                  <a:lnTo>
                    <a:pt x="0" y="2261"/>
                  </a:lnTo>
                  <a:lnTo>
                    <a:pt x="2034" y="8496"/>
                  </a:lnTo>
                  <a:lnTo>
                    <a:pt x="8970" y="6235"/>
                  </a:lnTo>
                  <a:lnTo>
                    <a:pt x="6936" y="1"/>
                  </a:ln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7"/>
            <p:cNvSpPr/>
            <p:nvPr/>
          </p:nvSpPr>
          <p:spPr>
            <a:xfrm>
              <a:off x="2125350" y="4944825"/>
              <a:ext cx="231200" cy="120775"/>
            </a:xfrm>
            <a:custGeom>
              <a:rect b="b" l="l" r="r" t="t"/>
              <a:pathLst>
                <a:path extrusionOk="0" h="4831" w="9248">
                  <a:moveTo>
                    <a:pt x="0" y="0"/>
                  </a:moveTo>
                  <a:lnTo>
                    <a:pt x="1014" y="3119"/>
                  </a:lnTo>
                  <a:lnTo>
                    <a:pt x="5794" y="4112"/>
                  </a:lnTo>
                  <a:lnTo>
                    <a:pt x="9248" y="4830"/>
                  </a:lnTo>
                  <a:lnTo>
                    <a:pt x="9248" y="4830"/>
                  </a:lnTo>
                  <a:lnTo>
                    <a:pt x="8230" y="1718"/>
                  </a:lnTo>
                  <a:lnTo>
                    <a:pt x="5537" y="1148"/>
                  </a:lnTo>
                  <a:lnTo>
                    <a:pt x="0"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7"/>
            <p:cNvSpPr/>
            <p:nvPr/>
          </p:nvSpPr>
          <p:spPr>
            <a:xfrm>
              <a:off x="2236125" y="5284225"/>
              <a:ext cx="200100" cy="88925"/>
            </a:xfrm>
            <a:custGeom>
              <a:rect b="b" l="l" r="r" t="t"/>
              <a:pathLst>
                <a:path extrusionOk="0" h="3557" w="8004">
                  <a:moveTo>
                    <a:pt x="0" y="1"/>
                  </a:moveTo>
                  <a:lnTo>
                    <a:pt x="1014" y="3123"/>
                  </a:lnTo>
                  <a:lnTo>
                    <a:pt x="3115" y="3557"/>
                  </a:lnTo>
                  <a:lnTo>
                    <a:pt x="7486" y="2134"/>
                  </a:lnTo>
                  <a:cubicBezTo>
                    <a:pt x="7719" y="2061"/>
                    <a:pt x="7906" y="1892"/>
                    <a:pt x="8003" y="1668"/>
                  </a:cubicBezTo>
                  <a:lnTo>
                    <a:pt x="5526" y="1151"/>
                  </a:lnTo>
                  <a:lnTo>
                    <a:pt x="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7"/>
            <p:cNvSpPr/>
            <p:nvPr/>
          </p:nvSpPr>
          <p:spPr>
            <a:xfrm>
              <a:off x="2069563" y="4771050"/>
              <a:ext cx="251475" cy="183175"/>
            </a:xfrm>
            <a:custGeom>
              <a:rect b="b" l="l" r="r" t="t"/>
              <a:pathLst>
                <a:path extrusionOk="0" h="7327" w="10059">
                  <a:moveTo>
                    <a:pt x="1" y="0"/>
                  </a:moveTo>
                  <a:lnTo>
                    <a:pt x="1829" y="5609"/>
                  </a:lnTo>
                  <a:lnTo>
                    <a:pt x="4097" y="6087"/>
                  </a:lnTo>
                  <a:lnTo>
                    <a:pt x="9793" y="7274"/>
                  </a:lnTo>
                  <a:lnTo>
                    <a:pt x="10059" y="7327"/>
                  </a:lnTo>
                  <a:lnTo>
                    <a:pt x="8223" y="1714"/>
                  </a:lnTo>
                  <a:lnTo>
                    <a:pt x="8193" y="1709"/>
                  </a:lnTo>
                  <a:lnTo>
                    <a:pt x="2478" y="518"/>
                  </a:lnTo>
                  <a:lnTo>
                    <a:pt x="1"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 name="Google Shape;203;p27"/>
          <p:cNvGrpSpPr/>
          <p:nvPr/>
        </p:nvGrpSpPr>
        <p:grpSpPr>
          <a:xfrm rot="-2326443">
            <a:off x="4555723" y="496889"/>
            <a:ext cx="536747" cy="385794"/>
            <a:chOff x="3958725" y="4285850"/>
            <a:chExt cx="926000" cy="665575"/>
          </a:xfrm>
        </p:grpSpPr>
        <p:sp>
          <p:nvSpPr>
            <p:cNvPr id="204" name="Google Shape;204;p27"/>
            <p:cNvSpPr/>
            <p:nvPr/>
          </p:nvSpPr>
          <p:spPr>
            <a:xfrm>
              <a:off x="3958725" y="4286250"/>
              <a:ext cx="926000" cy="665175"/>
            </a:xfrm>
            <a:custGeom>
              <a:rect b="b" l="l" r="r" t="t"/>
              <a:pathLst>
                <a:path extrusionOk="0" h="26607" w="37040">
                  <a:moveTo>
                    <a:pt x="32631" y="0"/>
                  </a:moveTo>
                  <a:cubicBezTo>
                    <a:pt x="32452" y="0"/>
                    <a:pt x="32270" y="51"/>
                    <a:pt x="32109" y="159"/>
                  </a:cubicBezTo>
                  <a:lnTo>
                    <a:pt x="626" y="19435"/>
                  </a:lnTo>
                  <a:cubicBezTo>
                    <a:pt x="149" y="19705"/>
                    <a:pt x="1" y="20324"/>
                    <a:pt x="306" y="20781"/>
                  </a:cubicBezTo>
                  <a:lnTo>
                    <a:pt x="3557" y="26142"/>
                  </a:lnTo>
                  <a:cubicBezTo>
                    <a:pt x="3746" y="26441"/>
                    <a:pt x="4071" y="26607"/>
                    <a:pt x="4403" y="26607"/>
                  </a:cubicBezTo>
                  <a:cubicBezTo>
                    <a:pt x="4576" y="26607"/>
                    <a:pt x="4751" y="26562"/>
                    <a:pt x="4910" y="26468"/>
                  </a:cubicBezTo>
                  <a:lnTo>
                    <a:pt x="36349" y="7169"/>
                  </a:lnTo>
                  <a:cubicBezTo>
                    <a:pt x="36870" y="6913"/>
                    <a:pt x="37039" y="6253"/>
                    <a:pt x="36704" y="5777"/>
                  </a:cubicBezTo>
                  <a:lnTo>
                    <a:pt x="33456" y="480"/>
                  </a:lnTo>
                  <a:cubicBezTo>
                    <a:pt x="33281" y="171"/>
                    <a:pt x="32960" y="0"/>
                    <a:pt x="32631"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7"/>
            <p:cNvSpPr/>
            <p:nvPr/>
          </p:nvSpPr>
          <p:spPr>
            <a:xfrm>
              <a:off x="4691775" y="4285850"/>
              <a:ext cx="192950" cy="223000"/>
            </a:xfrm>
            <a:custGeom>
              <a:rect b="b" l="l" r="r" t="t"/>
              <a:pathLst>
                <a:path extrusionOk="0" h="8920" w="7718">
                  <a:moveTo>
                    <a:pt x="3300" y="1"/>
                  </a:moveTo>
                  <a:cubicBezTo>
                    <a:pt x="3131" y="1"/>
                    <a:pt x="2959" y="47"/>
                    <a:pt x="2804" y="143"/>
                  </a:cubicBezTo>
                  <a:lnTo>
                    <a:pt x="0" y="1872"/>
                  </a:lnTo>
                  <a:lnTo>
                    <a:pt x="4230" y="8919"/>
                  </a:lnTo>
                  <a:lnTo>
                    <a:pt x="7027" y="7185"/>
                  </a:lnTo>
                  <a:cubicBezTo>
                    <a:pt x="7548" y="6929"/>
                    <a:pt x="7717" y="6269"/>
                    <a:pt x="7382" y="5793"/>
                  </a:cubicBezTo>
                  <a:lnTo>
                    <a:pt x="4134" y="496"/>
                  </a:lnTo>
                  <a:cubicBezTo>
                    <a:pt x="3962" y="179"/>
                    <a:pt x="3636" y="1"/>
                    <a:pt x="330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7"/>
            <p:cNvSpPr/>
            <p:nvPr/>
          </p:nvSpPr>
          <p:spPr>
            <a:xfrm>
              <a:off x="4538575" y="4330500"/>
              <a:ext cx="263475" cy="270350"/>
            </a:xfrm>
            <a:custGeom>
              <a:rect b="b" l="l" r="r" t="t"/>
              <a:pathLst>
                <a:path extrusionOk="0" h="10814" w="10539">
                  <a:moveTo>
                    <a:pt x="6269" y="1"/>
                  </a:moveTo>
                  <a:lnTo>
                    <a:pt x="0" y="3841"/>
                  </a:lnTo>
                  <a:lnTo>
                    <a:pt x="4272" y="10814"/>
                  </a:lnTo>
                  <a:lnTo>
                    <a:pt x="10539" y="6972"/>
                  </a:lnTo>
                  <a:lnTo>
                    <a:pt x="6269" y="1"/>
                  </a:ln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7"/>
            <p:cNvSpPr/>
            <p:nvPr/>
          </p:nvSpPr>
          <p:spPr>
            <a:xfrm>
              <a:off x="4319625" y="4512575"/>
              <a:ext cx="85175" cy="283575"/>
            </a:xfrm>
            <a:custGeom>
              <a:rect b="b" l="l" r="r" t="t"/>
              <a:pathLst>
                <a:path extrusionOk="0" h="11343" w="3407">
                  <a:moveTo>
                    <a:pt x="3138" y="0"/>
                  </a:moveTo>
                  <a:lnTo>
                    <a:pt x="0" y="1919"/>
                  </a:lnTo>
                  <a:lnTo>
                    <a:pt x="162" y="7389"/>
                  </a:lnTo>
                  <a:lnTo>
                    <a:pt x="278" y="11342"/>
                  </a:lnTo>
                  <a:lnTo>
                    <a:pt x="3406" y="9419"/>
                  </a:lnTo>
                  <a:lnTo>
                    <a:pt x="3325" y="6339"/>
                  </a:lnTo>
                  <a:lnTo>
                    <a:pt x="3138"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7"/>
            <p:cNvSpPr/>
            <p:nvPr/>
          </p:nvSpPr>
          <p:spPr>
            <a:xfrm>
              <a:off x="3978350" y="4721700"/>
              <a:ext cx="85125" cy="229075"/>
            </a:xfrm>
            <a:custGeom>
              <a:rect b="b" l="l" r="r" t="t"/>
              <a:pathLst>
                <a:path extrusionOk="0" h="9163" w="3405">
                  <a:moveTo>
                    <a:pt x="3139" y="1"/>
                  </a:moveTo>
                  <a:lnTo>
                    <a:pt x="1" y="1920"/>
                  </a:lnTo>
                  <a:lnTo>
                    <a:pt x="72" y="4326"/>
                  </a:lnTo>
                  <a:lnTo>
                    <a:pt x="2762" y="8720"/>
                  </a:lnTo>
                  <a:cubicBezTo>
                    <a:pt x="2903" y="8953"/>
                    <a:pt x="3136" y="9114"/>
                    <a:pt x="3404" y="9163"/>
                  </a:cubicBezTo>
                  <a:lnTo>
                    <a:pt x="3323" y="6325"/>
                  </a:lnTo>
                  <a:lnTo>
                    <a:pt x="3139"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7"/>
            <p:cNvSpPr/>
            <p:nvPr/>
          </p:nvSpPr>
          <p:spPr>
            <a:xfrm>
              <a:off x="4427750" y="4408782"/>
              <a:ext cx="147850" cy="321900"/>
            </a:xfrm>
            <a:custGeom>
              <a:rect b="b" l="l" r="r" t="t"/>
              <a:pathLst>
                <a:path extrusionOk="0" h="12876" w="5914">
                  <a:moveTo>
                    <a:pt x="5639" y="0"/>
                  </a:moveTo>
                  <a:lnTo>
                    <a:pt x="0" y="3457"/>
                  </a:lnTo>
                  <a:lnTo>
                    <a:pt x="69" y="6052"/>
                  </a:lnTo>
                  <a:lnTo>
                    <a:pt x="259" y="12571"/>
                  </a:lnTo>
                  <a:lnTo>
                    <a:pt x="270" y="12875"/>
                  </a:lnTo>
                  <a:lnTo>
                    <a:pt x="5913" y="9412"/>
                  </a:lnTo>
                  <a:lnTo>
                    <a:pt x="5909" y="9377"/>
                  </a:lnTo>
                  <a:lnTo>
                    <a:pt x="5722" y="2838"/>
                  </a:lnTo>
                  <a:lnTo>
                    <a:pt x="5639"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 name="Google Shape;210;p27"/>
          <p:cNvGrpSpPr/>
          <p:nvPr/>
        </p:nvGrpSpPr>
        <p:grpSpPr>
          <a:xfrm flipH="1">
            <a:off x="8242895" y="1108767"/>
            <a:ext cx="530166" cy="502936"/>
            <a:chOff x="1717700" y="2254700"/>
            <a:chExt cx="781725" cy="741575"/>
          </a:xfrm>
        </p:grpSpPr>
        <p:sp>
          <p:nvSpPr>
            <p:cNvPr id="211" name="Google Shape;211;p27"/>
            <p:cNvSpPr/>
            <p:nvPr/>
          </p:nvSpPr>
          <p:spPr>
            <a:xfrm>
              <a:off x="1748125" y="2300200"/>
              <a:ext cx="717650" cy="650525"/>
            </a:xfrm>
            <a:custGeom>
              <a:rect b="b" l="l" r="r" t="t"/>
              <a:pathLst>
                <a:path extrusionOk="0" h="26021" w="28706">
                  <a:moveTo>
                    <a:pt x="15025" y="0"/>
                  </a:moveTo>
                  <a:cubicBezTo>
                    <a:pt x="11160" y="0"/>
                    <a:pt x="7313" y="1600"/>
                    <a:pt x="4560" y="4734"/>
                  </a:cubicBezTo>
                  <a:cubicBezTo>
                    <a:pt x="162" y="9743"/>
                    <a:pt x="0" y="17021"/>
                    <a:pt x="3801" y="22174"/>
                  </a:cubicBezTo>
                  <a:cubicBezTo>
                    <a:pt x="4341" y="22872"/>
                    <a:pt x="4946" y="23518"/>
                    <a:pt x="5609" y="24102"/>
                  </a:cubicBezTo>
                  <a:cubicBezTo>
                    <a:pt x="5932" y="24386"/>
                    <a:pt x="6264" y="24652"/>
                    <a:pt x="6604" y="24901"/>
                  </a:cubicBezTo>
                  <a:cubicBezTo>
                    <a:pt x="6953" y="25155"/>
                    <a:pt x="7201" y="25230"/>
                    <a:pt x="7416" y="25230"/>
                  </a:cubicBezTo>
                  <a:cubicBezTo>
                    <a:pt x="7729" y="25230"/>
                    <a:pt x="7975" y="25072"/>
                    <a:pt x="8368" y="25072"/>
                  </a:cubicBezTo>
                  <a:cubicBezTo>
                    <a:pt x="8543" y="25072"/>
                    <a:pt x="8748" y="25103"/>
                    <a:pt x="9001" y="25194"/>
                  </a:cubicBezTo>
                  <a:cubicBezTo>
                    <a:pt x="9444" y="25354"/>
                    <a:pt x="9896" y="25492"/>
                    <a:pt x="10354" y="25608"/>
                  </a:cubicBezTo>
                  <a:cubicBezTo>
                    <a:pt x="11030" y="25776"/>
                    <a:pt x="11721" y="25894"/>
                    <a:pt x="12416" y="25959"/>
                  </a:cubicBezTo>
                  <a:cubicBezTo>
                    <a:pt x="12854" y="26000"/>
                    <a:pt x="13293" y="26021"/>
                    <a:pt x="13732" y="26021"/>
                  </a:cubicBezTo>
                  <a:cubicBezTo>
                    <a:pt x="17598" y="26021"/>
                    <a:pt x="21444" y="24419"/>
                    <a:pt x="24196" y="21288"/>
                  </a:cubicBezTo>
                  <a:cubicBezTo>
                    <a:pt x="28262" y="16658"/>
                    <a:pt x="28705" y="10089"/>
                    <a:pt x="25745" y="5051"/>
                  </a:cubicBezTo>
                  <a:cubicBezTo>
                    <a:pt x="25277" y="4480"/>
                    <a:pt x="24762" y="3949"/>
                    <a:pt x="24205" y="3465"/>
                  </a:cubicBezTo>
                  <a:cubicBezTo>
                    <a:pt x="23674" y="2996"/>
                    <a:pt x="23106" y="2569"/>
                    <a:pt x="22508" y="2185"/>
                  </a:cubicBezTo>
                  <a:cubicBezTo>
                    <a:pt x="21922" y="1809"/>
                    <a:pt x="21305" y="1479"/>
                    <a:pt x="20668" y="1195"/>
                  </a:cubicBezTo>
                  <a:cubicBezTo>
                    <a:pt x="20236" y="1003"/>
                    <a:pt x="19795" y="835"/>
                    <a:pt x="19347" y="687"/>
                  </a:cubicBezTo>
                  <a:cubicBezTo>
                    <a:pt x="18100" y="280"/>
                    <a:pt x="16803" y="52"/>
                    <a:pt x="15491" y="8"/>
                  </a:cubicBezTo>
                  <a:cubicBezTo>
                    <a:pt x="15336" y="3"/>
                    <a:pt x="15180" y="0"/>
                    <a:pt x="15025"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7"/>
            <p:cNvSpPr/>
            <p:nvPr/>
          </p:nvSpPr>
          <p:spPr>
            <a:xfrm>
              <a:off x="1755500" y="2300325"/>
              <a:ext cx="740400" cy="695775"/>
            </a:xfrm>
            <a:custGeom>
              <a:rect b="b" l="l" r="r" t="t"/>
              <a:pathLst>
                <a:path extrusionOk="0" h="27831" w="29616">
                  <a:moveTo>
                    <a:pt x="14709" y="1"/>
                  </a:moveTo>
                  <a:cubicBezTo>
                    <a:pt x="10711" y="1"/>
                    <a:pt x="6906" y="1725"/>
                    <a:pt x="4270" y="4732"/>
                  </a:cubicBezTo>
                  <a:cubicBezTo>
                    <a:pt x="1084" y="8350"/>
                    <a:pt x="1" y="13360"/>
                    <a:pt x="1409" y="17972"/>
                  </a:cubicBezTo>
                  <a:cubicBezTo>
                    <a:pt x="2162" y="20449"/>
                    <a:pt x="3591" y="22666"/>
                    <a:pt x="5538" y="24372"/>
                  </a:cubicBezTo>
                  <a:cubicBezTo>
                    <a:pt x="5852" y="24649"/>
                    <a:pt x="6186" y="24919"/>
                    <a:pt x="6533" y="25169"/>
                  </a:cubicBezTo>
                  <a:cubicBezTo>
                    <a:pt x="7590" y="25942"/>
                    <a:pt x="8754" y="26561"/>
                    <a:pt x="9987" y="27009"/>
                  </a:cubicBezTo>
                  <a:cubicBezTo>
                    <a:pt x="10428" y="27166"/>
                    <a:pt x="10883" y="27304"/>
                    <a:pt x="11340" y="27418"/>
                  </a:cubicBezTo>
                  <a:cubicBezTo>
                    <a:pt x="12017" y="27586"/>
                    <a:pt x="12707" y="27704"/>
                    <a:pt x="13402" y="27769"/>
                  </a:cubicBezTo>
                  <a:cubicBezTo>
                    <a:pt x="13838" y="27810"/>
                    <a:pt x="14282" y="27831"/>
                    <a:pt x="14720" y="27831"/>
                  </a:cubicBezTo>
                  <a:cubicBezTo>
                    <a:pt x="14724" y="27831"/>
                    <a:pt x="14728" y="27831"/>
                    <a:pt x="14732" y="27831"/>
                  </a:cubicBezTo>
                  <a:cubicBezTo>
                    <a:pt x="20119" y="27831"/>
                    <a:pt x="25025" y="24719"/>
                    <a:pt x="27318" y="19844"/>
                  </a:cubicBezTo>
                  <a:cubicBezTo>
                    <a:pt x="29616" y="14965"/>
                    <a:pt x="28886" y="9200"/>
                    <a:pt x="25446" y="5048"/>
                  </a:cubicBezTo>
                  <a:cubicBezTo>
                    <a:pt x="24977" y="4478"/>
                    <a:pt x="24462" y="3947"/>
                    <a:pt x="23908" y="3462"/>
                  </a:cubicBezTo>
                  <a:cubicBezTo>
                    <a:pt x="23374" y="2993"/>
                    <a:pt x="22806" y="2566"/>
                    <a:pt x="22211" y="2185"/>
                  </a:cubicBezTo>
                  <a:cubicBezTo>
                    <a:pt x="21622" y="1809"/>
                    <a:pt x="21008" y="1476"/>
                    <a:pt x="20370" y="1194"/>
                  </a:cubicBezTo>
                  <a:cubicBezTo>
                    <a:pt x="19925" y="998"/>
                    <a:pt x="19484" y="827"/>
                    <a:pt x="19050" y="686"/>
                  </a:cubicBezTo>
                  <a:cubicBezTo>
                    <a:pt x="17803" y="280"/>
                    <a:pt x="16505" y="51"/>
                    <a:pt x="15196" y="10"/>
                  </a:cubicBezTo>
                  <a:cubicBezTo>
                    <a:pt x="15041" y="3"/>
                    <a:pt x="14882" y="1"/>
                    <a:pt x="14725" y="1"/>
                  </a:cubicBezTo>
                  <a:cubicBezTo>
                    <a:pt x="14720" y="1"/>
                    <a:pt x="14714" y="1"/>
                    <a:pt x="14709"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7"/>
            <p:cNvSpPr/>
            <p:nvPr/>
          </p:nvSpPr>
          <p:spPr>
            <a:xfrm>
              <a:off x="1748125" y="2300150"/>
              <a:ext cx="751300" cy="696125"/>
            </a:xfrm>
            <a:custGeom>
              <a:rect b="b" l="l" r="r" t="t"/>
              <a:pathLst>
                <a:path extrusionOk="0" h="27845" w="30052">
                  <a:moveTo>
                    <a:pt x="15005" y="15"/>
                  </a:moveTo>
                  <a:cubicBezTo>
                    <a:pt x="15010" y="15"/>
                    <a:pt x="15015" y="15"/>
                    <a:pt x="15020" y="15"/>
                  </a:cubicBezTo>
                  <a:cubicBezTo>
                    <a:pt x="15177" y="15"/>
                    <a:pt x="15334" y="17"/>
                    <a:pt x="15491" y="21"/>
                  </a:cubicBezTo>
                  <a:cubicBezTo>
                    <a:pt x="16800" y="65"/>
                    <a:pt x="18098" y="294"/>
                    <a:pt x="19342" y="700"/>
                  </a:cubicBezTo>
                  <a:cubicBezTo>
                    <a:pt x="19774" y="841"/>
                    <a:pt x="20218" y="1012"/>
                    <a:pt x="20663" y="1208"/>
                  </a:cubicBezTo>
                  <a:cubicBezTo>
                    <a:pt x="21300" y="1490"/>
                    <a:pt x="21915" y="1820"/>
                    <a:pt x="22503" y="2197"/>
                  </a:cubicBezTo>
                  <a:cubicBezTo>
                    <a:pt x="23099" y="2580"/>
                    <a:pt x="23667" y="3007"/>
                    <a:pt x="24198" y="3476"/>
                  </a:cubicBezTo>
                  <a:cubicBezTo>
                    <a:pt x="24752" y="3961"/>
                    <a:pt x="25267" y="4489"/>
                    <a:pt x="25736" y="5060"/>
                  </a:cubicBezTo>
                  <a:cubicBezTo>
                    <a:pt x="26789" y="6327"/>
                    <a:pt x="27606" y="7773"/>
                    <a:pt x="28147" y="9329"/>
                  </a:cubicBezTo>
                  <a:cubicBezTo>
                    <a:pt x="29638" y="13584"/>
                    <a:pt x="28973" y="18297"/>
                    <a:pt x="26364" y="21975"/>
                  </a:cubicBezTo>
                  <a:cubicBezTo>
                    <a:pt x="23756" y="25652"/>
                    <a:pt x="19529" y="27833"/>
                    <a:pt x="15023" y="27833"/>
                  </a:cubicBezTo>
                  <a:cubicBezTo>
                    <a:pt x="15020" y="27833"/>
                    <a:pt x="15018" y="27833"/>
                    <a:pt x="15015" y="27833"/>
                  </a:cubicBezTo>
                  <a:cubicBezTo>
                    <a:pt x="14577" y="27833"/>
                    <a:pt x="14133" y="27812"/>
                    <a:pt x="13697" y="27771"/>
                  </a:cubicBezTo>
                  <a:cubicBezTo>
                    <a:pt x="13002" y="27706"/>
                    <a:pt x="12312" y="27589"/>
                    <a:pt x="11635" y="27420"/>
                  </a:cubicBezTo>
                  <a:cubicBezTo>
                    <a:pt x="11180" y="27307"/>
                    <a:pt x="10725" y="27168"/>
                    <a:pt x="10282" y="27011"/>
                  </a:cubicBezTo>
                  <a:cubicBezTo>
                    <a:pt x="9051" y="26563"/>
                    <a:pt x="7888" y="25945"/>
                    <a:pt x="6830" y="25173"/>
                  </a:cubicBezTo>
                  <a:cubicBezTo>
                    <a:pt x="6486" y="24922"/>
                    <a:pt x="6151" y="24654"/>
                    <a:pt x="5835" y="24374"/>
                  </a:cubicBezTo>
                  <a:cubicBezTo>
                    <a:pt x="3888" y="22670"/>
                    <a:pt x="2459" y="20454"/>
                    <a:pt x="1706" y="17979"/>
                  </a:cubicBezTo>
                  <a:cubicBezTo>
                    <a:pt x="420" y="13760"/>
                    <a:pt x="1210" y="9184"/>
                    <a:pt x="3835" y="5642"/>
                  </a:cubicBezTo>
                  <a:cubicBezTo>
                    <a:pt x="6458" y="2103"/>
                    <a:pt x="10601" y="15"/>
                    <a:pt x="15005" y="15"/>
                  </a:cubicBezTo>
                  <a:close/>
                  <a:moveTo>
                    <a:pt x="15020" y="1"/>
                  </a:moveTo>
                  <a:lnTo>
                    <a:pt x="15020" y="3"/>
                  </a:lnTo>
                  <a:cubicBezTo>
                    <a:pt x="11155" y="3"/>
                    <a:pt x="7310" y="1603"/>
                    <a:pt x="4560" y="4736"/>
                  </a:cubicBezTo>
                  <a:cubicBezTo>
                    <a:pt x="159" y="9745"/>
                    <a:pt x="0" y="17023"/>
                    <a:pt x="3801" y="22176"/>
                  </a:cubicBezTo>
                  <a:cubicBezTo>
                    <a:pt x="4394" y="22984"/>
                    <a:pt x="5073" y="23723"/>
                    <a:pt x="5828" y="24384"/>
                  </a:cubicBezTo>
                  <a:cubicBezTo>
                    <a:pt x="6149" y="24668"/>
                    <a:pt x="6484" y="24933"/>
                    <a:pt x="6823" y="25180"/>
                  </a:cubicBezTo>
                  <a:cubicBezTo>
                    <a:pt x="7883" y="25954"/>
                    <a:pt x="9047" y="26575"/>
                    <a:pt x="10280" y="27021"/>
                  </a:cubicBezTo>
                  <a:cubicBezTo>
                    <a:pt x="10725" y="27180"/>
                    <a:pt x="11178" y="27318"/>
                    <a:pt x="11633" y="27432"/>
                  </a:cubicBezTo>
                  <a:cubicBezTo>
                    <a:pt x="12312" y="27600"/>
                    <a:pt x="13000" y="27718"/>
                    <a:pt x="13697" y="27782"/>
                  </a:cubicBezTo>
                  <a:cubicBezTo>
                    <a:pt x="14136" y="27824"/>
                    <a:pt x="14574" y="27845"/>
                    <a:pt x="15015" y="27845"/>
                  </a:cubicBezTo>
                  <a:cubicBezTo>
                    <a:pt x="18881" y="27845"/>
                    <a:pt x="22725" y="26245"/>
                    <a:pt x="25475" y="23111"/>
                  </a:cubicBezTo>
                  <a:cubicBezTo>
                    <a:pt x="30051" y="17900"/>
                    <a:pt x="30035" y="10227"/>
                    <a:pt x="25745" y="5050"/>
                  </a:cubicBezTo>
                  <a:cubicBezTo>
                    <a:pt x="25277" y="4482"/>
                    <a:pt x="24762" y="3951"/>
                    <a:pt x="24205" y="3464"/>
                  </a:cubicBezTo>
                  <a:cubicBezTo>
                    <a:pt x="23672" y="2995"/>
                    <a:pt x="23106" y="2568"/>
                    <a:pt x="22508" y="2185"/>
                  </a:cubicBezTo>
                  <a:cubicBezTo>
                    <a:pt x="21922" y="1809"/>
                    <a:pt x="21305" y="1478"/>
                    <a:pt x="20668" y="1197"/>
                  </a:cubicBezTo>
                  <a:cubicBezTo>
                    <a:pt x="20236" y="1005"/>
                    <a:pt x="19795" y="834"/>
                    <a:pt x="19347" y="689"/>
                  </a:cubicBezTo>
                  <a:cubicBezTo>
                    <a:pt x="18100" y="280"/>
                    <a:pt x="16803" y="52"/>
                    <a:pt x="15491" y="10"/>
                  </a:cubicBezTo>
                  <a:cubicBezTo>
                    <a:pt x="15334" y="5"/>
                    <a:pt x="15177" y="1"/>
                    <a:pt x="1502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7"/>
            <p:cNvSpPr/>
            <p:nvPr/>
          </p:nvSpPr>
          <p:spPr>
            <a:xfrm>
              <a:off x="1828875" y="2353550"/>
              <a:ext cx="589400" cy="589400"/>
            </a:xfrm>
            <a:custGeom>
              <a:rect b="b" l="l" r="r" t="t"/>
              <a:pathLst>
                <a:path extrusionOk="0" fill="none" h="23576" w="23576">
                  <a:moveTo>
                    <a:pt x="20123" y="3452"/>
                  </a:moveTo>
                  <a:cubicBezTo>
                    <a:pt x="22333" y="5662"/>
                    <a:pt x="23575" y="8662"/>
                    <a:pt x="23575" y="11788"/>
                  </a:cubicBezTo>
                  <a:cubicBezTo>
                    <a:pt x="23575" y="14914"/>
                    <a:pt x="22333" y="17911"/>
                    <a:pt x="20123" y="20121"/>
                  </a:cubicBezTo>
                  <a:cubicBezTo>
                    <a:pt x="17911" y="22333"/>
                    <a:pt x="14914" y="23575"/>
                    <a:pt x="11788" y="23575"/>
                  </a:cubicBezTo>
                  <a:cubicBezTo>
                    <a:pt x="8661" y="23575"/>
                    <a:pt x="5664" y="22333"/>
                    <a:pt x="3452" y="20121"/>
                  </a:cubicBezTo>
                  <a:cubicBezTo>
                    <a:pt x="1243" y="17911"/>
                    <a:pt x="0" y="14914"/>
                    <a:pt x="0" y="11788"/>
                  </a:cubicBezTo>
                  <a:cubicBezTo>
                    <a:pt x="0" y="8662"/>
                    <a:pt x="1243" y="5662"/>
                    <a:pt x="3452" y="3452"/>
                  </a:cubicBezTo>
                  <a:cubicBezTo>
                    <a:pt x="5664" y="1243"/>
                    <a:pt x="8661" y="1"/>
                    <a:pt x="11788" y="1"/>
                  </a:cubicBezTo>
                  <a:cubicBezTo>
                    <a:pt x="14914" y="1"/>
                    <a:pt x="17911" y="1243"/>
                    <a:pt x="20123" y="3452"/>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7"/>
            <p:cNvSpPr/>
            <p:nvPr/>
          </p:nvSpPr>
          <p:spPr>
            <a:xfrm>
              <a:off x="1854800" y="2392075"/>
              <a:ext cx="553825" cy="513575"/>
            </a:xfrm>
            <a:custGeom>
              <a:rect b="b" l="l" r="r" t="t"/>
              <a:pathLst>
                <a:path extrusionOk="0" h="20543" w="22153">
                  <a:moveTo>
                    <a:pt x="10769" y="1"/>
                  </a:moveTo>
                  <a:cubicBezTo>
                    <a:pt x="10066" y="1"/>
                    <a:pt x="9353" y="73"/>
                    <a:pt x="8640" y="224"/>
                  </a:cubicBezTo>
                  <a:cubicBezTo>
                    <a:pt x="3496" y="1311"/>
                    <a:pt x="0" y="6102"/>
                    <a:pt x="543" y="11330"/>
                  </a:cubicBezTo>
                  <a:cubicBezTo>
                    <a:pt x="1083" y="16560"/>
                    <a:pt x="5489" y="20536"/>
                    <a:pt x="10746" y="20543"/>
                  </a:cubicBezTo>
                  <a:cubicBezTo>
                    <a:pt x="10752" y="20543"/>
                    <a:pt x="10757" y="20543"/>
                    <a:pt x="10763" y="20543"/>
                  </a:cubicBezTo>
                  <a:cubicBezTo>
                    <a:pt x="12195" y="20543"/>
                    <a:pt x="13614" y="20243"/>
                    <a:pt x="14925" y="19661"/>
                  </a:cubicBezTo>
                  <a:cubicBezTo>
                    <a:pt x="19733" y="17529"/>
                    <a:pt x="22152" y="12113"/>
                    <a:pt x="20536" y="7111"/>
                  </a:cubicBezTo>
                  <a:cubicBezTo>
                    <a:pt x="19144" y="2803"/>
                    <a:pt x="15140" y="1"/>
                    <a:pt x="10769"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7"/>
            <p:cNvSpPr/>
            <p:nvPr/>
          </p:nvSpPr>
          <p:spPr>
            <a:xfrm>
              <a:off x="1836200" y="2390675"/>
              <a:ext cx="574725" cy="515125"/>
            </a:xfrm>
            <a:custGeom>
              <a:rect b="b" l="l" r="r" t="t"/>
              <a:pathLst>
                <a:path extrusionOk="0" h="20605" w="22989">
                  <a:moveTo>
                    <a:pt x="9338" y="226"/>
                  </a:moveTo>
                  <a:cubicBezTo>
                    <a:pt x="4666" y="1196"/>
                    <a:pt x="1150" y="5334"/>
                    <a:pt x="1148" y="10298"/>
                  </a:cubicBezTo>
                  <a:cubicBezTo>
                    <a:pt x="1146" y="15415"/>
                    <a:pt x="4876" y="19657"/>
                    <a:pt x="9761" y="20458"/>
                  </a:cubicBezTo>
                  <a:lnTo>
                    <a:pt x="9761" y="20458"/>
                  </a:lnTo>
                  <a:cubicBezTo>
                    <a:pt x="7896" y="20140"/>
                    <a:pt x="6139" y="19311"/>
                    <a:pt x="4695" y="18043"/>
                  </a:cubicBezTo>
                  <a:cubicBezTo>
                    <a:pt x="421" y="14286"/>
                    <a:pt x="1" y="7777"/>
                    <a:pt x="3755" y="3503"/>
                  </a:cubicBezTo>
                  <a:cubicBezTo>
                    <a:pt x="5228" y="1823"/>
                    <a:pt x="7191" y="684"/>
                    <a:pt x="9338" y="226"/>
                  </a:cubicBezTo>
                  <a:close/>
                  <a:moveTo>
                    <a:pt x="11483" y="0"/>
                  </a:moveTo>
                  <a:cubicBezTo>
                    <a:pt x="10756" y="0"/>
                    <a:pt x="10038" y="77"/>
                    <a:pt x="9338" y="226"/>
                  </a:cubicBezTo>
                  <a:lnTo>
                    <a:pt x="9338" y="226"/>
                  </a:lnTo>
                  <a:cubicBezTo>
                    <a:pt x="10017" y="86"/>
                    <a:pt x="10720" y="12"/>
                    <a:pt x="11440" y="12"/>
                  </a:cubicBezTo>
                  <a:cubicBezTo>
                    <a:pt x="11460" y="12"/>
                    <a:pt x="11479" y="12"/>
                    <a:pt x="11499" y="12"/>
                  </a:cubicBezTo>
                  <a:cubicBezTo>
                    <a:pt x="11501" y="12"/>
                    <a:pt x="11502" y="12"/>
                    <a:pt x="11504" y="12"/>
                  </a:cubicBezTo>
                  <a:cubicBezTo>
                    <a:pt x="16773" y="12"/>
                    <a:pt x="21193" y="3994"/>
                    <a:pt x="21740" y="9236"/>
                  </a:cubicBezTo>
                  <a:cubicBezTo>
                    <a:pt x="22285" y="14480"/>
                    <a:pt x="18780" y="19290"/>
                    <a:pt x="13619" y="20372"/>
                  </a:cubicBezTo>
                  <a:cubicBezTo>
                    <a:pt x="12919" y="20520"/>
                    <a:pt x="12206" y="20594"/>
                    <a:pt x="11490" y="20594"/>
                  </a:cubicBezTo>
                  <a:cubicBezTo>
                    <a:pt x="11473" y="20594"/>
                    <a:pt x="11456" y="20594"/>
                    <a:pt x="11439" y="20594"/>
                  </a:cubicBezTo>
                  <a:cubicBezTo>
                    <a:pt x="10868" y="20594"/>
                    <a:pt x="10307" y="20548"/>
                    <a:pt x="9761" y="20458"/>
                  </a:cubicBezTo>
                  <a:lnTo>
                    <a:pt x="9761" y="20458"/>
                  </a:lnTo>
                  <a:cubicBezTo>
                    <a:pt x="10329" y="20555"/>
                    <a:pt x="10907" y="20604"/>
                    <a:pt x="11490" y="20604"/>
                  </a:cubicBezTo>
                  <a:cubicBezTo>
                    <a:pt x="11713" y="20604"/>
                    <a:pt x="11936" y="20597"/>
                    <a:pt x="12160" y="20583"/>
                  </a:cubicBezTo>
                  <a:cubicBezTo>
                    <a:pt x="14887" y="20407"/>
                    <a:pt x="17431" y="19156"/>
                    <a:pt x="19234" y="17103"/>
                  </a:cubicBezTo>
                  <a:cubicBezTo>
                    <a:pt x="22989" y="12829"/>
                    <a:pt x="22569" y="6320"/>
                    <a:pt x="18295" y="2563"/>
                  </a:cubicBezTo>
                  <a:cubicBezTo>
                    <a:pt x="16420" y="912"/>
                    <a:pt x="14006" y="0"/>
                    <a:pt x="11509" y="0"/>
                  </a:cubicBezTo>
                  <a:cubicBezTo>
                    <a:pt x="11506" y="0"/>
                    <a:pt x="11503" y="0"/>
                    <a:pt x="11499" y="0"/>
                  </a:cubicBezTo>
                  <a:cubicBezTo>
                    <a:pt x="11494" y="0"/>
                    <a:pt x="11489" y="0"/>
                    <a:pt x="1148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7"/>
            <p:cNvSpPr/>
            <p:nvPr/>
          </p:nvSpPr>
          <p:spPr>
            <a:xfrm>
              <a:off x="1918750" y="2300450"/>
              <a:ext cx="313075" cy="675175"/>
            </a:xfrm>
            <a:custGeom>
              <a:rect b="b" l="l" r="r" t="t"/>
              <a:pathLst>
                <a:path extrusionOk="0" h="27007" w="12523">
                  <a:moveTo>
                    <a:pt x="8666" y="0"/>
                  </a:moveTo>
                  <a:lnTo>
                    <a:pt x="0" y="25168"/>
                  </a:lnTo>
                  <a:cubicBezTo>
                    <a:pt x="1058" y="25942"/>
                    <a:pt x="2222" y="26561"/>
                    <a:pt x="3455" y="27006"/>
                  </a:cubicBezTo>
                  <a:lnTo>
                    <a:pt x="12522" y="677"/>
                  </a:lnTo>
                  <a:cubicBezTo>
                    <a:pt x="11275" y="270"/>
                    <a:pt x="9978" y="42"/>
                    <a:pt x="8666"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7"/>
            <p:cNvSpPr/>
            <p:nvPr/>
          </p:nvSpPr>
          <p:spPr>
            <a:xfrm>
              <a:off x="2039000" y="2330125"/>
              <a:ext cx="271850" cy="664550"/>
            </a:xfrm>
            <a:custGeom>
              <a:rect b="b" l="l" r="r" t="t"/>
              <a:pathLst>
                <a:path extrusionOk="0" h="26582" w="10874">
                  <a:moveTo>
                    <a:pt x="9033" y="0"/>
                  </a:moveTo>
                  <a:lnTo>
                    <a:pt x="0" y="26233"/>
                  </a:lnTo>
                  <a:cubicBezTo>
                    <a:pt x="677" y="26401"/>
                    <a:pt x="1365" y="26517"/>
                    <a:pt x="2060" y="26581"/>
                  </a:cubicBezTo>
                  <a:lnTo>
                    <a:pt x="10873" y="988"/>
                  </a:lnTo>
                  <a:cubicBezTo>
                    <a:pt x="10287" y="612"/>
                    <a:pt x="9670" y="282"/>
                    <a:pt x="9033"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7"/>
            <p:cNvSpPr/>
            <p:nvPr/>
          </p:nvSpPr>
          <p:spPr>
            <a:xfrm>
              <a:off x="1717700" y="2254700"/>
              <a:ext cx="674075" cy="599875"/>
            </a:xfrm>
            <a:custGeom>
              <a:rect b="b" l="l" r="r" t="t"/>
              <a:pathLst>
                <a:path extrusionOk="0" h="23995" w="26963">
                  <a:moveTo>
                    <a:pt x="14948" y="0"/>
                  </a:moveTo>
                  <a:cubicBezTo>
                    <a:pt x="11086" y="0"/>
                    <a:pt x="7245" y="1602"/>
                    <a:pt x="4498" y="4730"/>
                  </a:cubicBezTo>
                  <a:cubicBezTo>
                    <a:pt x="0" y="9849"/>
                    <a:pt x="767" y="18552"/>
                    <a:pt x="5018" y="23994"/>
                  </a:cubicBezTo>
                  <a:cubicBezTo>
                    <a:pt x="1219" y="18841"/>
                    <a:pt x="1379" y="11563"/>
                    <a:pt x="5777" y="6554"/>
                  </a:cubicBezTo>
                  <a:cubicBezTo>
                    <a:pt x="8530" y="3420"/>
                    <a:pt x="12377" y="1820"/>
                    <a:pt x="16242" y="1820"/>
                  </a:cubicBezTo>
                  <a:cubicBezTo>
                    <a:pt x="16397" y="1820"/>
                    <a:pt x="16553" y="1823"/>
                    <a:pt x="16708" y="1828"/>
                  </a:cubicBezTo>
                  <a:cubicBezTo>
                    <a:pt x="18020" y="1872"/>
                    <a:pt x="19317" y="2100"/>
                    <a:pt x="20564" y="2507"/>
                  </a:cubicBezTo>
                  <a:cubicBezTo>
                    <a:pt x="21012" y="2655"/>
                    <a:pt x="21453" y="2823"/>
                    <a:pt x="21885" y="3015"/>
                  </a:cubicBezTo>
                  <a:cubicBezTo>
                    <a:pt x="22522" y="3299"/>
                    <a:pt x="23139" y="3629"/>
                    <a:pt x="23725" y="4005"/>
                  </a:cubicBezTo>
                  <a:cubicBezTo>
                    <a:pt x="24323" y="4389"/>
                    <a:pt x="24891" y="4816"/>
                    <a:pt x="25422" y="5285"/>
                  </a:cubicBezTo>
                  <a:cubicBezTo>
                    <a:pt x="25979" y="5769"/>
                    <a:pt x="26494" y="6300"/>
                    <a:pt x="26962" y="6871"/>
                  </a:cubicBezTo>
                  <a:cubicBezTo>
                    <a:pt x="26210" y="5592"/>
                    <a:pt x="25258" y="4439"/>
                    <a:pt x="24143" y="3463"/>
                  </a:cubicBezTo>
                  <a:cubicBezTo>
                    <a:pt x="23610" y="2994"/>
                    <a:pt x="23042" y="2567"/>
                    <a:pt x="22446" y="2184"/>
                  </a:cubicBezTo>
                  <a:cubicBezTo>
                    <a:pt x="21857" y="1807"/>
                    <a:pt x="21243" y="1477"/>
                    <a:pt x="20603" y="1193"/>
                  </a:cubicBezTo>
                  <a:cubicBezTo>
                    <a:pt x="20172" y="1001"/>
                    <a:pt x="19731" y="830"/>
                    <a:pt x="19283" y="685"/>
                  </a:cubicBezTo>
                  <a:cubicBezTo>
                    <a:pt x="18038" y="279"/>
                    <a:pt x="16740" y="50"/>
                    <a:pt x="15429" y="8"/>
                  </a:cubicBezTo>
                  <a:cubicBezTo>
                    <a:pt x="15269" y="3"/>
                    <a:pt x="15108" y="0"/>
                    <a:pt x="14948"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 name="Google Shape;220;p27"/>
          <p:cNvGrpSpPr/>
          <p:nvPr/>
        </p:nvGrpSpPr>
        <p:grpSpPr>
          <a:xfrm rot="-1142849">
            <a:off x="5709776" y="491012"/>
            <a:ext cx="676095" cy="397557"/>
            <a:chOff x="3588600" y="2424575"/>
            <a:chExt cx="1002475" cy="589475"/>
          </a:xfrm>
        </p:grpSpPr>
        <p:sp>
          <p:nvSpPr>
            <p:cNvPr id="221" name="Google Shape;221;p27"/>
            <p:cNvSpPr/>
            <p:nvPr/>
          </p:nvSpPr>
          <p:spPr>
            <a:xfrm>
              <a:off x="3588600" y="2424575"/>
              <a:ext cx="1002475" cy="560325"/>
            </a:xfrm>
            <a:custGeom>
              <a:rect b="b" l="l" r="r" t="t"/>
              <a:pathLst>
                <a:path extrusionOk="0" h="22413" w="40099">
                  <a:moveTo>
                    <a:pt x="27641" y="1"/>
                  </a:moveTo>
                  <a:cubicBezTo>
                    <a:pt x="27012" y="1"/>
                    <a:pt x="26337" y="29"/>
                    <a:pt x="25612" y="87"/>
                  </a:cubicBezTo>
                  <a:cubicBezTo>
                    <a:pt x="20336" y="514"/>
                    <a:pt x="3522" y="5460"/>
                    <a:pt x="3792" y="14946"/>
                  </a:cubicBezTo>
                  <a:cubicBezTo>
                    <a:pt x="3942" y="20169"/>
                    <a:pt x="8167" y="22413"/>
                    <a:pt x="8167" y="22413"/>
                  </a:cubicBezTo>
                  <a:cubicBezTo>
                    <a:pt x="8167" y="22413"/>
                    <a:pt x="1" y="9286"/>
                    <a:pt x="29867" y="5871"/>
                  </a:cubicBezTo>
                  <a:cubicBezTo>
                    <a:pt x="30556" y="5793"/>
                    <a:pt x="31186" y="5756"/>
                    <a:pt x="31760" y="5756"/>
                  </a:cubicBezTo>
                  <a:cubicBezTo>
                    <a:pt x="39561" y="5756"/>
                    <a:pt x="37224" y="12517"/>
                    <a:pt x="37224" y="12517"/>
                  </a:cubicBezTo>
                  <a:cubicBezTo>
                    <a:pt x="37224" y="12517"/>
                    <a:pt x="40098" y="9727"/>
                    <a:pt x="37048" y="4948"/>
                  </a:cubicBezTo>
                  <a:cubicBezTo>
                    <a:pt x="35725" y="2876"/>
                    <a:pt x="34060" y="1"/>
                    <a:pt x="27641"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7"/>
            <p:cNvSpPr/>
            <p:nvPr/>
          </p:nvSpPr>
          <p:spPr>
            <a:xfrm>
              <a:off x="3728825" y="2541225"/>
              <a:ext cx="821900" cy="472725"/>
            </a:xfrm>
            <a:custGeom>
              <a:rect b="b" l="l" r="r" t="t"/>
              <a:pathLst>
                <a:path extrusionOk="0" h="18909" w="32876">
                  <a:moveTo>
                    <a:pt x="24519" y="0"/>
                  </a:moveTo>
                  <a:cubicBezTo>
                    <a:pt x="22919" y="0"/>
                    <a:pt x="21194" y="178"/>
                    <a:pt x="19393" y="527"/>
                  </a:cubicBezTo>
                  <a:cubicBezTo>
                    <a:pt x="17470" y="903"/>
                    <a:pt x="15581" y="1434"/>
                    <a:pt x="13743" y="2117"/>
                  </a:cubicBezTo>
                  <a:cubicBezTo>
                    <a:pt x="12517" y="2568"/>
                    <a:pt x="11316" y="3085"/>
                    <a:pt x="10146" y="3664"/>
                  </a:cubicBezTo>
                  <a:cubicBezTo>
                    <a:pt x="8673" y="4389"/>
                    <a:pt x="7303" y="5193"/>
                    <a:pt x="6080" y="6052"/>
                  </a:cubicBezTo>
                  <a:cubicBezTo>
                    <a:pt x="5422" y="6507"/>
                    <a:pt x="4803" y="6980"/>
                    <a:pt x="4242" y="7458"/>
                  </a:cubicBezTo>
                  <a:cubicBezTo>
                    <a:pt x="2210" y="9183"/>
                    <a:pt x="857" y="10968"/>
                    <a:pt x="330" y="12621"/>
                  </a:cubicBezTo>
                  <a:cubicBezTo>
                    <a:pt x="5" y="13632"/>
                    <a:pt x="0" y="14574"/>
                    <a:pt x="309" y="15415"/>
                  </a:cubicBezTo>
                  <a:cubicBezTo>
                    <a:pt x="1129" y="17636"/>
                    <a:pt x="4073" y="18908"/>
                    <a:pt x="8384" y="18908"/>
                  </a:cubicBezTo>
                  <a:cubicBezTo>
                    <a:pt x="9984" y="18908"/>
                    <a:pt x="11709" y="18731"/>
                    <a:pt x="13508" y="18382"/>
                  </a:cubicBezTo>
                  <a:cubicBezTo>
                    <a:pt x="15433" y="18006"/>
                    <a:pt x="17322" y="17472"/>
                    <a:pt x="19160" y="16789"/>
                  </a:cubicBezTo>
                  <a:cubicBezTo>
                    <a:pt x="19668" y="16602"/>
                    <a:pt x="20132" y="16419"/>
                    <a:pt x="20578" y="16232"/>
                  </a:cubicBezTo>
                  <a:lnTo>
                    <a:pt x="20580" y="16232"/>
                  </a:lnTo>
                  <a:cubicBezTo>
                    <a:pt x="23519" y="15015"/>
                    <a:pt x="26186" y="13466"/>
                    <a:pt x="28297" y="11753"/>
                  </a:cubicBezTo>
                  <a:cubicBezTo>
                    <a:pt x="28858" y="11298"/>
                    <a:pt x="29393" y="10813"/>
                    <a:pt x="29904" y="10303"/>
                  </a:cubicBezTo>
                  <a:cubicBezTo>
                    <a:pt x="30813" y="9384"/>
                    <a:pt x="31522" y="8462"/>
                    <a:pt x="32016" y="7567"/>
                  </a:cubicBezTo>
                  <a:cubicBezTo>
                    <a:pt x="32418" y="6835"/>
                    <a:pt x="32672" y="6121"/>
                    <a:pt x="32771" y="5447"/>
                  </a:cubicBezTo>
                  <a:cubicBezTo>
                    <a:pt x="32875" y="4752"/>
                    <a:pt x="32813" y="4094"/>
                    <a:pt x="32591" y="3494"/>
                  </a:cubicBezTo>
                  <a:cubicBezTo>
                    <a:pt x="31772" y="1275"/>
                    <a:pt x="28830" y="0"/>
                    <a:pt x="24519"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7"/>
            <p:cNvSpPr/>
            <p:nvPr/>
          </p:nvSpPr>
          <p:spPr>
            <a:xfrm>
              <a:off x="3728475" y="2541100"/>
              <a:ext cx="826625" cy="472950"/>
            </a:xfrm>
            <a:custGeom>
              <a:rect b="b" l="l" r="r" t="t"/>
              <a:pathLst>
                <a:path extrusionOk="0" h="18918" w="33065">
                  <a:moveTo>
                    <a:pt x="24533" y="12"/>
                  </a:moveTo>
                  <a:cubicBezTo>
                    <a:pt x="25568" y="12"/>
                    <a:pt x="26537" y="88"/>
                    <a:pt x="27422" y="236"/>
                  </a:cubicBezTo>
                  <a:cubicBezTo>
                    <a:pt x="28311" y="384"/>
                    <a:pt x="29112" y="605"/>
                    <a:pt x="29802" y="896"/>
                  </a:cubicBezTo>
                  <a:cubicBezTo>
                    <a:pt x="30506" y="1192"/>
                    <a:pt x="31100" y="1559"/>
                    <a:pt x="31566" y="1988"/>
                  </a:cubicBezTo>
                  <a:cubicBezTo>
                    <a:pt x="32044" y="2429"/>
                    <a:pt x="32393" y="2937"/>
                    <a:pt x="32601" y="3501"/>
                  </a:cubicBezTo>
                  <a:cubicBezTo>
                    <a:pt x="32822" y="4101"/>
                    <a:pt x="32882" y="4757"/>
                    <a:pt x="32781" y="5450"/>
                  </a:cubicBezTo>
                  <a:cubicBezTo>
                    <a:pt x="32679" y="6124"/>
                    <a:pt x="32425" y="6837"/>
                    <a:pt x="32026" y="7569"/>
                  </a:cubicBezTo>
                  <a:cubicBezTo>
                    <a:pt x="31532" y="8465"/>
                    <a:pt x="30823" y="9384"/>
                    <a:pt x="29915" y="10303"/>
                  </a:cubicBezTo>
                  <a:cubicBezTo>
                    <a:pt x="29405" y="10816"/>
                    <a:pt x="28869" y="11298"/>
                    <a:pt x="28308" y="11753"/>
                  </a:cubicBezTo>
                  <a:cubicBezTo>
                    <a:pt x="26200" y="13464"/>
                    <a:pt x="23531" y="15013"/>
                    <a:pt x="20594" y="16233"/>
                  </a:cubicBezTo>
                  <a:lnTo>
                    <a:pt x="20589" y="16235"/>
                  </a:lnTo>
                  <a:cubicBezTo>
                    <a:pt x="20144" y="16420"/>
                    <a:pt x="19682" y="16602"/>
                    <a:pt x="19174" y="16789"/>
                  </a:cubicBezTo>
                  <a:cubicBezTo>
                    <a:pt x="17336" y="17473"/>
                    <a:pt x="15447" y="18006"/>
                    <a:pt x="13522" y="18382"/>
                  </a:cubicBezTo>
                  <a:cubicBezTo>
                    <a:pt x="11721" y="18731"/>
                    <a:pt x="9998" y="18906"/>
                    <a:pt x="8398" y="18906"/>
                  </a:cubicBezTo>
                  <a:cubicBezTo>
                    <a:pt x="7364" y="18906"/>
                    <a:pt x="6391" y="18833"/>
                    <a:pt x="5509" y="18685"/>
                  </a:cubicBezTo>
                  <a:cubicBezTo>
                    <a:pt x="4620" y="18537"/>
                    <a:pt x="3819" y="18313"/>
                    <a:pt x="3129" y="18024"/>
                  </a:cubicBezTo>
                  <a:cubicBezTo>
                    <a:pt x="2425" y="17729"/>
                    <a:pt x="1831" y="17359"/>
                    <a:pt x="1365" y="16932"/>
                  </a:cubicBezTo>
                  <a:cubicBezTo>
                    <a:pt x="885" y="16491"/>
                    <a:pt x="538" y="15983"/>
                    <a:pt x="328" y="15420"/>
                  </a:cubicBezTo>
                  <a:cubicBezTo>
                    <a:pt x="19" y="14579"/>
                    <a:pt x="26" y="13640"/>
                    <a:pt x="349" y="12628"/>
                  </a:cubicBezTo>
                  <a:cubicBezTo>
                    <a:pt x="875" y="10977"/>
                    <a:pt x="2228" y="9193"/>
                    <a:pt x="4260" y="7468"/>
                  </a:cubicBezTo>
                  <a:cubicBezTo>
                    <a:pt x="4821" y="6992"/>
                    <a:pt x="5438" y="6519"/>
                    <a:pt x="6096" y="6062"/>
                  </a:cubicBezTo>
                  <a:cubicBezTo>
                    <a:pt x="7322" y="5203"/>
                    <a:pt x="8689" y="4401"/>
                    <a:pt x="10162" y="3674"/>
                  </a:cubicBezTo>
                  <a:cubicBezTo>
                    <a:pt x="11333" y="3094"/>
                    <a:pt x="12533" y="2580"/>
                    <a:pt x="13759" y="2129"/>
                  </a:cubicBezTo>
                  <a:cubicBezTo>
                    <a:pt x="15595" y="1446"/>
                    <a:pt x="17486" y="912"/>
                    <a:pt x="19407" y="536"/>
                  </a:cubicBezTo>
                  <a:cubicBezTo>
                    <a:pt x="21208" y="190"/>
                    <a:pt x="22933" y="12"/>
                    <a:pt x="24533" y="12"/>
                  </a:cubicBezTo>
                  <a:close/>
                  <a:moveTo>
                    <a:pt x="24533" y="0"/>
                  </a:moveTo>
                  <a:cubicBezTo>
                    <a:pt x="21377" y="0"/>
                    <a:pt x="17611" y="693"/>
                    <a:pt x="13755" y="2118"/>
                  </a:cubicBezTo>
                  <a:cubicBezTo>
                    <a:pt x="12529" y="2570"/>
                    <a:pt x="11328" y="3085"/>
                    <a:pt x="10157" y="3665"/>
                  </a:cubicBezTo>
                  <a:cubicBezTo>
                    <a:pt x="8668" y="4399"/>
                    <a:pt x="7301" y="5205"/>
                    <a:pt x="6091" y="6052"/>
                  </a:cubicBezTo>
                  <a:cubicBezTo>
                    <a:pt x="5431" y="6509"/>
                    <a:pt x="4814" y="6983"/>
                    <a:pt x="4253" y="7461"/>
                  </a:cubicBezTo>
                  <a:cubicBezTo>
                    <a:pt x="2249" y="9160"/>
                    <a:pt x="871" y="10952"/>
                    <a:pt x="340" y="12624"/>
                  </a:cubicBezTo>
                  <a:cubicBezTo>
                    <a:pt x="21" y="13614"/>
                    <a:pt x="0" y="14561"/>
                    <a:pt x="319" y="15424"/>
                  </a:cubicBezTo>
                  <a:cubicBezTo>
                    <a:pt x="1169" y="17724"/>
                    <a:pt x="4256" y="18918"/>
                    <a:pt x="8398" y="18918"/>
                  </a:cubicBezTo>
                  <a:cubicBezTo>
                    <a:pt x="11554" y="18918"/>
                    <a:pt x="15323" y="18225"/>
                    <a:pt x="19179" y="16801"/>
                  </a:cubicBezTo>
                  <a:cubicBezTo>
                    <a:pt x="19661" y="16623"/>
                    <a:pt x="20130" y="16438"/>
                    <a:pt x="20594" y="16244"/>
                  </a:cubicBezTo>
                  <a:lnTo>
                    <a:pt x="20596" y="16244"/>
                  </a:lnTo>
                  <a:cubicBezTo>
                    <a:pt x="23630" y="14986"/>
                    <a:pt x="26269" y="13425"/>
                    <a:pt x="28315" y="11762"/>
                  </a:cubicBezTo>
                  <a:cubicBezTo>
                    <a:pt x="28876" y="11308"/>
                    <a:pt x="29412" y="10825"/>
                    <a:pt x="29922" y="10312"/>
                  </a:cubicBezTo>
                  <a:cubicBezTo>
                    <a:pt x="30823" y="9400"/>
                    <a:pt x="31539" y="8479"/>
                    <a:pt x="32035" y="7576"/>
                  </a:cubicBezTo>
                  <a:cubicBezTo>
                    <a:pt x="32829" y="6126"/>
                    <a:pt x="33065" y="4725"/>
                    <a:pt x="32612" y="3499"/>
                  </a:cubicBezTo>
                  <a:cubicBezTo>
                    <a:pt x="31763" y="1196"/>
                    <a:pt x="28675" y="3"/>
                    <a:pt x="24533" y="3"/>
                  </a:cubicBezTo>
                  <a:lnTo>
                    <a:pt x="24533" y="0"/>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7"/>
            <p:cNvSpPr/>
            <p:nvPr/>
          </p:nvSpPr>
          <p:spPr>
            <a:xfrm>
              <a:off x="3839525" y="2619200"/>
              <a:ext cx="606025" cy="324450"/>
            </a:xfrm>
            <a:custGeom>
              <a:rect b="b" l="l" r="r" t="t"/>
              <a:pathLst>
                <a:path extrusionOk="0" h="12978" w="24241">
                  <a:moveTo>
                    <a:pt x="18484" y="0"/>
                  </a:moveTo>
                  <a:cubicBezTo>
                    <a:pt x="16067" y="0"/>
                    <a:pt x="13169" y="578"/>
                    <a:pt x="10324" y="1628"/>
                  </a:cubicBezTo>
                  <a:cubicBezTo>
                    <a:pt x="7216" y="2778"/>
                    <a:pt x="4478" y="4364"/>
                    <a:pt x="2619" y="6094"/>
                  </a:cubicBezTo>
                  <a:cubicBezTo>
                    <a:pt x="760" y="7823"/>
                    <a:pt x="1" y="9490"/>
                    <a:pt x="481" y="10788"/>
                  </a:cubicBezTo>
                  <a:cubicBezTo>
                    <a:pt x="742" y="11497"/>
                    <a:pt x="1351" y="12049"/>
                    <a:pt x="2291" y="12425"/>
                  </a:cubicBezTo>
                  <a:cubicBezTo>
                    <a:pt x="3199" y="12792"/>
                    <a:pt x="4367" y="12977"/>
                    <a:pt x="5757" y="12977"/>
                  </a:cubicBezTo>
                  <a:cubicBezTo>
                    <a:pt x="8177" y="12977"/>
                    <a:pt x="11072" y="12400"/>
                    <a:pt x="13917" y="11349"/>
                  </a:cubicBezTo>
                  <a:cubicBezTo>
                    <a:pt x="17025" y="10202"/>
                    <a:pt x="19763" y="8613"/>
                    <a:pt x="21622" y="6884"/>
                  </a:cubicBezTo>
                  <a:cubicBezTo>
                    <a:pt x="23481" y="5154"/>
                    <a:pt x="24240" y="3487"/>
                    <a:pt x="23762" y="2189"/>
                  </a:cubicBezTo>
                  <a:cubicBezTo>
                    <a:pt x="23499" y="1481"/>
                    <a:pt x="22892" y="931"/>
                    <a:pt x="21952" y="552"/>
                  </a:cubicBezTo>
                  <a:cubicBezTo>
                    <a:pt x="21042" y="185"/>
                    <a:pt x="19876" y="0"/>
                    <a:pt x="1848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7"/>
            <p:cNvSpPr/>
            <p:nvPr/>
          </p:nvSpPr>
          <p:spPr>
            <a:xfrm>
              <a:off x="3826550" y="2619025"/>
              <a:ext cx="632050" cy="324775"/>
            </a:xfrm>
            <a:custGeom>
              <a:rect b="b" l="l" r="r" t="t"/>
              <a:pathLst>
                <a:path extrusionOk="0" h="12991" w="25282">
                  <a:moveTo>
                    <a:pt x="19005" y="12"/>
                  </a:moveTo>
                  <a:cubicBezTo>
                    <a:pt x="20395" y="12"/>
                    <a:pt x="21561" y="199"/>
                    <a:pt x="22469" y="564"/>
                  </a:cubicBezTo>
                  <a:cubicBezTo>
                    <a:pt x="23406" y="943"/>
                    <a:pt x="24014" y="1492"/>
                    <a:pt x="24274" y="2199"/>
                  </a:cubicBezTo>
                  <a:cubicBezTo>
                    <a:pt x="24517" y="2852"/>
                    <a:pt x="24445" y="3600"/>
                    <a:pt x="24060" y="4420"/>
                  </a:cubicBezTo>
                  <a:cubicBezTo>
                    <a:pt x="23688" y="5214"/>
                    <a:pt x="23041" y="6046"/>
                    <a:pt x="22139" y="6886"/>
                  </a:cubicBezTo>
                  <a:cubicBezTo>
                    <a:pt x="21234" y="7726"/>
                    <a:pt x="20118" y="8537"/>
                    <a:pt x="18823" y="9294"/>
                  </a:cubicBezTo>
                  <a:cubicBezTo>
                    <a:pt x="17481" y="10077"/>
                    <a:pt x="16004" y="10770"/>
                    <a:pt x="14434" y="11349"/>
                  </a:cubicBezTo>
                  <a:cubicBezTo>
                    <a:pt x="11589" y="12400"/>
                    <a:pt x="8693" y="12977"/>
                    <a:pt x="6276" y="12977"/>
                  </a:cubicBezTo>
                  <a:cubicBezTo>
                    <a:pt x="4886" y="12977"/>
                    <a:pt x="3720" y="12792"/>
                    <a:pt x="2810" y="12428"/>
                  </a:cubicBezTo>
                  <a:cubicBezTo>
                    <a:pt x="1873" y="12049"/>
                    <a:pt x="1266" y="11499"/>
                    <a:pt x="1005" y="10793"/>
                  </a:cubicBezTo>
                  <a:cubicBezTo>
                    <a:pt x="762" y="10139"/>
                    <a:pt x="834" y="9391"/>
                    <a:pt x="1219" y="8569"/>
                  </a:cubicBezTo>
                  <a:cubicBezTo>
                    <a:pt x="1591" y="7775"/>
                    <a:pt x="2238" y="6946"/>
                    <a:pt x="3140" y="6106"/>
                  </a:cubicBezTo>
                  <a:cubicBezTo>
                    <a:pt x="4046" y="5265"/>
                    <a:pt x="5161" y="4452"/>
                    <a:pt x="6456" y="3697"/>
                  </a:cubicBezTo>
                  <a:cubicBezTo>
                    <a:pt x="7798" y="2912"/>
                    <a:pt x="9275" y="2222"/>
                    <a:pt x="10845" y="1640"/>
                  </a:cubicBezTo>
                  <a:cubicBezTo>
                    <a:pt x="13688" y="592"/>
                    <a:pt x="16586" y="12"/>
                    <a:pt x="19003" y="12"/>
                  </a:cubicBezTo>
                  <a:close/>
                  <a:moveTo>
                    <a:pt x="19003" y="1"/>
                  </a:moveTo>
                  <a:cubicBezTo>
                    <a:pt x="16669" y="1"/>
                    <a:pt x="13799" y="539"/>
                    <a:pt x="10843" y="1631"/>
                  </a:cubicBezTo>
                  <a:cubicBezTo>
                    <a:pt x="4410" y="4007"/>
                    <a:pt x="0" y="8110"/>
                    <a:pt x="993" y="10797"/>
                  </a:cubicBezTo>
                  <a:cubicBezTo>
                    <a:pt x="1529" y="12250"/>
                    <a:pt x="3533" y="12991"/>
                    <a:pt x="6276" y="12991"/>
                  </a:cubicBezTo>
                  <a:cubicBezTo>
                    <a:pt x="8610" y="12991"/>
                    <a:pt x="11480" y="12455"/>
                    <a:pt x="14438" y="11363"/>
                  </a:cubicBezTo>
                  <a:cubicBezTo>
                    <a:pt x="20871" y="8987"/>
                    <a:pt x="25281" y="4882"/>
                    <a:pt x="24288" y="2194"/>
                  </a:cubicBezTo>
                  <a:cubicBezTo>
                    <a:pt x="23750" y="742"/>
                    <a:pt x="21748" y="1"/>
                    <a:pt x="19003"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7"/>
            <p:cNvSpPr/>
            <p:nvPr/>
          </p:nvSpPr>
          <p:spPr>
            <a:xfrm>
              <a:off x="3793350" y="2581275"/>
              <a:ext cx="694500" cy="395675"/>
            </a:xfrm>
            <a:custGeom>
              <a:rect b="b" l="l" r="r" t="t"/>
              <a:pathLst>
                <a:path extrusionOk="0" fill="none" h="15827" w="27780">
                  <a:moveTo>
                    <a:pt x="27193" y="3000"/>
                  </a:moveTo>
                  <a:cubicBezTo>
                    <a:pt x="27780" y="4588"/>
                    <a:pt x="26942" y="6630"/>
                    <a:pt x="24861" y="8675"/>
                  </a:cubicBezTo>
                  <a:cubicBezTo>
                    <a:pt x="22783" y="10721"/>
                    <a:pt x="19631" y="12601"/>
                    <a:pt x="16103" y="13905"/>
                  </a:cubicBezTo>
                  <a:cubicBezTo>
                    <a:pt x="12575" y="15207"/>
                    <a:pt x="8957" y="15826"/>
                    <a:pt x="6048" y="15623"/>
                  </a:cubicBezTo>
                  <a:cubicBezTo>
                    <a:pt x="3138" y="15422"/>
                    <a:pt x="1173" y="14416"/>
                    <a:pt x="587" y="12827"/>
                  </a:cubicBezTo>
                  <a:cubicBezTo>
                    <a:pt x="1" y="11236"/>
                    <a:pt x="839" y="9195"/>
                    <a:pt x="2919" y="7149"/>
                  </a:cubicBezTo>
                  <a:cubicBezTo>
                    <a:pt x="4999" y="5106"/>
                    <a:pt x="8149" y="3224"/>
                    <a:pt x="11677" y="1922"/>
                  </a:cubicBezTo>
                  <a:cubicBezTo>
                    <a:pt x="15205" y="617"/>
                    <a:pt x="18823" y="0"/>
                    <a:pt x="21733" y="201"/>
                  </a:cubicBezTo>
                  <a:cubicBezTo>
                    <a:pt x="24642" y="405"/>
                    <a:pt x="26607" y="1411"/>
                    <a:pt x="27193" y="300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7"/>
            <p:cNvSpPr/>
            <p:nvPr/>
          </p:nvSpPr>
          <p:spPr>
            <a:xfrm>
              <a:off x="3681200" y="2703950"/>
              <a:ext cx="755175" cy="243275"/>
            </a:xfrm>
            <a:custGeom>
              <a:rect b="b" l="l" r="r" t="t"/>
              <a:pathLst>
                <a:path extrusionOk="0" h="9731" w="30207">
                  <a:moveTo>
                    <a:pt x="926" y="0"/>
                  </a:moveTo>
                  <a:cubicBezTo>
                    <a:pt x="129" y="1312"/>
                    <a:pt x="0" y="3260"/>
                    <a:pt x="259" y="5583"/>
                  </a:cubicBezTo>
                  <a:lnTo>
                    <a:pt x="2378" y="5980"/>
                  </a:lnTo>
                  <a:lnTo>
                    <a:pt x="4900" y="6585"/>
                  </a:lnTo>
                  <a:lnTo>
                    <a:pt x="6687" y="6906"/>
                  </a:lnTo>
                  <a:lnTo>
                    <a:pt x="17477" y="8832"/>
                  </a:lnTo>
                  <a:lnTo>
                    <a:pt x="19846" y="9255"/>
                  </a:lnTo>
                  <a:lnTo>
                    <a:pt x="19848" y="9255"/>
                  </a:lnTo>
                  <a:lnTo>
                    <a:pt x="22485" y="9730"/>
                  </a:lnTo>
                  <a:lnTo>
                    <a:pt x="22487" y="9730"/>
                  </a:lnTo>
                  <a:cubicBezTo>
                    <a:pt x="25521" y="8472"/>
                    <a:pt x="28160" y="6909"/>
                    <a:pt x="30206" y="5246"/>
                  </a:cubicBezTo>
                  <a:lnTo>
                    <a:pt x="28107" y="4872"/>
                  </a:lnTo>
                  <a:lnTo>
                    <a:pt x="26623" y="4604"/>
                  </a:lnTo>
                  <a:lnTo>
                    <a:pt x="20065" y="3434"/>
                  </a:lnTo>
                  <a:lnTo>
                    <a:pt x="19941" y="3413"/>
                  </a:lnTo>
                  <a:lnTo>
                    <a:pt x="18770" y="3200"/>
                  </a:lnTo>
                  <a:lnTo>
                    <a:pt x="18765" y="3200"/>
                  </a:lnTo>
                  <a:lnTo>
                    <a:pt x="15867" y="2683"/>
                  </a:lnTo>
                  <a:lnTo>
                    <a:pt x="10185" y="1665"/>
                  </a:lnTo>
                  <a:lnTo>
                    <a:pt x="8396" y="1349"/>
                  </a:lnTo>
                  <a:lnTo>
                    <a:pt x="6144" y="947"/>
                  </a:lnTo>
                  <a:lnTo>
                    <a:pt x="926"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7"/>
            <p:cNvSpPr/>
            <p:nvPr/>
          </p:nvSpPr>
          <p:spPr>
            <a:xfrm>
              <a:off x="3728300" y="2598600"/>
              <a:ext cx="801050" cy="200325"/>
            </a:xfrm>
            <a:custGeom>
              <a:rect b="b" l="l" r="r" t="t"/>
              <a:pathLst>
                <a:path extrusionOk="0" h="8013" w="32042">
                  <a:moveTo>
                    <a:pt x="2584" y="0"/>
                  </a:moveTo>
                  <a:lnTo>
                    <a:pt x="0" y="2649"/>
                  </a:lnTo>
                  <a:lnTo>
                    <a:pt x="6096" y="3752"/>
                  </a:lnTo>
                  <a:lnTo>
                    <a:pt x="8403" y="4163"/>
                  </a:lnTo>
                  <a:lnTo>
                    <a:pt x="10368" y="4512"/>
                  </a:lnTo>
                  <a:lnTo>
                    <a:pt x="17371" y="5763"/>
                  </a:lnTo>
                  <a:lnTo>
                    <a:pt x="18858" y="6031"/>
                  </a:lnTo>
                  <a:lnTo>
                    <a:pt x="19421" y="6131"/>
                  </a:lnTo>
                  <a:lnTo>
                    <a:pt x="19426" y="6131"/>
                  </a:lnTo>
                  <a:lnTo>
                    <a:pt x="20178" y="6267"/>
                  </a:lnTo>
                  <a:lnTo>
                    <a:pt x="26420" y="7382"/>
                  </a:lnTo>
                  <a:lnTo>
                    <a:pt x="27810" y="7631"/>
                  </a:lnTo>
                  <a:lnTo>
                    <a:pt x="29929" y="8012"/>
                  </a:lnTo>
                  <a:cubicBezTo>
                    <a:pt x="30830" y="7100"/>
                    <a:pt x="31546" y="6177"/>
                    <a:pt x="32042" y="5276"/>
                  </a:cubicBezTo>
                  <a:lnTo>
                    <a:pt x="29682" y="4854"/>
                  </a:lnTo>
                  <a:lnTo>
                    <a:pt x="28241" y="4595"/>
                  </a:lnTo>
                  <a:lnTo>
                    <a:pt x="15258" y="2277"/>
                  </a:lnTo>
                  <a:lnTo>
                    <a:pt x="15256" y="2277"/>
                  </a:lnTo>
                  <a:lnTo>
                    <a:pt x="12769" y="1829"/>
                  </a:lnTo>
                  <a:lnTo>
                    <a:pt x="10164" y="1365"/>
                  </a:lnTo>
                  <a:lnTo>
                    <a:pt x="2584"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 name="Google Shape;229;p27"/>
          <p:cNvGrpSpPr/>
          <p:nvPr/>
        </p:nvGrpSpPr>
        <p:grpSpPr>
          <a:xfrm rot="1439146">
            <a:off x="839204" y="3930316"/>
            <a:ext cx="549215" cy="531497"/>
            <a:chOff x="1785750" y="3413025"/>
            <a:chExt cx="785025" cy="759700"/>
          </a:xfrm>
        </p:grpSpPr>
        <p:sp>
          <p:nvSpPr>
            <p:cNvPr id="230" name="Google Shape;230;p27"/>
            <p:cNvSpPr/>
            <p:nvPr/>
          </p:nvSpPr>
          <p:spPr>
            <a:xfrm>
              <a:off x="1785750" y="3414125"/>
              <a:ext cx="739475" cy="758125"/>
            </a:xfrm>
            <a:custGeom>
              <a:rect b="b" l="l" r="r" t="t"/>
              <a:pathLst>
                <a:path extrusionOk="0" h="30325" w="29579">
                  <a:moveTo>
                    <a:pt x="9020" y="1"/>
                  </a:moveTo>
                  <a:cubicBezTo>
                    <a:pt x="7692" y="1"/>
                    <a:pt x="5740" y="539"/>
                    <a:pt x="3861" y="3055"/>
                  </a:cubicBezTo>
                  <a:cubicBezTo>
                    <a:pt x="2298" y="5150"/>
                    <a:pt x="1" y="7953"/>
                    <a:pt x="3376" y="15081"/>
                  </a:cubicBezTo>
                  <a:cubicBezTo>
                    <a:pt x="5324" y="19195"/>
                    <a:pt x="13615" y="30324"/>
                    <a:pt x="21398" y="30324"/>
                  </a:cubicBezTo>
                  <a:cubicBezTo>
                    <a:pt x="22382" y="30324"/>
                    <a:pt x="23358" y="30147"/>
                    <a:pt x="24312" y="29754"/>
                  </a:cubicBezTo>
                  <a:cubicBezTo>
                    <a:pt x="28992" y="27831"/>
                    <a:pt x="29579" y="23234"/>
                    <a:pt x="29579" y="23234"/>
                  </a:cubicBezTo>
                  <a:lnTo>
                    <a:pt x="29579" y="23234"/>
                  </a:lnTo>
                  <a:cubicBezTo>
                    <a:pt x="29578" y="23234"/>
                    <a:pt x="27493" y="25961"/>
                    <a:pt x="23856" y="25961"/>
                  </a:cubicBezTo>
                  <a:cubicBezTo>
                    <a:pt x="19899" y="25961"/>
                    <a:pt x="14105" y="22732"/>
                    <a:pt x="7161" y="9243"/>
                  </a:cubicBezTo>
                  <a:cubicBezTo>
                    <a:pt x="2674" y="532"/>
                    <a:pt x="10659" y="303"/>
                    <a:pt x="10659" y="303"/>
                  </a:cubicBezTo>
                  <a:cubicBezTo>
                    <a:pt x="10659" y="303"/>
                    <a:pt x="10015" y="1"/>
                    <a:pt x="9020"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7"/>
            <p:cNvSpPr/>
            <p:nvPr/>
          </p:nvSpPr>
          <p:spPr>
            <a:xfrm>
              <a:off x="1907725" y="3413150"/>
              <a:ext cx="621375" cy="676450"/>
            </a:xfrm>
            <a:custGeom>
              <a:rect b="b" l="l" r="r" t="t"/>
              <a:pathLst>
                <a:path extrusionOk="0" h="27058" w="24855">
                  <a:moveTo>
                    <a:pt x="4358" y="0"/>
                  </a:moveTo>
                  <a:cubicBezTo>
                    <a:pt x="3185" y="0"/>
                    <a:pt x="2222" y="319"/>
                    <a:pt x="1497" y="949"/>
                  </a:cubicBezTo>
                  <a:cubicBezTo>
                    <a:pt x="725" y="1619"/>
                    <a:pt x="266" y="2603"/>
                    <a:pt x="132" y="3870"/>
                  </a:cubicBezTo>
                  <a:cubicBezTo>
                    <a:pt x="0" y="5094"/>
                    <a:pt x="176" y="6532"/>
                    <a:pt x="656" y="8144"/>
                  </a:cubicBezTo>
                  <a:cubicBezTo>
                    <a:pt x="1640" y="11460"/>
                    <a:pt x="3789" y="15136"/>
                    <a:pt x="6710" y="18495"/>
                  </a:cubicBezTo>
                  <a:cubicBezTo>
                    <a:pt x="7537" y="19451"/>
                    <a:pt x="8417" y="20361"/>
                    <a:pt x="9343" y="21225"/>
                  </a:cubicBezTo>
                  <a:cubicBezTo>
                    <a:pt x="10504" y="22310"/>
                    <a:pt x="11700" y="23275"/>
                    <a:pt x="12898" y="24090"/>
                  </a:cubicBezTo>
                  <a:cubicBezTo>
                    <a:pt x="13538" y="24529"/>
                    <a:pt x="14178" y="24928"/>
                    <a:pt x="14803" y="25272"/>
                  </a:cubicBezTo>
                  <a:cubicBezTo>
                    <a:pt x="16911" y="26438"/>
                    <a:pt x="18881" y="27057"/>
                    <a:pt x="20497" y="27057"/>
                  </a:cubicBezTo>
                  <a:cubicBezTo>
                    <a:pt x="20606" y="27057"/>
                    <a:pt x="20714" y="27052"/>
                    <a:pt x="20818" y="27048"/>
                  </a:cubicBezTo>
                  <a:cubicBezTo>
                    <a:pt x="21848" y="26995"/>
                    <a:pt x="22702" y="26678"/>
                    <a:pt x="23358" y="26108"/>
                  </a:cubicBezTo>
                  <a:cubicBezTo>
                    <a:pt x="24129" y="25438"/>
                    <a:pt x="24589" y="24455"/>
                    <a:pt x="24723" y="23187"/>
                  </a:cubicBezTo>
                  <a:cubicBezTo>
                    <a:pt x="24854" y="21961"/>
                    <a:pt x="24677" y="20525"/>
                    <a:pt x="24199" y="18911"/>
                  </a:cubicBezTo>
                  <a:cubicBezTo>
                    <a:pt x="23215" y="15598"/>
                    <a:pt x="21063" y="11922"/>
                    <a:pt x="18144" y="8560"/>
                  </a:cubicBezTo>
                  <a:cubicBezTo>
                    <a:pt x="17800" y="8165"/>
                    <a:pt x="17477" y="7807"/>
                    <a:pt x="17154" y="7468"/>
                  </a:cubicBezTo>
                  <a:lnTo>
                    <a:pt x="17152" y="7465"/>
                  </a:lnTo>
                  <a:cubicBezTo>
                    <a:pt x="15041" y="5219"/>
                    <a:pt x="12723" y="3332"/>
                    <a:pt x="10449" y="2011"/>
                  </a:cubicBezTo>
                  <a:cubicBezTo>
                    <a:pt x="9846" y="1658"/>
                    <a:pt x="9223" y="1337"/>
                    <a:pt x="8585" y="1051"/>
                  </a:cubicBezTo>
                  <a:cubicBezTo>
                    <a:pt x="7442" y="543"/>
                    <a:pt x="6364" y="215"/>
                    <a:pt x="5385" y="74"/>
                  </a:cubicBezTo>
                  <a:cubicBezTo>
                    <a:pt x="5046" y="26"/>
                    <a:pt x="4702" y="0"/>
                    <a:pt x="4358"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7"/>
            <p:cNvSpPr/>
            <p:nvPr/>
          </p:nvSpPr>
          <p:spPr>
            <a:xfrm>
              <a:off x="1866050" y="3413025"/>
              <a:ext cx="704725" cy="676675"/>
            </a:xfrm>
            <a:custGeom>
              <a:rect b="b" l="l" r="r" t="t"/>
              <a:pathLst>
                <a:path extrusionOk="0" h="27067" w="28189">
                  <a:moveTo>
                    <a:pt x="6022" y="1"/>
                  </a:moveTo>
                  <a:cubicBezTo>
                    <a:pt x="6022" y="1"/>
                    <a:pt x="6022" y="1"/>
                    <a:pt x="6022" y="1"/>
                  </a:cubicBezTo>
                  <a:lnTo>
                    <a:pt x="6022" y="1"/>
                  </a:lnTo>
                  <a:cubicBezTo>
                    <a:pt x="6023" y="1"/>
                    <a:pt x="6024" y="1"/>
                    <a:pt x="6025" y="1"/>
                  </a:cubicBezTo>
                  <a:close/>
                  <a:moveTo>
                    <a:pt x="6025" y="12"/>
                  </a:moveTo>
                  <a:cubicBezTo>
                    <a:pt x="6369" y="12"/>
                    <a:pt x="6710" y="38"/>
                    <a:pt x="7052" y="86"/>
                  </a:cubicBezTo>
                  <a:cubicBezTo>
                    <a:pt x="8031" y="227"/>
                    <a:pt x="9107" y="555"/>
                    <a:pt x="10250" y="1063"/>
                  </a:cubicBezTo>
                  <a:cubicBezTo>
                    <a:pt x="10887" y="1349"/>
                    <a:pt x="11511" y="1668"/>
                    <a:pt x="12113" y="2021"/>
                  </a:cubicBezTo>
                  <a:cubicBezTo>
                    <a:pt x="14388" y="3344"/>
                    <a:pt x="16706" y="5231"/>
                    <a:pt x="18814" y="7475"/>
                  </a:cubicBezTo>
                  <a:lnTo>
                    <a:pt x="18816" y="7477"/>
                  </a:lnTo>
                  <a:cubicBezTo>
                    <a:pt x="19139" y="7817"/>
                    <a:pt x="19463" y="8172"/>
                    <a:pt x="19807" y="8569"/>
                  </a:cubicBezTo>
                  <a:cubicBezTo>
                    <a:pt x="21282" y="10266"/>
                    <a:pt x="22561" y="12047"/>
                    <a:pt x="23612" y="13855"/>
                  </a:cubicBezTo>
                  <a:cubicBezTo>
                    <a:pt x="24626" y="15605"/>
                    <a:pt x="25381" y="17307"/>
                    <a:pt x="25861" y="18918"/>
                  </a:cubicBezTo>
                  <a:cubicBezTo>
                    <a:pt x="26339" y="20530"/>
                    <a:pt x="26514" y="21966"/>
                    <a:pt x="26385" y="23190"/>
                  </a:cubicBezTo>
                  <a:cubicBezTo>
                    <a:pt x="26251" y="24458"/>
                    <a:pt x="25792" y="25439"/>
                    <a:pt x="25020" y="26108"/>
                  </a:cubicBezTo>
                  <a:cubicBezTo>
                    <a:pt x="24365" y="26676"/>
                    <a:pt x="23513" y="26993"/>
                    <a:pt x="22485" y="27046"/>
                  </a:cubicBezTo>
                  <a:cubicBezTo>
                    <a:pt x="22381" y="27051"/>
                    <a:pt x="22273" y="27055"/>
                    <a:pt x="22164" y="27055"/>
                  </a:cubicBezTo>
                  <a:cubicBezTo>
                    <a:pt x="20548" y="27055"/>
                    <a:pt x="18578" y="26439"/>
                    <a:pt x="16473" y="25270"/>
                  </a:cubicBezTo>
                  <a:cubicBezTo>
                    <a:pt x="15847" y="24926"/>
                    <a:pt x="15207" y="24529"/>
                    <a:pt x="14568" y="24088"/>
                  </a:cubicBezTo>
                  <a:cubicBezTo>
                    <a:pt x="13369" y="23273"/>
                    <a:pt x="12173" y="22310"/>
                    <a:pt x="11012" y="21225"/>
                  </a:cubicBezTo>
                  <a:cubicBezTo>
                    <a:pt x="10086" y="20361"/>
                    <a:pt x="9209" y="19452"/>
                    <a:pt x="8380" y="18496"/>
                  </a:cubicBezTo>
                  <a:cubicBezTo>
                    <a:pt x="6904" y="16799"/>
                    <a:pt x="5625" y="15018"/>
                    <a:pt x="4574" y="13210"/>
                  </a:cubicBezTo>
                  <a:cubicBezTo>
                    <a:pt x="3561" y="11463"/>
                    <a:pt x="2806" y="9759"/>
                    <a:pt x="2326" y="8147"/>
                  </a:cubicBezTo>
                  <a:cubicBezTo>
                    <a:pt x="1848" y="6535"/>
                    <a:pt x="1672" y="5099"/>
                    <a:pt x="1801" y="3875"/>
                  </a:cubicBezTo>
                  <a:cubicBezTo>
                    <a:pt x="1938" y="2610"/>
                    <a:pt x="2397" y="1629"/>
                    <a:pt x="3166" y="959"/>
                  </a:cubicBezTo>
                  <a:cubicBezTo>
                    <a:pt x="3889" y="331"/>
                    <a:pt x="4852" y="12"/>
                    <a:pt x="6025" y="12"/>
                  </a:cubicBezTo>
                  <a:close/>
                  <a:moveTo>
                    <a:pt x="6022" y="1"/>
                  </a:moveTo>
                  <a:lnTo>
                    <a:pt x="6022" y="1"/>
                  </a:lnTo>
                  <a:cubicBezTo>
                    <a:pt x="4880" y="1"/>
                    <a:pt x="3902" y="306"/>
                    <a:pt x="3159" y="950"/>
                  </a:cubicBezTo>
                  <a:cubicBezTo>
                    <a:pt x="0" y="3695"/>
                    <a:pt x="2335" y="11555"/>
                    <a:pt x="8370" y="18503"/>
                  </a:cubicBezTo>
                  <a:cubicBezTo>
                    <a:pt x="9199" y="19461"/>
                    <a:pt x="10079" y="20371"/>
                    <a:pt x="11005" y="21234"/>
                  </a:cubicBezTo>
                  <a:cubicBezTo>
                    <a:pt x="12180" y="22331"/>
                    <a:pt x="13379" y="23291"/>
                    <a:pt x="14561" y="24100"/>
                  </a:cubicBezTo>
                  <a:cubicBezTo>
                    <a:pt x="15203" y="24541"/>
                    <a:pt x="15840" y="24935"/>
                    <a:pt x="16466" y="25282"/>
                  </a:cubicBezTo>
                  <a:cubicBezTo>
                    <a:pt x="18553" y="26436"/>
                    <a:pt x="20527" y="27067"/>
                    <a:pt x="22162" y="27067"/>
                  </a:cubicBezTo>
                  <a:cubicBezTo>
                    <a:pt x="22273" y="27067"/>
                    <a:pt x="22379" y="27064"/>
                    <a:pt x="22485" y="27060"/>
                  </a:cubicBezTo>
                  <a:cubicBezTo>
                    <a:pt x="23490" y="27007"/>
                    <a:pt x="24355" y="26702"/>
                    <a:pt x="25027" y="26118"/>
                  </a:cubicBezTo>
                  <a:cubicBezTo>
                    <a:pt x="28188" y="23372"/>
                    <a:pt x="25854" y="15513"/>
                    <a:pt x="19814" y="8562"/>
                  </a:cubicBezTo>
                  <a:cubicBezTo>
                    <a:pt x="19486" y="8186"/>
                    <a:pt x="19160" y="7824"/>
                    <a:pt x="18825" y="7470"/>
                  </a:cubicBezTo>
                  <a:lnTo>
                    <a:pt x="18823" y="7468"/>
                  </a:lnTo>
                  <a:cubicBezTo>
                    <a:pt x="16643" y="5150"/>
                    <a:pt x="14323" y="3296"/>
                    <a:pt x="12118" y="2012"/>
                  </a:cubicBezTo>
                  <a:cubicBezTo>
                    <a:pt x="11515" y="1659"/>
                    <a:pt x="10892" y="1340"/>
                    <a:pt x="10255" y="1054"/>
                  </a:cubicBezTo>
                  <a:cubicBezTo>
                    <a:pt x="9121" y="550"/>
                    <a:pt x="8038" y="215"/>
                    <a:pt x="7050" y="77"/>
                  </a:cubicBezTo>
                  <a:cubicBezTo>
                    <a:pt x="6710" y="28"/>
                    <a:pt x="6366" y="3"/>
                    <a:pt x="6022"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7"/>
            <p:cNvSpPr/>
            <p:nvPr/>
          </p:nvSpPr>
          <p:spPr>
            <a:xfrm>
              <a:off x="1995350" y="3506475"/>
              <a:ext cx="474975" cy="482675"/>
            </a:xfrm>
            <a:custGeom>
              <a:rect b="b" l="l" r="r" t="t"/>
              <a:pathLst>
                <a:path extrusionOk="0" h="19307" w="18999">
                  <a:moveTo>
                    <a:pt x="2905" y="1"/>
                  </a:moveTo>
                  <a:cubicBezTo>
                    <a:pt x="2180" y="1"/>
                    <a:pt x="1587" y="197"/>
                    <a:pt x="1143" y="583"/>
                  </a:cubicBezTo>
                  <a:cubicBezTo>
                    <a:pt x="132" y="1460"/>
                    <a:pt x="0" y="3229"/>
                    <a:pt x="774" y="5566"/>
                  </a:cubicBezTo>
                  <a:cubicBezTo>
                    <a:pt x="1548" y="7900"/>
                    <a:pt x="3134" y="10521"/>
                    <a:pt x="5240" y="12945"/>
                  </a:cubicBezTo>
                  <a:cubicBezTo>
                    <a:pt x="6893" y="14848"/>
                    <a:pt x="8715" y="16455"/>
                    <a:pt x="10516" y="17598"/>
                  </a:cubicBezTo>
                  <a:cubicBezTo>
                    <a:pt x="12275" y="18715"/>
                    <a:pt x="13880" y="19306"/>
                    <a:pt x="15150" y="19306"/>
                  </a:cubicBezTo>
                  <a:cubicBezTo>
                    <a:pt x="15875" y="19306"/>
                    <a:pt x="16468" y="19112"/>
                    <a:pt x="16909" y="18727"/>
                  </a:cubicBezTo>
                  <a:cubicBezTo>
                    <a:pt x="18999" y="16912"/>
                    <a:pt x="17161" y="11366"/>
                    <a:pt x="12813" y="6362"/>
                  </a:cubicBezTo>
                  <a:cubicBezTo>
                    <a:pt x="11162" y="4462"/>
                    <a:pt x="9338" y="2853"/>
                    <a:pt x="7539" y="1710"/>
                  </a:cubicBezTo>
                  <a:cubicBezTo>
                    <a:pt x="5778" y="592"/>
                    <a:pt x="4175" y="1"/>
                    <a:pt x="2905"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7"/>
            <p:cNvSpPr/>
            <p:nvPr/>
          </p:nvSpPr>
          <p:spPr>
            <a:xfrm>
              <a:off x="1971500" y="3506375"/>
              <a:ext cx="499050" cy="482950"/>
            </a:xfrm>
            <a:custGeom>
              <a:rect b="b" l="l" r="r" t="t"/>
              <a:pathLst>
                <a:path extrusionOk="0" h="19318" w="19962">
                  <a:moveTo>
                    <a:pt x="3859" y="12"/>
                  </a:moveTo>
                  <a:cubicBezTo>
                    <a:pt x="4492" y="12"/>
                    <a:pt x="5212" y="160"/>
                    <a:pt x="6004" y="453"/>
                  </a:cubicBezTo>
                  <a:cubicBezTo>
                    <a:pt x="6787" y="744"/>
                    <a:pt x="7625" y="1169"/>
                    <a:pt x="8491" y="1721"/>
                  </a:cubicBezTo>
                  <a:cubicBezTo>
                    <a:pt x="10290" y="2861"/>
                    <a:pt x="12114" y="4471"/>
                    <a:pt x="13765" y="6371"/>
                  </a:cubicBezTo>
                  <a:cubicBezTo>
                    <a:pt x="14829" y="7595"/>
                    <a:pt x="15762" y="8871"/>
                    <a:pt x="16535" y="10160"/>
                  </a:cubicBezTo>
                  <a:cubicBezTo>
                    <a:pt x="17284" y="11407"/>
                    <a:pt x="17854" y="12614"/>
                    <a:pt x="18228" y="13750"/>
                  </a:cubicBezTo>
                  <a:cubicBezTo>
                    <a:pt x="18604" y="14886"/>
                    <a:pt x="18768" y="15891"/>
                    <a:pt x="18713" y="16738"/>
                  </a:cubicBezTo>
                  <a:cubicBezTo>
                    <a:pt x="18657" y="17613"/>
                    <a:pt x="18371" y="18283"/>
                    <a:pt x="17861" y="18726"/>
                  </a:cubicBezTo>
                  <a:cubicBezTo>
                    <a:pt x="17418" y="19110"/>
                    <a:pt x="16826" y="19306"/>
                    <a:pt x="16104" y="19306"/>
                  </a:cubicBezTo>
                  <a:cubicBezTo>
                    <a:pt x="15471" y="19306"/>
                    <a:pt x="14751" y="19156"/>
                    <a:pt x="13959" y="18862"/>
                  </a:cubicBezTo>
                  <a:cubicBezTo>
                    <a:pt x="13176" y="18574"/>
                    <a:pt x="12338" y="18147"/>
                    <a:pt x="11472" y="17597"/>
                  </a:cubicBezTo>
                  <a:cubicBezTo>
                    <a:pt x="9673" y="16454"/>
                    <a:pt x="7849" y="14847"/>
                    <a:pt x="6198" y="12947"/>
                  </a:cubicBezTo>
                  <a:cubicBezTo>
                    <a:pt x="5134" y="11721"/>
                    <a:pt x="4201" y="10446"/>
                    <a:pt x="3427" y="9155"/>
                  </a:cubicBezTo>
                  <a:cubicBezTo>
                    <a:pt x="2679" y="7909"/>
                    <a:pt x="2109" y="6703"/>
                    <a:pt x="1735" y="5567"/>
                  </a:cubicBezTo>
                  <a:cubicBezTo>
                    <a:pt x="1359" y="4431"/>
                    <a:pt x="1195" y="3427"/>
                    <a:pt x="1250" y="2579"/>
                  </a:cubicBezTo>
                  <a:cubicBezTo>
                    <a:pt x="1305" y="1702"/>
                    <a:pt x="1592" y="1035"/>
                    <a:pt x="2102" y="591"/>
                  </a:cubicBezTo>
                  <a:cubicBezTo>
                    <a:pt x="2545" y="206"/>
                    <a:pt x="3136" y="12"/>
                    <a:pt x="3859" y="12"/>
                  </a:cubicBezTo>
                  <a:close/>
                  <a:moveTo>
                    <a:pt x="3859" y="0"/>
                  </a:moveTo>
                  <a:cubicBezTo>
                    <a:pt x="3150" y="0"/>
                    <a:pt x="2548" y="187"/>
                    <a:pt x="2095" y="582"/>
                  </a:cubicBezTo>
                  <a:cubicBezTo>
                    <a:pt x="1" y="2402"/>
                    <a:pt x="1834" y="7941"/>
                    <a:pt x="6189" y="12954"/>
                  </a:cubicBezTo>
                  <a:cubicBezTo>
                    <a:pt x="9599" y="16879"/>
                    <a:pt x="13545" y="19317"/>
                    <a:pt x="16104" y="19317"/>
                  </a:cubicBezTo>
                  <a:cubicBezTo>
                    <a:pt x="16813" y="19317"/>
                    <a:pt x="17415" y="19130"/>
                    <a:pt x="17868" y="18735"/>
                  </a:cubicBezTo>
                  <a:cubicBezTo>
                    <a:pt x="19962" y="16914"/>
                    <a:pt x="18129" y="11374"/>
                    <a:pt x="13774" y="6364"/>
                  </a:cubicBezTo>
                  <a:cubicBezTo>
                    <a:pt x="10364" y="2439"/>
                    <a:pt x="6418" y="0"/>
                    <a:pt x="385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7"/>
            <p:cNvSpPr/>
            <p:nvPr/>
          </p:nvSpPr>
          <p:spPr>
            <a:xfrm>
              <a:off x="1957425" y="3464225"/>
              <a:ext cx="524275" cy="572250"/>
            </a:xfrm>
            <a:custGeom>
              <a:rect b="b" l="l" r="r" t="t"/>
              <a:pathLst>
                <a:path extrusionOk="0" fill="none" h="22890" w="20971">
                  <a:moveTo>
                    <a:pt x="15154" y="7387"/>
                  </a:moveTo>
                  <a:cubicBezTo>
                    <a:pt x="17544" y="10137"/>
                    <a:pt x="19343" y="13201"/>
                    <a:pt x="20158" y="15907"/>
                  </a:cubicBezTo>
                  <a:cubicBezTo>
                    <a:pt x="20971" y="18614"/>
                    <a:pt x="20733" y="20738"/>
                    <a:pt x="19495" y="21814"/>
                  </a:cubicBezTo>
                  <a:cubicBezTo>
                    <a:pt x="18255" y="22890"/>
                    <a:pt x="16119" y="22830"/>
                    <a:pt x="13554" y="21645"/>
                  </a:cubicBezTo>
                  <a:cubicBezTo>
                    <a:pt x="10989" y="20463"/>
                    <a:pt x="8204" y="18253"/>
                    <a:pt x="5817" y="15503"/>
                  </a:cubicBezTo>
                  <a:cubicBezTo>
                    <a:pt x="3427" y="12753"/>
                    <a:pt x="1626" y="9689"/>
                    <a:pt x="813" y="6983"/>
                  </a:cubicBezTo>
                  <a:cubicBezTo>
                    <a:pt x="0" y="4279"/>
                    <a:pt x="238" y="2155"/>
                    <a:pt x="1476" y="1077"/>
                  </a:cubicBezTo>
                  <a:cubicBezTo>
                    <a:pt x="2714" y="1"/>
                    <a:pt x="4852" y="63"/>
                    <a:pt x="7417" y="1245"/>
                  </a:cubicBezTo>
                  <a:cubicBezTo>
                    <a:pt x="9982" y="2428"/>
                    <a:pt x="12765" y="4637"/>
                    <a:pt x="15154" y="7387"/>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7"/>
            <p:cNvSpPr/>
            <p:nvPr/>
          </p:nvSpPr>
          <p:spPr>
            <a:xfrm>
              <a:off x="2169050" y="3463300"/>
              <a:ext cx="263475" cy="709425"/>
            </a:xfrm>
            <a:custGeom>
              <a:rect b="b" l="l" r="r" t="t"/>
              <a:pathLst>
                <a:path extrusionOk="0" h="28377" w="10539">
                  <a:moveTo>
                    <a:pt x="0" y="1"/>
                  </a:moveTo>
                  <a:lnTo>
                    <a:pt x="379" y="2030"/>
                  </a:lnTo>
                  <a:lnTo>
                    <a:pt x="644" y="3467"/>
                  </a:lnTo>
                  <a:lnTo>
                    <a:pt x="1831" y="9805"/>
                  </a:lnTo>
                  <a:lnTo>
                    <a:pt x="1854" y="9925"/>
                  </a:lnTo>
                  <a:lnTo>
                    <a:pt x="2064" y="11061"/>
                  </a:lnTo>
                  <a:lnTo>
                    <a:pt x="2067" y="11063"/>
                  </a:lnTo>
                  <a:lnTo>
                    <a:pt x="2591" y="13866"/>
                  </a:lnTo>
                  <a:lnTo>
                    <a:pt x="3616" y="19364"/>
                  </a:lnTo>
                  <a:lnTo>
                    <a:pt x="3939" y="21093"/>
                  </a:lnTo>
                  <a:lnTo>
                    <a:pt x="4348" y="23271"/>
                  </a:lnTo>
                  <a:lnTo>
                    <a:pt x="5285" y="28358"/>
                  </a:lnTo>
                  <a:cubicBezTo>
                    <a:pt x="5482" y="28370"/>
                    <a:pt x="5677" y="28376"/>
                    <a:pt x="5870" y="28376"/>
                  </a:cubicBezTo>
                  <a:cubicBezTo>
                    <a:pt x="7557" y="28376"/>
                    <a:pt x="9113" y="27897"/>
                    <a:pt x="10538" y="26940"/>
                  </a:cubicBezTo>
                  <a:lnTo>
                    <a:pt x="10365" y="25046"/>
                  </a:lnTo>
                  <a:lnTo>
                    <a:pt x="9885" y="22465"/>
                  </a:lnTo>
                  <a:lnTo>
                    <a:pt x="9562" y="20736"/>
                  </a:lnTo>
                  <a:lnTo>
                    <a:pt x="7611" y="10301"/>
                  </a:lnTo>
                  <a:lnTo>
                    <a:pt x="7181" y="8011"/>
                  </a:lnTo>
                  <a:lnTo>
                    <a:pt x="7179" y="8008"/>
                  </a:lnTo>
                  <a:lnTo>
                    <a:pt x="6705" y="5459"/>
                  </a:lnTo>
                  <a:lnTo>
                    <a:pt x="6703" y="5457"/>
                  </a:lnTo>
                  <a:cubicBezTo>
                    <a:pt x="4526" y="3139"/>
                    <a:pt x="2205" y="1285"/>
                    <a:pt x="0"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7"/>
            <p:cNvSpPr/>
            <p:nvPr/>
          </p:nvSpPr>
          <p:spPr>
            <a:xfrm>
              <a:off x="2042325" y="3414925"/>
              <a:ext cx="215000" cy="748150"/>
            </a:xfrm>
            <a:custGeom>
              <a:rect b="b" l="l" r="r" t="t"/>
              <a:pathLst>
                <a:path extrusionOk="0" h="29926" w="8600">
                  <a:moveTo>
                    <a:pt x="1" y="1"/>
                  </a:moveTo>
                  <a:lnTo>
                    <a:pt x="428" y="2282"/>
                  </a:lnTo>
                  <a:lnTo>
                    <a:pt x="687" y="3675"/>
                  </a:lnTo>
                  <a:lnTo>
                    <a:pt x="3035" y="16231"/>
                  </a:lnTo>
                  <a:lnTo>
                    <a:pt x="3035" y="16233"/>
                  </a:lnTo>
                  <a:lnTo>
                    <a:pt x="3483" y="18637"/>
                  </a:lnTo>
                  <a:lnTo>
                    <a:pt x="3954" y="21158"/>
                  </a:lnTo>
                  <a:lnTo>
                    <a:pt x="5069" y="28346"/>
                  </a:lnTo>
                  <a:lnTo>
                    <a:pt x="8600" y="29925"/>
                  </a:lnTo>
                  <a:lnTo>
                    <a:pt x="7512" y="24024"/>
                  </a:lnTo>
                  <a:lnTo>
                    <a:pt x="7094" y="21795"/>
                  </a:lnTo>
                  <a:lnTo>
                    <a:pt x="6739" y="19895"/>
                  </a:lnTo>
                  <a:lnTo>
                    <a:pt x="5473" y="13123"/>
                  </a:lnTo>
                  <a:lnTo>
                    <a:pt x="5205" y="11684"/>
                  </a:lnTo>
                  <a:lnTo>
                    <a:pt x="5102" y="11139"/>
                  </a:lnTo>
                  <a:lnTo>
                    <a:pt x="5099" y="11137"/>
                  </a:lnTo>
                  <a:lnTo>
                    <a:pt x="4965" y="10408"/>
                  </a:lnTo>
                  <a:lnTo>
                    <a:pt x="3836" y="4372"/>
                  </a:lnTo>
                  <a:lnTo>
                    <a:pt x="3585" y="3028"/>
                  </a:lnTo>
                  <a:lnTo>
                    <a:pt x="3204" y="975"/>
                  </a:lnTo>
                  <a:cubicBezTo>
                    <a:pt x="2070" y="472"/>
                    <a:pt x="989" y="139"/>
                    <a:pt x="1"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 name="Google Shape;238;p27"/>
          <p:cNvGrpSpPr/>
          <p:nvPr/>
        </p:nvGrpSpPr>
        <p:grpSpPr>
          <a:xfrm flipH="1">
            <a:off x="754868" y="318008"/>
            <a:ext cx="530159" cy="550985"/>
            <a:chOff x="2777975" y="4487350"/>
            <a:chExt cx="803150" cy="834825"/>
          </a:xfrm>
        </p:grpSpPr>
        <p:sp>
          <p:nvSpPr>
            <p:cNvPr id="239" name="Google Shape;239;p27"/>
            <p:cNvSpPr/>
            <p:nvPr/>
          </p:nvSpPr>
          <p:spPr>
            <a:xfrm>
              <a:off x="2801475" y="4545025"/>
              <a:ext cx="776425" cy="720275"/>
            </a:xfrm>
            <a:custGeom>
              <a:rect b="b" l="l" r="r" t="t"/>
              <a:pathLst>
                <a:path extrusionOk="0" h="28811" w="31057">
                  <a:moveTo>
                    <a:pt x="14617" y="0"/>
                  </a:moveTo>
                  <a:cubicBezTo>
                    <a:pt x="8672" y="0"/>
                    <a:pt x="3310" y="3412"/>
                    <a:pt x="718" y="8603"/>
                  </a:cubicBezTo>
                  <a:cubicBezTo>
                    <a:pt x="469" y="9391"/>
                    <a:pt x="287" y="10196"/>
                    <a:pt x="169" y="11012"/>
                  </a:cubicBezTo>
                  <a:cubicBezTo>
                    <a:pt x="53" y="11797"/>
                    <a:pt x="0" y="12589"/>
                    <a:pt x="5" y="13381"/>
                  </a:cubicBezTo>
                  <a:cubicBezTo>
                    <a:pt x="10" y="14161"/>
                    <a:pt x="77" y="14939"/>
                    <a:pt x="201" y="15710"/>
                  </a:cubicBezTo>
                  <a:cubicBezTo>
                    <a:pt x="284" y="16230"/>
                    <a:pt x="393" y="16747"/>
                    <a:pt x="527" y="17255"/>
                  </a:cubicBezTo>
                  <a:cubicBezTo>
                    <a:pt x="905" y="18673"/>
                    <a:pt x="1483" y="20028"/>
                    <a:pt x="2240" y="21282"/>
                  </a:cubicBezTo>
                  <a:cubicBezTo>
                    <a:pt x="4565" y="25133"/>
                    <a:pt x="8532" y="27950"/>
                    <a:pt x="13328" y="28648"/>
                  </a:cubicBezTo>
                  <a:cubicBezTo>
                    <a:pt x="14085" y="28757"/>
                    <a:pt x="14838" y="28811"/>
                    <a:pt x="15582" y="28811"/>
                  </a:cubicBezTo>
                  <a:cubicBezTo>
                    <a:pt x="22075" y="28811"/>
                    <a:pt x="27874" y="24745"/>
                    <a:pt x="30130" y="18733"/>
                  </a:cubicBezTo>
                  <a:cubicBezTo>
                    <a:pt x="30456" y="17802"/>
                    <a:pt x="30691" y="16842"/>
                    <a:pt x="30837" y="15865"/>
                  </a:cubicBezTo>
                  <a:cubicBezTo>
                    <a:pt x="30906" y="15389"/>
                    <a:pt x="30952" y="14916"/>
                    <a:pt x="30978" y="14445"/>
                  </a:cubicBezTo>
                  <a:cubicBezTo>
                    <a:pt x="31056" y="12953"/>
                    <a:pt x="30121" y="13422"/>
                    <a:pt x="29793" y="12021"/>
                  </a:cubicBezTo>
                  <a:cubicBezTo>
                    <a:pt x="29671" y="11506"/>
                    <a:pt x="29523" y="10998"/>
                    <a:pt x="29354" y="10504"/>
                  </a:cubicBezTo>
                  <a:cubicBezTo>
                    <a:pt x="29098" y="9765"/>
                    <a:pt x="28789" y="9047"/>
                    <a:pt x="28426" y="8356"/>
                  </a:cubicBezTo>
                  <a:cubicBezTo>
                    <a:pt x="26191" y="4085"/>
                    <a:pt x="22007" y="910"/>
                    <a:pt x="16874" y="164"/>
                  </a:cubicBezTo>
                  <a:cubicBezTo>
                    <a:pt x="16116" y="54"/>
                    <a:pt x="15362" y="0"/>
                    <a:pt x="14617"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7"/>
            <p:cNvSpPr/>
            <p:nvPr/>
          </p:nvSpPr>
          <p:spPr>
            <a:xfrm>
              <a:off x="2801650" y="4487525"/>
              <a:ext cx="779300" cy="777675"/>
            </a:xfrm>
            <a:custGeom>
              <a:rect b="b" l="l" r="r" t="t"/>
              <a:pathLst>
                <a:path extrusionOk="0" h="31107" w="31172">
                  <a:moveTo>
                    <a:pt x="15542" y="0"/>
                  </a:moveTo>
                  <a:cubicBezTo>
                    <a:pt x="8747" y="5"/>
                    <a:pt x="2743" y="4422"/>
                    <a:pt x="716" y="10908"/>
                  </a:cubicBezTo>
                  <a:cubicBezTo>
                    <a:pt x="469" y="11693"/>
                    <a:pt x="284" y="12499"/>
                    <a:pt x="169" y="13316"/>
                  </a:cubicBezTo>
                  <a:cubicBezTo>
                    <a:pt x="53" y="14099"/>
                    <a:pt x="0" y="14891"/>
                    <a:pt x="5" y="15683"/>
                  </a:cubicBezTo>
                  <a:cubicBezTo>
                    <a:pt x="10" y="16461"/>
                    <a:pt x="74" y="17239"/>
                    <a:pt x="199" y="18010"/>
                  </a:cubicBezTo>
                  <a:cubicBezTo>
                    <a:pt x="287" y="18546"/>
                    <a:pt x="395" y="19066"/>
                    <a:pt x="527" y="19555"/>
                  </a:cubicBezTo>
                  <a:cubicBezTo>
                    <a:pt x="905" y="20970"/>
                    <a:pt x="1480" y="22326"/>
                    <a:pt x="2240" y="23580"/>
                  </a:cubicBezTo>
                  <a:cubicBezTo>
                    <a:pt x="4657" y="27588"/>
                    <a:pt x="8696" y="30269"/>
                    <a:pt x="13321" y="30941"/>
                  </a:cubicBezTo>
                  <a:cubicBezTo>
                    <a:pt x="14069" y="31049"/>
                    <a:pt x="14822" y="31105"/>
                    <a:pt x="15577" y="31105"/>
                  </a:cubicBezTo>
                  <a:lnTo>
                    <a:pt x="15579" y="31107"/>
                  </a:lnTo>
                  <a:cubicBezTo>
                    <a:pt x="20354" y="31098"/>
                    <a:pt x="24861" y="28900"/>
                    <a:pt x="27807" y="25143"/>
                  </a:cubicBezTo>
                  <a:cubicBezTo>
                    <a:pt x="29479" y="23009"/>
                    <a:pt x="30564" y="20474"/>
                    <a:pt x="30950" y="17791"/>
                  </a:cubicBezTo>
                  <a:cubicBezTo>
                    <a:pt x="31019" y="17325"/>
                    <a:pt x="31068" y="16849"/>
                    <a:pt x="31091" y="16373"/>
                  </a:cubicBezTo>
                  <a:cubicBezTo>
                    <a:pt x="31171" y="14909"/>
                    <a:pt x="31042" y="13443"/>
                    <a:pt x="30710" y="12014"/>
                  </a:cubicBezTo>
                  <a:cubicBezTo>
                    <a:pt x="30587" y="11504"/>
                    <a:pt x="30442" y="10993"/>
                    <a:pt x="30271" y="10497"/>
                  </a:cubicBezTo>
                  <a:cubicBezTo>
                    <a:pt x="30015" y="9760"/>
                    <a:pt x="29705" y="9042"/>
                    <a:pt x="29343" y="8352"/>
                  </a:cubicBezTo>
                  <a:cubicBezTo>
                    <a:pt x="28218" y="6209"/>
                    <a:pt x="26614" y="4355"/>
                    <a:pt x="24656" y="2935"/>
                  </a:cubicBezTo>
                  <a:cubicBezTo>
                    <a:pt x="23660" y="2217"/>
                    <a:pt x="22584" y="1619"/>
                    <a:pt x="21451" y="1155"/>
                  </a:cubicBezTo>
                  <a:cubicBezTo>
                    <a:pt x="19573" y="393"/>
                    <a:pt x="17567" y="0"/>
                    <a:pt x="15542"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7"/>
            <p:cNvSpPr/>
            <p:nvPr/>
          </p:nvSpPr>
          <p:spPr>
            <a:xfrm>
              <a:off x="2801525" y="4487350"/>
              <a:ext cx="779600" cy="777975"/>
            </a:xfrm>
            <a:custGeom>
              <a:rect b="b" l="l" r="r" t="t"/>
              <a:pathLst>
                <a:path extrusionOk="0" h="31119" w="31184">
                  <a:moveTo>
                    <a:pt x="15547" y="10"/>
                  </a:moveTo>
                  <a:cubicBezTo>
                    <a:pt x="17572" y="12"/>
                    <a:pt x="19576" y="402"/>
                    <a:pt x="21453" y="1164"/>
                  </a:cubicBezTo>
                  <a:cubicBezTo>
                    <a:pt x="23714" y="2090"/>
                    <a:pt x="25723" y="3535"/>
                    <a:pt x="27318" y="5385"/>
                  </a:cubicBezTo>
                  <a:cubicBezTo>
                    <a:pt x="28106" y="6295"/>
                    <a:pt x="28784" y="7294"/>
                    <a:pt x="29343" y="8359"/>
                  </a:cubicBezTo>
                  <a:cubicBezTo>
                    <a:pt x="29706" y="9049"/>
                    <a:pt x="30015" y="9767"/>
                    <a:pt x="30271" y="10506"/>
                  </a:cubicBezTo>
                  <a:cubicBezTo>
                    <a:pt x="30442" y="11000"/>
                    <a:pt x="30588" y="11511"/>
                    <a:pt x="30710" y="12023"/>
                  </a:cubicBezTo>
                  <a:cubicBezTo>
                    <a:pt x="31043" y="13448"/>
                    <a:pt x="31170" y="14914"/>
                    <a:pt x="31091" y="16378"/>
                  </a:cubicBezTo>
                  <a:cubicBezTo>
                    <a:pt x="31066" y="16854"/>
                    <a:pt x="31019" y="17329"/>
                    <a:pt x="30950" y="17796"/>
                  </a:cubicBezTo>
                  <a:cubicBezTo>
                    <a:pt x="30562" y="20476"/>
                    <a:pt x="29479" y="23012"/>
                    <a:pt x="27810" y="25143"/>
                  </a:cubicBezTo>
                  <a:cubicBezTo>
                    <a:pt x="24866" y="28904"/>
                    <a:pt x="20357" y="31102"/>
                    <a:pt x="15584" y="31107"/>
                  </a:cubicBezTo>
                  <a:cubicBezTo>
                    <a:pt x="13640" y="31105"/>
                    <a:pt x="11712" y="30745"/>
                    <a:pt x="9902" y="30040"/>
                  </a:cubicBezTo>
                  <a:cubicBezTo>
                    <a:pt x="7773" y="29209"/>
                    <a:pt x="5856" y="27918"/>
                    <a:pt x="4286" y="26258"/>
                  </a:cubicBezTo>
                  <a:cubicBezTo>
                    <a:pt x="3513" y="25443"/>
                    <a:pt x="2831" y="24545"/>
                    <a:pt x="2250" y="23584"/>
                  </a:cubicBezTo>
                  <a:cubicBezTo>
                    <a:pt x="1492" y="22331"/>
                    <a:pt x="915" y="20977"/>
                    <a:pt x="539" y="19562"/>
                  </a:cubicBezTo>
                  <a:cubicBezTo>
                    <a:pt x="407" y="19070"/>
                    <a:pt x="299" y="18551"/>
                    <a:pt x="211" y="18017"/>
                  </a:cubicBezTo>
                  <a:cubicBezTo>
                    <a:pt x="86" y="17246"/>
                    <a:pt x="21" y="16468"/>
                    <a:pt x="17" y="15690"/>
                  </a:cubicBezTo>
                  <a:cubicBezTo>
                    <a:pt x="10" y="14898"/>
                    <a:pt x="65" y="14106"/>
                    <a:pt x="181" y="13323"/>
                  </a:cubicBezTo>
                  <a:cubicBezTo>
                    <a:pt x="296" y="12506"/>
                    <a:pt x="481" y="11702"/>
                    <a:pt x="728" y="10915"/>
                  </a:cubicBezTo>
                  <a:cubicBezTo>
                    <a:pt x="2755" y="4434"/>
                    <a:pt x="8756" y="16"/>
                    <a:pt x="15549" y="12"/>
                  </a:cubicBezTo>
                  <a:lnTo>
                    <a:pt x="15547" y="10"/>
                  </a:lnTo>
                  <a:close/>
                  <a:moveTo>
                    <a:pt x="15549" y="0"/>
                  </a:moveTo>
                  <a:cubicBezTo>
                    <a:pt x="8761" y="0"/>
                    <a:pt x="2732" y="4445"/>
                    <a:pt x="716" y="10913"/>
                  </a:cubicBezTo>
                  <a:cubicBezTo>
                    <a:pt x="469" y="11700"/>
                    <a:pt x="287" y="12503"/>
                    <a:pt x="169" y="13321"/>
                  </a:cubicBezTo>
                  <a:cubicBezTo>
                    <a:pt x="54" y="14106"/>
                    <a:pt x="1" y="14898"/>
                    <a:pt x="5" y="15690"/>
                  </a:cubicBezTo>
                  <a:cubicBezTo>
                    <a:pt x="10" y="16470"/>
                    <a:pt x="75" y="17248"/>
                    <a:pt x="199" y="18017"/>
                  </a:cubicBezTo>
                  <a:cubicBezTo>
                    <a:pt x="282" y="18539"/>
                    <a:pt x="393" y="19054"/>
                    <a:pt x="527" y="19564"/>
                  </a:cubicBezTo>
                  <a:cubicBezTo>
                    <a:pt x="906" y="20980"/>
                    <a:pt x="1483" y="22335"/>
                    <a:pt x="2240" y="23589"/>
                  </a:cubicBezTo>
                  <a:cubicBezTo>
                    <a:pt x="4563" y="27440"/>
                    <a:pt x="8530" y="30257"/>
                    <a:pt x="13326" y="30955"/>
                  </a:cubicBezTo>
                  <a:cubicBezTo>
                    <a:pt x="14074" y="31063"/>
                    <a:pt x="14829" y="31116"/>
                    <a:pt x="15584" y="31119"/>
                  </a:cubicBezTo>
                  <a:cubicBezTo>
                    <a:pt x="22077" y="31119"/>
                    <a:pt x="27875" y="27052"/>
                    <a:pt x="30131" y="21040"/>
                  </a:cubicBezTo>
                  <a:cubicBezTo>
                    <a:pt x="30525" y="19994"/>
                    <a:pt x="30805" y="18906"/>
                    <a:pt x="30964" y="17798"/>
                  </a:cubicBezTo>
                  <a:cubicBezTo>
                    <a:pt x="31033" y="17322"/>
                    <a:pt x="31080" y="16849"/>
                    <a:pt x="31105" y="16378"/>
                  </a:cubicBezTo>
                  <a:cubicBezTo>
                    <a:pt x="31183" y="14914"/>
                    <a:pt x="31054" y="13448"/>
                    <a:pt x="30722" y="12021"/>
                  </a:cubicBezTo>
                  <a:cubicBezTo>
                    <a:pt x="30602" y="11506"/>
                    <a:pt x="30454" y="10996"/>
                    <a:pt x="30283" y="10502"/>
                  </a:cubicBezTo>
                  <a:cubicBezTo>
                    <a:pt x="30029" y="9765"/>
                    <a:pt x="29717" y="9047"/>
                    <a:pt x="29355" y="8354"/>
                  </a:cubicBezTo>
                  <a:cubicBezTo>
                    <a:pt x="27120" y="4083"/>
                    <a:pt x="22936" y="908"/>
                    <a:pt x="17803" y="164"/>
                  </a:cubicBezTo>
                  <a:cubicBezTo>
                    <a:pt x="17057" y="56"/>
                    <a:pt x="16304" y="0"/>
                    <a:pt x="1554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7"/>
            <p:cNvSpPr/>
            <p:nvPr/>
          </p:nvSpPr>
          <p:spPr>
            <a:xfrm>
              <a:off x="2861275" y="4546975"/>
              <a:ext cx="658650" cy="658675"/>
            </a:xfrm>
            <a:custGeom>
              <a:rect b="b" l="l" r="r" t="t"/>
              <a:pathLst>
                <a:path extrusionOk="0" fill="none" h="26347" w="26346">
                  <a:moveTo>
                    <a:pt x="22488" y="3859"/>
                  </a:moveTo>
                  <a:cubicBezTo>
                    <a:pt x="24958" y="6329"/>
                    <a:pt x="26346" y="9680"/>
                    <a:pt x="26346" y="13173"/>
                  </a:cubicBezTo>
                  <a:cubicBezTo>
                    <a:pt x="26346" y="16667"/>
                    <a:pt x="24958" y="20017"/>
                    <a:pt x="22488" y="22488"/>
                  </a:cubicBezTo>
                  <a:cubicBezTo>
                    <a:pt x="20017" y="24958"/>
                    <a:pt x="16667" y="26346"/>
                    <a:pt x="13173" y="26346"/>
                  </a:cubicBezTo>
                  <a:cubicBezTo>
                    <a:pt x="9680" y="26346"/>
                    <a:pt x="6329" y="24958"/>
                    <a:pt x="3859" y="22488"/>
                  </a:cubicBezTo>
                  <a:cubicBezTo>
                    <a:pt x="1388" y="20017"/>
                    <a:pt x="0" y="16667"/>
                    <a:pt x="0" y="13173"/>
                  </a:cubicBezTo>
                  <a:cubicBezTo>
                    <a:pt x="0" y="9680"/>
                    <a:pt x="1388" y="6329"/>
                    <a:pt x="3859" y="3859"/>
                  </a:cubicBezTo>
                  <a:cubicBezTo>
                    <a:pt x="6329" y="1388"/>
                    <a:pt x="9680" y="1"/>
                    <a:pt x="13173" y="1"/>
                  </a:cubicBezTo>
                  <a:cubicBezTo>
                    <a:pt x="16667" y="1"/>
                    <a:pt x="20017" y="1388"/>
                    <a:pt x="22488" y="3859"/>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7"/>
            <p:cNvSpPr/>
            <p:nvPr/>
          </p:nvSpPr>
          <p:spPr>
            <a:xfrm>
              <a:off x="2892850" y="4588600"/>
              <a:ext cx="595500" cy="575475"/>
            </a:xfrm>
            <a:custGeom>
              <a:rect b="b" l="l" r="r" t="t"/>
              <a:pathLst>
                <a:path extrusionOk="0" h="23019" w="23820">
                  <a:moveTo>
                    <a:pt x="11896" y="0"/>
                  </a:moveTo>
                  <a:cubicBezTo>
                    <a:pt x="5865" y="7"/>
                    <a:pt x="864" y="4669"/>
                    <a:pt x="432" y="10684"/>
                  </a:cubicBezTo>
                  <a:cubicBezTo>
                    <a:pt x="0" y="16701"/>
                    <a:pt x="4286" y="22028"/>
                    <a:pt x="10255" y="22896"/>
                  </a:cubicBezTo>
                  <a:cubicBezTo>
                    <a:pt x="10809" y="22977"/>
                    <a:pt x="11365" y="23019"/>
                    <a:pt x="11924" y="23019"/>
                  </a:cubicBezTo>
                  <a:cubicBezTo>
                    <a:pt x="17955" y="23009"/>
                    <a:pt x="22959" y="18348"/>
                    <a:pt x="23388" y="12333"/>
                  </a:cubicBezTo>
                  <a:cubicBezTo>
                    <a:pt x="23820" y="6315"/>
                    <a:pt x="19534" y="989"/>
                    <a:pt x="13566" y="120"/>
                  </a:cubicBezTo>
                  <a:cubicBezTo>
                    <a:pt x="13014" y="40"/>
                    <a:pt x="12455" y="0"/>
                    <a:pt x="11896"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7"/>
            <p:cNvSpPr/>
            <p:nvPr/>
          </p:nvSpPr>
          <p:spPr>
            <a:xfrm>
              <a:off x="2882925" y="4588425"/>
              <a:ext cx="615425" cy="575775"/>
            </a:xfrm>
            <a:custGeom>
              <a:rect b="b" l="l" r="r" t="t"/>
              <a:pathLst>
                <a:path extrusionOk="0" h="23031" w="24617">
                  <a:moveTo>
                    <a:pt x="12293" y="10"/>
                  </a:moveTo>
                  <a:lnTo>
                    <a:pt x="12293" y="12"/>
                  </a:lnTo>
                  <a:cubicBezTo>
                    <a:pt x="12852" y="12"/>
                    <a:pt x="13409" y="53"/>
                    <a:pt x="13963" y="132"/>
                  </a:cubicBezTo>
                  <a:cubicBezTo>
                    <a:pt x="19927" y="1000"/>
                    <a:pt x="24210" y="6327"/>
                    <a:pt x="23780" y="12340"/>
                  </a:cubicBezTo>
                  <a:cubicBezTo>
                    <a:pt x="23349" y="18350"/>
                    <a:pt x="18350" y="23012"/>
                    <a:pt x="12321" y="23019"/>
                  </a:cubicBezTo>
                  <a:cubicBezTo>
                    <a:pt x="11765" y="23019"/>
                    <a:pt x="11206" y="22979"/>
                    <a:pt x="10654" y="22899"/>
                  </a:cubicBezTo>
                  <a:cubicBezTo>
                    <a:pt x="4685" y="22033"/>
                    <a:pt x="397" y="16706"/>
                    <a:pt x="829" y="10691"/>
                  </a:cubicBezTo>
                  <a:cubicBezTo>
                    <a:pt x="1261" y="4676"/>
                    <a:pt x="6262" y="17"/>
                    <a:pt x="12293" y="10"/>
                  </a:cubicBezTo>
                  <a:close/>
                  <a:moveTo>
                    <a:pt x="12293" y="0"/>
                  </a:moveTo>
                  <a:cubicBezTo>
                    <a:pt x="6669" y="0"/>
                    <a:pt x="1746" y="4127"/>
                    <a:pt x="915" y="9857"/>
                  </a:cubicBezTo>
                  <a:cubicBezTo>
                    <a:pt x="0" y="16149"/>
                    <a:pt x="4360" y="21993"/>
                    <a:pt x="10652" y="22908"/>
                  </a:cubicBezTo>
                  <a:cubicBezTo>
                    <a:pt x="11203" y="22989"/>
                    <a:pt x="11762" y="23028"/>
                    <a:pt x="12321" y="23030"/>
                  </a:cubicBezTo>
                  <a:cubicBezTo>
                    <a:pt x="17948" y="23030"/>
                    <a:pt x="22868" y="18902"/>
                    <a:pt x="23702" y="13171"/>
                  </a:cubicBezTo>
                  <a:cubicBezTo>
                    <a:pt x="24616" y="6879"/>
                    <a:pt x="20257" y="1035"/>
                    <a:pt x="13965" y="120"/>
                  </a:cubicBezTo>
                  <a:cubicBezTo>
                    <a:pt x="13411" y="40"/>
                    <a:pt x="12852" y="0"/>
                    <a:pt x="1229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7"/>
            <p:cNvSpPr/>
            <p:nvPr/>
          </p:nvSpPr>
          <p:spPr>
            <a:xfrm>
              <a:off x="2814700" y="4787800"/>
              <a:ext cx="766375" cy="289275"/>
            </a:xfrm>
            <a:custGeom>
              <a:rect b="b" l="l" r="r" t="t"/>
              <a:pathLst>
                <a:path extrusionOk="0" h="11571" w="30655">
                  <a:moveTo>
                    <a:pt x="30192" y="1"/>
                  </a:moveTo>
                  <a:lnTo>
                    <a:pt x="0" y="7546"/>
                  </a:lnTo>
                  <a:cubicBezTo>
                    <a:pt x="379" y="8962"/>
                    <a:pt x="956" y="10317"/>
                    <a:pt x="1713" y="11571"/>
                  </a:cubicBezTo>
                  <a:lnTo>
                    <a:pt x="30573" y="4360"/>
                  </a:lnTo>
                  <a:cubicBezTo>
                    <a:pt x="30654" y="2896"/>
                    <a:pt x="30525" y="1428"/>
                    <a:pt x="30192"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7"/>
            <p:cNvSpPr/>
            <p:nvPr/>
          </p:nvSpPr>
          <p:spPr>
            <a:xfrm>
              <a:off x="2801650" y="4696250"/>
              <a:ext cx="756850" cy="241550"/>
            </a:xfrm>
            <a:custGeom>
              <a:rect b="b" l="l" r="r" t="t"/>
              <a:pathLst>
                <a:path extrusionOk="0" h="9662" w="30274">
                  <a:moveTo>
                    <a:pt x="29347" y="1"/>
                  </a:moveTo>
                  <a:lnTo>
                    <a:pt x="0" y="7334"/>
                  </a:lnTo>
                  <a:cubicBezTo>
                    <a:pt x="5" y="8112"/>
                    <a:pt x="70" y="8890"/>
                    <a:pt x="194" y="9661"/>
                  </a:cubicBezTo>
                  <a:lnTo>
                    <a:pt x="30273" y="2143"/>
                  </a:lnTo>
                  <a:cubicBezTo>
                    <a:pt x="30019" y="1407"/>
                    <a:pt x="29710" y="691"/>
                    <a:pt x="293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7"/>
            <p:cNvSpPr/>
            <p:nvPr/>
          </p:nvSpPr>
          <p:spPr>
            <a:xfrm>
              <a:off x="2777975" y="4760150"/>
              <a:ext cx="776700" cy="562025"/>
            </a:xfrm>
            <a:custGeom>
              <a:rect b="b" l="l" r="r" t="t"/>
              <a:pathLst>
                <a:path extrusionOk="0" h="22481" w="31068">
                  <a:moveTo>
                    <a:pt x="1658" y="1"/>
                  </a:moveTo>
                  <a:lnTo>
                    <a:pt x="1658" y="1"/>
                  </a:lnTo>
                  <a:cubicBezTo>
                    <a:pt x="562" y="2201"/>
                    <a:pt x="1" y="4628"/>
                    <a:pt x="17" y="7087"/>
                  </a:cubicBezTo>
                  <a:cubicBezTo>
                    <a:pt x="21" y="7867"/>
                    <a:pt x="88" y="8645"/>
                    <a:pt x="213" y="9417"/>
                  </a:cubicBezTo>
                  <a:cubicBezTo>
                    <a:pt x="296" y="9936"/>
                    <a:pt x="405" y="10453"/>
                    <a:pt x="541" y="10961"/>
                  </a:cubicBezTo>
                  <a:cubicBezTo>
                    <a:pt x="917" y="12379"/>
                    <a:pt x="1495" y="13732"/>
                    <a:pt x="2252" y="14988"/>
                  </a:cubicBezTo>
                  <a:cubicBezTo>
                    <a:pt x="4577" y="18837"/>
                    <a:pt x="8542" y="21654"/>
                    <a:pt x="13340" y="22352"/>
                  </a:cubicBezTo>
                  <a:cubicBezTo>
                    <a:pt x="13938" y="22439"/>
                    <a:pt x="14538" y="22481"/>
                    <a:pt x="15137" y="22481"/>
                  </a:cubicBezTo>
                  <a:cubicBezTo>
                    <a:pt x="22061" y="22481"/>
                    <a:pt x="28760" y="16846"/>
                    <a:pt x="31068" y="10128"/>
                  </a:cubicBezTo>
                  <a:lnTo>
                    <a:pt x="31068" y="10128"/>
                  </a:lnTo>
                  <a:cubicBezTo>
                    <a:pt x="28814" y="16140"/>
                    <a:pt x="23015" y="20206"/>
                    <a:pt x="16520" y="20206"/>
                  </a:cubicBezTo>
                  <a:cubicBezTo>
                    <a:pt x="15776" y="20206"/>
                    <a:pt x="15023" y="20152"/>
                    <a:pt x="14265" y="20043"/>
                  </a:cubicBezTo>
                  <a:cubicBezTo>
                    <a:pt x="9470" y="19345"/>
                    <a:pt x="5503" y="16528"/>
                    <a:pt x="3180" y="12677"/>
                  </a:cubicBezTo>
                  <a:cubicBezTo>
                    <a:pt x="2423" y="11423"/>
                    <a:pt x="1845" y="10068"/>
                    <a:pt x="1467" y="8652"/>
                  </a:cubicBezTo>
                  <a:cubicBezTo>
                    <a:pt x="1333" y="8142"/>
                    <a:pt x="1224" y="7627"/>
                    <a:pt x="1141" y="7105"/>
                  </a:cubicBezTo>
                  <a:cubicBezTo>
                    <a:pt x="1017" y="6336"/>
                    <a:pt x="950" y="5558"/>
                    <a:pt x="945" y="4778"/>
                  </a:cubicBezTo>
                  <a:cubicBezTo>
                    <a:pt x="940" y="3984"/>
                    <a:pt x="993" y="3192"/>
                    <a:pt x="1109" y="2409"/>
                  </a:cubicBezTo>
                  <a:cubicBezTo>
                    <a:pt x="1227" y="1591"/>
                    <a:pt x="1409" y="786"/>
                    <a:pt x="1658"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 name="Google Shape;248;p27"/>
          <p:cNvGrpSpPr/>
          <p:nvPr/>
        </p:nvGrpSpPr>
        <p:grpSpPr>
          <a:xfrm rot="-3104584">
            <a:off x="373731" y="1161532"/>
            <a:ext cx="529781" cy="397402"/>
            <a:chOff x="2787100" y="3506250"/>
            <a:chExt cx="854925" cy="641300"/>
          </a:xfrm>
        </p:grpSpPr>
        <p:sp>
          <p:nvSpPr>
            <p:cNvPr id="249" name="Google Shape;249;p27"/>
            <p:cNvSpPr/>
            <p:nvPr/>
          </p:nvSpPr>
          <p:spPr>
            <a:xfrm>
              <a:off x="2787100" y="3512900"/>
              <a:ext cx="842975" cy="634650"/>
            </a:xfrm>
            <a:custGeom>
              <a:rect b="b" l="l" r="r" t="t"/>
              <a:pathLst>
                <a:path extrusionOk="0" h="25386" w="33719">
                  <a:moveTo>
                    <a:pt x="3124" y="1"/>
                  </a:moveTo>
                  <a:cubicBezTo>
                    <a:pt x="2995" y="1"/>
                    <a:pt x="2867" y="8"/>
                    <a:pt x="2741" y="23"/>
                  </a:cubicBezTo>
                  <a:lnTo>
                    <a:pt x="2478" y="397"/>
                  </a:lnTo>
                  <a:lnTo>
                    <a:pt x="818" y="2755"/>
                  </a:lnTo>
                  <a:cubicBezTo>
                    <a:pt x="169" y="3736"/>
                    <a:pt x="0" y="4937"/>
                    <a:pt x="432" y="5807"/>
                  </a:cubicBezTo>
                  <a:cubicBezTo>
                    <a:pt x="892" y="6726"/>
                    <a:pt x="1557" y="7680"/>
                    <a:pt x="2393" y="8657"/>
                  </a:cubicBezTo>
                  <a:cubicBezTo>
                    <a:pt x="3231" y="9645"/>
                    <a:pt x="4240" y="10656"/>
                    <a:pt x="5366" y="11668"/>
                  </a:cubicBezTo>
                  <a:lnTo>
                    <a:pt x="5371" y="11670"/>
                  </a:lnTo>
                  <a:cubicBezTo>
                    <a:pt x="6110" y="12333"/>
                    <a:pt x="6897" y="12993"/>
                    <a:pt x="7722" y="13656"/>
                  </a:cubicBezTo>
                  <a:cubicBezTo>
                    <a:pt x="9571" y="15124"/>
                    <a:pt x="11605" y="16574"/>
                    <a:pt x="13660" y="17932"/>
                  </a:cubicBezTo>
                  <a:cubicBezTo>
                    <a:pt x="14138" y="18246"/>
                    <a:pt x="14612" y="18560"/>
                    <a:pt x="15085" y="18865"/>
                  </a:cubicBezTo>
                  <a:lnTo>
                    <a:pt x="15087" y="18867"/>
                  </a:lnTo>
                  <a:cubicBezTo>
                    <a:pt x="19982" y="22040"/>
                    <a:pt x="24748" y="24785"/>
                    <a:pt x="28475" y="25360"/>
                  </a:cubicBezTo>
                  <a:cubicBezTo>
                    <a:pt x="28587" y="25377"/>
                    <a:pt x="28701" y="25385"/>
                    <a:pt x="28818" y="25385"/>
                  </a:cubicBezTo>
                  <a:cubicBezTo>
                    <a:pt x="29844" y="25385"/>
                    <a:pt x="31001" y="24740"/>
                    <a:pt x="31680" y="23714"/>
                  </a:cubicBezTo>
                  <a:lnTo>
                    <a:pt x="33718" y="20626"/>
                  </a:lnTo>
                  <a:cubicBezTo>
                    <a:pt x="32442" y="19537"/>
                    <a:pt x="30200" y="17895"/>
                    <a:pt x="27350" y="15914"/>
                  </a:cubicBezTo>
                  <a:cubicBezTo>
                    <a:pt x="25127" y="14371"/>
                    <a:pt x="22529" y="12624"/>
                    <a:pt x="19724" y="10765"/>
                  </a:cubicBezTo>
                  <a:lnTo>
                    <a:pt x="18971" y="10268"/>
                  </a:lnTo>
                  <a:cubicBezTo>
                    <a:pt x="18269" y="9804"/>
                    <a:pt x="17590" y="9342"/>
                    <a:pt x="16939" y="8885"/>
                  </a:cubicBezTo>
                  <a:lnTo>
                    <a:pt x="16934" y="8883"/>
                  </a:lnTo>
                  <a:cubicBezTo>
                    <a:pt x="15565" y="7913"/>
                    <a:pt x="14305" y="6966"/>
                    <a:pt x="13134" y="6073"/>
                  </a:cubicBezTo>
                  <a:cubicBezTo>
                    <a:pt x="8674" y="2661"/>
                    <a:pt x="5567" y="1"/>
                    <a:pt x="3124"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7"/>
            <p:cNvSpPr/>
            <p:nvPr/>
          </p:nvSpPr>
          <p:spPr>
            <a:xfrm>
              <a:off x="2847300" y="3506425"/>
              <a:ext cx="788375" cy="532075"/>
            </a:xfrm>
            <a:custGeom>
              <a:rect b="b" l="l" r="r" t="t"/>
              <a:pathLst>
                <a:path extrusionOk="0" h="21283" w="31535">
                  <a:moveTo>
                    <a:pt x="1194" y="1"/>
                  </a:moveTo>
                  <a:cubicBezTo>
                    <a:pt x="680" y="1"/>
                    <a:pt x="338" y="125"/>
                    <a:pt x="174" y="372"/>
                  </a:cubicBezTo>
                  <a:cubicBezTo>
                    <a:pt x="118" y="458"/>
                    <a:pt x="84" y="555"/>
                    <a:pt x="75" y="656"/>
                  </a:cubicBezTo>
                  <a:cubicBezTo>
                    <a:pt x="1" y="1224"/>
                    <a:pt x="502" y="2157"/>
                    <a:pt x="1527" y="3360"/>
                  </a:cubicBezTo>
                  <a:cubicBezTo>
                    <a:pt x="2527" y="4536"/>
                    <a:pt x="4025" y="5967"/>
                    <a:pt x="5861" y="7500"/>
                  </a:cubicBezTo>
                  <a:cubicBezTo>
                    <a:pt x="6962" y="8424"/>
                    <a:pt x="8184" y="9382"/>
                    <a:pt x="9491" y="10350"/>
                  </a:cubicBezTo>
                  <a:cubicBezTo>
                    <a:pt x="10333" y="10973"/>
                    <a:pt x="11234" y="11615"/>
                    <a:pt x="12167" y="12259"/>
                  </a:cubicBezTo>
                  <a:cubicBezTo>
                    <a:pt x="12679" y="12615"/>
                    <a:pt x="13227" y="12984"/>
                    <a:pt x="13889" y="13423"/>
                  </a:cubicBezTo>
                  <a:cubicBezTo>
                    <a:pt x="16041" y="14843"/>
                    <a:pt x="18184" y="16145"/>
                    <a:pt x="20257" y="17293"/>
                  </a:cubicBezTo>
                  <a:cubicBezTo>
                    <a:pt x="22474" y="18521"/>
                    <a:pt x="24557" y="19535"/>
                    <a:pt x="26281" y="20225"/>
                  </a:cubicBezTo>
                  <a:cubicBezTo>
                    <a:pt x="28015" y="20917"/>
                    <a:pt x="29393" y="21282"/>
                    <a:pt x="30263" y="21283"/>
                  </a:cubicBezTo>
                  <a:lnTo>
                    <a:pt x="30263" y="21283"/>
                  </a:lnTo>
                  <a:cubicBezTo>
                    <a:pt x="30775" y="21282"/>
                    <a:pt x="31119" y="21158"/>
                    <a:pt x="31280" y="20913"/>
                  </a:cubicBezTo>
                  <a:lnTo>
                    <a:pt x="31301" y="20881"/>
                  </a:lnTo>
                  <a:cubicBezTo>
                    <a:pt x="31534" y="20477"/>
                    <a:pt x="31315" y="19793"/>
                    <a:pt x="30650" y="18847"/>
                  </a:cubicBezTo>
                  <a:cubicBezTo>
                    <a:pt x="30008" y="17932"/>
                    <a:pt x="28981" y="16817"/>
                    <a:pt x="27600" y="15536"/>
                  </a:cubicBezTo>
                  <a:cubicBezTo>
                    <a:pt x="25776" y="13857"/>
                    <a:pt x="23465" y="12000"/>
                    <a:pt x="20911" y="10167"/>
                  </a:cubicBezTo>
                  <a:lnTo>
                    <a:pt x="20908" y="10165"/>
                  </a:lnTo>
                  <a:cubicBezTo>
                    <a:pt x="19925" y="9463"/>
                    <a:pt x="19029" y="8844"/>
                    <a:pt x="18170" y="8271"/>
                  </a:cubicBezTo>
                  <a:cubicBezTo>
                    <a:pt x="17971" y="8133"/>
                    <a:pt x="17764" y="7994"/>
                    <a:pt x="17560" y="7860"/>
                  </a:cubicBezTo>
                  <a:cubicBezTo>
                    <a:pt x="16404" y="7096"/>
                    <a:pt x="15180" y="6325"/>
                    <a:pt x="13924" y="5568"/>
                  </a:cubicBezTo>
                  <a:cubicBezTo>
                    <a:pt x="11132" y="3887"/>
                    <a:pt x="8470" y="2481"/>
                    <a:pt x="6221" y="1499"/>
                  </a:cubicBezTo>
                  <a:cubicBezTo>
                    <a:pt x="3979" y="520"/>
                    <a:pt x="2240" y="1"/>
                    <a:pt x="1194" y="1"/>
                  </a:cubicBezTo>
                  <a:close/>
                  <a:moveTo>
                    <a:pt x="30263" y="21283"/>
                  </a:moveTo>
                  <a:lnTo>
                    <a:pt x="30263" y="21283"/>
                  </a:lnTo>
                  <a:cubicBezTo>
                    <a:pt x="30263" y="21283"/>
                    <a:pt x="30263" y="21283"/>
                    <a:pt x="30262" y="21283"/>
                  </a:cubicBezTo>
                  <a:lnTo>
                    <a:pt x="30264" y="21283"/>
                  </a:lnTo>
                  <a:cubicBezTo>
                    <a:pt x="30264" y="21283"/>
                    <a:pt x="30264" y="21283"/>
                    <a:pt x="30263" y="21283"/>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7"/>
            <p:cNvSpPr/>
            <p:nvPr/>
          </p:nvSpPr>
          <p:spPr>
            <a:xfrm>
              <a:off x="2845175" y="3506250"/>
              <a:ext cx="796850" cy="532475"/>
            </a:xfrm>
            <a:custGeom>
              <a:rect b="b" l="l" r="r" t="t"/>
              <a:pathLst>
                <a:path extrusionOk="0" h="21299" w="31874">
                  <a:moveTo>
                    <a:pt x="1279" y="15"/>
                  </a:moveTo>
                  <a:cubicBezTo>
                    <a:pt x="2325" y="15"/>
                    <a:pt x="4064" y="534"/>
                    <a:pt x="6306" y="1513"/>
                  </a:cubicBezTo>
                  <a:cubicBezTo>
                    <a:pt x="8553" y="2494"/>
                    <a:pt x="11215" y="3901"/>
                    <a:pt x="14007" y="5579"/>
                  </a:cubicBezTo>
                  <a:cubicBezTo>
                    <a:pt x="15263" y="6339"/>
                    <a:pt x="16486" y="7110"/>
                    <a:pt x="17643" y="7874"/>
                  </a:cubicBezTo>
                  <a:cubicBezTo>
                    <a:pt x="17846" y="8008"/>
                    <a:pt x="18054" y="8145"/>
                    <a:pt x="18253" y="8283"/>
                  </a:cubicBezTo>
                  <a:cubicBezTo>
                    <a:pt x="19112" y="8856"/>
                    <a:pt x="20008" y="9477"/>
                    <a:pt x="20991" y="10176"/>
                  </a:cubicBezTo>
                  <a:lnTo>
                    <a:pt x="20993" y="10179"/>
                  </a:lnTo>
                  <a:cubicBezTo>
                    <a:pt x="23547" y="12014"/>
                    <a:pt x="25858" y="13871"/>
                    <a:pt x="27680" y="15547"/>
                  </a:cubicBezTo>
                  <a:cubicBezTo>
                    <a:pt x="29061" y="16829"/>
                    <a:pt x="30089" y="17944"/>
                    <a:pt x="30730" y="18858"/>
                  </a:cubicBezTo>
                  <a:cubicBezTo>
                    <a:pt x="31393" y="19800"/>
                    <a:pt x="31612" y="20481"/>
                    <a:pt x="31382" y="20883"/>
                  </a:cubicBezTo>
                  <a:lnTo>
                    <a:pt x="31361" y="20916"/>
                  </a:lnTo>
                  <a:cubicBezTo>
                    <a:pt x="31199" y="21158"/>
                    <a:pt x="30860" y="21283"/>
                    <a:pt x="30349" y="21283"/>
                  </a:cubicBezTo>
                  <a:cubicBezTo>
                    <a:pt x="29479" y="21283"/>
                    <a:pt x="28103" y="20916"/>
                    <a:pt x="26369" y="20223"/>
                  </a:cubicBezTo>
                  <a:cubicBezTo>
                    <a:pt x="24646" y="19535"/>
                    <a:pt x="22564" y="18521"/>
                    <a:pt x="20347" y="17293"/>
                  </a:cubicBezTo>
                  <a:cubicBezTo>
                    <a:pt x="18274" y="16145"/>
                    <a:pt x="16131" y="14843"/>
                    <a:pt x="13979" y="13423"/>
                  </a:cubicBezTo>
                  <a:cubicBezTo>
                    <a:pt x="13316" y="12984"/>
                    <a:pt x="12769" y="12615"/>
                    <a:pt x="12259" y="12259"/>
                  </a:cubicBezTo>
                  <a:cubicBezTo>
                    <a:pt x="11326" y="11615"/>
                    <a:pt x="10425" y="10973"/>
                    <a:pt x="9580" y="10350"/>
                  </a:cubicBezTo>
                  <a:cubicBezTo>
                    <a:pt x="8276" y="9382"/>
                    <a:pt x="7054" y="8424"/>
                    <a:pt x="5950" y="7500"/>
                  </a:cubicBezTo>
                  <a:cubicBezTo>
                    <a:pt x="4117" y="5967"/>
                    <a:pt x="2619" y="4536"/>
                    <a:pt x="1617" y="3360"/>
                  </a:cubicBezTo>
                  <a:cubicBezTo>
                    <a:pt x="596" y="2160"/>
                    <a:pt x="95" y="1229"/>
                    <a:pt x="169" y="663"/>
                  </a:cubicBezTo>
                  <a:cubicBezTo>
                    <a:pt x="178" y="564"/>
                    <a:pt x="210" y="467"/>
                    <a:pt x="266" y="384"/>
                  </a:cubicBezTo>
                  <a:cubicBezTo>
                    <a:pt x="427" y="139"/>
                    <a:pt x="769" y="15"/>
                    <a:pt x="1279" y="15"/>
                  </a:cubicBezTo>
                  <a:close/>
                  <a:moveTo>
                    <a:pt x="1279" y="1"/>
                  </a:moveTo>
                  <a:cubicBezTo>
                    <a:pt x="771" y="1"/>
                    <a:pt x="423" y="121"/>
                    <a:pt x="254" y="375"/>
                  </a:cubicBezTo>
                  <a:cubicBezTo>
                    <a:pt x="199" y="463"/>
                    <a:pt x="164" y="562"/>
                    <a:pt x="155" y="663"/>
                  </a:cubicBezTo>
                  <a:cubicBezTo>
                    <a:pt x="0" y="1836"/>
                    <a:pt x="2252" y="4429"/>
                    <a:pt x="5941" y="7514"/>
                  </a:cubicBezTo>
                  <a:cubicBezTo>
                    <a:pt x="7033" y="8429"/>
                    <a:pt x="8250" y="9387"/>
                    <a:pt x="9573" y="10363"/>
                  </a:cubicBezTo>
                  <a:cubicBezTo>
                    <a:pt x="10423" y="10992"/>
                    <a:pt x="11321" y="11633"/>
                    <a:pt x="12249" y="12273"/>
                  </a:cubicBezTo>
                  <a:cubicBezTo>
                    <a:pt x="12810" y="12663"/>
                    <a:pt x="13385" y="13051"/>
                    <a:pt x="13972" y="13437"/>
                  </a:cubicBezTo>
                  <a:cubicBezTo>
                    <a:pt x="16182" y="14894"/>
                    <a:pt x="18340" y="16201"/>
                    <a:pt x="20340" y="17307"/>
                  </a:cubicBezTo>
                  <a:cubicBezTo>
                    <a:pt x="24843" y="19803"/>
                    <a:pt x="28565" y="21299"/>
                    <a:pt x="30349" y="21299"/>
                  </a:cubicBezTo>
                  <a:cubicBezTo>
                    <a:pt x="30855" y="21299"/>
                    <a:pt x="31206" y="21179"/>
                    <a:pt x="31372" y="20925"/>
                  </a:cubicBezTo>
                  <a:lnTo>
                    <a:pt x="31393" y="20892"/>
                  </a:lnTo>
                  <a:cubicBezTo>
                    <a:pt x="31873" y="20061"/>
                    <a:pt x="30414" y="18064"/>
                    <a:pt x="27690" y="15540"/>
                  </a:cubicBezTo>
                  <a:cubicBezTo>
                    <a:pt x="25928" y="13915"/>
                    <a:pt x="23642" y="12065"/>
                    <a:pt x="21003" y="10170"/>
                  </a:cubicBezTo>
                  <a:lnTo>
                    <a:pt x="20998" y="10167"/>
                  </a:lnTo>
                  <a:cubicBezTo>
                    <a:pt x="20121" y="9541"/>
                    <a:pt x="19209" y="8907"/>
                    <a:pt x="18262" y="8274"/>
                  </a:cubicBezTo>
                  <a:cubicBezTo>
                    <a:pt x="18063" y="8135"/>
                    <a:pt x="17858" y="7999"/>
                    <a:pt x="17652" y="7863"/>
                  </a:cubicBezTo>
                  <a:cubicBezTo>
                    <a:pt x="16419" y="7050"/>
                    <a:pt x="15198" y="6283"/>
                    <a:pt x="14016" y="5568"/>
                  </a:cubicBezTo>
                  <a:cubicBezTo>
                    <a:pt x="8317" y="2141"/>
                    <a:pt x="3415" y="3"/>
                    <a:pt x="1282" y="3"/>
                  </a:cubicBezTo>
                  <a:lnTo>
                    <a:pt x="1279"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7"/>
            <p:cNvSpPr/>
            <p:nvPr/>
          </p:nvSpPr>
          <p:spPr>
            <a:xfrm>
              <a:off x="2981975" y="3601625"/>
              <a:ext cx="526600" cy="341800"/>
            </a:xfrm>
            <a:custGeom>
              <a:rect b="b" l="l" r="r" t="t"/>
              <a:pathLst>
                <a:path extrusionOk="0" h="13672" w="21064">
                  <a:moveTo>
                    <a:pt x="799" y="0"/>
                  </a:moveTo>
                  <a:cubicBezTo>
                    <a:pt x="559" y="0"/>
                    <a:pt x="393" y="69"/>
                    <a:pt x="303" y="206"/>
                  </a:cubicBezTo>
                  <a:cubicBezTo>
                    <a:pt x="1" y="663"/>
                    <a:pt x="790" y="1637"/>
                    <a:pt x="2718" y="3187"/>
                  </a:cubicBezTo>
                  <a:cubicBezTo>
                    <a:pt x="4270" y="4433"/>
                    <a:pt x="6516" y="6022"/>
                    <a:pt x="9786" y="8181"/>
                  </a:cubicBezTo>
                  <a:cubicBezTo>
                    <a:pt x="13896" y="10894"/>
                    <a:pt x="18313" y="13672"/>
                    <a:pt x="19872" y="13672"/>
                  </a:cubicBezTo>
                  <a:cubicBezTo>
                    <a:pt x="20119" y="13672"/>
                    <a:pt x="20290" y="13600"/>
                    <a:pt x="20382" y="13462"/>
                  </a:cubicBezTo>
                  <a:cubicBezTo>
                    <a:pt x="21063" y="12427"/>
                    <a:pt x="16023" y="8897"/>
                    <a:pt x="11001" y="5583"/>
                  </a:cubicBezTo>
                  <a:cubicBezTo>
                    <a:pt x="6821" y="2822"/>
                    <a:pt x="2342" y="0"/>
                    <a:pt x="799"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7"/>
            <p:cNvSpPr/>
            <p:nvPr/>
          </p:nvSpPr>
          <p:spPr>
            <a:xfrm>
              <a:off x="2973025" y="3601375"/>
              <a:ext cx="535025" cy="342175"/>
            </a:xfrm>
            <a:custGeom>
              <a:rect b="b" l="l" r="r" t="t"/>
              <a:pathLst>
                <a:path extrusionOk="0" h="13687" w="21401">
                  <a:moveTo>
                    <a:pt x="1157" y="15"/>
                  </a:moveTo>
                  <a:lnTo>
                    <a:pt x="1157" y="17"/>
                  </a:lnTo>
                  <a:cubicBezTo>
                    <a:pt x="1834" y="17"/>
                    <a:pt x="3095" y="544"/>
                    <a:pt x="5013" y="1629"/>
                  </a:cubicBezTo>
                  <a:cubicBezTo>
                    <a:pt x="6577" y="2511"/>
                    <a:pt x="8592" y="3774"/>
                    <a:pt x="11356" y="5598"/>
                  </a:cubicBezTo>
                  <a:cubicBezTo>
                    <a:pt x="14635" y="7764"/>
                    <a:pt x="16865" y="9334"/>
                    <a:pt x="18371" y="10541"/>
                  </a:cubicBezTo>
                  <a:cubicBezTo>
                    <a:pt x="19274" y="11267"/>
                    <a:pt x="19929" y="11874"/>
                    <a:pt x="20324" y="12347"/>
                  </a:cubicBezTo>
                  <a:cubicBezTo>
                    <a:pt x="20749" y="12857"/>
                    <a:pt x="20885" y="13234"/>
                    <a:pt x="20733" y="13467"/>
                  </a:cubicBezTo>
                  <a:cubicBezTo>
                    <a:pt x="20641" y="13603"/>
                    <a:pt x="20472" y="13672"/>
                    <a:pt x="20230" y="13672"/>
                  </a:cubicBezTo>
                  <a:cubicBezTo>
                    <a:pt x="19553" y="13672"/>
                    <a:pt x="18311" y="13160"/>
                    <a:pt x="16427" y="12102"/>
                  </a:cubicBezTo>
                  <a:cubicBezTo>
                    <a:pt x="14861" y="11225"/>
                    <a:pt x="12866" y="9980"/>
                    <a:pt x="10149" y="8184"/>
                  </a:cubicBezTo>
                  <a:cubicBezTo>
                    <a:pt x="6879" y="6025"/>
                    <a:pt x="4632" y="4439"/>
                    <a:pt x="3081" y="3190"/>
                  </a:cubicBezTo>
                  <a:cubicBezTo>
                    <a:pt x="2164" y="2453"/>
                    <a:pt x="1495" y="1837"/>
                    <a:pt x="1093" y="1352"/>
                  </a:cubicBezTo>
                  <a:cubicBezTo>
                    <a:pt x="656" y="832"/>
                    <a:pt x="516" y="451"/>
                    <a:pt x="668" y="218"/>
                  </a:cubicBezTo>
                  <a:cubicBezTo>
                    <a:pt x="756" y="84"/>
                    <a:pt x="922" y="15"/>
                    <a:pt x="1157" y="15"/>
                  </a:cubicBezTo>
                  <a:close/>
                  <a:moveTo>
                    <a:pt x="1157" y="1"/>
                  </a:moveTo>
                  <a:cubicBezTo>
                    <a:pt x="920" y="1"/>
                    <a:pt x="749" y="68"/>
                    <a:pt x="656" y="209"/>
                  </a:cubicBezTo>
                  <a:cubicBezTo>
                    <a:pt x="1" y="1202"/>
                    <a:pt x="4593" y="4531"/>
                    <a:pt x="10139" y="8196"/>
                  </a:cubicBezTo>
                  <a:cubicBezTo>
                    <a:pt x="14882" y="11324"/>
                    <a:pt x="18784" y="13686"/>
                    <a:pt x="20230" y="13686"/>
                  </a:cubicBezTo>
                  <a:cubicBezTo>
                    <a:pt x="20474" y="13686"/>
                    <a:pt x="20650" y="13617"/>
                    <a:pt x="20744" y="13474"/>
                  </a:cubicBezTo>
                  <a:cubicBezTo>
                    <a:pt x="21400" y="12481"/>
                    <a:pt x="16909" y="9246"/>
                    <a:pt x="11363" y="5584"/>
                  </a:cubicBezTo>
                  <a:cubicBezTo>
                    <a:pt x="6602" y="2442"/>
                    <a:pt x="2610" y="1"/>
                    <a:pt x="116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7"/>
            <p:cNvSpPr/>
            <p:nvPr/>
          </p:nvSpPr>
          <p:spPr>
            <a:xfrm>
              <a:off x="2980125" y="3760350"/>
              <a:ext cx="557300" cy="224250"/>
            </a:xfrm>
            <a:custGeom>
              <a:rect b="b" l="l" r="r" t="t"/>
              <a:pathLst>
                <a:path extrusionOk="0" h="8970" w="22292">
                  <a:moveTo>
                    <a:pt x="15600" y="1"/>
                  </a:moveTo>
                  <a:lnTo>
                    <a:pt x="12003" y="867"/>
                  </a:lnTo>
                  <a:lnTo>
                    <a:pt x="6851" y="2109"/>
                  </a:lnTo>
                  <a:lnTo>
                    <a:pt x="1" y="3758"/>
                  </a:lnTo>
                  <a:cubicBezTo>
                    <a:pt x="1850" y="5226"/>
                    <a:pt x="3884" y="6676"/>
                    <a:pt x="5939" y="8034"/>
                  </a:cubicBezTo>
                  <a:cubicBezTo>
                    <a:pt x="6417" y="8348"/>
                    <a:pt x="6891" y="8662"/>
                    <a:pt x="7364" y="8967"/>
                  </a:cubicBezTo>
                  <a:lnTo>
                    <a:pt x="7366" y="8969"/>
                  </a:lnTo>
                  <a:lnTo>
                    <a:pt x="14942" y="7143"/>
                  </a:lnTo>
                  <a:lnTo>
                    <a:pt x="19627" y="6016"/>
                  </a:lnTo>
                  <a:lnTo>
                    <a:pt x="22292" y="5374"/>
                  </a:lnTo>
                  <a:cubicBezTo>
                    <a:pt x="20530" y="3748"/>
                    <a:pt x="18244" y="1901"/>
                    <a:pt x="15605" y="3"/>
                  </a:cubicBezTo>
                  <a:lnTo>
                    <a:pt x="1560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7"/>
            <p:cNvSpPr/>
            <p:nvPr/>
          </p:nvSpPr>
          <p:spPr>
            <a:xfrm>
              <a:off x="2846900" y="3645425"/>
              <a:ext cx="454825" cy="159225"/>
            </a:xfrm>
            <a:custGeom>
              <a:rect b="b" l="l" r="r" t="t"/>
              <a:pathLst>
                <a:path extrusionOk="0" h="6369" w="18193">
                  <a:moveTo>
                    <a:pt x="13947" y="1"/>
                  </a:moveTo>
                  <a:lnTo>
                    <a:pt x="10740" y="772"/>
                  </a:lnTo>
                  <a:lnTo>
                    <a:pt x="5872" y="1945"/>
                  </a:lnTo>
                  <a:lnTo>
                    <a:pt x="1" y="3356"/>
                  </a:lnTo>
                  <a:cubicBezTo>
                    <a:pt x="839" y="4342"/>
                    <a:pt x="1845" y="5355"/>
                    <a:pt x="2974" y="6367"/>
                  </a:cubicBezTo>
                  <a:lnTo>
                    <a:pt x="2977" y="6369"/>
                  </a:lnTo>
                  <a:lnTo>
                    <a:pt x="9504" y="4796"/>
                  </a:lnTo>
                  <a:lnTo>
                    <a:pt x="14542" y="3582"/>
                  </a:lnTo>
                  <a:lnTo>
                    <a:pt x="14545" y="3584"/>
                  </a:lnTo>
                  <a:lnTo>
                    <a:pt x="18193" y="2705"/>
                  </a:lnTo>
                  <a:cubicBezTo>
                    <a:pt x="17994" y="2566"/>
                    <a:pt x="17789" y="2430"/>
                    <a:pt x="17583" y="2296"/>
                  </a:cubicBezTo>
                  <a:cubicBezTo>
                    <a:pt x="16348" y="1481"/>
                    <a:pt x="15129" y="716"/>
                    <a:pt x="139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 name="Shape 259"/>
        <p:cNvGrpSpPr/>
        <p:nvPr/>
      </p:nvGrpSpPr>
      <p:grpSpPr>
        <a:xfrm>
          <a:off x="0" y="0"/>
          <a:ext cx="0" cy="0"/>
          <a:chOff x="0" y="0"/>
          <a:chExt cx="0" cy="0"/>
        </a:xfrm>
      </p:grpSpPr>
      <p:grpSp>
        <p:nvGrpSpPr>
          <p:cNvPr id="260" name="Google Shape;260;p28"/>
          <p:cNvGrpSpPr/>
          <p:nvPr/>
        </p:nvGrpSpPr>
        <p:grpSpPr>
          <a:xfrm flipH="1">
            <a:off x="8275809" y="1350463"/>
            <a:ext cx="586216" cy="556107"/>
            <a:chOff x="1717700" y="2254700"/>
            <a:chExt cx="781725" cy="741575"/>
          </a:xfrm>
        </p:grpSpPr>
        <p:sp>
          <p:nvSpPr>
            <p:cNvPr id="261" name="Google Shape;261;p28"/>
            <p:cNvSpPr/>
            <p:nvPr/>
          </p:nvSpPr>
          <p:spPr>
            <a:xfrm>
              <a:off x="1748125" y="2300200"/>
              <a:ext cx="717650" cy="650525"/>
            </a:xfrm>
            <a:custGeom>
              <a:rect b="b" l="l" r="r" t="t"/>
              <a:pathLst>
                <a:path extrusionOk="0" h="26021" w="28706">
                  <a:moveTo>
                    <a:pt x="15025" y="0"/>
                  </a:moveTo>
                  <a:cubicBezTo>
                    <a:pt x="11160" y="0"/>
                    <a:pt x="7313" y="1600"/>
                    <a:pt x="4560" y="4734"/>
                  </a:cubicBezTo>
                  <a:cubicBezTo>
                    <a:pt x="162" y="9743"/>
                    <a:pt x="0" y="17021"/>
                    <a:pt x="3801" y="22174"/>
                  </a:cubicBezTo>
                  <a:cubicBezTo>
                    <a:pt x="4341" y="22872"/>
                    <a:pt x="4946" y="23518"/>
                    <a:pt x="5609" y="24102"/>
                  </a:cubicBezTo>
                  <a:cubicBezTo>
                    <a:pt x="5932" y="24386"/>
                    <a:pt x="6264" y="24652"/>
                    <a:pt x="6604" y="24901"/>
                  </a:cubicBezTo>
                  <a:cubicBezTo>
                    <a:pt x="6953" y="25155"/>
                    <a:pt x="7201" y="25230"/>
                    <a:pt x="7416" y="25230"/>
                  </a:cubicBezTo>
                  <a:cubicBezTo>
                    <a:pt x="7729" y="25230"/>
                    <a:pt x="7975" y="25072"/>
                    <a:pt x="8368" y="25072"/>
                  </a:cubicBezTo>
                  <a:cubicBezTo>
                    <a:pt x="8543" y="25072"/>
                    <a:pt x="8748" y="25103"/>
                    <a:pt x="9001" y="25194"/>
                  </a:cubicBezTo>
                  <a:cubicBezTo>
                    <a:pt x="9444" y="25354"/>
                    <a:pt x="9896" y="25492"/>
                    <a:pt x="10354" y="25608"/>
                  </a:cubicBezTo>
                  <a:cubicBezTo>
                    <a:pt x="11030" y="25776"/>
                    <a:pt x="11721" y="25894"/>
                    <a:pt x="12416" y="25959"/>
                  </a:cubicBezTo>
                  <a:cubicBezTo>
                    <a:pt x="12854" y="26000"/>
                    <a:pt x="13293" y="26021"/>
                    <a:pt x="13732" y="26021"/>
                  </a:cubicBezTo>
                  <a:cubicBezTo>
                    <a:pt x="17598" y="26021"/>
                    <a:pt x="21444" y="24419"/>
                    <a:pt x="24196" y="21288"/>
                  </a:cubicBezTo>
                  <a:cubicBezTo>
                    <a:pt x="28262" y="16658"/>
                    <a:pt x="28705" y="10089"/>
                    <a:pt x="25745" y="5051"/>
                  </a:cubicBezTo>
                  <a:cubicBezTo>
                    <a:pt x="25277" y="4480"/>
                    <a:pt x="24762" y="3949"/>
                    <a:pt x="24205" y="3465"/>
                  </a:cubicBezTo>
                  <a:cubicBezTo>
                    <a:pt x="23674" y="2996"/>
                    <a:pt x="23106" y="2569"/>
                    <a:pt x="22508" y="2185"/>
                  </a:cubicBezTo>
                  <a:cubicBezTo>
                    <a:pt x="21922" y="1809"/>
                    <a:pt x="21305" y="1479"/>
                    <a:pt x="20668" y="1195"/>
                  </a:cubicBezTo>
                  <a:cubicBezTo>
                    <a:pt x="20236" y="1003"/>
                    <a:pt x="19795" y="835"/>
                    <a:pt x="19347" y="687"/>
                  </a:cubicBezTo>
                  <a:cubicBezTo>
                    <a:pt x="18100" y="280"/>
                    <a:pt x="16803" y="52"/>
                    <a:pt x="15491" y="8"/>
                  </a:cubicBezTo>
                  <a:cubicBezTo>
                    <a:pt x="15336" y="3"/>
                    <a:pt x="15180" y="0"/>
                    <a:pt x="15025"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8"/>
            <p:cNvSpPr/>
            <p:nvPr/>
          </p:nvSpPr>
          <p:spPr>
            <a:xfrm>
              <a:off x="1755500" y="2300325"/>
              <a:ext cx="740400" cy="695775"/>
            </a:xfrm>
            <a:custGeom>
              <a:rect b="b" l="l" r="r" t="t"/>
              <a:pathLst>
                <a:path extrusionOk="0" h="27831" w="29616">
                  <a:moveTo>
                    <a:pt x="14709" y="1"/>
                  </a:moveTo>
                  <a:cubicBezTo>
                    <a:pt x="10711" y="1"/>
                    <a:pt x="6906" y="1725"/>
                    <a:pt x="4270" y="4732"/>
                  </a:cubicBezTo>
                  <a:cubicBezTo>
                    <a:pt x="1084" y="8350"/>
                    <a:pt x="1" y="13360"/>
                    <a:pt x="1409" y="17972"/>
                  </a:cubicBezTo>
                  <a:cubicBezTo>
                    <a:pt x="2162" y="20449"/>
                    <a:pt x="3591" y="22666"/>
                    <a:pt x="5538" y="24372"/>
                  </a:cubicBezTo>
                  <a:cubicBezTo>
                    <a:pt x="5852" y="24649"/>
                    <a:pt x="6186" y="24919"/>
                    <a:pt x="6533" y="25169"/>
                  </a:cubicBezTo>
                  <a:cubicBezTo>
                    <a:pt x="7590" y="25942"/>
                    <a:pt x="8754" y="26561"/>
                    <a:pt x="9987" y="27009"/>
                  </a:cubicBezTo>
                  <a:cubicBezTo>
                    <a:pt x="10428" y="27166"/>
                    <a:pt x="10883" y="27304"/>
                    <a:pt x="11340" y="27418"/>
                  </a:cubicBezTo>
                  <a:cubicBezTo>
                    <a:pt x="12017" y="27586"/>
                    <a:pt x="12707" y="27704"/>
                    <a:pt x="13402" y="27769"/>
                  </a:cubicBezTo>
                  <a:cubicBezTo>
                    <a:pt x="13838" y="27810"/>
                    <a:pt x="14282" y="27831"/>
                    <a:pt x="14720" y="27831"/>
                  </a:cubicBezTo>
                  <a:cubicBezTo>
                    <a:pt x="14724" y="27831"/>
                    <a:pt x="14728" y="27831"/>
                    <a:pt x="14732" y="27831"/>
                  </a:cubicBezTo>
                  <a:cubicBezTo>
                    <a:pt x="20119" y="27831"/>
                    <a:pt x="25025" y="24719"/>
                    <a:pt x="27318" y="19844"/>
                  </a:cubicBezTo>
                  <a:cubicBezTo>
                    <a:pt x="29616" y="14965"/>
                    <a:pt x="28886" y="9200"/>
                    <a:pt x="25446" y="5048"/>
                  </a:cubicBezTo>
                  <a:cubicBezTo>
                    <a:pt x="24977" y="4478"/>
                    <a:pt x="24462" y="3947"/>
                    <a:pt x="23908" y="3462"/>
                  </a:cubicBezTo>
                  <a:cubicBezTo>
                    <a:pt x="23374" y="2993"/>
                    <a:pt x="22806" y="2566"/>
                    <a:pt x="22211" y="2185"/>
                  </a:cubicBezTo>
                  <a:cubicBezTo>
                    <a:pt x="21622" y="1809"/>
                    <a:pt x="21008" y="1476"/>
                    <a:pt x="20370" y="1194"/>
                  </a:cubicBezTo>
                  <a:cubicBezTo>
                    <a:pt x="19925" y="998"/>
                    <a:pt x="19484" y="827"/>
                    <a:pt x="19050" y="686"/>
                  </a:cubicBezTo>
                  <a:cubicBezTo>
                    <a:pt x="17803" y="280"/>
                    <a:pt x="16505" y="51"/>
                    <a:pt x="15196" y="10"/>
                  </a:cubicBezTo>
                  <a:cubicBezTo>
                    <a:pt x="15041" y="3"/>
                    <a:pt x="14882" y="1"/>
                    <a:pt x="14725" y="1"/>
                  </a:cubicBezTo>
                  <a:cubicBezTo>
                    <a:pt x="14720" y="1"/>
                    <a:pt x="14714" y="1"/>
                    <a:pt x="14709"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8"/>
            <p:cNvSpPr/>
            <p:nvPr/>
          </p:nvSpPr>
          <p:spPr>
            <a:xfrm>
              <a:off x="1748125" y="2300150"/>
              <a:ext cx="751300" cy="696125"/>
            </a:xfrm>
            <a:custGeom>
              <a:rect b="b" l="l" r="r" t="t"/>
              <a:pathLst>
                <a:path extrusionOk="0" h="27845" w="30052">
                  <a:moveTo>
                    <a:pt x="15005" y="15"/>
                  </a:moveTo>
                  <a:cubicBezTo>
                    <a:pt x="15010" y="15"/>
                    <a:pt x="15015" y="15"/>
                    <a:pt x="15020" y="15"/>
                  </a:cubicBezTo>
                  <a:cubicBezTo>
                    <a:pt x="15177" y="15"/>
                    <a:pt x="15334" y="17"/>
                    <a:pt x="15491" y="21"/>
                  </a:cubicBezTo>
                  <a:cubicBezTo>
                    <a:pt x="16800" y="65"/>
                    <a:pt x="18098" y="294"/>
                    <a:pt x="19342" y="700"/>
                  </a:cubicBezTo>
                  <a:cubicBezTo>
                    <a:pt x="19774" y="841"/>
                    <a:pt x="20218" y="1012"/>
                    <a:pt x="20663" y="1208"/>
                  </a:cubicBezTo>
                  <a:cubicBezTo>
                    <a:pt x="21300" y="1490"/>
                    <a:pt x="21915" y="1820"/>
                    <a:pt x="22503" y="2197"/>
                  </a:cubicBezTo>
                  <a:cubicBezTo>
                    <a:pt x="23099" y="2580"/>
                    <a:pt x="23667" y="3007"/>
                    <a:pt x="24198" y="3476"/>
                  </a:cubicBezTo>
                  <a:cubicBezTo>
                    <a:pt x="24752" y="3961"/>
                    <a:pt x="25267" y="4489"/>
                    <a:pt x="25736" y="5060"/>
                  </a:cubicBezTo>
                  <a:cubicBezTo>
                    <a:pt x="26789" y="6327"/>
                    <a:pt x="27606" y="7773"/>
                    <a:pt x="28147" y="9329"/>
                  </a:cubicBezTo>
                  <a:cubicBezTo>
                    <a:pt x="29638" y="13584"/>
                    <a:pt x="28973" y="18297"/>
                    <a:pt x="26364" y="21975"/>
                  </a:cubicBezTo>
                  <a:cubicBezTo>
                    <a:pt x="23756" y="25652"/>
                    <a:pt x="19529" y="27833"/>
                    <a:pt x="15023" y="27833"/>
                  </a:cubicBezTo>
                  <a:cubicBezTo>
                    <a:pt x="15020" y="27833"/>
                    <a:pt x="15018" y="27833"/>
                    <a:pt x="15015" y="27833"/>
                  </a:cubicBezTo>
                  <a:cubicBezTo>
                    <a:pt x="14577" y="27833"/>
                    <a:pt x="14133" y="27812"/>
                    <a:pt x="13697" y="27771"/>
                  </a:cubicBezTo>
                  <a:cubicBezTo>
                    <a:pt x="13002" y="27706"/>
                    <a:pt x="12312" y="27589"/>
                    <a:pt x="11635" y="27420"/>
                  </a:cubicBezTo>
                  <a:cubicBezTo>
                    <a:pt x="11180" y="27307"/>
                    <a:pt x="10725" y="27168"/>
                    <a:pt x="10282" y="27011"/>
                  </a:cubicBezTo>
                  <a:cubicBezTo>
                    <a:pt x="9051" y="26563"/>
                    <a:pt x="7888" y="25945"/>
                    <a:pt x="6830" y="25173"/>
                  </a:cubicBezTo>
                  <a:cubicBezTo>
                    <a:pt x="6486" y="24922"/>
                    <a:pt x="6151" y="24654"/>
                    <a:pt x="5835" y="24374"/>
                  </a:cubicBezTo>
                  <a:cubicBezTo>
                    <a:pt x="3888" y="22670"/>
                    <a:pt x="2459" y="20454"/>
                    <a:pt x="1706" y="17979"/>
                  </a:cubicBezTo>
                  <a:cubicBezTo>
                    <a:pt x="420" y="13760"/>
                    <a:pt x="1210" y="9184"/>
                    <a:pt x="3835" y="5642"/>
                  </a:cubicBezTo>
                  <a:cubicBezTo>
                    <a:pt x="6458" y="2103"/>
                    <a:pt x="10601" y="15"/>
                    <a:pt x="15005" y="15"/>
                  </a:cubicBezTo>
                  <a:close/>
                  <a:moveTo>
                    <a:pt x="15020" y="1"/>
                  </a:moveTo>
                  <a:lnTo>
                    <a:pt x="15020" y="3"/>
                  </a:lnTo>
                  <a:cubicBezTo>
                    <a:pt x="11155" y="3"/>
                    <a:pt x="7310" y="1603"/>
                    <a:pt x="4560" y="4736"/>
                  </a:cubicBezTo>
                  <a:cubicBezTo>
                    <a:pt x="159" y="9745"/>
                    <a:pt x="0" y="17023"/>
                    <a:pt x="3801" y="22176"/>
                  </a:cubicBezTo>
                  <a:cubicBezTo>
                    <a:pt x="4394" y="22984"/>
                    <a:pt x="5073" y="23723"/>
                    <a:pt x="5828" y="24384"/>
                  </a:cubicBezTo>
                  <a:cubicBezTo>
                    <a:pt x="6149" y="24668"/>
                    <a:pt x="6484" y="24933"/>
                    <a:pt x="6823" y="25180"/>
                  </a:cubicBezTo>
                  <a:cubicBezTo>
                    <a:pt x="7883" y="25954"/>
                    <a:pt x="9047" y="26575"/>
                    <a:pt x="10280" y="27021"/>
                  </a:cubicBezTo>
                  <a:cubicBezTo>
                    <a:pt x="10725" y="27180"/>
                    <a:pt x="11178" y="27318"/>
                    <a:pt x="11633" y="27432"/>
                  </a:cubicBezTo>
                  <a:cubicBezTo>
                    <a:pt x="12312" y="27600"/>
                    <a:pt x="13000" y="27718"/>
                    <a:pt x="13697" y="27782"/>
                  </a:cubicBezTo>
                  <a:cubicBezTo>
                    <a:pt x="14136" y="27824"/>
                    <a:pt x="14574" y="27845"/>
                    <a:pt x="15015" y="27845"/>
                  </a:cubicBezTo>
                  <a:cubicBezTo>
                    <a:pt x="18881" y="27845"/>
                    <a:pt x="22725" y="26245"/>
                    <a:pt x="25475" y="23111"/>
                  </a:cubicBezTo>
                  <a:cubicBezTo>
                    <a:pt x="30051" y="17900"/>
                    <a:pt x="30035" y="10227"/>
                    <a:pt x="25745" y="5050"/>
                  </a:cubicBezTo>
                  <a:cubicBezTo>
                    <a:pt x="25277" y="4482"/>
                    <a:pt x="24762" y="3951"/>
                    <a:pt x="24205" y="3464"/>
                  </a:cubicBezTo>
                  <a:cubicBezTo>
                    <a:pt x="23672" y="2995"/>
                    <a:pt x="23106" y="2568"/>
                    <a:pt x="22508" y="2185"/>
                  </a:cubicBezTo>
                  <a:cubicBezTo>
                    <a:pt x="21922" y="1809"/>
                    <a:pt x="21305" y="1478"/>
                    <a:pt x="20668" y="1197"/>
                  </a:cubicBezTo>
                  <a:cubicBezTo>
                    <a:pt x="20236" y="1005"/>
                    <a:pt x="19795" y="834"/>
                    <a:pt x="19347" y="689"/>
                  </a:cubicBezTo>
                  <a:cubicBezTo>
                    <a:pt x="18100" y="280"/>
                    <a:pt x="16803" y="52"/>
                    <a:pt x="15491" y="10"/>
                  </a:cubicBezTo>
                  <a:cubicBezTo>
                    <a:pt x="15334" y="5"/>
                    <a:pt x="15177" y="1"/>
                    <a:pt x="1502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8"/>
            <p:cNvSpPr/>
            <p:nvPr/>
          </p:nvSpPr>
          <p:spPr>
            <a:xfrm>
              <a:off x="1828875" y="2353550"/>
              <a:ext cx="589400" cy="589400"/>
            </a:xfrm>
            <a:custGeom>
              <a:rect b="b" l="l" r="r" t="t"/>
              <a:pathLst>
                <a:path extrusionOk="0" fill="none" h="23576" w="23576">
                  <a:moveTo>
                    <a:pt x="20123" y="3452"/>
                  </a:moveTo>
                  <a:cubicBezTo>
                    <a:pt x="22333" y="5662"/>
                    <a:pt x="23575" y="8662"/>
                    <a:pt x="23575" y="11788"/>
                  </a:cubicBezTo>
                  <a:cubicBezTo>
                    <a:pt x="23575" y="14914"/>
                    <a:pt x="22333" y="17911"/>
                    <a:pt x="20123" y="20121"/>
                  </a:cubicBezTo>
                  <a:cubicBezTo>
                    <a:pt x="17911" y="22333"/>
                    <a:pt x="14914" y="23575"/>
                    <a:pt x="11788" y="23575"/>
                  </a:cubicBezTo>
                  <a:cubicBezTo>
                    <a:pt x="8661" y="23575"/>
                    <a:pt x="5664" y="22333"/>
                    <a:pt x="3452" y="20121"/>
                  </a:cubicBezTo>
                  <a:cubicBezTo>
                    <a:pt x="1243" y="17911"/>
                    <a:pt x="0" y="14914"/>
                    <a:pt x="0" y="11788"/>
                  </a:cubicBezTo>
                  <a:cubicBezTo>
                    <a:pt x="0" y="8662"/>
                    <a:pt x="1243" y="5662"/>
                    <a:pt x="3452" y="3452"/>
                  </a:cubicBezTo>
                  <a:cubicBezTo>
                    <a:pt x="5664" y="1243"/>
                    <a:pt x="8661" y="1"/>
                    <a:pt x="11788" y="1"/>
                  </a:cubicBezTo>
                  <a:cubicBezTo>
                    <a:pt x="14914" y="1"/>
                    <a:pt x="17911" y="1243"/>
                    <a:pt x="20123" y="3452"/>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8"/>
            <p:cNvSpPr/>
            <p:nvPr/>
          </p:nvSpPr>
          <p:spPr>
            <a:xfrm>
              <a:off x="1854800" y="2392075"/>
              <a:ext cx="553825" cy="513575"/>
            </a:xfrm>
            <a:custGeom>
              <a:rect b="b" l="l" r="r" t="t"/>
              <a:pathLst>
                <a:path extrusionOk="0" h="20543" w="22153">
                  <a:moveTo>
                    <a:pt x="10769" y="1"/>
                  </a:moveTo>
                  <a:cubicBezTo>
                    <a:pt x="10066" y="1"/>
                    <a:pt x="9353" y="73"/>
                    <a:pt x="8640" y="224"/>
                  </a:cubicBezTo>
                  <a:cubicBezTo>
                    <a:pt x="3496" y="1311"/>
                    <a:pt x="0" y="6102"/>
                    <a:pt x="543" y="11330"/>
                  </a:cubicBezTo>
                  <a:cubicBezTo>
                    <a:pt x="1083" y="16560"/>
                    <a:pt x="5489" y="20536"/>
                    <a:pt x="10746" y="20543"/>
                  </a:cubicBezTo>
                  <a:cubicBezTo>
                    <a:pt x="10752" y="20543"/>
                    <a:pt x="10757" y="20543"/>
                    <a:pt x="10763" y="20543"/>
                  </a:cubicBezTo>
                  <a:cubicBezTo>
                    <a:pt x="12195" y="20543"/>
                    <a:pt x="13614" y="20243"/>
                    <a:pt x="14925" y="19661"/>
                  </a:cubicBezTo>
                  <a:cubicBezTo>
                    <a:pt x="19733" y="17529"/>
                    <a:pt x="22152" y="12113"/>
                    <a:pt x="20536" y="7111"/>
                  </a:cubicBezTo>
                  <a:cubicBezTo>
                    <a:pt x="19144" y="2803"/>
                    <a:pt x="15140" y="1"/>
                    <a:pt x="10769"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8"/>
            <p:cNvSpPr/>
            <p:nvPr/>
          </p:nvSpPr>
          <p:spPr>
            <a:xfrm>
              <a:off x="1836200" y="2390675"/>
              <a:ext cx="574725" cy="515125"/>
            </a:xfrm>
            <a:custGeom>
              <a:rect b="b" l="l" r="r" t="t"/>
              <a:pathLst>
                <a:path extrusionOk="0" h="20605" w="22989">
                  <a:moveTo>
                    <a:pt x="9338" y="226"/>
                  </a:moveTo>
                  <a:cubicBezTo>
                    <a:pt x="4666" y="1196"/>
                    <a:pt x="1150" y="5334"/>
                    <a:pt x="1148" y="10298"/>
                  </a:cubicBezTo>
                  <a:cubicBezTo>
                    <a:pt x="1146" y="15415"/>
                    <a:pt x="4876" y="19657"/>
                    <a:pt x="9761" y="20458"/>
                  </a:cubicBezTo>
                  <a:lnTo>
                    <a:pt x="9761" y="20458"/>
                  </a:lnTo>
                  <a:cubicBezTo>
                    <a:pt x="7896" y="20140"/>
                    <a:pt x="6139" y="19311"/>
                    <a:pt x="4695" y="18043"/>
                  </a:cubicBezTo>
                  <a:cubicBezTo>
                    <a:pt x="421" y="14286"/>
                    <a:pt x="1" y="7777"/>
                    <a:pt x="3755" y="3503"/>
                  </a:cubicBezTo>
                  <a:cubicBezTo>
                    <a:pt x="5228" y="1823"/>
                    <a:pt x="7191" y="684"/>
                    <a:pt x="9338" y="226"/>
                  </a:cubicBezTo>
                  <a:close/>
                  <a:moveTo>
                    <a:pt x="11483" y="0"/>
                  </a:moveTo>
                  <a:cubicBezTo>
                    <a:pt x="10756" y="0"/>
                    <a:pt x="10038" y="77"/>
                    <a:pt x="9338" y="226"/>
                  </a:cubicBezTo>
                  <a:lnTo>
                    <a:pt x="9338" y="226"/>
                  </a:lnTo>
                  <a:cubicBezTo>
                    <a:pt x="10017" y="86"/>
                    <a:pt x="10720" y="12"/>
                    <a:pt x="11440" y="12"/>
                  </a:cubicBezTo>
                  <a:cubicBezTo>
                    <a:pt x="11460" y="12"/>
                    <a:pt x="11479" y="12"/>
                    <a:pt x="11499" y="12"/>
                  </a:cubicBezTo>
                  <a:cubicBezTo>
                    <a:pt x="11501" y="12"/>
                    <a:pt x="11502" y="12"/>
                    <a:pt x="11504" y="12"/>
                  </a:cubicBezTo>
                  <a:cubicBezTo>
                    <a:pt x="16773" y="12"/>
                    <a:pt x="21193" y="3994"/>
                    <a:pt x="21740" y="9236"/>
                  </a:cubicBezTo>
                  <a:cubicBezTo>
                    <a:pt x="22285" y="14480"/>
                    <a:pt x="18780" y="19290"/>
                    <a:pt x="13619" y="20372"/>
                  </a:cubicBezTo>
                  <a:cubicBezTo>
                    <a:pt x="12919" y="20520"/>
                    <a:pt x="12206" y="20594"/>
                    <a:pt x="11490" y="20594"/>
                  </a:cubicBezTo>
                  <a:cubicBezTo>
                    <a:pt x="11473" y="20594"/>
                    <a:pt x="11456" y="20594"/>
                    <a:pt x="11439" y="20594"/>
                  </a:cubicBezTo>
                  <a:cubicBezTo>
                    <a:pt x="10868" y="20594"/>
                    <a:pt x="10307" y="20548"/>
                    <a:pt x="9761" y="20458"/>
                  </a:cubicBezTo>
                  <a:lnTo>
                    <a:pt x="9761" y="20458"/>
                  </a:lnTo>
                  <a:cubicBezTo>
                    <a:pt x="10329" y="20555"/>
                    <a:pt x="10907" y="20604"/>
                    <a:pt x="11490" y="20604"/>
                  </a:cubicBezTo>
                  <a:cubicBezTo>
                    <a:pt x="11713" y="20604"/>
                    <a:pt x="11936" y="20597"/>
                    <a:pt x="12160" y="20583"/>
                  </a:cubicBezTo>
                  <a:cubicBezTo>
                    <a:pt x="14887" y="20407"/>
                    <a:pt x="17431" y="19156"/>
                    <a:pt x="19234" y="17103"/>
                  </a:cubicBezTo>
                  <a:cubicBezTo>
                    <a:pt x="22989" y="12829"/>
                    <a:pt x="22569" y="6320"/>
                    <a:pt x="18295" y="2563"/>
                  </a:cubicBezTo>
                  <a:cubicBezTo>
                    <a:pt x="16420" y="912"/>
                    <a:pt x="14006" y="0"/>
                    <a:pt x="11509" y="0"/>
                  </a:cubicBezTo>
                  <a:cubicBezTo>
                    <a:pt x="11506" y="0"/>
                    <a:pt x="11503" y="0"/>
                    <a:pt x="11499" y="0"/>
                  </a:cubicBezTo>
                  <a:cubicBezTo>
                    <a:pt x="11494" y="0"/>
                    <a:pt x="11489" y="0"/>
                    <a:pt x="1148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8"/>
            <p:cNvSpPr/>
            <p:nvPr/>
          </p:nvSpPr>
          <p:spPr>
            <a:xfrm>
              <a:off x="1918750" y="2300450"/>
              <a:ext cx="313075" cy="675175"/>
            </a:xfrm>
            <a:custGeom>
              <a:rect b="b" l="l" r="r" t="t"/>
              <a:pathLst>
                <a:path extrusionOk="0" h="27007" w="12523">
                  <a:moveTo>
                    <a:pt x="8666" y="0"/>
                  </a:moveTo>
                  <a:lnTo>
                    <a:pt x="0" y="25168"/>
                  </a:lnTo>
                  <a:cubicBezTo>
                    <a:pt x="1058" y="25942"/>
                    <a:pt x="2222" y="26561"/>
                    <a:pt x="3455" y="27006"/>
                  </a:cubicBezTo>
                  <a:lnTo>
                    <a:pt x="12522" y="677"/>
                  </a:lnTo>
                  <a:cubicBezTo>
                    <a:pt x="11275" y="270"/>
                    <a:pt x="9978" y="42"/>
                    <a:pt x="8666"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8"/>
            <p:cNvSpPr/>
            <p:nvPr/>
          </p:nvSpPr>
          <p:spPr>
            <a:xfrm>
              <a:off x="2039000" y="2330125"/>
              <a:ext cx="271850" cy="664550"/>
            </a:xfrm>
            <a:custGeom>
              <a:rect b="b" l="l" r="r" t="t"/>
              <a:pathLst>
                <a:path extrusionOk="0" h="26582" w="10874">
                  <a:moveTo>
                    <a:pt x="9033" y="0"/>
                  </a:moveTo>
                  <a:lnTo>
                    <a:pt x="0" y="26233"/>
                  </a:lnTo>
                  <a:cubicBezTo>
                    <a:pt x="677" y="26401"/>
                    <a:pt x="1365" y="26517"/>
                    <a:pt x="2060" y="26581"/>
                  </a:cubicBezTo>
                  <a:lnTo>
                    <a:pt x="10873" y="988"/>
                  </a:lnTo>
                  <a:cubicBezTo>
                    <a:pt x="10287" y="612"/>
                    <a:pt x="9670" y="282"/>
                    <a:pt x="9033"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8"/>
            <p:cNvSpPr/>
            <p:nvPr/>
          </p:nvSpPr>
          <p:spPr>
            <a:xfrm>
              <a:off x="1717700" y="2254700"/>
              <a:ext cx="674075" cy="599875"/>
            </a:xfrm>
            <a:custGeom>
              <a:rect b="b" l="l" r="r" t="t"/>
              <a:pathLst>
                <a:path extrusionOk="0" h="23995" w="26963">
                  <a:moveTo>
                    <a:pt x="14948" y="0"/>
                  </a:moveTo>
                  <a:cubicBezTo>
                    <a:pt x="11086" y="0"/>
                    <a:pt x="7245" y="1602"/>
                    <a:pt x="4498" y="4730"/>
                  </a:cubicBezTo>
                  <a:cubicBezTo>
                    <a:pt x="0" y="9849"/>
                    <a:pt x="767" y="18552"/>
                    <a:pt x="5018" y="23994"/>
                  </a:cubicBezTo>
                  <a:cubicBezTo>
                    <a:pt x="1219" y="18841"/>
                    <a:pt x="1379" y="11563"/>
                    <a:pt x="5777" y="6554"/>
                  </a:cubicBezTo>
                  <a:cubicBezTo>
                    <a:pt x="8530" y="3420"/>
                    <a:pt x="12377" y="1820"/>
                    <a:pt x="16242" y="1820"/>
                  </a:cubicBezTo>
                  <a:cubicBezTo>
                    <a:pt x="16397" y="1820"/>
                    <a:pt x="16553" y="1823"/>
                    <a:pt x="16708" y="1828"/>
                  </a:cubicBezTo>
                  <a:cubicBezTo>
                    <a:pt x="18020" y="1872"/>
                    <a:pt x="19317" y="2100"/>
                    <a:pt x="20564" y="2507"/>
                  </a:cubicBezTo>
                  <a:cubicBezTo>
                    <a:pt x="21012" y="2655"/>
                    <a:pt x="21453" y="2823"/>
                    <a:pt x="21885" y="3015"/>
                  </a:cubicBezTo>
                  <a:cubicBezTo>
                    <a:pt x="22522" y="3299"/>
                    <a:pt x="23139" y="3629"/>
                    <a:pt x="23725" y="4005"/>
                  </a:cubicBezTo>
                  <a:cubicBezTo>
                    <a:pt x="24323" y="4389"/>
                    <a:pt x="24891" y="4816"/>
                    <a:pt x="25422" y="5285"/>
                  </a:cubicBezTo>
                  <a:cubicBezTo>
                    <a:pt x="25979" y="5769"/>
                    <a:pt x="26494" y="6300"/>
                    <a:pt x="26962" y="6871"/>
                  </a:cubicBezTo>
                  <a:cubicBezTo>
                    <a:pt x="26210" y="5592"/>
                    <a:pt x="25258" y="4439"/>
                    <a:pt x="24143" y="3463"/>
                  </a:cubicBezTo>
                  <a:cubicBezTo>
                    <a:pt x="23610" y="2994"/>
                    <a:pt x="23042" y="2567"/>
                    <a:pt x="22446" y="2184"/>
                  </a:cubicBezTo>
                  <a:cubicBezTo>
                    <a:pt x="21857" y="1807"/>
                    <a:pt x="21243" y="1477"/>
                    <a:pt x="20603" y="1193"/>
                  </a:cubicBezTo>
                  <a:cubicBezTo>
                    <a:pt x="20172" y="1001"/>
                    <a:pt x="19731" y="830"/>
                    <a:pt x="19283" y="685"/>
                  </a:cubicBezTo>
                  <a:cubicBezTo>
                    <a:pt x="18038" y="279"/>
                    <a:pt x="16740" y="50"/>
                    <a:pt x="15429" y="8"/>
                  </a:cubicBezTo>
                  <a:cubicBezTo>
                    <a:pt x="15269" y="3"/>
                    <a:pt x="15108" y="0"/>
                    <a:pt x="14948"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 name="Google Shape;270;p28"/>
          <p:cNvSpPr txBox="1"/>
          <p:nvPr>
            <p:ph type="title"/>
          </p:nvPr>
        </p:nvSpPr>
        <p:spPr>
          <a:xfrm>
            <a:off x="720000" y="596476"/>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a:t>
            </a:r>
            <a:r>
              <a:rPr lang="en">
                <a:solidFill>
                  <a:schemeClr val="accent3"/>
                </a:solidFill>
              </a:rPr>
              <a:t>TEMPLATE</a:t>
            </a:r>
            <a:endParaRPr>
              <a:solidFill>
                <a:schemeClr val="accent3"/>
              </a:solidFill>
            </a:endParaRPr>
          </a:p>
        </p:txBody>
      </p:sp>
      <p:graphicFrame>
        <p:nvGraphicFramePr>
          <p:cNvPr id="271" name="Google Shape;271;p28"/>
          <p:cNvGraphicFramePr/>
          <p:nvPr/>
        </p:nvGraphicFramePr>
        <p:xfrm>
          <a:off x="1233121" y="1790048"/>
          <a:ext cx="3000000" cy="3000000"/>
        </p:xfrm>
        <a:graphic>
          <a:graphicData uri="http://schemas.openxmlformats.org/drawingml/2006/table">
            <a:tbl>
              <a:tblPr>
                <a:noFill/>
                <a:tableStyleId>{4E6CCB74-BDBD-4918-B460-E7E3B2EF9BA2}</a:tableStyleId>
              </a:tblPr>
              <a:tblGrid>
                <a:gridCol w="2277850"/>
                <a:gridCol w="4420400"/>
              </a:tblGrid>
              <a:tr h="258650">
                <a:tc>
                  <a:txBody>
                    <a:bodyPr/>
                    <a:lstStyle/>
                    <a:p>
                      <a:pPr indent="0" lvl="0" marL="0" rtl="0" algn="ctr">
                        <a:spcBef>
                          <a:spcPts val="0"/>
                        </a:spcBef>
                        <a:spcAft>
                          <a:spcPts val="0"/>
                        </a:spcAft>
                        <a:buNone/>
                      </a:pPr>
                      <a:r>
                        <a:rPr lang="en" sz="1000" u="sng">
                          <a:solidFill>
                            <a:schemeClr val="hlink"/>
                          </a:solidFill>
                          <a:latin typeface="Doppio One"/>
                          <a:ea typeface="Doppio One"/>
                          <a:cs typeface="Doppio One"/>
                          <a:sym typeface="Doppio One"/>
                          <a:hlinkClick action="ppaction://hlinksldjump" r:id="rId3"/>
                        </a:rPr>
                        <a:t>FONTS</a:t>
                      </a:r>
                      <a:endParaRPr sz="1000" u="sng">
                        <a:solidFill>
                          <a:schemeClr val="accent1"/>
                        </a:solidFill>
                        <a:latin typeface="Doppio One"/>
                        <a:ea typeface="Doppio One"/>
                        <a:cs typeface="Doppio One"/>
                        <a:sym typeface="Doppio One"/>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alpha val="0"/>
                        </a:srgbClr>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1600"/>
                        </a:spcAft>
                        <a:buNone/>
                      </a:pPr>
                      <a:r>
                        <a:rPr lang="en" sz="800">
                          <a:solidFill>
                            <a:schemeClr val="accent1"/>
                          </a:solidFill>
                          <a:latin typeface="Cabin"/>
                          <a:ea typeface="Cabin"/>
                          <a:cs typeface="Cabin"/>
                          <a:sym typeface="Cabin"/>
                        </a:rPr>
                        <a:t>To view this template correctly in PowerPoint, download and install the fonts we used</a:t>
                      </a:r>
                      <a:endParaRPr sz="800">
                        <a:solidFill>
                          <a:schemeClr val="accent1"/>
                        </a:solidFill>
                        <a:latin typeface="Cabin"/>
                        <a:ea typeface="Cabin"/>
                        <a:cs typeface="Cabin"/>
                        <a:sym typeface="Cabin"/>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alpha val="0"/>
                        </a:srgbClr>
                      </a:solidFill>
                      <a:prstDash val="solid"/>
                      <a:round/>
                      <a:headEnd len="sm" w="sm" type="none"/>
                      <a:tailEnd len="sm" w="sm" type="none"/>
                    </a:lnT>
                    <a:lnB cap="flat" cmpd="sng" w="19050">
                      <a:solidFill>
                        <a:schemeClr val="accent3"/>
                      </a:solidFill>
                      <a:prstDash val="solid"/>
                      <a:round/>
                      <a:headEnd len="sm" w="sm" type="none"/>
                      <a:tailEnd len="sm" w="sm" type="none"/>
                    </a:lnB>
                  </a:tcPr>
                </a:tc>
              </a:tr>
              <a:tr h="376250">
                <a:tc>
                  <a:txBody>
                    <a:bodyPr/>
                    <a:lstStyle/>
                    <a:p>
                      <a:pPr indent="0" lvl="0" marL="0" rtl="0" algn="ctr">
                        <a:spcBef>
                          <a:spcPts val="0"/>
                        </a:spcBef>
                        <a:spcAft>
                          <a:spcPts val="0"/>
                        </a:spcAft>
                        <a:buNone/>
                      </a:pPr>
                      <a:r>
                        <a:rPr lang="en" sz="1000" u="sng">
                          <a:solidFill>
                            <a:schemeClr val="hlink"/>
                          </a:solidFill>
                          <a:latin typeface="Doppio One"/>
                          <a:ea typeface="Doppio One"/>
                          <a:cs typeface="Doppio One"/>
                          <a:sym typeface="Doppio One"/>
                          <a:hlinkClick action="ppaction://hlinksldjump" r:id="rId4"/>
                        </a:rPr>
                        <a:t>USED</a:t>
                      </a:r>
                      <a:r>
                        <a:rPr lang="en" sz="1000" u="sng">
                          <a:solidFill>
                            <a:schemeClr val="accent1"/>
                          </a:solidFill>
                          <a:latin typeface="Doppio One"/>
                          <a:ea typeface="Doppio One"/>
                          <a:cs typeface="Doppio One"/>
                          <a:sym typeface="Doppio One"/>
                        </a:rPr>
                        <a:t> AND </a:t>
                      </a:r>
                      <a:r>
                        <a:rPr lang="en" sz="1000" u="sng">
                          <a:solidFill>
                            <a:schemeClr val="hlink"/>
                          </a:solidFill>
                          <a:latin typeface="Doppio One"/>
                          <a:ea typeface="Doppio One"/>
                          <a:cs typeface="Doppio One"/>
                          <a:sym typeface="Doppio One"/>
                          <a:hlinkClick action="ppaction://hlinksldjump" r:id="rId5"/>
                        </a:rPr>
                        <a:t>ALTERNATIVE</a:t>
                      </a:r>
                      <a:r>
                        <a:rPr lang="en" sz="1000" u="sng">
                          <a:solidFill>
                            <a:schemeClr val="hlink"/>
                          </a:solidFill>
                          <a:latin typeface="Doppio One"/>
                          <a:ea typeface="Doppio One"/>
                          <a:cs typeface="Doppio One"/>
                          <a:sym typeface="Doppio One"/>
                          <a:hlinkClick action="ppaction://hlinksldjump" r:id="rId6"/>
                        </a:rPr>
                        <a:t> RESOURCES</a:t>
                      </a:r>
                      <a:endParaRPr sz="1000" u="sng">
                        <a:solidFill>
                          <a:schemeClr val="accent1"/>
                        </a:solidFill>
                        <a:latin typeface="Doppio One"/>
                        <a:ea typeface="Doppio One"/>
                        <a:cs typeface="Doppio One"/>
                        <a:sym typeface="Doppio One"/>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marR="0" rtl="0" algn="ctr">
                        <a:lnSpc>
                          <a:spcPct val="100000"/>
                        </a:lnSpc>
                        <a:spcBef>
                          <a:spcPts val="0"/>
                        </a:spcBef>
                        <a:spcAft>
                          <a:spcPts val="1600"/>
                        </a:spcAft>
                        <a:buNone/>
                      </a:pPr>
                      <a:r>
                        <a:rPr lang="en" sz="800">
                          <a:solidFill>
                            <a:schemeClr val="accent1"/>
                          </a:solidFill>
                          <a:latin typeface="Cabin"/>
                          <a:ea typeface="Cabin"/>
                          <a:cs typeface="Cabin"/>
                          <a:sym typeface="Cabin"/>
                        </a:rPr>
                        <a:t>An assortment of graphic resources that are suitable for use in this presentation</a:t>
                      </a:r>
                      <a:endParaRPr sz="800">
                        <a:solidFill>
                          <a:schemeClr val="accent1"/>
                        </a:solidFill>
                        <a:latin typeface="Cabin"/>
                        <a:ea typeface="Cabin"/>
                        <a:cs typeface="Cabin"/>
                        <a:sym typeface="Cabin"/>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r>
              <a:tr h="258650">
                <a:tc>
                  <a:txBody>
                    <a:bodyPr/>
                    <a:lstStyle/>
                    <a:p>
                      <a:pPr indent="0" lvl="0" marL="0" rtl="0" algn="ctr">
                        <a:spcBef>
                          <a:spcPts val="0"/>
                        </a:spcBef>
                        <a:spcAft>
                          <a:spcPts val="0"/>
                        </a:spcAft>
                        <a:buNone/>
                      </a:pPr>
                      <a:r>
                        <a:rPr lang="en" sz="1000" u="sng">
                          <a:solidFill>
                            <a:schemeClr val="hlink"/>
                          </a:solidFill>
                          <a:latin typeface="Doppio One"/>
                          <a:ea typeface="Doppio One"/>
                          <a:cs typeface="Doppio One"/>
                          <a:sym typeface="Doppio One"/>
                          <a:hlinkClick action="ppaction://hlinksldjump" r:id="rId7"/>
                        </a:rPr>
                        <a:t>THANKS SLIDE</a:t>
                      </a:r>
                      <a:endParaRPr sz="1000" u="sng">
                        <a:solidFill>
                          <a:schemeClr val="accent1"/>
                        </a:solidFill>
                        <a:latin typeface="Doppio One"/>
                        <a:ea typeface="Doppio One"/>
                        <a:cs typeface="Doppio One"/>
                        <a:sym typeface="Doppio One"/>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1600"/>
                        </a:spcAft>
                        <a:buNone/>
                      </a:pPr>
                      <a:r>
                        <a:rPr lang="en" sz="800">
                          <a:solidFill>
                            <a:schemeClr val="accent1"/>
                          </a:solidFill>
                          <a:latin typeface="Cabin"/>
                          <a:ea typeface="Cabin"/>
                          <a:cs typeface="Cabin"/>
                          <a:sym typeface="Cabin"/>
                        </a:rPr>
                        <a:t>You must keep it so that proper credits for our design are given</a:t>
                      </a:r>
                      <a:endParaRPr sz="800">
                        <a:solidFill>
                          <a:schemeClr val="accent1"/>
                        </a:solidFill>
                        <a:latin typeface="Cabin"/>
                        <a:ea typeface="Cabin"/>
                        <a:cs typeface="Cabin"/>
                        <a:sym typeface="Cabin"/>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r>
              <a:tr h="258650">
                <a:tc>
                  <a:txBody>
                    <a:bodyPr/>
                    <a:lstStyle/>
                    <a:p>
                      <a:pPr indent="0" lvl="0" marL="0" rtl="0" algn="ctr">
                        <a:spcBef>
                          <a:spcPts val="0"/>
                        </a:spcBef>
                        <a:spcAft>
                          <a:spcPts val="0"/>
                        </a:spcAft>
                        <a:buNone/>
                      </a:pPr>
                      <a:r>
                        <a:rPr lang="en" sz="1000" u="sng">
                          <a:solidFill>
                            <a:schemeClr val="hlink"/>
                          </a:solidFill>
                          <a:latin typeface="Doppio One"/>
                          <a:ea typeface="Doppio One"/>
                          <a:cs typeface="Doppio One"/>
                          <a:sym typeface="Doppio One"/>
                          <a:hlinkClick action="ppaction://hlinksldjump" r:id="rId8"/>
                        </a:rPr>
                        <a:t>COLORS</a:t>
                      </a:r>
                      <a:endParaRPr sz="1000" u="sng">
                        <a:solidFill>
                          <a:schemeClr val="accent1"/>
                        </a:solidFill>
                        <a:latin typeface="Doppio One"/>
                        <a:ea typeface="Doppio One"/>
                        <a:cs typeface="Doppio One"/>
                        <a:sym typeface="Doppio One"/>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1600"/>
                        </a:spcAft>
                        <a:buNone/>
                      </a:pPr>
                      <a:r>
                        <a:rPr lang="en" sz="800">
                          <a:solidFill>
                            <a:schemeClr val="accent1"/>
                          </a:solidFill>
                          <a:latin typeface="Cabin"/>
                          <a:ea typeface="Cabin"/>
                          <a:cs typeface="Cabin"/>
                          <a:sym typeface="Cabin"/>
                        </a:rPr>
                        <a:t>All the colors used in this presentation</a:t>
                      </a:r>
                      <a:endParaRPr sz="800">
                        <a:solidFill>
                          <a:schemeClr val="accent1"/>
                        </a:solidFill>
                        <a:latin typeface="Cabin"/>
                        <a:ea typeface="Cabin"/>
                        <a:cs typeface="Cabin"/>
                        <a:sym typeface="Cabin"/>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r>
              <a:tr h="258650">
                <a:tc>
                  <a:txBody>
                    <a:bodyPr/>
                    <a:lstStyle/>
                    <a:p>
                      <a:pPr indent="0" lvl="0" marL="0" rtl="0" algn="ctr">
                        <a:spcBef>
                          <a:spcPts val="0"/>
                        </a:spcBef>
                        <a:spcAft>
                          <a:spcPts val="0"/>
                        </a:spcAft>
                        <a:buNone/>
                      </a:pPr>
                      <a:r>
                        <a:rPr lang="en" sz="1000" u="sng">
                          <a:solidFill>
                            <a:schemeClr val="hlink"/>
                          </a:solidFill>
                          <a:latin typeface="Doppio One"/>
                          <a:ea typeface="Doppio One"/>
                          <a:cs typeface="Doppio One"/>
                          <a:sym typeface="Doppio One"/>
                          <a:hlinkClick action="ppaction://hlinksldjump" r:id="rId9"/>
                        </a:rPr>
                        <a:t>INFOGRAPHIC RESOURCES</a:t>
                      </a:r>
                      <a:endParaRPr sz="1000" u="sng">
                        <a:solidFill>
                          <a:schemeClr val="accent1"/>
                        </a:solidFill>
                        <a:latin typeface="Doppio One"/>
                        <a:ea typeface="Doppio One"/>
                        <a:cs typeface="Doppio One"/>
                        <a:sym typeface="Doppio One"/>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sz="800">
                          <a:solidFill>
                            <a:schemeClr val="accent1"/>
                          </a:solidFill>
                          <a:latin typeface="Cabin"/>
                          <a:ea typeface="Cabin"/>
                          <a:cs typeface="Cabin"/>
                          <a:sym typeface="Cabin"/>
                        </a:rPr>
                        <a:t>These can be used in the template, and their size and color can be edited</a:t>
                      </a:r>
                      <a:endParaRPr sz="800">
                        <a:solidFill>
                          <a:schemeClr val="accent1"/>
                        </a:solidFill>
                        <a:latin typeface="Cabin"/>
                        <a:ea typeface="Cabin"/>
                        <a:cs typeface="Cabin"/>
                        <a:sym typeface="Cabin"/>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r>
              <a:tr h="258650">
                <a:tc>
                  <a:txBody>
                    <a:bodyPr/>
                    <a:lstStyle/>
                    <a:p>
                      <a:pPr indent="0" lvl="0" marL="0" rtl="0" algn="ctr">
                        <a:spcBef>
                          <a:spcPts val="0"/>
                        </a:spcBef>
                        <a:spcAft>
                          <a:spcPts val="0"/>
                        </a:spcAft>
                        <a:buNone/>
                      </a:pPr>
                      <a:r>
                        <a:rPr lang="en" sz="1000" u="sng">
                          <a:solidFill>
                            <a:schemeClr val="hlink"/>
                          </a:solidFill>
                          <a:latin typeface="Doppio One"/>
                          <a:ea typeface="Doppio One"/>
                          <a:cs typeface="Doppio One"/>
                          <a:sym typeface="Doppio One"/>
                          <a:hlinkClick action="ppaction://hlinksldjump" r:id="rId10"/>
                        </a:rPr>
                        <a:t>CUSTOMIZABLE ICONS</a:t>
                      </a:r>
                      <a:endParaRPr sz="1000" u="sng">
                        <a:solidFill>
                          <a:schemeClr val="accent1"/>
                        </a:solidFill>
                        <a:latin typeface="Doppio One"/>
                        <a:ea typeface="Doppio One"/>
                        <a:cs typeface="Doppio One"/>
                        <a:sym typeface="Doppio One"/>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rgbClr val="9E9E9E">
                          <a:alpha val="0"/>
                        </a:srgbClr>
                      </a:solidFill>
                      <a:prstDash val="solid"/>
                      <a:round/>
                      <a:headEnd len="sm" w="sm" type="none"/>
                      <a:tailEnd len="sm" w="sm" type="none"/>
                    </a:lnB>
                  </a:tcPr>
                </a:tc>
                <a:tc>
                  <a:txBody>
                    <a:bodyPr/>
                    <a:lstStyle/>
                    <a:p>
                      <a:pPr indent="0" lvl="0" marL="0" rtl="0" algn="ctr">
                        <a:spcBef>
                          <a:spcPts val="0"/>
                        </a:spcBef>
                        <a:spcAft>
                          <a:spcPts val="1600"/>
                        </a:spcAft>
                        <a:buNone/>
                      </a:pPr>
                      <a:r>
                        <a:rPr lang="en" sz="800">
                          <a:solidFill>
                            <a:schemeClr val="accent1"/>
                          </a:solidFill>
                          <a:latin typeface="Cabin"/>
                          <a:ea typeface="Cabin"/>
                          <a:cs typeface="Cabin"/>
                          <a:sym typeface="Cabin"/>
                        </a:rPr>
                        <a:t>They are sorted by theme so you can use them in all kinds of presentations</a:t>
                      </a:r>
                      <a:endParaRPr sz="800">
                        <a:solidFill>
                          <a:schemeClr val="accent1"/>
                        </a:solidFill>
                        <a:latin typeface="Cabin"/>
                        <a:ea typeface="Cabin"/>
                        <a:cs typeface="Cabin"/>
                        <a:sym typeface="Cabin"/>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rgbClr val="9E9E9E">
                          <a:alpha val="0"/>
                        </a:srgbClr>
                      </a:solidFill>
                      <a:prstDash val="solid"/>
                      <a:round/>
                      <a:headEnd len="sm" w="sm" type="none"/>
                      <a:tailEnd len="sm" w="sm" type="none"/>
                    </a:lnB>
                  </a:tcPr>
                </a:tc>
              </a:tr>
            </a:tbl>
          </a:graphicData>
        </a:graphic>
      </p:graphicFrame>
      <p:sp>
        <p:nvSpPr>
          <p:cNvPr id="272" name="Google Shape;272;p28"/>
          <p:cNvSpPr txBox="1"/>
          <p:nvPr/>
        </p:nvSpPr>
        <p:spPr>
          <a:xfrm>
            <a:off x="720000" y="1191410"/>
            <a:ext cx="7704000" cy="479700"/>
          </a:xfrm>
          <a:prstGeom prst="rect">
            <a:avLst/>
          </a:prstGeom>
          <a:noFill/>
          <a:ln>
            <a:noFill/>
          </a:ln>
        </p:spPr>
        <p:txBody>
          <a:bodyPr anchorCtr="0" anchor="t" bIns="91425" lIns="91425" spcFirstLastPara="1" rIns="0" wrap="square" tIns="91425">
            <a:noAutofit/>
          </a:bodyPr>
          <a:lstStyle/>
          <a:p>
            <a:pPr indent="0" lvl="0" marL="0" rtl="0" algn="ctr">
              <a:spcBef>
                <a:spcPts val="0"/>
              </a:spcBef>
              <a:spcAft>
                <a:spcPts val="0"/>
              </a:spcAft>
              <a:buNone/>
            </a:pPr>
            <a:r>
              <a:rPr b="1" lang="en" sz="1200">
                <a:solidFill>
                  <a:schemeClr val="accent1"/>
                </a:solidFill>
                <a:latin typeface="Cabin"/>
                <a:ea typeface="Cabin"/>
                <a:cs typeface="Cabin"/>
                <a:sym typeface="Cabin"/>
              </a:rPr>
              <a:t>This is a slide structure based on a multi-</a:t>
            </a:r>
            <a:r>
              <a:rPr b="1" lang="en" sz="1200">
                <a:solidFill>
                  <a:schemeClr val="accent1"/>
                </a:solidFill>
                <a:latin typeface="Cabin"/>
                <a:ea typeface="Cabin"/>
                <a:cs typeface="Cabin"/>
                <a:sym typeface="Cabin"/>
              </a:rPr>
              <a:t>purpose</a:t>
            </a:r>
            <a:r>
              <a:rPr b="1" lang="en" sz="1200">
                <a:solidFill>
                  <a:schemeClr val="accent1"/>
                </a:solidFill>
                <a:latin typeface="Cabin"/>
                <a:ea typeface="Cabin"/>
                <a:cs typeface="Cabin"/>
                <a:sym typeface="Cabin"/>
              </a:rPr>
              <a:t> presentation for business</a:t>
            </a:r>
            <a:endParaRPr b="1" sz="1200">
              <a:solidFill>
                <a:schemeClr val="accent1"/>
              </a:solidFill>
              <a:latin typeface="Cabin"/>
              <a:ea typeface="Cabin"/>
              <a:cs typeface="Cabin"/>
              <a:sym typeface="Cabin"/>
            </a:endParaRPr>
          </a:p>
          <a:p>
            <a:pPr indent="0" lvl="0" marL="0" rtl="0" algn="ctr">
              <a:spcBef>
                <a:spcPts val="0"/>
              </a:spcBef>
              <a:spcAft>
                <a:spcPts val="0"/>
              </a:spcAft>
              <a:buNone/>
            </a:pPr>
            <a:r>
              <a:rPr lang="en" sz="1200">
                <a:solidFill>
                  <a:schemeClr val="accent1"/>
                </a:solidFill>
                <a:latin typeface="Cabin"/>
                <a:ea typeface="Cabin"/>
                <a:cs typeface="Cabin"/>
                <a:sym typeface="Cabin"/>
              </a:rPr>
              <a:t>You can delete this slide when you’re done editing the presentation</a:t>
            </a:r>
            <a:endParaRPr sz="1200">
              <a:solidFill>
                <a:schemeClr val="accent1"/>
              </a:solidFill>
              <a:latin typeface="Cabin"/>
              <a:ea typeface="Cabin"/>
              <a:cs typeface="Cabin"/>
              <a:sym typeface="Cabin"/>
            </a:endParaRPr>
          </a:p>
          <a:p>
            <a:pPr indent="0" lvl="0" marL="0" rtl="0" algn="l">
              <a:spcBef>
                <a:spcPts val="0"/>
              </a:spcBef>
              <a:spcAft>
                <a:spcPts val="0"/>
              </a:spcAft>
              <a:buNone/>
            </a:pPr>
            <a:r>
              <a:t/>
            </a:r>
            <a:endParaRPr b="1" sz="1200">
              <a:solidFill>
                <a:srgbClr val="6E6EE3"/>
              </a:solidFill>
              <a:latin typeface="Anaheim"/>
              <a:ea typeface="Anaheim"/>
              <a:cs typeface="Anaheim"/>
              <a:sym typeface="Anaheim"/>
            </a:endParaRPr>
          </a:p>
        </p:txBody>
      </p:sp>
      <p:sp>
        <p:nvSpPr>
          <p:cNvPr id="273" name="Google Shape;273;p28"/>
          <p:cNvSpPr txBox="1"/>
          <p:nvPr/>
        </p:nvSpPr>
        <p:spPr>
          <a:xfrm>
            <a:off x="1156913" y="3990922"/>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accent1"/>
                </a:solidFill>
                <a:latin typeface="Cabin"/>
                <a:ea typeface="Cabin"/>
                <a:cs typeface="Cabin"/>
                <a:sym typeface="Cabin"/>
              </a:rPr>
              <a:t>For more info:</a:t>
            </a:r>
            <a:br>
              <a:rPr b="1" lang="en" sz="800">
                <a:solidFill>
                  <a:srgbClr val="191919"/>
                </a:solidFill>
                <a:latin typeface="Anaheim"/>
                <a:ea typeface="Anaheim"/>
                <a:cs typeface="Anaheim"/>
                <a:sym typeface="Anaheim"/>
              </a:rPr>
            </a:br>
            <a:r>
              <a:rPr lang="en" sz="1000">
                <a:solidFill>
                  <a:schemeClr val="accent1"/>
                </a:solidFill>
                <a:uFill>
                  <a:noFill/>
                </a:uFill>
                <a:latin typeface="Doppio One"/>
                <a:ea typeface="Doppio One"/>
                <a:cs typeface="Doppio One"/>
                <a:sym typeface="Doppio One"/>
                <a:hlinkClick r:id="rId11">
                  <a:extLst>
                    <a:ext uri="{A12FA001-AC4F-418D-AE19-62706E023703}">
                      <ahyp:hlinkClr val="tx"/>
                    </a:ext>
                  </a:extLst>
                </a:hlinkClick>
              </a:rPr>
              <a:t>SLIDESGO </a:t>
            </a:r>
            <a:r>
              <a:rPr lang="en" sz="1000">
                <a:solidFill>
                  <a:schemeClr val="accent1"/>
                </a:solidFill>
                <a:latin typeface="Doppio One"/>
                <a:ea typeface="Doppio One"/>
                <a:cs typeface="Doppio One"/>
                <a:sym typeface="Doppio One"/>
              </a:rPr>
              <a:t> |  </a:t>
            </a:r>
            <a:r>
              <a:rPr lang="en" sz="1000">
                <a:solidFill>
                  <a:schemeClr val="accent1"/>
                </a:solidFill>
                <a:uFill>
                  <a:noFill/>
                </a:uFill>
                <a:latin typeface="Doppio One"/>
                <a:ea typeface="Doppio One"/>
                <a:cs typeface="Doppio One"/>
                <a:sym typeface="Doppio One"/>
                <a:hlinkClick r:id="rId12">
                  <a:extLst>
                    <a:ext uri="{A12FA001-AC4F-418D-AE19-62706E023703}">
                      <ahyp:hlinkClr val="tx"/>
                    </a:ext>
                  </a:extLst>
                </a:hlinkClick>
              </a:rPr>
              <a:t>SLIDESGO SCHOOL</a:t>
            </a:r>
            <a:r>
              <a:rPr lang="en" sz="1000">
                <a:solidFill>
                  <a:schemeClr val="accent1"/>
                </a:solidFill>
                <a:latin typeface="Doppio One"/>
                <a:ea typeface="Doppio One"/>
                <a:cs typeface="Doppio One"/>
                <a:sym typeface="Doppio One"/>
              </a:rPr>
              <a:t>  |  </a:t>
            </a:r>
            <a:r>
              <a:rPr lang="en" sz="1000">
                <a:solidFill>
                  <a:schemeClr val="accent1"/>
                </a:solidFill>
                <a:uFill>
                  <a:noFill/>
                </a:uFill>
                <a:latin typeface="Doppio One"/>
                <a:ea typeface="Doppio One"/>
                <a:cs typeface="Doppio One"/>
                <a:sym typeface="Doppio One"/>
                <a:hlinkClick r:id="rId13">
                  <a:extLst>
                    <a:ext uri="{A12FA001-AC4F-418D-AE19-62706E023703}">
                      <ahyp:hlinkClr val="tx"/>
                    </a:ext>
                  </a:extLst>
                </a:hlinkClick>
              </a:rPr>
              <a:t>FAQS</a:t>
            </a:r>
            <a:endParaRPr sz="1500">
              <a:solidFill>
                <a:schemeClr val="accent1"/>
              </a:solidFill>
              <a:latin typeface="Doppio One"/>
              <a:ea typeface="Doppio One"/>
              <a:cs typeface="Doppio One"/>
              <a:sym typeface="Doppio One"/>
            </a:endParaRPr>
          </a:p>
        </p:txBody>
      </p:sp>
      <p:sp>
        <p:nvSpPr>
          <p:cNvPr id="274" name="Google Shape;274;p28"/>
          <p:cNvSpPr txBox="1"/>
          <p:nvPr/>
        </p:nvSpPr>
        <p:spPr>
          <a:xfrm>
            <a:off x="4887310" y="3990922"/>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accent1"/>
                </a:solidFill>
                <a:latin typeface="Cabin"/>
                <a:ea typeface="Cabin"/>
                <a:cs typeface="Cabin"/>
                <a:sym typeface="Cabin"/>
              </a:rPr>
              <a:t>You can visit our sister </a:t>
            </a:r>
            <a:r>
              <a:rPr lang="en" sz="1000">
                <a:solidFill>
                  <a:schemeClr val="accent1"/>
                </a:solidFill>
                <a:latin typeface="Cabin"/>
                <a:ea typeface="Cabin"/>
                <a:cs typeface="Cabin"/>
                <a:sym typeface="Cabin"/>
              </a:rPr>
              <a:t>projects</a:t>
            </a:r>
            <a:r>
              <a:rPr lang="en" sz="1000">
                <a:solidFill>
                  <a:schemeClr val="accent1"/>
                </a:solidFill>
                <a:latin typeface="Cabin"/>
                <a:ea typeface="Cabin"/>
                <a:cs typeface="Cabin"/>
                <a:sym typeface="Cabin"/>
              </a:rPr>
              <a:t>:</a:t>
            </a:r>
            <a:br>
              <a:rPr lang="en" sz="800">
                <a:solidFill>
                  <a:schemeClr val="accent1"/>
                </a:solidFill>
                <a:latin typeface="Anaheim"/>
                <a:ea typeface="Anaheim"/>
                <a:cs typeface="Anaheim"/>
                <a:sym typeface="Anaheim"/>
              </a:rPr>
            </a:br>
            <a:r>
              <a:rPr lang="en" sz="1000">
                <a:solidFill>
                  <a:schemeClr val="accent1"/>
                </a:solidFill>
                <a:uFill>
                  <a:noFill/>
                </a:uFill>
                <a:latin typeface="Doppio One"/>
                <a:ea typeface="Doppio One"/>
                <a:cs typeface="Doppio One"/>
                <a:sym typeface="Doppio One"/>
                <a:hlinkClick r:id="rId14">
                  <a:extLst>
                    <a:ext uri="{A12FA001-AC4F-418D-AE19-62706E023703}">
                      <ahyp:hlinkClr val="tx"/>
                    </a:ext>
                  </a:extLst>
                </a:hlinkClick>
              </a:rPr>
              <a:t>FREEPIK</a:t>
            </a:r>
            <a:r>
              <a:rPr lang="en" sz="1000">
                <a:solidFill>
                  <a:schemeClr val="accent1"/>
                </a:solidFill>
                <a:latin typeface="Doppio One"/>
                <a:ea typeface="Doppio One"/>
                <a:cs typeface="Doppio One"/>
                <a:sym typeface="Doppio One"/>
              </a:rPr>
              <a:t> | </a:t>
            </a:r>
            <a:r>
              <a:rPr lang="en" sz="1000">
                <a:solidFill>
                  <a:schemeClr val="accent1"/>
                </a:solidFill>
                <a:uFill>
                  <a:noFill/>
                </a:uFill>
                <a:latin typeface="Doppio One"/>
                <a:ea typeface="Doppio One"/>
                <a:cs typeface="Doppio One"/>
                <a:sym typeface="Doppio One"/>
                <a:hlinkClick r:id="rId15">
                  <a:extLst>
                    <a:ext uri="{A12FA001-AC4F-418D-AE19-62706E023703}">
                      <ahyp:hlinkClr val="tx"/>
                    </a:ext>
                  </a:extLst>
                </a:hlinkClick>
              </a:rPr>
              <a:t>FLATICON</a:t>
            </a:r>
            <a:r>
              <a:rPr lang="en" sz="1000">
                <a:solidFill>
                  <a:schemeClr val="accent1"/>
                </a:solidFill>
                <a:latin typeface="Doppio One"/>
                <a:ea typeface="Doppio One"/>
                <a:cs typeface="Doppio One"/>
                <a:sym typeface="Doppio One"/>
              </a:rPr>
              <a:t> | </a:t>
            </a:r>
            <a:r>
              <a:rPr lang="en" sz="1000">
                <a:solidFill>
                  <a:schemeClr val="accent1"/>
                </a:solidFill>
                <a:uFill>
                  <a:noFill/>
                </a:uFill>
                <a:latin typeface="Doppio One"/>
                <a:ea typeface="Doppio One"/>
                <a:cs typeface="Doppio One"/>
                <a:sym typeface="Doppio One"/>
                <a:hlinkClick r:id="rId16">
                  <a:extLst>
                    <a:ext uri="{A12FA001-AC4F-418D-AE19-62706E023703}">
                      <ahyp:hlinkClr val="tx"/>
                    </a:ext>
                  </a:extLst>
                </a:hlinkClick>
              </a:rPr>
              <a:t>STORYSET</a:t>
            </a:r>
            <a:r>
              <a:rPr lang="en" sz="1000">
                <a:solidFill>
                  <a:schemeClr val="accent1"/>
                </a:solidFill>
                <a:latin typeface="Doppio One"/>
                <a:ea typeface="Doppio One"/>
                <a:cs typeface="Doppio One"/>
                <a:sym typeface="Doppio One"/>
              </a:rPr>
              <a:t> | </a:t>
            </a:r>
            <a:r>
              <a:rPr lang="en" sz="1000">
                <a:solidFill>
                  <a:schemeClr val="accent1"/>
                </a:solidFill>
                <a:uFill>
                  <a:noFill/>
                </a:uFill>
                <a:latin typeface="Doppio One"/>
                <a:ea typeface="Doppio One"/>
                <a:cs typeface="Doppio One"/>
                <a:sym typeface="Doppio One"/>
                <a:hlinkClick r:id="rId17">
                  <a:extLst>
                    <a:ext uri="{A12FA001-AC4F-418D-AE19-62706E023703}">
                      <ahyp:hlinkClr val="tx"/>
                    </a:ext>
                  </a:extLst>
                </a:hlinkClick>
              </a:rPr>
              <a:t>WEPIK </a:t>
            </a:r>
            <a:r>
              <a:rPr lang="en" sz="1000">
                <a:solidFill>
                  <a:schemeClr val="accent1"/>
                </a:solidFill>
                <a:latin typeface="Doppio One"/>
                <a:ea typeface="Doppio One"/>
                <a:cs typeface="Doppio One"/>
                <a:sym typeface="Doppio One"/>
              </a:rPr>
              <a:t>| </a:t>
            </a:r>
            <a:r>
              <a:rPr lang="en" sz="1000">
                <a:solidFill>
                  <a:schemeClr val="accent1"/>
                </a:solidFill>
                <a:uFill>
                  <a:noFill/>
                </a:uFill>
                <a:latin typeface="Doppio One"/>
                <a:ea typeface="Doppio One"/>
                <a:cs typeface="Doppio One"/>
                <a:sym typeface="Doppio One"/>
                <a:hlinkClick r:id="rId18">
                  <a:extLst>
                    <a:ext uri="{A12FA001-AC4F-418D-AE19-62706E023703}">
                      <ahyp:hlinkClr val="tx"/>
                    </a:ext>
                  </a:extLst>
                </a:hlinkClick>
              </a:rPr>
              <a:t>VIDFY</a:t>
            </a:r>
            <a:endParaRPr sz="600">
              <a:solidFill>
                <a:schemeClr val="accent1"/>
              </a:solidFill>
              <a:latin typeface="Doppio One"/>
              <a:ea typeface="Doppio One"/>
              <a:cs typeface="Doppio One"/>
              <a:sym typeface="Doppio One"/>
            </a:endParaRPr>
          </a:p>
        </p:txBody>
      </p:sp>
      <p:grpSp>
        <p:nvGrpSpPr>
          <p:cNvPr id="275" name="Google Shape;275;p28"/>
          <p:cNvGrpSpPr/>
          <p:nvPr/>
        </p:nvGrpSpPr>
        <p:grpSpPr>
          <a:xfrm rot="-1334450">
            <a:off x="7893852" y="127582"/>
            <a:ext cx="900131" cy="975319"/>
            <a:chOff x="2761250" y="617875"/>
            <a:chExt cx="1222900" cy="1325050"/>
          </a:xfrm>
        </p:grpSpPr>
        <p:sp>
          <p:nvSpPr>
            <p:cNvPr id="276" name="Google Shape;276;p28"/>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8"/>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8"/>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8"/>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8"/>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8"/>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8"/>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 name="Google Shape;283;p28"/>
          <p:cNvGrpSpPr/>
          <p:nvPr/>
        </p:nvGrpSpPr>
        <p:grpSpPr>
          <a:xfrm flipH="1" rot="-1280265">
            <a:off x="303088" y="2093001"/>
            <a:ext cx="635649" cy="916473"/>
            <a:chOff x="1705850" y="434250"/>
            <a:chExt cx="978800" cy="1411225"/>
          </a:xfrm>
        </p:grpSpPr>
        <p:sp>
          <p:nvSpPr>
            <p:cNvPr id="284" name="Google Shape;284;p28"/>
            <p:cNvSpPr/>
            <p:nvPr/>
          </p:nvSpPr>
          <p:spPr>
            <a:xfrm>
              <a:off x="2039325" y="1468300"/>
              <a:ext cx="114225" cy="100025"/>
            </a:xfrm>
            <a:custGeom>
              <a:rect b="b" l="l" r="r" t="t"/>
              <a:pathLst>
                <a:path extrusionOk="0" h="4001" w="4569">
                  <a:moveTo>
                    <a:pt x="2278" y="0"/>
                  </a:moveTo>
                  <a:cubicBezTo>
                    <a:pt x="1467" y="0"/>
                    <a:pt x="714" y="508"/>
                    <a:pt x="400" y="1316"/>
                  </a:cubicBezTo>
                  <a:cubicBezTo>
                    <a:pt x="1" y="2353"/>
                    <a:pt x="474" y="3486"/>
                    <a:pt x="1516" y="3872"/>
                  </a:cubicBezTo>
                  <a:cubicBezTo>
                    <a:pt x="1751" y="3959"/>
                    <a:pt x="1995" y="4000"/>
                    <a:pt x="2236" y="4000"/>
                  </a:cubicBezTo>
                  <a:cubicBezTo>
                    <a:pt x="3064" y="4000"/>
                    <a:pt x="3861" y="3514"/>
                    <a:pt x="4169" y="2713"/>
                  </a:cubicBezTo>
                  <a:cubicBezTo>
                    <a:pt x="4568" y="1679"/>
                    <a:pt x="4005" y="510"/>
                    <a:pt x="2966" y="125"/>
                  </a:cubicBezTo>
                  <a:cubicBezTo>
                    <a:pt x="2738" y="40"/>
                    <a:pt x="2506" y="0"/>
                    <a:pt x="2278"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8"/>
            <p:cNvSpPr/>
            <p:nvPr/>
          </p:nvSpPr>
          <p:spPr>
            <a:xfrm>
              <a:off x="1705850" y="434250"/>
              <a:ext cx="978800" cy="1411225"/>
            </a:xfrm>
            <a:custGeom>
              <a:rect b="b" l="l" r="r" t="t"/>
              <a:pathLst>
                <a:path extrusionOk="0" h="56449" w="39152">
                  <a:moveTo>
                    <a:pt x="21401" y="3462"/>
                  </a:moveTo>
                  <a:lnTo>
                    <a:pt x="33255" y="7856"/>
                  </a:lnTo>
                  <a:cubicBezTo>
                    <a:pt x="32341" y="9216"/>
                    <a:pt x="32941" y="10814"/>
                    <a:pt x="34430" y="11366"/>
                  </a:cubicBezTo>
                  <a:cubicBezTo>
                    <a:pt x="27596" y="23744"/>
                    <a:pt x="28819" y="39106"/>
                    <a:pt x="21985" y="51484"/>
                  </a:cubicBezTo>
                  <a:cubicBezTo>
                    <a:pt x="21635" y="51355"/>
                    <a:pt x="21267" y="51294"/>
                    <a:pt x="20897" y="51294"/>
                  </a:cubicBezTo>
                  <a:cubicBezTo>
                    <a:pt x="19686" y="51294"/>
                    <a:pt x="18453" y="51948"/>
                    <a:pt x="17755" y="52990"/>
                  </a:cubicBezTo>
                  <a:cubicBezTo>
                    <a:pt x="13802" y="51526"/>
                    <a:pt x="9851" y="50062"/>
                    <a:pt x="5898" y="48598"/>
                  </a:cubicBezTo>
                  <a:cubicBezTo>
                    <a:pt x="6812" y="47238"/>
                    <a:pt x="6214" y="45640"/>
                    <a:pt x="4725" y="45089"/>
                  </a:cubicBezTo>
                  <a:cubicBezTo>
                    <a:pt x="11560" y="32710"/>
                    <a:pt x="10336" y="17346"/>
                    <a:pt x="17171" y="4970"/>
                  </a:cubicBezTo>
                  <a:cubicBezTo>
                    <a:pt x="17519" y="5099"/>
                    <a:pt x="17886" y="5160"/>
                    <a:pt x="18255" y="5160"/>
                  </a:cubicBezTo>
                  <a:cubicBezTo>
                    <a:pt x="19466" y="5160"/>
                    <a:pt x="20700" y="4504"/>
                    <a:pt x="21401" y="3462"/>
                  </a:cubicBezTo>
                  <a:close/>
                  <a:moveTo>
                    <a:pt x="18013" y="1"/>
                  </a:moveTo>
                  <a:cubicBezTo>
                    <a:pt x="6935" y="14326"/>
                    <a:pt x="11079" y="34292"/>
                    <a:pt x="1" y="48617"/>
                  </a:cubicBezTo>
                  <a:cubicBezTo>
                    <a:pt x="7046" y="51228"/>
                    <a:pt x="14095" y="53837"/>
                    <a:pt x="21142" y="56449"/>
                  </a:cubicBezTo>
                  <a:cubicBezTo>
                    <a:pt x="32218" y="42124"/>
                    <a:pt x="28076" y="22160"/>
                    <a:pt x="39152" y="7835"/>
                  </a:cubicBezTo>
                  <a:cubicBezTo>
                    <a:pt x="32105" y="5224"/>
                    <a:pt x="25060" y="2612"/>
                    <a:pt x="18013"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8"/>
            <p:cNvSpPr/>
            <p:nvPr/>
          </p:nvSpPr>
          <p:spPr>
            <a:xfrm>
              <a:off x="1865525" y="556650"/>
              <a:ext cx="659525" cy="1166525"/>
            </a:xfrm>
            <a:custGeom>
              <a:rect b="b" l="l" r="r" t="t"/>
              <a:pathLst>
                <a:path extrusionOk="0" h="46661" w="26381">
                  <a:moveTo>
                    <a:pt x="17195" y="6055"/>
                  </a:moveTo>
                  <a:cubicBezTo>
                    <a:pt x="17454" y="6055"/>
                    <a:pt x="17715" y="6099"/>
                    <a:pt x="17967" y="6193"/>
                  </a:cubicBezTo>
                  <a:cubicBezTo>
                    <a:pt x="19077" y="6606"/>
                    <a:pt x="19585" y="7816"/>
                    <a:pt x="19158" y="8922"/>
                  </a:cubicBezTo>
                  <a:cubicBezTo>
                    <a:pt x="18823" y="9787"/>
                    <a:pt x="18018" y="10330"/>
                    <a:pt x="17151" y="10330"/>
                  </a:cubicBezTo>
                  <a:cubicBezTo>
                    <a:pt x="16908" y="10330"/>
                    <a:pt x="16659" y="10287"/>
                    <a:pt x="16415" y="10196"/>
                  </a:cubicBezTo>
                  <a:cubicBezTo>
                    <a:pt x="15305" y="9785"/>
                    <a:pt x="14704" y="8539"/>
                    <a:pt x="15131" y="7433"/>
                  </a:cubicBezTo>
                  <a:cubicBezTo>
                    <a:pt x="15460" y="6575"/>
                    <a:pt x="16311" y="6055"/>
                    <a:pt x="17195" y="6055"/>
                  </a:cubicBezTo>
                  <a:close/>
                  <a:moveTo>
                    <a:pt x="12445" y="16581"/>
                  </a:moveTo>
                  <a:cubicBezTo>
                    <a:pt x="13126" y="16581"/>
                    <a:pt x="13832" y="16705"/>
                    <a:pt x="14538" y="16966"/>
                  </a:cubicBezTo>
                  <a:cubicBezTo>
                    <a:pt x="17865" y="18199"/>
                    <a:pt x="19922" y="22035"/>
                    <a:pt x="19223" y="25565"/>
                  </a:cubicBezTo>
                  <a:cubicBezTo>
                    <a:pt x="18671" y="28350"/>
                    <a:pt x="16474" y="30079"/>
                    <a:pt x="13933" y="30079"/>
                  </a:cubicBezTo>
                  <a:cubicBezTo>
                    <a:pt x="13252" y="30079"/>
                    <a:pt x="12546" y="29955"/>
                    <a:pt x="11841" y="29694"/>
                  </a:cubicBezTo>
                  <a:cubicBezTo>
                    <a:pt x="8514" y="28461"/>
                    <a:pt x="6457" y="24625"/>
                    <a:pt x="7156" y="21095"/>
                  </a:cubicBezTo>
                  <a:cubicBezTo>
                    <a:pt x="7706" y="18309"/>
                    <a:pt x="9903" y="16581"/>
                    <a:pt x="12445" y="16581"/>
                  </a:cubicBezTo>
                  <a:close/>
                  <a:moveTo>
                    <a:pt x="9231" y="36329"/>
                  </a:moveTo>
                  <a:cubicBezTo>
                    <a:pt x="9474" y="36329"/>
                    <a:pt x="9721" y="36371"/>
                    <a:pt x="9964" y="36461"/>
                  </a:cubicBezTo>
                  <a:cubicBezTo>
                    <a:pt x="11074" y="36875"/>
                    <a:pt x="11677" y="38121"/>
                    <a:pt x="11250" y="39227"/>
                  </a:cubicBezTo>
                  <a:cubicBezTo>
                    <a:pt x="10921" y="40084"/>
                    <a:pt x="10068" y="40604"/>
                    <a:pt x="9183" y="40604"/>
                  </a:cubicBezTo>
                  <a:cubicBezTo>
                    <a:pt x="8926" y="40604"/>
                    <a:pt x="8665" y="40560"/>
                    <a:pt x="8415" y="40467"/>
                  </a:cubicBezTo>
                  <a:cubicBezTo>
                    <a:pt x="7304" y="40054"/>
                    <a:pt x="6798" y="38842"/>
                    <a:pt x="7225" y="37736"/>
                  </a:cubicBezTo>
                  <a:cubicBezTo>
                    <a:pt x="7557" y="36872"/>
                    <a:pt x="8364" y="36329"/>
                    <a:pt x="9231" y="36329"/>
                  </a:cubicBezTo>
                  <a:close/>
                  <a:moveTo>
                    <a:pt x="15309" y="0"/>
                  </a:moveTo>
                  <a:cubicBezTo>
                    <a:pt x="14319" y="901"/>
                    <a:pt x="13006" y="1446"/>
                    <a:pt x="11714" y="1446"/>
                  </a:cubicBezTo>
                  <a:cubicBezTo>
                    <a:pt x="11625" y="1446"/>
                    <a:pt x="11537" y="1444"/>
                    <a:pt x="11449" y="1439"/>
                  </a:cubicBezTo>
                  <a:cubicBezTo>
                    <a:pt x="5327" y="13334"/>
                    <a:pt x="6119" y="27791"/>
                    <a:pt x="1" y="39687"/>
                  </a:cubicBezTo>
                  <a:cubicBezTo>
                    <a:pt x="1005" y="40488"/>
                    <a:pt x="1488" y="41753"/>
                    <a:pt x="1185" y="42996"/>
                  </a:cubicBezTo>
                  <a:lnTo>
                    <a:pt x="11070" y="46660"/>
                  </a:lnTo>
                  <a:cubicBezTo>
                    <a:pt x="12062" y="45757"/>
                    <a:pt x="13373" y="45212"/>
                    <a:pt x="14667" y="45212"/>
                  </a:cubicBezTo>
                  <a:cubicBezTo>
                    <a:pt x="14756" y="45212"/>
                    <a:pt x="14844" y="45214"/>
                    <a:pt x="14933" y="45219"/>
                  </a:cubicBezTo>
                  <a:cubicBezTo>
                    <a:pt x="21052" y="33323"/>
                    <a:pt x="20262" y="18869"/>
                    <a:pt x="26381" y="6973"/>
                  </a:cubicBezTo>
                  <a:cubicBezTo>
                    <a:pt x="25374" y="6170"/>
                    <a:pt x="24891" y="4904"/>
                    <a:pt x="25196" y="3664"/>
                  </a:cubicBezTo>
                  <a:cubicBezTo>
                    <a:pt x="21899" y="2443"/>
                    <a:pt x="18604" y="1221"/>
                    <a:pt x="15309" y="0"/>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8"/>
            <p:cNvSpPr/>
            <p:nvPr/>
          </p:nvSpPr>
          <p:spPr>
            <a:xfrm>
              <a:off x="1823975" y="520850"/>
              <a:ext cx="742650" cy="1238150"/>
            </a:xfrm>
            <a:custGeom>
              <a:rect b="b" l="l" r="r" t="t"/>
              <a:pathLst>
                <a:path extrusionOk="0" h="49526" w="29706">
                  <a:moveTo>
                    <a:pt x="16927" y="1123"/>
                  </a:moveTo>
                  <a:lnTo>
                    <a:pt x="27200" y="4928"/>
                  </a:lnTo>
                  <a:cubicBezTo>
                    <a:pt x="27191" y="4960"/>
                    <a:pt x="27181" y="4992"/>
                    <a:pt x="27172" y="5025"/>
                  </a:cubicBezTo>
                  <a:cubicBezTo>
                    <a:pt x="26833" y="6244"/>
                    <a:pt x="27306" y="7493"/>
                    <a:pt x="28317" y="8257"/>
                  </a:cubicBezTo>
                  <a:cubicBezTo>
                    <a:pt x="28343" y="8278"/>
                    <a:pt x="28371" y="8297"/>
                    <a:pt x="28396" y="8317"/>
                  </a:cubicBezTo>
                  <a:cubicBezTo>
                    <a:pt x="22141" y="20308"/>
                    <a:pt x="23011" y="34940"/>
                    <a:pt x="16756" y="46933"/>
                  </a:cubicBezTo>
                  <a:cubicBezTo>
                    <a:pt x="16722" y="46928"/>
                    <a:pt x="16685" y="46926"/>
                    <a:pt x="16650" y="46924"/>
                  </a:cubicBezTo>
                  <a:cubicBezTo>
                    <a:pt x="16531" y="46914"/>
                    <a:pt x="16412" y="46909"/>
                    <a:pt x="16292" y="46909"/>
                  </a:cubicBezTo>
                  <a:cubicBezTo>
                    <a:pt x="15051" y="46909"/>
                    <a:pt x="13789" y="47445"/>
                    <a:pt x="12857" y="48325"/>
                  </a:cubicBezTo>
                  <a:cubicBezTo>
                    <a:pt x="12829" y="48351"/>
                    <a:pt x="12803" y="48376"/>
                    <a:pt x="12776" y="48401"/>
                  </a:cubicBezTo>
                  <a:cubicBezTo>
                    <a:pt x="9354" y="47132"/>
                    <a:pt x="5930" y="45864"/>
                    <a:pt x="2503" y="44596"/>
                  </a:cubicBezTo>
                  <a:cubicBezTo>
                    <a:pt x="2512" y="44564"/>
                    <a:pt x="2522" y="44532"/>
                    <a:pt x="2531" y="44499"/>
                  </a:cubicBezTo>
                  <a:cubicBezTo>
                    <a:pt x="2873" y="43282"/>
                    <a:pt x="2399" y="42029"/>
                    <a:pt x="1386" y="41269"/>
                  </a:cubicBezTo>
                  <a:cubicBezTo>
                    <a:pt x="1360" y="41248"/>
                    <a:pt x="1335" y="41227"/>
                    <a:pt x="1307" y="41207"/>
                  </a:cubicBezTo>
                  <a:cubicBezTo>
                    <a:pt x="7562" y="29216"/>
                    <a:pt x="6692" y="14584"/>
                    <a:pt x="12947" y="2591"/>
                  </a:cubicBezTo>
                  <a:lnTo>
                    <a:pt x="13055" y="2600"/>
                  </a:lnTo>
                  <a:cubicBezTo>
                    <a:pt x="13172" y="2610"/>
                    <a:pt x="13290" y="2615"/>
                    <a:pt x="13408" y="2615"/>
                  </a:cubicBezTo>
                  <a:cubicBezTo>
                    <a:pt x="14649" y="2615"/>
                    <a:pt x="15912" y="2080"/>
                    <a:pt x="16846" y="1199"/>
                  </a:cubicBezTo>
                  <a:cubicBezTo>
                    <a:pt x="16874" y="1173"/>
                    <a:pt x="16900" y="1148"/>
                    <a:pt x="16927" y="1123"/>
                  </a:cubicBezTo>
                  <a:close/>
                  <a:moveTo>
                    <a:pt x="16676" y="0"/>
                  </a:moveTo>
                  <a:cubicBezTo>
                    <a:pt x="15975" y="1041"/>
                    <a:pt x="14741" y="1696"/>
                    <a:pt x="13531" y="1696"/>
                  </a:cubicBezTo>
                  <a:cubicBezTo>
                    <a:pt x="13161" y="1696"/>
                    <a:pt x="12795" y="1635"/>
                    <a:pt x="12446" y="1506"/>
                  </a:cubicBezTo>
                  <a:cubicBezTo>
                    <a:pt x="5611" y="13882"/>
                    <a:pt x="6835" y="29246"/>
                    <a:pt x="0" y="41625"/>
                  </a:cubicBezTo>
                  <a:cubicBezTo>
                    <a:pt x="1489" y="42176"/>
                    <a:pt x="2087" y="43774"/>
                    <a:pt x="1173" y="45134"/>
                  </a:cubicBezTo>
                  <a:cubicBezTo>
                    <a:pt x="5124" y="46598"/>
                    <a:pt x="9077" y="48062"/>
                    <a:pt x="13030" y="49526"/>
                  </a:cubicBezTo>
                  <a:cubicBezTo>
                    <a:pt x="13728" y="48484"/>
                    <a:pt x="14961" y="47830"/>
                    <a:pt x="16172" y="47830"/>
                  </a:cubicBezTo>
                  <a:cubicBezTo>
                    <a:pt x="16542" y="47830"/>
                    <a:pt x="16910" y="47891"/>
                    <a:pt x="17260" y="48020"/>
                  </a:cubicBezTo>
                  <a:cubicBezTo>
                    <a:pt x="24094" y="35640"/>
                    <a:pt x="22871" y="20278"/>
                    <a:pt x="29705" y="7902"/>
                  </a:cubicBezTo>
                  <a:cubicBezTo>
                    <a:pt x="28216" y="7350"/>
                    <a:pt x="27616" y="5752"/>
                    <a:pt x="28530" y="4392"/>
                  </a:cubicBezTo>
                  <a:lnTo>
                    <a:pt x="16676" y="0"/>
                  </a:ln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8"/>
            <p:cNvSpPr/>
            <p:nvPr/>
          </p:nvSpPr>
          <p:spPr>
            <a:xfrm>
              <a:off x="1856650" y="548900"/>
              <a:ext cx="677225" cy="1182000"/>
            </a:xfrm>
            <a:custGeom>
              <a:rect b="b" l="l" r="r" t="t"/>
              <a:pathLst>
                <a:path extrusionOk="0" h="47280" w="27089">
                  <a:moveTo>
                    <a:pt x="15664" y="310"/>
                  </a:moveTo>
                  <a:cubicBezTo>
                    <a:pt x="18959" y="1529"/>
                    <a:pt x="22254" y="2751"/>
                    <a:pt x="25551" y="3972"/>
                  </a:cubicBezTo>
                  <a:cubicBezTo>
                    <a:pt x="25246" y="5214"/>
                    <a:pt x="25729" y="6480"/>
                    <a:pt x="26736" y="7281"/>
                  </a:cubicBezTo>
                  <a:cubicBezTo>
                    <a:pt x="20617" y="19177"/>
                    <a:pt x="21407" y="33633"/>
                    <a:pt x="15288" y="45529"/>
                  </a:cubicBezTo>
                  <a:cubicBezTo>
                    <a:pt x="15199" y="45524"/>
                    <a:pt x="15111" y="45522"/>
                    <a:pt x="15022" y="45522"/>
                  </a:cubicBezTo>
                  <a:cubicBezTo>
                    <a:pt x="13728" y="45522"/>
                    <a:pt x="12417" y="46067"/>
                    <a:pt x="11425" y="46968"/>
                  </a:cubicBezTo>
                  <a:lnTo>
                    <a:pt x="1538" y="43306"/>
                  </a:lnTo>
                  <a:cubicBezTo>
                    <a:pt x="1843" y="42063"/>
                    <a:pt x="1360" y="40798"/>
                    <a:pt x="353" y="39997"/>
                  </a:cubicBezTo>
                  <a:lnTo>
                    <a:pt x="356" y="39997"/>
                  </a:lnTo>
                  <a:cubicBezTo>
                    <a:pt x="6474" y="28101"/>
                    <a:pt x="5682" y="13644"/>
                    <a:pt x="11804" y="1749"/>
                  </a:cubicBezTo>
                  <a:cubicBezTo>
                    <a:pt x="11892" y="1754"/>
                    <a:pt x="11980" y="1756"/>
                    <a:pt x="12069" y="1756"/>
                  </a:cubicBezTo>
                  <a:cubicBezTo>
                    <a:pt x="13361" y="1756"/>
                    <a:pt x="14674" y="1211"/>
                    <a:pt x="15664" y="310"/>
                  </a:cubicBezTo>
                  <a:close/>
                  <a:moveTo>
                    <a:pt x="15620" y="1"/>
                  </a:moveTo>
                  <a:cubicBezTo>
                    <a:pt x="15593" y="26"/>
                    <a:pt x="15567" y="51"/>
                    <a:pt x="15539" y="77"/>
                  </a:cubicBezTo>
                  <a:cubicBezTo>
                    <a:pt x="14607" y="958"/>
                    <a:pt x="13342" y="1493"/>
                    <a:pt x="12101" y="1493"/>
                  </a:cubicBezTo>
                  <a:cubicBezTo>
                    <a:pt x="11983" y="1493"/>
                    <a:pt x="11865" y="1488"/>
                    <a:pt x="11748" y="1478"/>
                  </a:cubicBezTo>
                  <a:lnTo>
                    <a:pt x="11640" y="1469"/>
                  </a:lnTo>
                  <a:cubicBezTo>
                    <a:pt x="5385" y="13462"/>
                    <a:pt x="6255" y="28094"/>
                    <a:pt x="0" y="40085"/>
                  </a:cubicBezTo>
                  <a:cubicBezTo>
                    <a:pt x="28" y="40105"/>
                    <a:pt x="53" y="40126"/>
                    <a:pt x="81" y="40147"/>
                  </a:cubicBezTo>
                  <a:cubicBezTo>
                    <a:pt x="1092" y="40909"/>
                    <a:pt x="1566" y="42160"/>
                    <a:pt x="1224" y="43380"/>
                  </a:cubicBezTo>
                  <a:cubicBezTo>
                    <a:pt x="1215" y="43412"/>
                    <a:pt x="1205" y="43444"/>
                    <a:pt x="1196" y="43474"/>
                  </a:cubicBezTo>
                  <a:cubicBezTo>
                    <a:pt x="4620" y="44744"/>
                    <a:pt x="8044" y="46012"/>
                    <a:pt x="11469" y="47279"/>
                  </a:cubicBezTo>
                  <a:cubicBezTo>
                    <a:pt x="11496" y="47256"/>
                    <a:pt x="11522" y="47231"/>
                    <a:pt x="11550" y="47206"/>
                  </a:cubicBezTo>
                  <a:cubicBezTo>
                    <a:pt x="12484" y="46324"/>
                    <a:pt x="13750" y="45787"/>
                    <a:pt x="14991" y="45787"/>
                  </a:cubicBezTo>
                  <a:cubicBezTo>
                    <a:pt x="15109" y="45787"/>
                    <a:pt x="15226" y="45792"/>
                    <a:pt x="15343" y="45802"/>
                  </a:cubicBezTo>
                  <a:cubicBezTo>
                    <a:pt x="15380" y="45806"/>
                    <a:pt x="15415" y="45809"/>
                    <a:pt x="15452" y="45811"/>
                  </a:cubicBezTo>
                  <a:cubicBezTo>
                    <a:pt x="21704" y="33820"/>
                    <a:pt x="20834" y="19188"/>
                    <a:pt x="27089" y="7195"/>
                  </a:cubicBezTo>
                  <a:cubicBezTo>
                    <a:pt x="27064" y="7175"/>
                    <a:pt x="27036" y="7156"/>
                    <a:pt x="27010" y="7135"/>
                  </a:cubicBezTo>
                  <a:cubicBezTo>
                    <a:pt x="25999" y="6371"/>
                    <a:pt x="25526" y="5120"/>
                    <a:pt x="25865" y="3903"/>
                  </a:cubicBezTo>
                  <a:cubicBezTo>
                    <a:pt x="25874" y="3870"/>
                    <a:pt x="25884" y="3838"/>
                    <a:pt x="25893" y="3806"/>
                  </a:cubicBezTo>
                  <a:lnTo>
                    <a:pt x="15620" y="1"/>
                  </a:ln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8"/>
            <p:cNvSpPr/>
            <p:nvPr/>
          </p:nvSpPr>
          <p:spPr>
            <a:xfrm>
              <a:off x="2026925" y="971175"/>
              <a:ext cx="336675" cy="337450"/>
            </a:xfrm>
            <a:custGeom>
              <a:rect b="b" l="l" r="r" t="t"/>
              <a:pathLst>
                <a:path extrusionOk="0" h="13498" w="13467">
                  <a:moveTo>
                    <a:pt x="5989" y="0"/>
                  </a:moveTo>
                  <a:cubicBezTo>
                    <a:pt x="3447" y="0"/>
                    <a:pt x="1250" y="1728"/>
                    <a:pt x="700" y="4514"/>
                  </a:cubicBezTo>
                  <a:cubicBezTo>
                    <a:pt x="1" y="8044"/>
                    <a:pt x="2058" y="11880"/>
                    <a:pt x="5385" y="13113"/>
                  </a:cubicBezTo>
                  <a:cubicBezTo>
                    <a:pt x="6090" y="13374"/>
                    <a:pt x="6796" y="13498"/>
                    <a:pt x="7477" y="13498"/>
                  </a:cubicBezTo>
                  <a:cubicBezTo>
                    <a:pt x="10018" y="13498"/>
                    <a:pt x="12215" y="11769"/>
                    <a:pt x="12767" y="8984"/>
                  </a:cubicBezTo>
                  <a:cubicBezTo>
                    <a:pt x="13466" y="5454"/>
                    <a:pt x="11409" y="1618"/>
                    <a:pt x="8082" y="385"/>
                  </a:cubicBezTo>
                  <a:cubicBezTo>
                    <a:pt x="7376" y="124"/>
                    <a:pt x="6670" y="0"/>
                    <a:pt x="5989"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8"/>
            <p:cNvSpPr/>
            <p:nvPr/>
          </p:nvSpPr>
          <p:spPr>
            <a:xfrm>
              <a:off x="2237275" y="711425"/>
              <a:ext cx="114200" cy="100075"/>
            </a:xfrm>
            <a:custGeom>
              <a:rect b="b" l="l" r="r" t="t"/>
              <a:pathLst>
                <a:path extrusionOk="0" h="4003" w="4568">
                  <a:moveTo>
                    <a:pt x="2275" y="1"/>
                  </a:moveTo>
                  <a:cubicBezTo>
                    <a:pt x="1465" y="1"/>
                    <a:pt x="712" y="509"/>
                    <a:pt x="400" y="1318"/>
                  </a:cubicBezTo>
                  <a:cubicBezTo>
                    <a:pt x="0" y="2355"/>
                    <a:pt x="474" y="3488"/>
                    <a:pt x="1515" y="3874"/>
                  </a:cubicBezTo>
                  <a:cubicBezTo>
                    <a:pt x="1750" y="3961"/>
                    <a:pt x="1994" y="4002"/>
                    <a:pt x="2236" y="4002"/>
                  </a:cubicBezTo>
                  <a:cubicBezTo>
                    <a:pt x="3063" y="4002"/>
                    <a:pt x="3861" y="3516"/>
                    <a:pt x="4168" y="2715"/>
                  </a:cubicBezTo>
                  <a:cubicBezTo>
                    <a:pt x="4568" y="1680"/>
                    <a:pt x="4004" y="512"/>
                    <a:pt x="2965" y="126"/>
                  </a:cubicBezTo>
                  <a:cubicBezTo>
                    <a:pt x="2736" y="41"/>
                    <a:pt x="2503" y="1"/>
                    <a:pt x="2275"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 name="Google Shape;291;p28"/>
          <p:cNvGrpSpPr/>
          <p:nvPr/>
        </p:nvGrpSpPr>
        <p:grpSpPr>
          <a:xfrm rot="5400000">
            <a:off x="8159995" y="3864138"/>
            <a:ext cx="873762" cy="946748"/>
            <a:chOff x="2761250" y="617875"/>
            <a:chExt cx="1222900" cy="1325050"/>
          </a:xfrm>
        </p:grpSpPr>
        <p:sp>
          <p:nvSpPr>
            <p:cNvPr id="292" name="Google Shape;292;p28"/>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8"/>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8"/>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8"/>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8"/>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8"/>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8"/>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 name="Google Shape;299;p28"/>
          <p:cNvGrpSpPr/>
          <p:nvPr/>
        </p:nvGrpSpPr>
        <p:grpSpPr>
          <a:xfrm rot="280048">
            <a:off x="8313857" y="1810161"/>
            <a:ext cx="599298" cy="526155"/>
            <a:chOff x="2665925" y="2466150"/>
            <a:chExt cx="627625" cy="551025"/>
          </a:xfrm>
        </p:grpSpPr>
        <p:sp>
          <p:nvSpPr>
            <p:cNvPr id="300" name="Google Shape;300;p28"/>
            <p:cNvSpPr/>
            <p:nvPr/>
          </p:nvSpPr>
          <p:spPr>
            <a:xfrm>
              <a:off x="2700675" y="2466150"/>
              <a:ext cx="592875" cy="549500"/>
            </a:xfrm>
            <a:custGeom>
              <a:rect b="b" l="l" r="r" t="t"/>
              <a:pathLst>
                <a:path extrusionOk="0" h="21980" w="23715">
                  <a:moveTo>
                    <a:pt x="6323" y="0"/>
                  </a:moveTo>
                  <a:cubicBezTo>
                    <a:pt x="5320" y="0"/>
                    <a:pt x="4347" y="220"/>
                    <a:pt x="3434" y="722"/>
                  </a:cubicBezTo>
                  <a:cubicBezTo>
                    <a:pt x="52" y="2578"/>
                    <a:pt x="1" y="6111"/>
                    <a:pt x="1" y="6111"/>
                  </a:cubicBezTo>
                  <a:cubicBezTo>
                    <a:pt x="1" y="6111"/>
                    <a:pt x="1555" y="3520"/>
                    <a:pt x="4741" y="3520"/>
                  </a:cubicBezTo>
                  <a:cubicBezTo>
                    <a:pt x="7746" y="3520"/>
                    <a:pt x="12205" y="5827"/>
                    <a:pt x="18179" y="14795"/>
                  </a:cubicBezTo>
                  <a:cubicBezTo>
                    <a:pt x="22322" y="21011"/>
                    <a:pt x="16293" y="21867"/>
                    <a:pt x="16293" y="21867"/>
                  </a:cubicBezTo>
                  <a:cubicBezTo>
                    <a:pt x="16293" y="21867"/>
                    <a:pt x="16625" y="21980"/>
                    <a:pt x="17147" y="21980"/>
                  </a:cubicBezTo>
                  <a:cubicBezTo>
                    <a:pt x="18141" y="21980"/>
                    <a:pt x="19823" y="21572"/>
                    <a:pt x="21209" y="19201"/>
                  </a:cubicBezTo>
                  <a:cubicBezTo>
                    <a:pt x="22213" y="17480"/>
                    <a:pt x="23714" y="15162"/>
                    <a:pt x="20548" y="10050"/>
                  </a:cubicBezTo>
                  <a:cubicBezTo>
                    <a:pt x="18795" y="7221"/>
                    <a:pt x="12072" y="0"/>
                    <a:pt x="6323"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8"/>
            <p:cNvSpPr/>
            <p:nvPr/>
          </p:nvSpPr>
          <p:spPr>
            <a:xfrm>
              <a:off x="2700275" y="2537525"/>
              <a:ext cx="507325" cy="479550"/>
            </a:xfrm>
            <a:custGeom>
              <a:rect b="b" l="l" r="r" t="t"/>
              <a:pathLst>
                <a:path extrusionOk="0" h="19182" w="20293">
                  <a:moveTo>
                    <a:pt x="3446" y="0"/>
                  </a:moveTo>
                  <a:cubicBezTo>
                    <a:pt x="3175" y="0"/>
                    <a:pt x="2902" y="23"/>
                    <a:pt x="2633" y="67"/>
                  </a:cubicBezTo>
                  <a:cubicBezTo>
                    <a:pt x="1859" y="197"/>
                    <a:pt x="1241" y="508"/>
                    <a:pt x="793" y="995"/>
                  </a:cubicBezTo>
                  <a:cubicBezTo>
                    <a:pt x="264" y="1570"/>
                    <a:pt x="1" y="2353"/>
                    <a:pt x="8" y="3325"/>
                  </a:cubicBezTo>
                  <a:cubicBezTo>
                    <a:pt x="12" y="4263"/>
                    <a:pt x="269" y="5339"/>
                    <a:pt x="770" y="6519"/>
                  </a:cubicBezTo>
                  <a:cubicBezTo>
                    <a:pt x="1799" y="8945"/>
                    <a:pt x="3741" y="11545"/>
                    <a:pt x="6242" y="13843"/>
                  </a:cubicBezTo>
                  <a:cubicBezTo>
                    <a:pt x="6535" y="14113"/>
                    <a:pt x="6812" y="14355"/>
                    <a:pt x="7085" y="14586"/>
                  </a:cubicBezTo>
                  <a:cubicBezTo>
                    <a:pt x="8876" y="16108"/>
                    <a:pt x="10793" y="17338"/>
                    <a:pt x="12629" y="18147"/>
                  </a:cubicBezTo>
                  <a:cubicBezTo>
                    <a:pt x="13116" y="18361"/>
                    <a:pt x="13614" y="18551"/>
                    <a:pt x="14122" y="18712"/>
                  </a:cubicBezTo>
                  <a:cubicBezTo>
                    <a:pt x="15032" y="19001"/>
                    <a:pt x="15877" y="19158"/>
                    <a:pt x="16630" y="19179"/>
                  </a:cubicBezTo>
                  <a:cubicBezTo>
                    <a:pt x="16688" y="19181"/>
                    <a:pt x="16745" y="19181"/>
                    <a:pt x="16803" y="19181"/>
                  </a:cubicBezTo>
                  <a:cubicBezTo>
                    <a:pt x="17985" y="19181"/>
                    <a:pt x="18893" y="18846"/>
                    <a:pt x="19500" y="18186"/>
                  </a:cubicBezTo>
                  <a:cubicBezTo>
                    <a:pt x="20026" y="17613"/>
                    <a:pt x="20292" y="16828"/>
                    <a:pt x="20285" y="15856"/>
                  </a:cubicBezTo>
                  <a:cubicBezTo>
                    <a:pt x="20280" y="14919"/>
                    <a:pt x="20024" y="13845"/>
                    <a:pt x="19523" y="12665"/>
                  </a:cubicBezTo>
                  <a:cubicBezTo>
                    <a:pt x="18493" y="10238"/>
                    <a:pt x="16551" y="7636"/>
                    <a:pt x="14053" y="5341"/>
                  </a:cubicBezTo>
                  <a:cubicBezTo>
                    <a:pt x="13342" y="4688"/>
                    <a:pt x="12599" y="4071"/>
                    <a:pt x="11825" y="3498"/>
                  </a:cubicBezTo>
                  <a:cubicBezTo>
                    <a:pt x="10894" y="2801"/>
                    <a:pt x="9911" y="2178"/>
                    <a:pt x="8886" y="1630"/>
                  </a:cubicBezTo>
                  <a:cubicBezTo>
                    <a:pt x="8364" y="1353"/>
                    <a:pt x="7847" y="1106"/>
                    <a:pt x="7343" y="898"/>
                  </a:cubicBezTo>
                  <a:cubicBezTo>
                    <a:pt x="5928" y="310"/>
                    <a:pt x="4593" y="0"/>
                    <a:pt x="3485" y="0"/>
                  </a:cubicBezTo>
                  <a:cubicBezTo>
                    <a:pt x="3472" y="0"/>
                    <a:pt x="3459" y="0"/>
                    <a:pt x="3446"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8"/>
            <p:cNvSpPr/>
            <p:nvPr/>
          </p:nvSpPr>
          <p:spPr>
            <a:xfrm>
              <a:off x="2665925" y="2537350"/>
              <a:ext cx="575950" cy="479825"/>
            </a:xfrm>
            <a:custGeom>
              <a:rect b="b" l="l" r="r" t="t"/>
              <a:pathLst>
                <a:path extrusionOk="0" h="19193" w="23038">
                  <a:moveTo>
                    <a:pt x="4859" y="0"/>
                  </a:moveTo>
                  <a:cubicBezTo>
                    <a:pt x="4859" y="0"/>
                    <a:pt x="4860" y="0"/>
                    <a:pt x="4860" y="0"/>
                  </a:cubicBezTo>
                  <a:lnTo>
                    <a:pt x="4860" y="0"/>
                  </a:lnTo>
                  <a:cubicBezTo>
                    <a:pt x="4860" y="0"/>
                    <a:pt x="4861" y="0"/>
                    <a:pt x="4861" y="0"/>
                  </a:cubicBezTo>
                  <a:close/>
                  <a:moveTo>
                    <a:pt x="4861" y="12"/>
                  </a:moveTo>
                  <a:cubicBezTo>
                    <a:pt x="5967" y="12"/>
                    <a:pt x="7302" y="324"/>
                    <a:pt x="8717" y="910"/>
                  </a:cubicBezTo>
                  <a:cubicBezTo>
                    <a:pt x="9218" y="1118"/>
                    <a:pt x="9738" y="1365"/>
                    <a:pt x="10260" y="1642"/>
                  </a:cubicBezTo>
                  <a:cubicBezTo>
                    <a:pt x="11285" y="2189"/>
                    <a:pt x="12266" y="2813"/>
                    <a:pt x="13197" y="3508"/>
                  </a:cubicBezTo>
                  <a:cubicBezTo>
                    <a:pt x="13970" y="4083"/>
                    <a:pt x="14714" y="4697"/>
                    <a:pt x="15423" y="5350"/>
                  </a:cubicBezTo>
                  <a:cubicBezTo>
                    <a:pt x="16686" y="6509"/>
                    <a:pt x="17808" y="7749"/>
                    <a:pt x="18757" y="9028"/>
                  </a:cubicBezTo>
                  <a:cubicBezTo>
                    <a:pt x="19673" y="10266"/>
                    <a:pt x="20391" y="11492"/>
                    <a:pt x="20893" y="12672"/>
                  </a:cubicBezTo>
                  <a:cubicBezTo>
                    <a:pt x="21394" y="13852"/>
                    <a:pt x="21648" y="14926"/>
                    <a:pt x="21654" y="15863"/>
                  </a:cubicBezTo>
                  <a:cubicBezTo>
                    <a:pt x="21661" y="16833"/>
                    <a:pt x="21396" y="17616"/>
                    <a:pt x="20872" y="18188"/>
                  </a:cubicBezTo>
                  <a:cubicBezTo>
                    <a:pt x="20567" y="18518"/>
                    <a:pt x="20179" y="18770"/>
                    <a:pt x="19720" y="18939"/>
                  </a:cubicBezTo>
                  <a:cubicBezTo>
                    <a:pt x="19274" y="19100"/>
                    <a:pt x="18754" y="19183"/>
                    <a:pt x="18179" y="19183"/>
                  </a:cubicBezTo>
                  <a:cubicBezTo>
                    <a:pt x="18122" y="19183"/>
                    <a:pt x="18064" y="19183"/>
                    <a:pt x="18006" y="19181"/>
                  </a:cubicBezTo>
                  <a:cubicBezTo>
                    <a:pt x="17251" y="19158"/>
                    <a:pt x="16408" y="19001"/>
                    <a:pt x="15499" y="18715"/>
                  </a:cubicBezTo>
                  <a:cubicBezTo>
                    <a:pt x="14991" y="18553"/>
                    <a:pt x="14492" y="18364"/>
                    <a:pt x="14005" y="18147"/>
                  </a:cubicBezTo>
                  <a:cubicBezTo>
                    <a:pt x="12169" y="17339"/>
                    <a:pt x="10253" y="16110"/>
                    <a:pt x="8463" y="14589"/>
                  </a:cubicBezTo>
                  <a:lnTo>
                    <a:pt x="8461" y="14589"/>
                  </a:lnTo>
                  <a:cubicBezTo>
                    <a:pt x="8189" y="14358"/>
                    <a:pt x="7914" y="14115"/>
                    <a:pt x="7621" y="13845"/>
                  </a:cubicBezTo>
                  <a:cubicBezTo>
                    <a:pt x="6357" y="12684"/>
                    <a:pt x="5235" y="11446"/>
                    <a:pt x="4284" y="10165"/>
                  </a:cubicBezTo>
                  <a:cubicBezTo>
                    <a:pt x="3367" y="8927"/>
                    <a:pt x="2649" y="7701"/>
                    <a:pt x="2148" y="6521"/>
                  </a:cubicBezTo>
                  <a:cubicBezTo>
                    <a:pt x="1649" y="5341"/>
                    <a:pt x="1393" y="4270"/>
                    <a:pt x="1386" y="3330"/>
                  </a:cubicBezTo>
                  <a:cubicBezTo>
                    <a:pt x="1382" y="2360"/>
                    <a:pt x="1645" y="1577"/>
                    <a:pt x="2171" y="1007"/>
                  </a:cubicBezTo>
                  <a:cubicBezTo>
                    <a:pt x="2617" y="520"/>
                    <a:pt x="3238" y="208"/>
                    <a:pt x="4009" y="79"/>
                  </a:cubicBezTo>
                  <a:cubicBezTo>
                    <a:pt x="4291" y="33"/>
                    <a:pt x="4575" y="12"/>
                    <a:pt x="4861" y="12"/>
                  </a:cubicBezTo>
                  <a:close/>
                  <a:moveTo>
                    <a:pt x="4860" y="0"/>
                  </a:moveTo>
                  <a:cubicBezTo>
                    <a:pt x="4574" y="0"/>
                    <a:pt x="4288" y="21"/>
                    <a:pt x="4007" y="67"/>
                  </a:cubicBezTo>
                  <a:cubicBezTo>
                    <a:pt x="3252" y="194"/>
                    <a:pt x="2622" y="499"/>
                    <a:pt x="2160" y="998"/>
                  </a:cubicBezTo>
                  <a:cubicBezTo>
                    <a:pt x="1" y="3348"/>
                    <a:pt x="2441" y="9102"/>
                    <a:pt x="7611" y="13852"/>
                  </a:cubicBezTo>
                  <a:cubicBezTo>
                    <a:pt x="7891" y="14111"/>
                    <a:pt x="8170" y="14358"/>
                    <a:pt x="8454" y="14595"/>
                  </a:cubicBezTo>
                  <a:lnTo>
                    <a:pt x="8456" y="14595"/>
                  </a:lnTo>
                  <a:cubicBezTo>
                    <a:pt x="10304" y="16166"/>
                    <a:pt x="12220" y="17371"/>
                    <a:pt x="14000" y="18156"/>
                  </a:cubicBezTo>
                  <a:cubicBezTo>
                    <a:pt x="14487" y="18371"/>
                    <a:pt x="14986" y="18560"/>
                    <a:pt x="15494" y="18724"/>
                  </a:cubicBezTo>
                  <a:cubicBezTo>
                    <a:pt x="16397" y="19008"/>
                    <a:pt x="17244" y="19167"/>
                    <a:pt x="18004" y="19190"/>
                  </a:cubicBezTo>
                  <a:cubicBezTo>
                    <a:pt x="18062" y="19190"/>
                    <a:pt x="18119" y="19193"/>
                    <a:pt x="18177" y="19193"/>
                  </a:cubicBezTo>
                  <a:cubicBezTo>
                    <a:pt x="19320" y="19193"/>
                    <a:pt x="20255" y="18872"/>
                    <a:pt x="20879" y="18193"/>
                  </a:cubicBezTo>
                  <a:cubicBezTo>
                    <a:pt x="23038" y="15845"/>
                    <a:pt x="20597" y="10088"/>
                    <a:pt x="15429" y="5341"/>
                  </a:cubicBezTo>
                  <a:cubicBezTo>
                    <a:pt x="14721" y="4688"/>
                    <a:pt x="13977" y="4073"/>
                    <a:pt x="13201" y="3498"/>
                  </a:cubicBezTo>
                  <a:cubicBezTo>
                    <a:pt x="12271" y="2801"/>
                    <a:pt x="11287" y="2178"/>
                    <a:pt x="10262" y="1630"/>
                  </a:cubicBezTo>
                  <a:cubicBezTo>
                    <a:pt x="9738" y="1351"/>
                    <a:pt x="9223" y="1106"/>
                    <a:pt x="8717" y="899"/>
                  </a:cubicBezTo>
                  <a:cubicBezTo>
                    <a:pt x="7305" y="312"/>
                    <a:pt x="5982" y="1"/>
                    <a:pt x="4860"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8"/>
            <p:cNvSpPr/>
            <p:nvPr/>
          </p:nvSpPr>
          <p:spPr>
            <a:xfrm>
              <a:off x="2747900" y="2609975"/>
              <a:ext cx="408725" cy="340475"/>
            </a:xfrm>
            <a:custGeom>
              <a:rect b="b" l="l" r="r" t="t"/>
              <a:pathLst>
                <a:path extrusionOk="0" h="13619" w="16349">
                  <a:moveTo>
                    <a:pt x="3097" y="0"/>
                  </a:moveTo>
                  <a:cubicBezTo>
                    <a:pt x="2363" y="0"/>
                    <a:pt x="1799" y="206"/>
                    <a:pt x="1428" y="610"/>
                  </a:cubicBezTo>
                  <a:cubicBezTo>
                    <a:pt x="1" y="2164"/>
                    <a:pt x="1866" y="6207"/>
                    <a:pt x="5586" y="9624"/>
                  </a:cubicBezTo>
                  <a:cubicBezTo>
                    <a:pt x="8228" y="12051"/>
                    <a:pt x="11236" y="13618"/>
                    <a:pt x="13252" y="13618"/>
                  </a:cubicBezTo>
                  <a:cubicBezTo>
                    <a:pt x="13986" y="13618"/>
                    <a:pt x="14547" y="13413"/>
                    <a:pt x="14921" y="13007"/>
                  </a:cubicBezTo>
                  <a:cubicBezTo>
                    <a:pt x="16348" y="11455"/>
                    <a:pt x="14483" y="7410"/>
                    <a:pt x="10760" y="3992"/>
                  </a:cubicBezTo>
                  <a:cubicBezTo>
                    <a:pt x="8121" y="1568"/>
                    <a:pt x="5113" y="0"/>
                    <a:pt x="3097"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8"/>
            <p:cNvSpPr/>
            <p:nvPr/>
          </p:nvSpPr>
          <p:spPr>
            <a:xfrm>
              <a:off x="2747675" y="2609800"/>
              <a:ext cx="409125" cy="340775"/>
            </a:xfrm>
            <a:custGeom>
              <a:rect b="b" l="l" r="r" t="t"/>
              <a:pathLst>
                <a:path extrusionOk="0" h="13631" w="16365">
                  <a:moveTo>
                    <a:pt x="3106" y="12"/>
                  </a:moveTo>
                  <a:cubicBezTo>
                    <a:pt x="4080" y="12"/>
                    <a:pt x="5304" y="376"/>
                    <a:pt x="6646" y="1067"/>
                  </a:cubicBezTo>
                  <a:cubicBezTo>
                    <a:pt x="8019" y="1776"/>
                    <a:pt x="9444" y="2792"/>
                    <a:pt x="10767" y="4004"/>
                  </a:cubicBezTo>
                  <a:cubicBezTo>
                    <a:pt x="12568" y="5659"/>
                    <a:pt x="13993" y="7509"/>
                    <a:pt x="14778" y="9213"/>
                  </a:cubicBezTo>
                  <a:cubicBezTo>
                    <a:pt x="15159" y="10040"/>
                    <a:pt x="15369" y="10788"/>
                    <a:pt x="15401" y="11434"/>
                  </a:cubicBezTo>
                  <a:cubicBezTo>
                    <a:pt x="15434" y="12102"/>
                    <a:pt x="15272" y="12633"/>
                    <a:pt x="14926" y="13011"/>
                  </a:cubicBezTo>
                  <a:cubicBezTo>
                    <a:pt x="14554" y="13415"/>
                    <a:pt x="13993" y="13621"/>
                    <a:pt x="13261" y="13621"/>
                  </a:cubicBezTo>
                  <a:cubicBezTo>
                    <a:pt x="12286" y="13621"/>
                    <a:pt x="11063" y="13256"/>
                    <a:pt x="9721" y="12566"/>
                  </a:cubicBezTo>
                  <a:cubicBezTo>
                    <a:pt x="8345" y="11857"/>
                    <a:pt x="6923" y="10843"/>
                    <a:pt x="5600" y="9629"/>
                  </a:cubicBezTo>
                  <a:cubicBezTo>
                    <a:pt x="3799" y="7973"/>
                    <a:pt x="2374" y="6124"/>
                    <a:pt x="1589" y="4420"/>
                  </a:cubicBezTo>
                  <a:cubicBezTo>
                    <a:pt x="1206" y="3593"/>
                    <a:pt x="998" y="2845"/>
                    <a:pt x="966" y="2198"/>
                  </a:cubicBezTo>
                  <a:cubicBezTo>
                    <a:pt x="933" y="1531"/>
                    <a:pt x="1093" y="1000"/>
                    <a:pt x="1441" y="621"/>
                  </a:cubicBezTo>
                  <a:cubicBezTo>
                    <a:pt x="1813" y="217"/>
                    <a:pt x="2372" y="12"/>
                    <a:pt x="3106" y="12"/>
                  </a:cubicBezTo>
                  <a:close/>
                  <a:moveTo>
                    <a:pt x="3106" y="0"/>
                  </a:moveTo>
                  <a:cubicBezTo>
                    <a:pt x="2392" y="0"/>
                    <a:pt x="1815" y="196"/>
                    <a:pt x="1432" y="614"/>
                  </a:cubicBezTo>
                  <a:cubicBezTo>
                    <a:pt x="0" y="2173"/>
                    <a:pt x="1864" y="6211"/>
                    <a:pt x="5590" y="9636"/>
                  </a:cubicBezTo>
                  <a:cubicBezTo>
                    <a:pt x="8324" y="12148"/>
                    <a:pt x="11301" y="13630"/>
                    <a:pt x="13259" y="13630"/>
                  </a:cubicBezTo>
                  <a:cubicBezTo>
                    <a:pt x="13972" y="13630"/>
                    <a:pt x="14552" y="13434"/>
                    <a:pt x="14933" y="13018"/>
                  </a:cubicBezTo>
                  <a:cubicBezTo>
                    <a:pt x="16364" y="11460"/>
                    <a:pt x="14503" y="7421"/>
                    <a:pt x="10774" y="3995"/>
                  </a:cubicBezTo>
                  <a:cubicBezTo>
                    <a:pt x="8040" y="1485"/>
                    <a:pt x="5064" y="0"/>
                    <a:pt x="3106"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8"/>
            <p:cNvSpPr/>
            <p:nvPr/>
          </p:nvSpPr>
          <p:spPr>
            <a:xfrm>
              <a:off x="2716275" y="2553225"/>
              <a:ext cx="450800" cy="428675"/>
            </a:xfrm>
            <a:custGeom>
              <a:rect b="b" l="l" r="r" t="t"/>
              <a:pathLst>
                <a:path extrusionOk="0" fill="none" h="17147" w="18032">
                  <a:moveTo>
                    <a:pt x="12665" y="5530"/>
                  </a:moveTo>
                  <a:cubicBezTo>
                    <a:pt x="14711" y="7410"/>
                    <a:pt x="16336" y="9578"/>
                    <a:pt x="17184" y="11557"/>
                  </a:cubicBezTo>
                  <a:cubicBezTo>
                    <a:pt x="18031" y="13538"/>
                    <a:pt x="18031" y="15168"/>
                    <a:pt x="17184" y="16087"/>
                  </a:cubicBezTo>
                  <a:cubicBezTo>
                    <a:pt x="16339" y="17008"/>
                    <a:pt x="14713" y="17147"/>
                    <a:pt x="12670" y="16468"/>
                  </a:cubicBezTo>
                  <a:cubicBezTo>
                    <a:pt x="10626" y="15791"/>
                    <a:pt x="8329" y="14355"/>
                    <a:pt x="6283" y="12476"/>
                  </a:cubicBezTo>
                  <a:cubicBezTo>
                    <a:pt x="2025" y="8562"/>
                    <a:pt x="0" y="3836"/>
                    <a:pt x="1764" y="1917"/>
                  </a:cubicBezTo>
                  <a:cubicBezTo>
                    <a:pt x="3526" y="0"/>
                    <a:pt x="8407" y="1617"/>
                    <a:pt x="12665" y="553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8"/>
            <p:cNvSpPr/>
            <p:nvPr/>
          </p:nvSpPr>
          <p:spPr>
            <a:xfrm>
              <a:off x="2766075" y="2537900"/>
              <a:ext cx="249925" cy="453525"/>
            </a:xfrm>
            <a:custGeom>
              <a:rect b="b" l="l" r="r" t="t"/>
              <a:pathLst>
                <a:path extrusionOk="0" h="18141" w="9997">
                  <a:moveTo>
                    <a:pt x="859" y="0"/>
                  </a:moveTo>
                  <a:cubicBezTo>
                    <a:pt x="568" y="0"/>
                    <a:pt x="282" y="17"/>
                    <a:pt x="1" y="50"/>
                  </a:cubicBezTo>
                  <a:lnTo>
                    <a:pt x="587" y="1966"/>
                  </a:lnTo>
                  <a:lnTo>
                    <a:pt x="980" y="3248"/>
                  </a:lnTo>
                  <a:lnTo>
                    <a:pt x="3349" y="10985"/>
                  </a:lnTo>
                  <a:lnTo>
                    <a:pt x="3871" y="12685"/>
                  </a:lnTo>
                  <a:lnTo>
                    <a:pt x="4448" y="14576"/>
                  </a:lnTo>
                  <a:lnTo>
                    <a:pt x="4450" y="14576"/>
                  </a:lnTo>
                  <a:cubicBezTo>
                    <a:pt x="6298" y="16146"/>
                    <a:pt x="8216" y="17351"/>
                    <a:pt x="9997" y="18141"/>
                  </a:cubicBezTo>
                  <a:lnTo>
                    <a:pt x="9535" y="16635"/>
                  </a:lnTo>
                  <a:lnTo>
                    <a:pt x="9209" y="15566"/>
                  </a:lnTo>
                  <a:lnTo>
                    <a:pt x="7771" y="10868"/>
                  </a:lnTo>
                  <a:lnTo>
                    <a:pt x="7741" y="10777"/>
                  </a:lnTo>
                  <a:lnTo>
                    <a:pt x="7487" y="9937"/>
                  </a:lnTo>
                  <a:lnTo>
                    <a:pt x="7484" y="9935"/>
                  </a:lnTo>
                  <a:lnTo>
                    <a:pt x="6847" y="7857"/>
                  </a:lnTo>
                  <a:lnTo>
                    <a:pt x="5600" y="3781"/>
                  </a:lnTo>
                  <a:lnTo>
                    <a:pt x="5208" y="2497"/>
                  </a:lnTo>
                  <a:lnTo>
                    <a:pt x="4714" y="881"/>
                  </a:lnTo>
                  <a:cubicBezTo>
                    <a:pt x="3342" y="284"/>
                    <a:pt x="2059" y="0"/>
                    <a:pt x="859"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8"/>
            <p:cNvSpPr/>
            <p:nvPr/>
          </p:nvSpPr>
          <p:spPr>
            <a:xfrm>
              <a:off x="2922450" y="2578150"/>
              <a:ext cx="193575" cy="439025"/>
            </a:xfrm>
            <a:custGeom>
              <a:rect b="b" l="l" r="r" t="t"/>
              <a:pathLst>
                <a:path extrusionOk="0" h="17561" w="7743">
                  <a:moveTo>
                    <a:pt x="1" y="1"/>
                  </a:moveTo>
                  <a:lnTo>
                    <a:pt x="509" y="1652"/>
                  </a:lnTo>
                  <a:lnTo>
                    <a:pt x="941" y="3063"/>
                  </a:lnTo>
                  <a:lnTo>
                    <a:pt x="2479" y="8085"/>
                  </a:lnTo>
                  <a:lnTo>
                    <a:pt x="2804" y="9151"/>
                  </a:lnTo>
                  <a:lnTo>
                    <a:pt x="2929" y="9555"/>
                  </a:lnTo>
                  <a:lnTo>
                    <a:pt x="2931" y="9558"/>
                  </a:lnTo>
                  <a:lnTo>
                    <a:pt x="3095" y="10098"/>
                  </a:lnTo>
                  <a:lnTo>
                    <a:pt x="4467" y="14575"/>
                  </a:lnTo>
                  <a:lnTo>
                    <a:pt x="4769" y="15573"/>
                  </a:lnTo>
                  <a:lnTo>
                    <a:pt x="5235" y="17094"/>
                  </a:lnTo>
                  <a:cubicBezTo>
                    <a:pt x="6136" y="17378"/>
                    <a:pt x="6983" y="17538"/>
                    <a:pt x="7743" y="17561"/>
                  </a:cubicBezTo>
                  <a:lnTo>
                    <a:pt x="7226" y="15868"/>
                  </a:lnTo>
                  <a:lnTo>
                    <a:pt x="6912" y="14836"/>
                  </a:lnTo>
                  <a:lnTo>
                    <a:pt x="4058" y="5519"/>
                  </a:lnTo>
                  <a:lnTo>
                    <a:pt x="3513" y="3737"/>
                  </a:lnTo>
                  <a:lnTo>
                    <a:pt x="2940" y="1866"/>
                  </a:lnTo>
                  <a:lnTo>
                    <a:pt x="1767" y="1074"/>
                  </a:lnTo>
                  <a:lnTo>
                    <a:pt x="1"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 name="Google Shape;308;p28"/>
          <p:cNvGrpSpPr/>
          <p:nvPr/>
        </p:nvGrpSpPr>
        <p:grpSpPr>
          <a:xfrm rot="1135194">
            <a:off x="4240295" y="4340411"/>
            <a:ext cx="435970" cy="536160"/>
            <a:chOff x="4081850" y="3204400"/>
            <a:chExt cx="743225" cy="914025"/>
          </a:xfrm>
        </p:grpSpPr>
        <p:sp>
          <p:nvSpPr>
            <p:cNvPr id="309" name="Google Shape;309;p28"/>
            <p:cNvSpPr/>
            <p:nvPr/>
          </p:nvSpPr>
          <p:spPr>
            <a:xfrm>
              <a:off x="4106625" y="3204400"/>
              <a:ext cx="718450" cy="914025"/>
            </a:xfrm>
            <a:custGeom>
              <a:rect b="b" l="l" r="r" t="t"/>
              <a:pathLst>
                <a:path extrusionOk="0" h="36561" w="28738">
                  <a:moveTo>
                    <a:pt x="14832" y="0"/>
                  </a:moveTo>
                  <a:cubicBezTo>
                    <a:pt x="12888" y="0"/>
                    <a:pt x="11529" y="569"/>
                    <a:pt x="11529" y="569"/>
                  </a:cubicBezTo>
                  <a:cubicBezTo>
                    <a:pt x="11529" y="569"/>
                    <a:pt x="27955" y="2714"/>
                    <a:pt x="10506" y="29792"/>
                  </a:cubicBezTo>
                  <a:cubicBezTo>
                    <a:pt x="8291" y="33228"/>
                    <a:pt x="6253" y="34299"/>
                    <a:pt x="4573" y="34299"/>
                  </a:cubicBezTo>
                  <a:cubicBezTo>
                    <a:pt x="1798" y="34299"/>
                    <a:pt x="1" y="31378"/>
                    <a:pt x="0" y="31378"/>
                  </a:cubicBezTo>
                  <a:lnTo>
                    <a:pt x="0" y="31378"/>
                  </a:lnTo>
                  <a:cubicBezTo>
                    <a:pt x="0" y="31378"/>
                    <a:pt x="361" y="35656"/>
                    <a:pt x="6396" y="36372"/>
                  </a:cubicBezTo>
                  <a:cubicBezTo>
                    <a:pt x="7105" y="36457"/>
                    <a:pt x="7880" y="36561"/>
                    <a:pt x="8720" y="36561"/>
                  </a:cubicBezTo>
                  <a:cubicBezTo>
                    <a:pt x="11282" y="36561"/>
                    <a:pt x="14450" y="35596"/>
                    <a:pt x="18190" y="30193"/>
                  </a:cubicBezTo>
                  <a:cubicBezTo>
                    <a:pt x="21421" y="25527"/>
                    <a:pt x="28738" y="8230"/>
                    <a:pt x="20691" y="2014"/>
                  </a:cubicBezTo>
                  <a:cubicBezTo>
                    <a:pt x="18635" y="426"/>
                    <a:pt x="16515" y="0"/>
                    <a:pt x="14832"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8"/>
            <p:cNvSpPr/>
            <p:nvPr/>
          </p:nvSpPr>
          <p:spPr>
            <a:xfrm>
              <a:off x="4081975" y="3206200"/>
              <a:ext cx="497850" cy="882300"/>
            </a:xfrm>
            <a:custGeom>
              <a:rect b="b" l="l" r="r" t="t"/>
              <a:pathLst>
                <a:path extrusionOk="0" h="35292" w="19914">
                  <a:moveTo>
                    <a:pt x="14683" y="1"/>
                  </a:moveTo>
                  <a:cubicBezTo>
                    <a:pt x="14676" y="1"/>
                    <a:pt x="14669" y="1"/>
                    <a:pt x="14662" y="1"/>
                  </a:cubicBezTo>
                  <a:cubicBezTo>
                    <a:pt x="12598" y="1"/>
                    <a:pt x="10190" y="1490"/>
                    <a:pt x="7886" y="4191"/>
                  </a:cubicBezTo>
                  <a:cubicBezTo>
                    <a:pt x="5553" y="6925"/>
                    <a:pt x="3475" y="10730"/>
                    <a:pt x="2032" y="14912"/>
                  </a:cubicBezTo>
                  <a:cubicBezTo>
                    <a:pt x="1843" y="15459"/>
                    <a:pt x="1679" y="15967"/>
                    <a:pt x="1531" y="16464"/>
                  </a:cubicBezTo>
                  <a:lnTo>
                    <a:pt x="1531" y="16466"/>
                  </a:lnTo>
                  <a:cubicBezTo>
                    <a:pt x="545" y="19731"/>
                    <a:pt x="19" y="22996"/>
                    <a:pt x="7" y="25907"/>
                  </a:cubicBezTo>
                  <a:cubicBezTo>
                    <a:pt x="0" y="26681"/>
                    <a:pt x="37" y="27454"/>
                    <a:pt x="116" y="28223"/>
                  </a:cubicBezTo>
                  <a:cubicBezTo>
                    <a:pt x="261" y="29600"/>
                    <a:pt x="541" y="30814"/>
                    <a:pt x="949" y="31830"/>
                  </a:cubicBezTo>
                  <a:cubicBezTo>
                    <a:pt x="1284" y="32661"/>
                    <a:pt x="1704" y="33356"/>
                    <a:pt x="2196" y="33899"/>
                  </a:cubicBezTo>
                  <a:cubicBezTo>
                    <a:pt x="2702" y="34455"/>
                    <a:pt x="3286" y="34852"/>
                    <a:pt x="3935" y="35076"/>
                  </a:cubicBezTo>
                  <a:cubicBezTo>
                    <a:pt x="4351" y="35217"/>
                    <a:pt x="4787" y="35291"/>
                    <a:pt x="5226" y="35291"/>
                  </a:cubicBezTo>
                  <a:cubicBezTo>
                    <a:pt x="5233" y="35291"/>
                    <a:pt x="5240" y="35291"/>
                    <a:pt x="5246" y="35291"/>
                  </a:cubicBezTo>
                  <a:cubicBezTo>
                    <a:pt x="7311" y="35291"/>
                    <a:pt x="9717" y="33802"/>
                    <a:pt x="12023" y="31100"/>
                  </a:cubicBezTo>
                  <a:cubicBezTo>
                    <a:pt x="14353" y="28369"/>
                    <a:pt x="16431" y="24561"/>
                    <a:pt x="17874" y="20384"/>
                  </a:cubicBezTo>
                  <a:cubicBezTo>
                    <a:pt x="18334" y="19061"/>
                    <a:pt x="18722" y="17715"/>
                    <a:pt x="19036" y="16351"/>
                  </a:cubicBezTo>
                  <a:cubicBezTo>
                    <a:pt x="19435" y="14635"/>
                    <a:pt x="19698" y="12956"/>
                    <a:pt x="19818" y="11359"/>
                  </a:cubicBezTo>
                  <a:cubicBezTo>
                    <a:pt x="19888" y="10502"/>
                    <a:pt x="19913" y="9668"/>
                    <a:pt x="19899" y="8879"/>
                  </a:cubicBezTo>
                  <a:cubicBezTo>
                    <a:pt x="19851" y="6022"/>
                    <a:pt x="19290" y="3688"/>
                    <a:pt x="18276" y="2129"/>
                  </a:cubicBezTo>
                  <a:cubicBezTo>
                    <a:pt x="17657" y="1174"/>
                    <a:pt x="16881" y="529"/>
                    <a:pt x="15972" y="215"/>
                  </a:cubicBezTo>
                  <a:cubicBezTo>
                    <a:pt x="15558" y="74"/>
                    <a:pt x="15121" y="1"/>
                    <a:pt x="14683"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8"/>
            <p:cNvSpPr/>
            <p:nvPr/>
          </p:nvSpPr>
          <p:spPr>
            <a:xfrm>
              <a:off x="4081850" y="3206025"/>
              <a:ext cx="498125" cy="882575"/>
            </a:xfrm>
            <a:custGeom>
              <a:rect b="b" l="l" r="r" t="t"/>
              <a:pathLst>
                <a:path extrusionOk="0" h="35303" w="19925">
                  <a:moveTo>
                    <a:pt x="14667" y="12"/>
                  </a:moveTo>
                  <a:cubicBezTo>
                    <a:pt x="15113" y="12"/>
                    <a:pt x="15554" y="84"/>
                    <a:pt x="15977" y="229"/>
                  </a:cubicBezTo>
                  <a:cubicBezTo>
                    <a:pt x="16884" y="541"/>
                    <a:pt x="17660" y="1185"/>
                    <a:pt x="18279" y="2141"/>
                  </a:cubicBezTo>
                  <a:cubicBezTo>
                    <a:pt x="19288" y="3700"/>
                    <a:pt x="19851" y="6032"/>
                    <a:pt x="19900" y="8886"/>
                  </a:cubicBezTo>
                  <a:cubicBezTo>
                    <a:pt x="19913" y="9675"/>
                    <a:pt x="19888" y="10509"/>
                    <a:pt x="19819" y="11366"/>
                  </a:cubicBezTo>
                  <a:cubicBezTo>
                    <a:pt x="19699" y="12963"/>
                    <a:pt x="19435" y="14642"/>
                    <a:pt x="19036" y="16355"/>
                  </a:cubicBezTo>
                  <a:cubicBezTo>
                    <a:pt x="18722" y="17720"/>
                    <a:pt x="18334" y="19066"/>
                    <a:pt x="17877" y="20389"/>
                  </a:cubicBezTo>
                  <a:cubicBezTo>
                    <a:pt x="17140" y="22516"/>
                    <a:pt x="16251" y="24534"/>
                    <a:pt x="15231" y="26388"/>
                  </a:cubicBezTo>
                  <a:cubicBezTo>
                    <a:pt x="14245" y="28177"/>
                    <a:pt x="13167" y="29764"/>
                    <a:pt x="12024" y="31103"/>
                  </a:cubicBezTo>
                  <a:cubicBezTo>
                    <a:pt x="10890" y="32433"/>
                    <a:pt x="9733" y="33469"/>
                    <a:pt x="8588" y="34188"/>
                  </a:cubicBezTo>
                  <a:cubicBezTo>
                    <a:pt x="7415" y="34922"/>
                    <a:pt x="6293" y="35294"/>
                    <a:pt x="5251" y="35294"/>
                  </a:cubicBezTo>
                  <a:cubicBezTo>
                    <a:pt x="4806" y="35294"/>
                    <a:pt x="4365" y="35222"/>
                    <a:pt x="3942" y="35077"/>
                  </a:cubicBezTo>
                  <a:cubicBezTo>
                    <a:pt x="3296" y="34853"/>
                    <a:pt x="2709" y="34458"/>
                    <a:pt x="2204" y="33901"/>
                  </a:cubicBezTo>
                  <a:cubicBezTo>
                    <a:pt x="1714" y="33361"/>
                    <a:pt x="1294" y="32666"/>
                    <a:pt x="959" y="31837"/>
                  </a:cubicBezTo>
                  <a:cubicBezTo>
                    <a:pt x="553" y="30821"/>
                    <a:pt x="271" y="29607"/>
                    <a:pt x="128" y="28230"/>
                  </a:cubicBezTo>
                  <a:cubicBezTo>
                    <a:pt x="49" y="27459"/>
                    <a:pt x="12" y="26686"/>
                    <a:pt x="17" y="25914"/>
                  </a:cubicBezTo>
                  <a:cubicBezTo>
                    <a:pt x="28" y="23003"/>
                    <a:pt x="555" y="19738"/>
                    <a:pt x="1541" y="16475"/>
                  </a:cubicBezTo>
                  <a:lnTo>
                    <a:pt x="1543" y="16473"/>
                  </a:lnTo>
                  <a:cubicBezTo>
                    <a:pt x="1689" y="15977"/>
                    <a:pt x="1853" y="15469"/>
                    <a:pt x="2042" y="14921"/>
                  </a:cubicBezTo>
                  <a:cubicBezTo>
                    <a:pt x="2776" y="12792"/>
                    <a:pt x="3667" y="10774"/>
                    <a:pt x="4688" y="8920"/>
                  </a:cubicBezTo>
                  <a:cubicBezTo>
                    <a:pt x="5674" y="7129"/>
                    <a:pt x="6752" y="5542"/>
                    <a:pt x="7895" y="4203"/>
                  </a:cubicBezTo>
                  <a:cubicBezTo>
                    <a:pt x="9029" y="2873"/>
                    <a:pt x="10186" y="1834"/>
                    <a:pt x="11333" y="1118"/>
                  </a:cubicBezTo>
                  <a:cubicBezTo>
                    <a:pt x="12504" y="384"/>
                    <a:pt x="13626" y="12"/>
                    <a:pt x="14667" y="12"/>
                  </a:cubicBezTo>
                  <a:close/>
                  <a:moveTo>
                    <a:pt x="14667" y="1"/>
                  </a:moveTo>
                  <a:cubicBezTo>
                    <a:pt x="10426" y="1"/>
                    <a:pt x="5037" y="6214"/>
                    <a:pt x="2033" y="14917"/>
                  </a:cubicBezTo>
                  <a:cubicBezTo>
                    <a:pt x="1853" y="15439"/>
                    <a:pt x="1686" y="15953"/>
                    <a:pt x="1532" y="16468"/>
                  </a:cubicBezTo>
                  <a:lnTo>
                    <a:pt x="1532" y="16473"/>
                  </a:lnTo>
                  <a:cubicBezTo>
                    <a:pt x="513" y="19840"/>
                    <a:pt x="17" y="23091"/>
                    <a:pt x="8" y="25912"/>
                  </a:cubicBezTo>
                  <a:cubicBezTo>
                    <a:pt x="1" y="26688"/>
                    <a:pt x="38" y="27461"/>
                    <a:pt x="116" y="28230"/>
                  </a:cubicBezTo>
                  <a:cubicBezTo>
                    <a:pt x="262" y="29595"/>
                    <a:pt x="539" y="30816"/>
                    <a:pt x="950" y="31839"/>
                  </a:cubicBezTo>
                  <a:cubicBezTo>
                    <a:pt x="1615" y="33486"/>
                    <a:pt x="2615" y="34631"/>
                    <a:pt x="3940" y="35088"/>
                  </a:cubicBezTo>
                  <a:cubicBezTo>
                    <a:pt x="4356" y="35229"/>
                    <a:pt x="4792" y="35303"/>
                    <a:pt x="5231" y="35303"/>
                  </a:cubicBezTo>
                  <a:cubicBezTo>
                    <a:pt x="5238" y="35303"/>
                    <a:pt x="5245" y="35303"/>
                    <a:pt x="5251" y="35303"/>
                  </a:cubicBezTo>
                  <a:cubicBezTo>
                    <a:pt x="9493" y="35303"/>
                    <a:pt x="14882" y="29092"/>
                    <a:pt x="17886" y="20391"/>
                  </a:cubicBezTo>
                  <a:cubicBezTo>
                    <a:pt x="18346" y="19068"/>
                    <a:pt x="18734" y="17724"/>
                    <a:pt x="19048" y="16360"/>
                  </a:cubicBezTo>
                  <a:cubicBezTo>
                    <a:pt x="19449" y="14628"/>
                    <a:pt x="19713" y="12947"/>
                    <a:pt x="19830" y="11368"/>
                  </a:cubicBezTo>
                  <a:cubicBezTo>
                    <a:pt x="19897" y="10509"/>
                    <a:pt x="19925" y="9680"/>
                    <a:pt x="19911" y="8888"/>
                  </a:cubicBezTo>
                  <a:cubicBezTo>
                    <a:pt x="19863" y="6073"/>
                    <a:pt x="19311" y="3714"/>
                    <a:pt x="18288" y="2136"/>
                  </a:cubicBezTo>
                  <a:cubicBezTo>
                    <a:pt x="17681" y="1201"/>
                    <a:pt x="16912" y="541"/>
                    <a:pt x="15979" y="220"/>
                  </a:cubicBezTo>
                  <a:cubicBezTo>
                    <a:pt x="15563" y="77"/>
                    <a:pt x="15126" y="3"/>
                    <a:pt x="14688" y="3"/>
                  </a:cubicBezTo>
                  <a:cubicBezTo>
                    <a:pt x="14681" y="3"/>
                    <a:pt x="14674" y="3"/>
                    <a:pt x="14667" y="3"/>
                  </a:cubicBezTo>
                  <a:lnTo>
                    <a:pt x="14667"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8"/>
            <p:cNvSpPr/>
            <p:nvPr/>
          </p:nvSpPr>
          <p:spPr>
            <a:xfrm>
              <a:off x="4152175" y="3329225"/>
              <a:ext cx="347700" cy="635150"/>
            </a:xfrm>
            <a:custGeom>
              <a:rect b="b" l="l" r="r" t="t"/>
              <a:pathLst>
                <a:path extrusionOk="0" h="25406" w="13908">
                  <a:moveTo>
                    <a:pt x="10494" y="0"/>
                  </a:moveTo>
                  <a:cubicBezTo>
                    <a:pt x="9111" y="0"/>
                    <a:pt x="7463" y="1090"/>
                    <a:pt x="5853" y="3071"/>
                  </a:cubicBezTo>
                  <a:cubicBezTo>
                    <a:pt x="4228" y="5071"/>
                    <a:pt x="2755" y="7848"/>
                    <a:pt x="1704" y="10889"/>
                  </a:cubicBezTo>
                  <a:cubicBezTo>
                    <a:pt x="545" y="14249"/>
                    <a:pt x="0" y="17595"/>
                    <a:pt x="173" y="20312"/>
                  </a:cubicBezTo>
                  <a:cubicBezTo>
                    <a:pt x="256" y="21633"/>
                    <a:pt x="506" y="22732"/>
                    <a:pt x="912" y="23582"/>
                  </a:cubicBezTo>
                  <a:cubicBezTo>
                    <a:pt x="1332" y="24459"/>
                    <a:pt x="1905" y="25030"/>
                    <a:pt x="2612" y="25272"/>
                  </a:cubicBezTo>
                  <a:cubicBezTo>
                    <a:pt x="2870" y="25362"/>
                    <a:pt x="3140" y="25406"/>
                    <a:pt x="3413" y="25406"/>
                  </a:cubicBezTo>
                  <a:cubicBezTo>
                    <a:pt x="4796" y="25406"/>
                    <a:pt x="6444" y="24314"/>
                    <a:pt x="8052" y="22335"/>
                  </a:cubicBezTo>
                  <a:cubicBezTo>
                    <a:pt x="9677" y="20333"/>
                    <a:pt x="11152" y="17558"/>
                    <a:pt x="12203" y="14514"/>
                  </a:cubicBezTo>
                  <a:cubicBezTo>
                    <a:pt x="13362" y="11157"/>
                    <a:pt x="13907" y="7811"/>
                    <a:pt x="13734" y="5094"/>
                  </a:cubicBezTo>
                  <a:cubicBezTo>
                    <a:pt x="13651" y="3773"/>
                    <a:pt x="13401" y="2672"/>
                    <a:pt x="12995" y="1824"/>
                  </a:cubicBezTo>
                  <a:cubicBezTo>
                    <a:pt x="12575" y="944"/>
                    <a:pt x="12002" y="376"/>
                    <a:pt x="11293" y="132"/>
                  </a:cubicBezTo>
                  <a:cubicBezTo>
                    <a:pt x="11037" y="44"/>
                    <a:pt x="10767" y="0"/>
                    <a:pt x="1049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8"/>
            <p:cNvSpPr/>
            <p:nvPr/>
          </p:nvSpPr>
          <p:spPr>
            <a:xfrm>
              <a:off x="4134675" y="3329050"/>
              <a:ext cx="382675" cy="635450"/>
            </a:xfrm>
            <a:custGeom>
              <a:rect b="b" l="l" r="r" t="t"/>
              <a:pathLst>
                <a:path extrusionOk="0" h="25418" w="15307">
                  <a:moveTo>
                    <a:pt x="11217" y="14"/>
                  </a:moveTo>
                  <a:cubicBezTo>
                    <a:pt x="11480" y="14"/>
                    <a:pt x="11743" y="58"/>
                    <a:pt x="11993" y="143"/>
                  </a:cubicBezTo>
                  <a:cubicBezTo>
                    <a:pt x="12700" y="388"/>
                    <a:pt x="13270" y="956"/>
                    <a:pt x="13690" y="1833"/>
                  </a:cubicBezTo>
                  <a:cubicBezTo>
                    <a:pt x="14097" y="2681"/>
                    <a:pt x="14346" y="3780"/>
                    <a:pt x="14429" y="5101"/>
                  </a:cubicBezTo>
                  <a:cubicBezTo>
                    <a:pt x="14512" y="6421"/>
                    <a:pt x="14427" y="7897"/>
                    <a:pt x="14175" y="9483"/>
                  </a:cubicBezTo>
                  <a:cubicBezTo>
                    <a:pt x="13912" y="11129"/>
                    <a:pt x="13483" y="12822"/>
                    <a:pt x="12898" y="14519"/>
                  </a:cubicBezTo>
                  <a:cubicBezTo>
                    <a:pt x="11848" y="17562"/>
                    <a:pt x="10375" y="20338"/>
                    <a:pt x="8749" y="22337"/>
                  </a:cubicBezTo>
                  <a:cubicBezTo>
                    <a:pt x="7142" y="24316"/>
                    <a:pt x="5496" y="25406"/>
                    <a:pt x="4113" y="25406"/>
                  </a:cubicBezTo>
                  <a:cubicBezTo>
                    <a:pt x="3843" y="25406"/>
                    <a:pt x="3572" y="25362"/>
                    <a:pt x="3316" y="25274"/>
                  </a:cubicBezTo>
                  <a:cubicBezTo>
                    <a:pt x="2610" y="25032"/>
                    <a:pt x="2037" y="24464"/>
                    <a:pt x="1619" y="23586"/>
                  </a:cubicBezTo>
                  <a:cubicBezTo>
                    <a:pt x="1213" y="22737"/>
                    <a:pt x="963" y="21638"/>
                    <a:pt x="880" y="20319"/>
                  </a:cubicBezTo>
                  <a:cubicBezTo>
                    <a:pt x="797" y="18999"/>
                    <a:pt x="883" y="17523"/>
                    <a:pt x="1134" y="15934"/>
                  </a:cubicBezTo>
                  <a:cubicBezTo>
                    <a:pt x="1395" y="14290"/>
                    <a:pt x="1825" y="12596"/>
                    <a:pt x="2411" y="10899"/>
                  </a:cubicBezTo>
                  <a:cubicBezTo>
                    <a:pt x="3462" y="7858"/>
                    <a:pt x="4935" y="5082"/>
                    <a:pt x="6558" y="3083"/>
                  </a:cubicBezTo>
                  <a:cubicBezTo>
                    <a:pt x="8167" y="1104"/>
                    <a:pt x="9814" y="14"/>
                    <a:pt x="11197" y="14"/>
                  </a:cubicBezTo>
                  <a:cubicBezTo>
                    <a:pt x="11203" y="14"/>
                    <a:pt x="11210" y="14"/>
                    <a:pt x="11217" y="14"/>
                  </a:cubicBezTo>
                  <a:close/>
                  <a:moveTo>
                    <a:pt x="11197" y="0"/>
                  </a:moveTo>
                  <a:cubicBezTo>
                    <a:pt x="8350" y="0"/>
                    <a:pt x="4586" y="4565"/>
                    <a:pt x="2400" y="10894"/>
                  </a:cubicBezTo>
                  <a:cubicBezTo>
                    <a:pt x="1" y="17842"/>
                    <a:pt x="409" y="24284"/>
                    <a:pt x="3312" y="25286"/>
                  </a:cubicBezTo>
                  <a:cubicBezTo>
                    <a:pt x="3570" y="25374"/>
                    <a:pt x="3840" y="25417"/>
                    <a:pt x="4113" y="25417"/>
                  </a:cubicBezTo>
                  <a:cubicBezTo>
                    <a:pt x="6960" y="25417"/>
                    <a:pt x="10723" y="20855"/>
                    <a:pt x="12910" y="14524"/>
                  </a:cubicBezTo>
                  <a:cubicBezTo>
                    <a:pt x="15307" y="7578"/>
                    <a:pt x="14900" y="1136"/>
                    <a:pt x="11998" y="134"/>
                  </a:cubicBezTo>
                  <a:cubicBezTo>
                    <a:pt x="11739" y="44"/>
                    <a:pt x="11469" y="0"/>
                    <a:pt x="11197"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8"/>
            <p:cNvSpPr/>
            <p:nvPr/>
          </p:nvSpPr>
          <p:spPr>
            <a:xfrm>
              <a:off x="4120125" y="3272825"/>
              <a:ext cx="418300" cy="747900"/>
            </a:xfrm>
            <a:custGeom>
              <a:rect b="b" l="l" r="r" t="t"/>
              <a:pathLst>
                <a:path extrusionOk="0" fill="none" h="29916" w="16732">
                  <a:moveTo>
                    <a:pt x="13326" y="591"/>
                  </a:moveTo>
                  <a:cubicBezTo>
                    <a:pt x="15041" y="1185"/>
                    <a:pt x="16166" y="3267"/>
                    <a:pt x="16447" y="6380"/>
                  </a:cubicBezTo>
                  <a:cubicBezTo>
                    <a:pt x="16731" y="9492"/>
                    <a:pt x="16152" y="13381"/>
                    <a:pt x="14836" y="17193"/>
                  </a:cubicBezTo>
                  <a:cubicBezTo>
                    <a:pt x="13520" y="21003"/>
                    <a:pt x="11578" y="24420"/>
                    <a:pt x="9433" y="26694"/>
                  </a:cubicBezTo>
                  <a:cubicBezTo>
                    <a:pt x="7290" y="28971"/>
                    <a:pt x="5122" y="29915"/>
                    <a:pt x="3404" y="29322"/>
                  </a:cubicBezTo>
                  <a:cubicBezTo>
                    <a:pt x="1689" y="28731"/>
                    <a:pt x="566" y="26648"/>
                    <a:pt x="282" y="23536"/>
                  </a:cubicBezTo>
                  <a:cubicBezTo>
                    <a:pt x="1" y="20423"/>
                    <a:pt x="580" y="16533"/>
                    <a:pt x="1896" y="12723"/>
                  </a:cubicBezTo>
                  <a:cubicBezTo>
                    <a:pt x="3210" y="8913"/>
                    <a:pt x="5154" y="5496"/>
                    <a:pt x="7297" y="3219"/>
                  </a:cubicBezTo>
                  <a:cubicBezTo>
                    <a:pt x="9442" y="945"/>
                    <a:pt x="11610" y="0"/>
                    <a:pt x="13326" y="591"/>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8"/>
            <p:cNvSpPr/>
            <p:nvPr/>
          </p:nvSpPr>
          <p:spPr>
            <a:xfrm>
              <a:off x="4081975" y="3231825"/>
              <a:ext cx="608550" cy="622075"/>
            </a:xfrm>
            <a:custGeom>
              <a:rect b="b" l="l" r="r" t="t"/>
              <a:pathLst>
                <a:path extrusionOk="0" h="24883" w="24342">
                  <a:moveTo>
                    <a:pt x="20008" y="1"/>
                  </a:moveTo>
                  <a:lnTo>
                    <a:pt x="18283" y="1102"/>
                  </a:lnTo>
                  <a:lnTo>
                    <a:pt x="16073" y="2993"/>
                  </a:lnTo>
                  <a:lnTo>
                    <a:pt x="14593" y="4256"/>
                  </a:lnTo>
                  <a:lnTo>
                    <a:pt x="5669" y="11892"/>
                  </a:lnTo>
                  <a:lnTo>
                    <a:pt x="3709" y="13571"/>
                  </a:lnTo>
                  <a:lnTo>
                    <a:pt x="3709" y="13573"/>
                  </a:lnTo>
                  <a:lnTo>
                    <a:pt x="1527" y="15436"/>
                  </a:lnTo>
                  <a:lnTo>
                    <a:pt x="1527" y="15441"/>
                  </a:lnTo>
                  <a:cubicBezTo>
                    <a:pt x="508" y="18808"/>
                    <a:pt x="12" y="22059"/>
                    <a:pt x="0" y="24882"/>
                  </a:cubicBezTo>
                  <a:lnTo>
                    <a:pt x="1737" y="23395"/>
                  </a:lnTo>
                  <a:lnTo>
                    <a:pt x="2967" y="22345"/>
                  </a:lnTo>
                  <a:lnTo>
                    <a:pt x="8389" y="17706"/>
                  </a:lnTo>
                  <a:lnTo>
                    <a:pt x="8491" y="17618"/>
                  </a:lnTo>
                  <a:lnTo>
                    <a:pt x="9463" y="16789"/>
                  </a:lnTo>
                  <a:lnTo>
                    <a:pt x="9463" y="16787"/>
                  </a:lnTo>
                  <a:lnTo>
                    <a:pt x="11862" y="14734"/>
                  </a:lnTo>
                  <a:lnTo>
                    <a:pt x="16563" y="10717"/>
                  </a:lnTo>
                  <a:lnTo>
                    <a:pt x="18043" y="9449"/>
                  </a:lnTo>
                  <a:lnTo>
                    <a:pt x="19906" y="7856"/>
                  </a:lnTo>
                  <a:lnTo>
                    <a:pt x="24342" y="4420"/>
                  </a:lnTo>
                  <a:cubicBezTo>
                    <a:pt x="23266" y="2321"/>
                    <a:pt x="21829" y="832"/>
                    <a:pt x="20008"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8"/>
            <p:cNvSpPr/>
            <p:nvPr/>
          </p:nvSpPr>
          <p:spPr>
            <a:xfrm>
              <a:off x="4084750" y="3382550"/>
              <a:ext cx="630250" cy="619525"/>
            </a:xfrm>
            <a:custGeom>
              <a:rect b="b" l="l" r="r" t="t"/>
              <a:pathLst>
                <a:path extrusionOk="0" h="24781" w="25210">
                  <a:moveTo>
                    <a:pt x="24769" y="1"/>
                  </a:moveTo>
                  <a:lnTo>
                    <a:pt x="19712" y="4305"/>
                  </a:lnTo>
                  <a:lnTo>
                    <a:pt x="17807" y="5937"/>
                  </a:lnTo>
                  <a:lnTo>
                    <a:pt x="16182" y="7327"/>
                  </a:lnTo>
                  <a:lnTo>
                    <a:pt x="10388" y="12282"/>
                  </a:lnTo>
                  <a:lnTo>
                    <a:pt x="9158" y="13335"/>
                  </a:lnTo>
                  <a:lnTo>
                    <a:pt x="8694" y="13734"/>
                  </a:lnTo>
                  <a:lnTo>
                    <a:pt x="8694" y="13739"/>
                  </a:lnTo>
                  <a:lnTo>
                    <a:pt x="8068" y="14270"/>
                  </a:lnTo>
                  <a:lnTo>
                    <a:pt x="2905" y="18687"/>
                  </a:lnTo>
                  <a:lnTo>
                    <a:pt x="1755" y="19671"/>
                  </a:lnTo>
                  <a:lnTo>
                    <a:pt x="0" y="21169"/>
                  </a:lnTo>
                  <a:cubicBezTo>
                    <a:pt x="143" y="22534"/>
                    <a:pt x="423" y="23755"/>
                    <a:pt x="834" y="24781"/>
                  </a:cubicBezTo>
                  <a:lnTo>
                    <a:pt x="2787" y="23111"/>
                  </a:lnTo>
                  <a:lnTo>
                    <a:pt x="3979" y="22093"/>
                  </a:lnTo>
                  <a:lnTo>
                    <a:pt x="14718" y="12903"/>
                  </a:lnTo>
                  <a:lnTo>
                    <a:pt x="14718" y="12901"/>
                  </a:lnTo>
                  <a:lnTo>
                    <a:pt x="16777" y="11144"/>
                  </a:lnTo>
                  <a:lnTo>
                    <a:pt x="18932" y="9299"/>
                  </a:lnTo>
                  <a:lnTo>
                    <a:pt x="25210" y="3365"/>
                  </a:lnTo>
                  <a:cubicBezTo>
                    <a:pt x="25157" y="2233"/>
                    <a:pt x="25009" y="1107"/>
                    <a:pt x="24769"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 name="Google Shape;317;p28"/>
          <p:cNvGrpSpPr/>
          <p:nvPr/>
        </p:nvGrpSpPr>
        <p:grpSpPr>
          <a:xfrm rot="-742916">
            <a:off x="8254625" y="2950603"/>
            <a:ext cx="536787" cy="385823"/>
            <a:chOff x="3958725" y="4285850"/>
            <a:chExt cx="926000" cy="665575"/>
          </a:xfrm>
        </p:grpSpPr>
        <p:sp>
          <p:nvSpPr>
            <p:cNvPr id="318" name="Google Shape;318;p28"/>
            <p:cNvSpPr/>
            <p:nvPr/>
          </p:nvSpPr>
          <p:spPr>
            <a:xfrm>
              <a:off x="3958725" y="4286250"/>
              <a:ext cx="926000" cy="665175"/>
            </a:xfrm>
            <a:custGeom>
              <a:rect b="b" l="l" r="r" t="t"/>
              <a:pathLst>
                <a:path extrusionOk="0" h="26607" w="37040">
                  <a:moveTo>
                    <a:pt x="32631" y="0"/>
                  </a:moveTo>
                  <a:cubicBezTo>
                    <a:pt x="32452" y="0"/>
                    <a:pt x="32270" y="51"/>
                    <a:pt x="32109" y="159"/>
                  </a:cubicBezTo>
                  <a:lnTo>
                    <a:pt x="626" y="19435"/>
                  </a:lnTo>
                  <a:cubicBezTo>
                    <a:pt x="149" y="19705"/>
                    <a:pt x="1" y="20324"/>
                    <a:pt x="306" y="20781"/>
                  </a:cubicBezTo>
                  <a:lnTo>
                    <a:pt x="3557" y="26142"/>
                  </a:lnTo>
                  <a:cubicBezTo>
                    <a:pt x="3746" y="26441"/>
                    <a:pt x="4071" y="26607"/>
                    <a:pt x="4403" y="26607"/>
                  </a:cubicBezTo>
                  <a:cubicBezTo>
                    <a:pt x="4576" y="26607"/>
                    <a:pt x="4751" y="26562"/>
                    <a:pt x="4910" y="26468"/>
                  </a:cubicBezTo>
                  <a:lnTo>
                    <a:pt x="36349" y="7169"/>
                  </a:lnTo>
                  <a:cubicBezTo>
                    <a:pt x="36870" y="6913"/>
                    <a:pt x="37039" y="6253"/>
                    <a:pt x="36704" y="5777"/>
                  </a:cubicBezTo>
                  <a:lnTo>
                    <a:pt x="33456" y="480"/>
                  </a:lnTo>
                  <a:cubicBezTo>
                    <a:pt x="33281" y="171"/>
                    <a:pt x="32960" y="0"/>
                    <a:pt x="32631"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8"/>
            <p:cNvSpPr/>
            <p:nvPr/>
          </p:nvSpPr>
          <p:spPr>
            <a:xfrm>
              <a:off x="4691775" y="4285850"/>
              <a:ext cx="192950" cy="223000"/>
            </a:xfrm>
            <a:custGeom>
              <a:rect b="b" l="l" r="r" t="t"/>
              <a:pathLst>
                <a:path extrusionOk="0" h="8920" w="7718">
                  <a:moveTo>
                    <a:pt x="3300" y="1"/>
                  </a:moveTo>
                  <a:cubicBezTo>
                    <a:pt x="3131" y="1"/>
                    <a:pt x="2959" y="47"/>
                    <a:pt x="2804" y="143"/>
                  </a:cubicBezTo>
                  <a:lnTo>
                    <a:pt x="0" y="1872"/>
                  </a:lnTo>
                  <a:lnTo>
                    <a:pt x="4230" y="8919"/>
                  </a:lnTo>
                  <a:lnTo>
                    <a:pt x="7027" y="7185"/>
                  </a:lnTo>
                  <a:cubicBezTo>
                    <a:pt x="7548" y="6929"/>
                    <a:pt x="7717" y="6269"/>
                    <a:pt x="7382" y="5793"/>
                  </a:cubicBezTo>
                  <a:lnTo>
                    <a:pt x="4134" y="496"/>
                  </a:lnTo>
                  <a:cubicBezTo>
                    <a:pt x="3962" y="179"/>
                    <a:pt x="3636" y="1"/>
                    <a:pt x="330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8"/>
            <p:cNvSpPr/>
            <p:nvPr/>
          </p:nvSpPr>
          <p:spPr>
            <a:xfrm>
              <a:off x="4538575" y="4330500"/>
              <a:ext cx="263475" cy="270350"/>
            </a:xfrm>
            <a:custGeom>
              <a:rect b="b" l="l" r="r" t="t"/>
              <a:pathLst>
                <a:path extrusionOk="0" h="10814" w="10539">
                  <a:moveTo>
                    <a:pt x="6269" y="1"/>
                  </a:moveTo>
                  <a:lnTo>
                    <a:pt x="0" y="3841"/>
                  </a:lnTo>
                  <a:lnTo>
                    <a:pt x="4272" y="10814"/>
                  </a:lnTo>
                  <a:lnTo>
                    <a:pt x="10539" y="6972"/>
                  </a:lnTo>
                  <a:lnTo>
                    <a:pt x="6269" y="1"/>
                  </a:ln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8"/>
            <p:cNvSpPr/>
            <p:nvPr/>
          </p:nvSpPr>
          <p:spPr>
            <a:xfrm>
              <a:off x="4319625" y="4512575"/>
              <a:ext cx="85175" cy="283575"/>
            </a:xfrm>
            <a:custGeom>
              <a:rect b="b" l="l" r="r" t="t"/>
              <a:pathLst>
                <a:path extrusionOk="0" h="11343" w="3407">
                  <a:moveTo>
                    <a:pt x="3138" y="0"/>
                  </a:moveTo>
                  <a:lnTo>
                    <a:pt x="0" y="1919"/>
                  </a:lnTo>
                  <a:lnTo>
                    <a:pt x="162" y="7389"/>
                  </a:lnTo>
                  <a:lnTo>
                    <a:pt x="278" y="11342"/>
                  </a:lnTo>
                  <a:lnTo>
                    <a:pt x="3406" y="9419"/>
                  </a:lnTo>
                  <a:lnTo>
                    <a:pt x="3325" y="6339"/>
                  </a:lnTo>
                  <a:lnTo>
                    <a:pt x="3138"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8"/>
            <p:cNvSpPr/>
            <p:nvPr/>
          </p:nvSpPr>
          <p:spPr>
            <a:xfrm>
              <a:off x="3978350" y="4721700"/>
              <a:ext cx="85125" cy="229075"/>
            </a:xfrm>
            <a:custGeom>
              <a:rect b="b" l="l" r="r" t="t"/>
              <a:pathLst>
                <a:path extrusionOk="0" h="9163" w="3405">
                  <a:moveTo>
                    <a:pt x="3139" y="1"/>
                  </a:moveTo>
                  <a:lnTo>
                    <a:pt x="1" y="1920"/>
                  </a:lnTo>
                  <a:lnTo>
                    <a:pt x="72" y="4326"/>
                  </a:lnTo>
                  <a:lnTo>
                    <a:pt x="2762" y="8720"/>
                  </a:lnTo>
                  <a:cubicBezTo>
                    <a:pt x="2903" y="8953"/>
                    <a:pt x="3136" y="9114"/>
                    <a:pt x="3404" y="9163"/>
                  </a:cubicBezTo>
                  <a:lnTo>
                    <a:pt x="3323" y="6325"/>
                  </a:lnTo>
                  <a:lnTo>
                    <a:pt x="3139"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8"/>
            <p:cNvSpPr/>
            <p:nvPr/>
          </p:nvSpPr>
          <p:spPr>
            <a:xfrm>
              <a:off x="4427750" y="4408782"/>
              <a:ext cx="147850" cy="321900"/>
            </a:xfrm>
            <a:custGeom>
              <a:rect b="b" l="l" r="r" t="t"/>
              <a:pathLst>
                <a:path extrusionOk="0" h="12876" w="5914">
                  <a:moveTo>
                    <a:pt x="5639" y="0"/>
                  </a:moveTo>
                  <a:lnTo>
                    <a:pt x="0" y="3457"/>
                  </a:lnTo>
                  <a:lnTo>
                    <a:pt x="69" y="6052"/>
                  </a:lnTo>
                  <a:lnTo>
                    <a:pt x="259" y="12571"/>
                  </a:lnTo>
                  <a:lnTo>
                    <a:pt x="270" y="12875"/>
                  </a:lnTo>
                  <a:lnTo>
                    <a:pt x="5913" y="9412"/>
                  </a:lnTo>
                  <a:lnTo>
                    <a:pt x="5909" y="9377"/>
                  </a:lnTo>
                  <a:lnTo>
                    <a:pt x="5722" y="2838"/>
                  </a:lnTo>
                  <a:lnTo>
                    <a:pt x="5639"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 name="Google Shape;324;p28"/>
          <p:cNvGrpSpPr/>
          <p:nvPr/>
        </p:nvGrpSpPr>
        <p:grpSpPr>
          <a:xfrm rot="1459602">
            <a:off x="417719" y="3945794"/>
            <a:ext cx="549218" cy="531500"/>
            <a:chOff x="1785750" y="3413025"/>
            <a:chExt cx="785025" cy="759700"/>
          </a:xfrm>
        </p:grpSpPr>
        <p:sp>
          <p:nvSpPr>
            <p:cNvPr id="325" name="Google Shape;325;p28"/>
            <p:cNvSpPr/>
            <p:nvPr/>
          </p:nvSpPr>
          <p:spPr>
            <a:xfrm>
              <a:off x="1785750" y="3414125"/>
              <a:ext cx="739475" cy="758125"/>
            </a:xfrm>
            <a:custGeom>
              <a:rect b="b" l="l" r="r" t="t"/>
              <a:pathLst>
                <a:path extrusionOk="0" h="30325" w="29579">
                  <a:moveTo>
                    <a:pt x="9020" y="1"/>
                  </a:moveTo>
                  <a:cubicBezTo>
                    <a:pt x="7692" y="1"/>
                    <a:pt x="5740" y="539"/>
                    <a:pt x="3861" y="3055"/>
                  </a:cubicBezTo>
                  <a:cubicBezTo>
                    <a:pt x="2298" y="5150"/>
                    <a:pt x="1" y="7953"/>
                    <a:pt x="3376" y="15081"/>
                  </a:cubicBezTo>
                  <a:cubicBezTo>
                    <a:pt x="5324" y="19195"/>
                    <a:pt x="13615" y="30324"/>
                    <a:pt x="21398" y="30324"/>
                  </a:cubicBezTo>
                  <a:cubicBezTo>
                    <a:pt x="22382" y="30324"/>
                    <a:pt x="23358" y="30147"/>
                    <a:pt x="24312" y="29754"/>
                  </a:cubicBezTo>
                  <a:cubicBezTo>
                    <a:pt x="28992" y="27831"/>
                    <a:pt x="29579" y="23234"/>
                    <a:pt x="29579" y="23234"/>
                  </a:cubicBezTo>
                  <a:lnTo>
                    <a:pt x="29579" y="23234"/>
                  </a:lnTo>
                  <a:cubicBezTo>
                    <a:pt x="29578" y="23234"/>
                    <a:pt x="27493" y="25961"/>
                    <a:pt x="23856" y="25961"/>
                  </a:cubicBezTo>
                  <a:cubicBezTo>
                    <a:pt x="19899" y="25961"/>
                    <a:pt x="14105" y="22732"/>
                    <a:pt x="7161" y="9243"/>
                  </a:cubicBezTo>
                  <a:cubicBezTo>
                    <a:pt x="2674" y="532"/>
                    <a:pt x="10659" y="303"/>
                    <a:pt x="10659" y="303"/>
                  </a:cubicBezTo>
                  <a:cubicBezTo>
                    <a:pt x="10659" y="303"/>
                    <a:pt x="10015" y="1"/>
                    <a:pt x="9020"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8"/>
            <p:cNvSpPr/>
            <p:nvPr/>
          </p:nvSpPr>
          <p:spPr>
            <a:xfrm>
              <a:off x="1907725" y="3413150"/>
              <a:ext cx="621375" cy="676450"/>
            </a:xfrm>
            <a:custGeom>
              <a:rect b="b" l="l" r="r" t="t"/>
              <a:pathLst>
                <a:path extrusionOk="0" h="27058" w="24855">
                  <a:moveTo>
                    <a:pt x="4358" y="0"/>
                  </a:moveTo>
                  <a:cubicBezTo>
                    <a:pt x="3185" y="0"/>
                    <a:pt x="2222" y="319"/>
                    <a:pt x="1497" y="949"/>
                  </a:cubicBezTo>
                  <a:cubicBezTo>
                    <a:pt x="725" y="1619"/>
                    <a:pt x="266" y="2603"/>
                    <a:pt x="132" y="3870"/>
                  </a:cubicBezTo>
                  <a:cubicBezTo>
                    <a:pt x="0" y="5094"/>
                    <a:pt x="176" y="6532"/>
                    <a:pt x="656" y="8144"/>
                  </a:cubicBezTo>
                  <a:cubicBezTo>
                    <a:pt x="1640" y="11460"/>
                    <a:pt x="3789" y="15136"/>
                    <a:pt x="6710" y="18495"/>
                  </a:cubicBezTo>
                  <a:cubicBezTo>
                    <a:pt x="7537" y="19451"/>
                    <a:pt x="8417" y="20361"/>
                    <a:pt x="9343" y="21225"/>
                  </a:cubicBezTo>
                  <a:cubicBezTo>
                    <a:pt x="10504" y="22310"/>
                    <a:pt x="11700" y="23275"/>
                    <a:pt x="12898" y="24090"/>
                  </a:cubicBezTo>
                  <a:cubicBezTo>
                    <a:pt x="13538" y="24529"/>
                    <a:pt x="14178" y="24928"/>
                    <a:pt x="14803" y="25272"/>
                  </a:cubicBezTo>
                  <a:cubicBezTo>
                    <a:pt x="16911" y="26438"/>
                    <a:pt x="18881" y="27057"/>
                    <a:pt x="20497" y="27057"/>
                  </a:cubicBezTo>
                  <a:cubicBezTo>
                    <a:pt x="20606" y="27057"/>
                    <a:pt x="20714" y="27052"/>
                    <a:pt x="20818" y="27048"/>
                  </a:cubicBezTo>
                  <a:cubicBezTo>
                    <a:pt x="21848" y="26995"/>
                    <a:pt x="22702" y="26678"/>
                    <a:pt x="23358" y="26108"/>
                  </a:cubicBezTo>
                  <a:cubicBezTo>
                    <a:pt x="24129" y="25438"/>
                    <a:pt x="24589" y="24455"/>
                    <a:pt x="24723" y="23187"/>
                  </a:cubicBezTo>
                  <a:cubicBezTo>
                    <a:pt x="24854" y="21961"/>
                    <a:pt x="24677" y="20525"/>
                    <a:pt x="24199" y="18911"/>
                  </a:cubicBezTo>
                  <a:cubicBezTo>
                    <a:pt x="23215" y="15598"/>
                    <a:pt x="21063" y="11922"/>
                    <a:pt x="18144" y="8560"/>
                  </a:cubicBezTo>
                  <a:cubicBezTo>
                    <a:pt x="17800" y="8165"/>
                    <a:pt x="17477" y="7807"/>
                    <a:pt x="17154" y="7468"/>
                  </a:cubicBezTo>
                  <a:lnTo>
                    <a:pt x="17152" y="7465"/>
                  </a:lnTo>
                  <a:cubicBezTo>
                    <a:pt x="15041" y="5219"/>
                    <a:pt x="12723" y="3332"/>
                    <a:pt x="10449" y="2011"/>
                  </a:cubicBezTo>
                  <a:cubicBezTo>
                    <a:pt x="9846" y="1658"/>
                    <a:pt x="9223" y="1337"/>
                    <a:pt x="8585" y="1051"/>
                  </a:cubicBezTo>
                  <a:cubicBezTo>
                    <a:pt x="7442" y="543"/>
                    <a:pt x="6364" y="215"/>
                    <a:pt x="5385" y="74"/>
                  </a:cubicBezTo>
                  <a:cubicBezTo>
                    <a:pt x="5046" y="26"/>
                    <a:pt x="4702" y="0"/>
                    <a:pt x="4358"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8"/>
            <p:cNvSpPr/>
            <p:nvPr/>
          </p:nvSpPr>
          <p:spPr>
            <a:xfrm>
              <a:off x="1866050" y="3413025"/>
              <a:ext cx="704725" cy="676675"/>
            </a:xfrm>
            <a:custGeom>
              <a:rect b="b" l="l" r="r" t="t"/>
              <a:pathLst>
                <a:path extrusionOk="0" h="27067" w="28189">
                  <a:moveTo>
                    <a:pt x="6022" y="1"/>
                  </a:moveTo>
                  <a:cubicBezTo>
                    <a:pt x="6022" y="1"/>
                    <a:pt x="6022" y="1"/>
                    <a:pt x="6022" y="1"/>
                  </a:cubicBezTo>
                  <a:lnTo>
                    <a:pt x="6022" y="1"/>
                  </a:lnTo>
                  <a:cubicBezTo>
                    <a:pt x="6023" y="1"/>
                    <a:pt x="6024" y="1"/>
                    <a:pt x="6025" y="1"/>
                  </a:cubicBezTo>
                  <a:close/>
                  <a:moveTo>
                    <a:pt x="6025" y="12"/>
                  </a:moveTo>
                  <a:cubicBezTo>
                    <a:pt x="6369" y="12"/>
                    <a:pt x="6710" y="38"/>
                    <a:pt x="7052" y="86"/>
                  </a:cubicBezTo>
                  <a:cubicBezTo>
                    <a:pt x="8031" y="227"/>
                    <a:pt x="9107" y="555"/>
                    <a:pt x="10250" y="1063"/>
                  </a:cubicBezTo>
                  <a:cubicBezTo>
                    <a:pt x="10887" y="1349"/>
                    <a:pt x="11511" y="1668"/>
                    <a:pt x="12113" y="2021"/>
                  </a:cubicBezTo>
                  <a:cubicBezTo>
                    <a:pt x="14388" y="3344"/>
                    <a:pt x="16706" y="5231"/>
                    <a:pt x="18814" y="7475"/>
                  </a:cubicBezTo>
                  <a:lnTo>
                    <a:pt x="18816" y="7477"/>
                  </a:lnTo>
                  <a:cubicBezTo>
                    <a:pt x="19139" y="7817"/>
                    <a:pt x="19463" y="8172"/>
                    <a:pt x="19807" y="8569"/>
                  </a:cubicBezTo>
                  <a:cubicBezTo>
                    <a:pt x="21282" y="10266"/>
                    <a:pt x="22561" y="12047"/>
                    <a:pt x="23612" y="13855"/>
                  </a:cubicBezTo>
                  <a:cubicBezTo>
                    <a:pt x="24626" y="15605"/>
                    <a:pt x="25381" y="17307"/>
                    <a:pt x="25861" y="18918"/>
                  </a:cubicBezTo>
                  <a:cubicBezTo>
                    <a:pt x="26339" y="20530"/>
                    <a:pt x="26514" y="21966"/>
                    <a:pt x="26385" y="23190"/>
                  </a:cubicBezTo>
                  <a:cubicBezTo>
                    <a:pt x="26251" y="24458"/>
                    <a:pt x="25792" y="25439"/>
                    <a:pt x="25020" y="26108"/>
                  </a:cubicBezTo>
                  <a:cubicBezTo>
                    <a:pt x="24365" y="26676"/>
                    <a:pt x="23513" y="26993"/>
                    <a:pt x="22485" y="27046"/>
                  </a:cubicBezTo>
                  <a:cubicBezTo>
                    <a:pt x="22381" y="27051"/>
                    <a:pt x="22273" y="27055"/>
                    <a:pt x="22164" y="27055"/>
                  </a:cubicBezTo>
                  <a:cubicBezTo>
                    <a:pt x="20548" y="27055"/>
                    <a:pt x="18578" y="26439"/>
                    <a:pt x="16473" y="25270"/>
                  </a:cubicBezTo>
                  <a:cubicBezTo>
                    <a:pt x="15847" y="24926"/>
                    <a:pt x="15207" y="24529"/>
                    <a:pt x="14568" y="24088"/>
                  </a:cubicBezTo>
                  <a:cubicBezTo>
                    <a:pt x="13369" y="23273"/>
                    <a:pt x="12173" y="22310"/>
                    <a:pt x="11012" y="21225"/>
                  </a:cubicBezTo>
                  <a:cubicBezTo>
                    <a:pt x="10086" y="20361"/>
                    <a:pt x="9209" y="19452"/>
                    <a:pt x="8380" y="18496"/>
                  </a:cubicBezTo>
                  <a:cubicBezTo>
                    <a:pt x="6904" y="16799"/>
                    <a:pt x="5625" y="15018"/>
                    <a:pt x="4574" y="13210"/>
                  </a:cubicBezTo>
                  <a:cubicBezTo>
                    <a:pt x="3561" y="11463"/>
                    <a:pt x="2806" y="9759"/>
                    <a:pt x="2326" y="8147"/>
                  </a:cubicBezTo>
                  <a:cubicBezTo>
                    <a:pt x="1848" y="6535"/>
                    <a:pt x="1672" y="5099"/>
                    <a:pt x="1801" y="3875"/>
                  </a:cubicBezTo>
                  <a:cubicBezTo>
                    <a:pt x="1938" y="2610"/>
                    <a:pt x="2397" y="1629"/>
                    <a:pt x="3166" y="959"/>
                  </a:cubicBezTo>
                  <a:cubicBezTo>
                    <a:pt x="3889" y="331"/>
                    <a:pt x="4852" y="12"/>
                    <a:pt x="6025" y="12"/>
                  </a:cubicBezTo>
                  <a:close/>
                  <a:moveTo>
                    <a:pt x="6022" y="1"/>
                  </a:moveTo>
                  <a:lnTo>
                    <a:pt x="6022" y="1"/>
                  </a:lnTo>
                  <a:cubicBezTo>
                    <a:pt x="4880" y="1"/>
                    <a:pt x="3902" y="306"/>
                    <a:pt x="3159" y="950"/>
                  </a:cubicBezTo>
                  <a:cubicBezTo>
                    <a:pt x="0" y="3695"/>
                    <a:pt x="2335" y="11555"/>
                    <a:pt x="8370" y="18503"/>
                  </a:cubicBezTo>
                  <a:cubicBezTo>
                    <a:pt x="9199" y="19461"/>
                    <a:pt x="10079" y="20371"/>
                    <a:pt x="11005" y="21234"/>
                  </a:cubicBezTo>
                  <a:cubicBezTo>
                    <a:pt x="12180" y="22331"/>
                    <a:pt x="13379" y="23291"/>
                    <a:pt x="14561" y="24100"/>
                  </a:cubicBezTo>
                  <a:cubicBezTo>
                    <a:pt x="15203" y="24541"/>
                    <a:pt x="15840" y="24935"/>
                    <a:pt x="16466" y="25282"/>
                  </a:cubicBezTo>
                  <a:cubicBezTo>
                    <a:pt x="18553" y="26436"/>
                    <a:pt x="20527" y="27067"/>
                    <a:pt x="22162" y="27067"/>
                  </a:cubicBezTo>
                  <a:cubicBezTo>
                    <a:pt x="22273" y="27067"/>
                    <a:pt x="22379" y="27064"/>
                    <a:pt x="22485" y="27060"/>
                  </a:cubicBezTo>
                  <a:cubicBezTo>
                    <a:pt x="23490" y="27007"/>
                    <a:pt x="24355" y="26702"/>
                    <a:pt x="25027" y="26118"/>
                  </a:cubicBezTo>
                  <a:cubicBezTo>
                    <a:pt x="28188" y="23372"/>
                    <a:pt x="25854" y="15513"/>
                    <a:pt x="19814" y="8562"/>
                  </a:cubicBezTo>
                  <a:cubicBezTo>
                    <a:pt x="19486" y="8186"/>
                    <a:pt x="19160" y="7824"/>
                    <a:pt x="18825" y="7470"/>
                  </a:cubicBezTo>
                  <a:lnTo>
                    <a:pt x="18823" y="7468"/>
                  </a:lnTo>
                  <a:cubicBezTo>
                    <a:pt x="16643" y="5150"/>
                    <a:pt x="14323" y="3296"/>
                    <a:pt x="12118" y="2012"/>
                  </a:cubicBezTo>
                  <a:cubicBezTo>
                    <a:pt x="11515" y="1659"/>
                    <a:pt x="10892" y="1340"/>
                    <a:pt x="10255" y="1054"/>
                  </a:cubicBezTo>
                  <a:cubicBezTo>
                    <a:pt x="9121" y="550"/>
                    <a:pt x="8038" y="215"/>
                    <a:pt x="7050" y="77"/>
                  </a:cubicBezTo>
                  <a:cubicBezTo>
                    <a:pt x="6710" y="28"/>
                    <a:pt x="6366" y="3"/>
                    <a:pt x="6022"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8"/>
            <p:cNvSpPr/>
            <p:nvPr/>
          </p:nvSpPr>
          <p:spPr>
            <a:xfrm>
              <a:off x="1995350" y="3506475"/>
              <a:ext cx="474975" cy="482675"/>
            </a:xfrm>
            <a:custGeom>
              <a:rect b="b" l="l" r="r" t="t"/>
              <a:pathLst>
                <a:path extrusionOk="0" h="19307" w="18999">
                  <a:moveTo>
                    <a:pt x="2905" y="1"/>
                  </a:moveTo>
                  <a:cubicBezTo>
                    <a:pt x="2180" y="1"/>
                    <a:pt x="1587" y="197"/>
                    <a:pt x="1143" y="583"/>
                  </a:cubicBezTo>
                  <a:cubicBezTo>
                    <a:pt x="132" y="1460"/>
                    <a:pt x="0" y="3229"/>
                    <a:pt x="774" y="5566"/>
                  </a:cubicBezTo>
                  <a:cubicBezTo>
                    <a:pt x="1548" y="7900"/>
                    <a:pt x="3134" y="10521"/>
                    <a:pt x="5240" y="12945"/>
                  </a:cubicBezTo>
                  <a:cubicBezTo>
                    <a:pt x="6893" y="14848"/>
                    <a:pt x="8715" y="16455"/>
                    <a:pt x="10516" y="17598"/>
                  </a:cubicBezTo>
                  <a:cubicBezTo>
                    <a:pt x="12275" y="18715"/>
                    <a:pt x="13880" y="19306"/>
                    <a:pt x="15150" y="19306"/>
                  </a:cubicBezTo>
                  <a:cubicBezTo>
                    <a:pt x="15875" y="19306"/>
                    <a:pt x="16468" y="19112"/>
                    <a:pt x="16909" y="18727"/>
                  </a:cubicBezTo>
                  <a:cubicBezTo>
                    <a:pt x="18999" y="16912"/>
                    <a:pt x="17161" y="11366"/>
                    <a:pt x="12813" y="6362"/>
                  </a:cubicBezTo>
                  <a:cubicBezTo>
                    <a:pt x="11162" y="4462"/>
                    <a:pt x="9338" y="2853"/>
                    <a:pt x="7539" y="1710"/>
                  </a:cubicBezTo>
                  <a:cubicBezTo>
                    <a:pt x="5778" y="592"/>
                    <a:pt x="4175" y="1"/>
                    <a:pt x="2905"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8"/>
            <p:cNvSpPr/>
            <p:nvPr/>
          </p:nvSpPr>
          <p:spPr>
            <a:xfrm>
              <a:off x="1971500" y="3506375"/>
              <a:ext cx="499050" cy="482950"/>
            </a:xfrm>
            <a:custGeom>
              <a:rect b="b" l="l" r="r" t="t"/>
              <a:pathLst>
                <a:path extrusionOk="0" h="19318" w="19962">
                  <a:moveTo>
                    <a:pt x="3859" y="12"/>
                  </a:moveTo>
                  <a:cubicBezTo>
                    <a:pt x="4492" y="12"/>
                    <a:pt x="5212" y="160"/>
                    <a:pt x="6004" y="453"/>
                  </a:cubicBezTo>
                  <a:cubicBezTo>
                    <a:pt x="6787" y="744"/>
                    <a:pt x="7625" y="1169"/>
                    <a:pt x="8491" y="1721"/>
                  </a:cubicBezTo>
                  <a:cubicBezTo>
                    <a:pt x="10290" y="2861"/>
                    <a:pt x="12114" y="4471"/>
                    <a:pt x="13765" y="6371"/>
                  </a:cubicBezTo>
                  <a:cubicBezTo>
                    <a:pt x="14829" y="7595"/>
                    <a:pt x="15762" y="8871"/>
                    <a:pt x="16535" y="10160"/>
                  </a:cubicBezTo>
                  <a:cubicBezTo>
                    <a:pt x="17284" y="11407"/>
                    <a:pt x="17854" y="12614"/>
                    <a:pt x="18228" y="13750"/>
                  </a:cubicBezTo>
                  <a:cubicBezTo>
                    <a:pt x="18604" y="14886"/>
                    <a:pt x="18768" y="15891"/>
                    <a:pt x="18713" y="16738"/>
                  </a:cubicBezTo>
                  <a:cubicBezTo>
                    <a:pt x="18657" y="17613"/>
                    <a:pt x="18371" y="18283"/>
                    <a:pt x="17861" y="18726"/>
                  </a:cubicBezTo>
                  <a:cubicBezTo>
                    <a:pt x="17418" y="19110"/>
                    <a:pt x="16826" y="19306"/>
                    <a:pt x="16104" y="19306"/>
                  </a:cubicBezTo>
                  <a:cubicBezTo>
                    <a:pt x="15471" y="19306"/>
                    <a:pt x="14751" y="19156"/>
                    <a:pt x="13959" y="18862"/>
                  </a:cubicBezTo>
                  <a:cubicBezTo>
                    <a:pt x="13176" y="18574"/>
                    <a:pt x="12338" y="18147"/>
                    <a:pt x="11472" y="17597"/>
                  </a:cubicBezTo>
                  <a:cubicBezTo>
                    <a:pt x="9673" y="16454"/>
                    <a:pt x="7849" y="14847"/>
                    <a:pt x="6198" y="12947"/>
                  </a:cubicBezTo>
                  <a:cubicBezTo>
                    <a:pt x="5134" y="11721"/>
                    <a:pt x="4201" y="10446"/>
                    <a:pt x="3427" y="9155"/>
                  </a:cubicBezTo>
                  <a:cubicBezTo>
                    <a:pt x="2679" y="7909"/>
                    <a:pt x="2109" y="6703"/>
                    <a:pt x="1735" y="5567"/>
                  </a:cubicBezTo>
                  <a:cubicBezTo>
                    <a:pt x="1359" y="4431"/>
                    <a:pt x="1195" y="3427"/>
                    <a:pt x="1250" y="2579"/>
                  </a:cubicBezTo>
                  <a:cubicBezTo>
                    <a:pt x="1305" y="1702"/>
                    <a:pt x="1592" y="1035"/>
                    <a:pt x="2102" y="591"/>
                  </a:cubicBezTo>
                  <a:cubicBezTo>
                    <a:pt x="2545" y="206"/>
                    <a:pt x="3136" y="12"/>
                    <a:pt x="3859" y="12"/>
                  </a:cubicBezTo>
                  <a:close/>
                  <a:moveTo>
                    <a:pt x="3859" y="0"/>
                  </a:moveTo>
                  <a:cubicBezTo>
                    <a:pt x="3150" y="0"/>
                    <a:pt x="2548" y="187"/>
                    <a:pt x="2095" y="582"/>
                  </a:cubicBezTo>
                  <a:cubicBezTo>
                    <a:pt x="1" y="2402"/>
                    <a:pt x="1834" y="7941"/>
                    <a:pt x="6189" y="12954"/>
                  </a:cubicBezTo>
                  <a:cubicBezTo>
                    <a:pt x="9599" y="16879"/>
                    <a:pt x="13545" y="19317"/>
                    <a:pt x="16104" y="19317"/>
                  </a:cubicBezTo>
                  <a:cubicBezTo>
                    <a:pt x="16813" y="19317"/>
                    <a:pt x="17415" y="19130"/>
                    <a:pt x="17868" y="18735"/>
                  </a:cubicBezTo>
                  <a:cubicBezTo>
                    <a:pt x="19962" y="16914"/>
                    <a:pt x="18129" y="11374"/>
                    <a:pt x="13774" y="6364"/>
                  </a:cubicBezTo>
                  <a:cubicBezTo>
                    <a:pt x="10364" y="2439"/>
                    <a:pt x="6418" y="0"/>
                    <a:pt x="385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8"/>
            <p:cNvSpPr/>
            <p:nvPr/>
          </p:nvSpPr>
          <p:spPr>
            <a:xfrm>
              <a:off x="1957425" y="3464225"/>
              <a:ext cx="524275" cy="572250"/>
            </a:xfrm>
            <a:custGeom>
              <a:rect b="b" l="l" r="r" t="t"/>
              <a:pathLst>
                <a:path extrusionOk="0" fill="none" h="22890" w="20971">
                  <a:moveTo>
                    <a:pt x="15154" y="7387"/>
                  </a:moveTo>
                  <a:cubicBezTo>
                    <a:pt x="17544" y="10137"/>
                    <a:pt x="19343" y="13201"/>
                    <a:pt x="20158" y="15907"/>
                  </a:cubicBezTo>
                  <a:cubicBezTo>
                    <a:pt x="20971" y="18614"/>
                    <a:pt x="20733" y="20738"/>
                    <a:pt x="19495" y="21814"/>
                  </a:cubicBezTo>
                  <a:cubicBezTo>
                    <a:pt x="18255" y="22890"/>
                    <a:pt x="16119" y="22830"/>
                    <a:pt x="13554" y="21645"/>
                  </a:cubicBezTo>
                  <a:cubicBezTo>
                    <a:pt x="10989" y="20463"/>
                    <a:pt x="8204" y="18253"/>
                    <a:pt x="5817" y="15503"/>
                  </a:cubicBezTo>
                  <a:cubicBezTo>
                    <a:pt x="3427" y="12753"/>
                    <a:pt x="1626" y="9689"/>
                    <a:pt x="813" y="6983"/>
                  </a:cubicBezTo>
                  <a:cubicBezTo>
                    <a:pt x="0" y="4279"/>
                    <a:pt x="238" y="2155"/>
                    <a:pt x="1476" y="1077"/>
                  </a:cubicBezTo>
                  <a:cubicBezTo>
                    <a:pt x="2714" y="1"/>
                    <a:pt x="4852" y="63"/>
                    <a:pt x="7417" y="1245"/>
                  </a:cubicBezTo>
                  <a:cubicBezTo>
                    <a:pt x="9982" y="2428"/>
                    <a:pt x="12765" y="4637"/>
                    <a:pt x="15154" y="7387"/>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8"/>
            <p:cNvSpPr/>
            <p:nvPr/>
          </p:nvSpPr>
          <p:spPr>
            <a:xfrm>
              <a:off x="2169050" y="3463300"/>
              <a:ext cx="263475" cy="709425"/>
            </a:xfrm>
            <a:custGeom>
              <a:rect b="b" l="l" r="r" t="t"/>
              <a:pathLst>
                <a:path extrusionOk="0" h="28377" w="10539">
                  <a:moveTo>
                    <a:pt x="0" y="1"/>
                  </a:moveTo>
                  <a:lnTo>
                    <a:pt x="379" y="2030"/>
                  </a:lnTo>
                  <a:lnTo>
                    <a:pt x="644" y="3467"/>
                  </a:lnTo>
                  <a:lnTo>
                    <a:pt x="1831" y="9805"/>
                  </a:lnTo>
                  <a:lnTo>
                    <a:pt x="1854" y="9925"/>
                  </a:lnTo>
                  <a:lnTo>
                    <a:pt x="2064" y="11061"/>
                  </a:lnTo>
                  <a:lnTo>
                    <a:pt x="2067" y="11063"/>
                  </a:lnTo>
                  <a:lnTo>
                    <a:pt x="2591" y="13866"/>
                  </a:lnTo>
                  <a:lnTo>
                    <a:pt x="3616" y="19364"/>
                  </a:lnTo>
                  <a:lnTo>
                    <a:pt x="3939" y="21093"/>
                  </a:lnTo>
                  <a:lnTo>
                    <a:pt x="4348" y="23271"/>
                  </a:lnTo>
                  <a:lnTo>
                    <a:pt x="5285" y="28358"/>
                  </a:lnTo>
                  <a:cubicBezTo>
                    <a:pt x="5482" y="28370"/>
                    <a:pt x="5677" y="28376"/>
                    <a:pt x="5870" y="28376"/>
                  </a:cubicBezTo>
                  <a:cubicBezTo>
                    <a:pt x="7557" y="28376"/>
                    <a:pt x="9113" y="27897"/>
                    <a:pt x="10538" y="26940"/>
                  </a:cubicBezTo>
                  <a:lnTo>
                    <a:pt x="10365" y="25046"/>
                  </a:lnTo>
                  <a:lnTo>
                    <a:pt x="9885" y="22465"/>
                  </a:lnTo>
                  <a:lnTo>
                    <a:pt x="9562" y="20736"/>
                  </a:lnTo>
                  <a:lnTo>
                    <a:pt x="7611" y="10301"/>
                  </a:lnTo>
                  <a:lnTo>
                    <a:pt x="7181" y="8011"/>
                  </a:lnTo>
                  <a:lnTo>
                    <a:pt x="7179" y="8008"/>
                  </a:lnTo>
                  <a:lnTo>
                    <a:pt x="6705" y="5459"/>
                  </a:lnTo>
                  <a:lnTo>
                    <a:pt x="6703" y="5457"/>
                  </a:lnTo>
                  <a:cubicBezTo>
                    <a:pt x="4526" y="3139"/>
                    <a:pt x="2205" y="1285"/>
                    <a:pt x="0"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8"/>
            <p:cNvSpPr/>
            <p:nvPr/>
          </p:nvSpPr>
          <p:spPr>
            <a:xfrm>
              <a:off x="2042325" y="3414925"/>
              <a:ext cx="215000" cy="748150"/>
            </a:xfrm>
            <a:custGeom>
              <a:rect b="b" l="l" r="r" t="t"/>
              <a:pathLst>
                <a:path extrusionOk="0" h="29926" w="8600">
                  <a:moveTo>
                    <a:pt x="1" y="1"/>
                  </a:moveTo>
                  <a:lnTo>
                    <a:pt x="428" y="2282"/>
                  </a:lnTo>
                  <a:lnTo>
                    <a:pt x="687" y="3675"/>
                  </a:lnTo>
                  <a:lnTo>
                    <a:pt x="3035" y="16231"/>
                  </a:lnTo>
                  <a:lnTo>
                    <a:pt x="3035" y="16233"/>
                  </a:lnTo>
                  <a:lnTo>
                    <a:pt x="3483" y="18637"/>
                  </a:lnTo>
                  <a:lnTo>
                    <a:pt x="3954" y="21158"/>
                  </a:lnTo>
                  <a:lnTo>
                    <a:pt x="5069" y="28346"/>
                  </a:lnTo>
                  <a:lnTo>
                    <a:pt x="8600" y="29925"/>
                  </a:lnTo>
                  <a:lnTo>
                    <a:pt x="7512" y="24024"/>
                  </a:lnTo>
                  <a:lnTo>
                    <a:pt x="7094" y="21795"/>
                  </a:lnTo>
                  <a:lnTo>
                    <a:pt x="6739" y="19895"/>
                  </a:lnTo>
                  <a:lnTo>
                    <a:pt x="5473" y="13123"/>
                  </a:lnTo>
                  <a:lnTo>
                    <a:pt x="5205" y="11684"/>
                  </a:lnTo>
                  <a:lnTo>
                    <a:pt x="5102" y="11139"/>
                  </a:lnTo>
                  <a:lnTo>
                    <a:pt x="5099" y="11137"/>
                  </a:lnTo>
                  <a:lnTo>
                    <a:pt x="4965" y="10408"/>
                  </a:lnTo>
                  <a:lnTo>
                    <a:pt x="3836" y="4372"/>
                  </a:lnTo>
                  <a:lnTo>
                    <a:pt x="3585" y="3028"/>
                  </a:lnTo>
                  <a:lnTo>
                    <a:pt x="3204" y="975"/>
                  </a:lnTo>
                  <a:cubicBezTo>
                    <a:pt x="2070" y="472"/>
                    <a:pt x="989" y="139"/>
                    <a:pt x="1"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 name="Google Shape;333;p28"/>
          <p:cNvGrpSpPr/>
          <p:nvPr/>
        </p:nvGrpSpPr>
        <p:grpSpPr>
          <a:xfrm flipH="1">
            <a:off x="508408" y="1155667"/>
            <a:ext cx="530159" cy="550985"/>
            <a:chOff x="2777975" y="4487350"/>
            <a:chExt cx="803150" cy="834825"/>
          </a:xfrm>
        </p:grpSpPr>
        <p:sp>
          <p:nvSpPr>
            <p:cNvPr id="334" name="Google Shape;334;p28"/>
            <p:cNvSpPr/>
            <p:nvPr/>
          </p:nvSpPr>
          <p:spPr>
            <a:xfrm>
              <a:off x="2801475" y="4545025"/>
              <a:ext cx="776425" cy="720275"/>
            </a:xfrm>
            <a:custGeom>
              <a:rect b="b" l="l" r="r" t="t"/>
              <a:pathLst>
                <a:path extrusionOk="0" h="28811" w="31057">
                  <a:moveTo>
                    <a:pt x="14617" y="0"/>
                  </a:moveTo>
                  <a:cubicBezTo>
                    <a:pt x="8672" y="0"/>
                    <a:pt x="3310" y="3412"/>
                    <a:pt x="718" y="8603"/>
                  </a:cubicBezTo>
                  <a:cubicBezTo>
                    <a:pt x="469" y="9391"/>
                    <a:pt x="287" y="10196"/>
                    <a:pt x="169" y="11012"/>
                  </a:cubicBezTo>
                  <a:cubicBezTo>
                    <a:pt x="53" y="11797"/>
                    <a:pt x="0" y="12589"/>
                    <a:pt x="5" y="13381"/>
                  </a:cubicBezTo>
                  <a:cubicBezTo>
                    <a:pt x="10" y="14161"/>
                    <a:pt x="77" y="14939"/>
                    <a:pt x="201" y="15710"/>
                  </a:cubicBezTo>
                  <a:cubicBezTo>
                    <a:pt x="284" y="16230"/>
                    <a:pt x="393" y="16747"/>
                    <a:pt x="527" y="17255"/>
                  </a:cubicBezTo>
                  <a:cubicBezTo>
                    <a:pt x="905" y="18673"/>
                    <a:pt x="1483" y="20028"/>
                    <a:pt x="2240" y="21282"/>
                  </a:cubicBezTo>
                  <a:cubicBezTo>
                    <a:pt x="4565" y="25133"/>
                    <a:pt x="8532" y="27950"/>
                    <a:pt x="13328" y="28648"/>
                  </a:cubicBezTo>
                  <a:cubicBezTo>
                    <a:pt x="14085" y="28757"/>
                    <a:pt x="14838" y="28811"/>
                    <a:pt x="15582" y="28811"/>
                  </a:cubicBezTo>
                  <a:cubicBezTo>
                    <a:pt x="22075" y="28811"/>
                    <a:pt x="27874" y="24745"/>
                    <a:pt x="30130" y="18733"/>
                  </a:cubicBezTo>
                  <a:cubicBezTo>
                    <a:pt x="30456" y="17802"/>
                    <a:pt x="30691" y="16842"/>
                    <a:pt x="30837" y="15865"/>
                  </a:cubicBezTo>
                  <a:cubicBezTo>
                    <a:pt x="30906" y="15389"/>
                    <a:pt x="30952" y="14916"/>
                    <a:pt x="30978" y="14445"/>
                  </a:cubicBezTo>
                  <a:cubicBezTo>
                    <a:pt x="31056" y="12953"/>
                    <a:pt x="30121" y="13422"/>
                    <a:pt x="29793" y="12021"/>
                  </a:cubicBezTo>
                  <a:cubicBezTo>
                    <a:pt x="29671" y="11506"/>
                    <a:pt x="29523" y="10998"/>
                    <a:pt x="29354" y="10504"/>
                  </a:cubicBezTo>
                  <a:cubicBezTo>
                    <a:pt x="29098" y="9765"/>
                    <a:pt x="28789" y="9047"/>
                    <a:pt x="28426" y="8356"/>
                  </a:cubicBezTo>
                  <a:cubicBezTo>
                    <a:pt x="26191" y="4085"/>
                    <a:pt x="22007" y="910"/>
                    <a:pt x="16874" y="164"/>
                  </a:cubicBezTo>
                  <a:cubicBezTo>
                    <a:pt x="16116" y="54"/>
                    <a:pt x="15362" y="0"/>
                    <a:pt x="14617"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8"/>
            <p:cNvSpPr/>
            <p:nvPr/>
          </p:nvSpPr>
          <p:spPr>
            <a:xfrm>
              <a:off x="2801650" y="4487525"/>
              <a:ext cx="779300" cy="777675"/>
            </a:xfrm>
            <a:custGeom>
              <a:rect b="b" l="l" r="r" t="t"/>
              <a:pathLst>
                <a:path extrusionOk="0" h="31107" w="31172">
                  <a:moveTo>
                    <a:pt x="15542" y="0"/>
                  </a:moveTo>
                  <a:cubicBezTo>
                    <a:pt x="8747" y="5"/>
                    <a:pt x="2743" y="4422"/>
                    <a:pt x="716" y="10908"/>
                  </a:cubicBezTo>
                  <a:cubicBezTo>
                    <a:pt x="469" y="11693"/>
                    <a:pt x="284" y="12499"/>
                    <a:pt x="169" y="13316"/>
                  </a:cubicBezTo>
                  <a:cubicBezTo>
                    <a:pt x="53" y="14099"/>
                    <a:pt x="0" y="14891"/>
                    <a:pt x="5" y="15683"/>
                  </a:cubicBezTo>
                  <a:cubicBezTo>
                    <a:pt x="10" y="16461"/>
                    <a:pt x="74" y="17239"/>
                    <a:pt x="199" y="18010"/>
                  </a:cubicBezTo>
                  <a:cubicBezTo>
                    <a:pt x="287" y="18546"/>
                    <a:pt x="395" y="19066"/>
                    <a:pt x="527" y="19555"/>
                  </a:cubicBezTo>
                  <a:cubicBezTo>
                    <a:pt x="905" y="20970"/>
                    <a:pt x="1480" y="22326"/>
                    <a:pt x="2240" y="23580"/>
                  </a:cubicBezTo>
                  <a:cubicBezTo>
                    <a:pt x="4657" y="27588"/>
                    <a:pt x="8696" y="30269"/>
                    <a:pt x="13321" y="30941"/>
                  </a:cubicBezTo>
                  <a:cubicBezTo>
                    <a:pt x="14069" y="31049"/>
                    <a:pt x="14822" y="31105"/>
                    <a:pt x="15577" y="31105"/>
                  </a:cubicBezTo>
                  <a:lnTo>
                    <a:pt x="15579" y="31107"/>
                  </a:lnTo>
                  <a:cubicBezTo>
                    <a:pt x="20354" y="31098"/>
                    <a:pt x="24861" y="28900"/>
                    <a:pt x="27807" y="25143"/>
                  </a:cubicBezTo>
                  <a:cubicBezTo>
                    <a:pt x="29479" y="23009"/>
                    <a:pt x="30564" y="20474"/>
                    <a:pt x="30950" y="17791"/>
                  </a:cubicBezTo>
                  <a:cubicBezTo>
                    <a:pt x="31019" y="17325"/>
                    <a:pt x="31068" y="16849"/>
                    <a:pt x="31091" y="16373"/>
                  </a:cubicBezTo>
                  <a:cubicBezTo>
                    <a:pt x="31171" y="14909"/>
                    <a:pt x="31042" y="13443"/>
                    <a:pt x="30710" y="12014"/>
                  </a:cubicBezTo>
                  <a:cubicBezTo>
                    <a:pt x="30587" y="11504"/>
                    <a:pt x="30442" y="10993"/>
                    <a:pt x="30271" y="10497"/>
                  </a:cubicBezTo>
                  <a:cubicBezTo>
                    <a:pt x="30015" y="9760"/>
                    <a:pt x="29705" y="9042"/>
                    <a:pt x="29343" y="8352"/>
                  </a:cubicBezTo>
                  <a:cubicBezTo>
                    <a:pt x="28218" y="6209"/>
                    <a:pt x="26614" y="4355"/>
                    <a:pt x="24656" y="2935"/>
                  </a:cubicBezTo>
                  <a:cubicBezTo>
                    <a:pt x="23660" y="2217"/>
                    <a:pt x="22584" y="1619"/>
                    <a:pt x="21451" y="1155"/>
                  </a:cubicBezTo>
                  <a:cubicBezTo>
                    <a:pt x="19573" y="393"/>
                    <a:pt x="17567" y="0"/>
                    <a:pt x="15542"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8"/>
            <p:cNvSpPr/>
            <p:nvPr/>
          </p:nvSpPr>
          <p:spPr>
            <a:xfrm>
              <a:off x="2801525" y="4487350"/>
              <a:ext cx="779600" cy="777975"/>
            </a:xfrm>
            <a:custGeom>
              <a:rect b="b" l="l" r="r" t="t"/>
              <a:pathLst>
                <a:path extrusionOk="0" h="31119" w="31184">
                  <a:moveTo>
                    <a:pt x="15547" y="10"/>
                  </a:moveTo>
                  <a:cubicBezTo>
                    <a:pt x="17572" y="12"/>
                    <a:pt x="19576" y="402"/>
                    <a:pt x="21453" y="1164"/>
                  </a:cubicBezTo>
                  <a:cubicBezTo>
                    <a:pt x="23714" y="2090"/>
                    <a:pt x="25723" y="3535"/>
                    <a:pt x="27318" y="5385"/>
                  </a:cubicBezTo>
                  <a:cubicBezTo>
                    <a:pt x="28106" y="6295"/>
                    <a:pt x="28784" y="7294"/>
                    <a:pt x="29343" y="8359"/>
                  </a:cubicBezTo>
                  <a:cubicBezTo>
                    <a:pt x="29706" y="9049"/>
                    <a:pt x="30015" y="9767"/>
                    <a:pt x="30271" y="10506"/>
                  </a:cubicBezTo>
                  <a:cubicBezTo>
                    <a:pt x="30442" y="11000"/>
                    <a:pt x="30588" y="11511"/>
                    <a:pt x="30710" y="12023"/>
                  </a:cubicBezTo>
                  <a:cubicBezTo>
                    <a:pt x="31043" y="13448"/>
                    <a:pt x="31170" y="14914"/>
                    <a:pt x="31091" y="16378"/>
                  </a:cubicBezTo>
                  <a:cubicBezTo>
                    <a:pt x="31066" y="16854"/>
                    <a:pt x="31019" y="17329"/>
                    <a:pt x="30950" y="17796"/>
                  </a:cubicBezTo>
                  <a:cubicBezTo>
                    <a:pt x="30562" y="20476"/>
                    <a:pt x="29479" y="23012"/>
                    <a:pt x="27810" y="25143"/>
                  </a:cubicBezTo>
                  <a:cubicBezTo>
                    <a:pt x="24866" y="28904"/>
                    <a:pt x="20357" y="31102"/>
                    <a:pt x="15584" y="31107"/>
                  </a:cubicBezTo>
                  <a:cubicBezTo>
                    <a:pt x="13640" y="31105"/>
                    <a:pt x="11712" y="30745"/>
                    <a:pt x="9902" y="30040"/>
                  </a:cubicBezTo>
                  <a:cubicBezTo>
                    <a:pt x="7773" y="29209"/>
                    <a:pt x="5856" y="27918"/>
                    <a:pt x="4286" y="26258"/>
                  </a:cubicBezTo>
                  <a:cubicBezTo>
                    <a:pt x="3513" y="25443"/>
                    <a:pt x="2831" y="24545"/>
                    <a:pt x="2250" y="23584"/>
                  </a:cubicBezTo>
                  <a:cubicBezTo>
                    <a:pt x="1492" y="22331"/>
                    <a:pt x="915" y="20977"/>
                    <a:pt x="539" y="19562"/>
                  </a:cubicBezTo>
                  <a:cubicBezTo>
                    <a:pt x="407" y="19070"/>
                    <a:pt x="299" y="18551"/>
                    <a:pt x="211" y="18017"/>
                  </a:cubicBezTo>
                  <a:cubicBezTo>
                    <a:pt x="86" y="17246"/>
                    <a:pt x="21" y="16468"/>
                    <a:pt x="17" y="15690"/>
                  </a:cubicBezTo>
                  <a:cubicBezTo>
                    <a:pt x="10" y="14898"/>
                    <a:pt x="65" y="14106"/>
                    <a:pt x="181" y="13323"/>
                  </a:cubicBezTo>
                  <a:cubicBezTo>
                    <a:pt x="296" y="12506"/>
                    <a:pt x="481" y="11702"/>
                    <a:pt x="728" y="10915"/>
                  </a:cubicBezTo>
                  <a:cubicBezTo>
                    <a:pt x="2755" y="4434"/>
                    <a:pt x="8756" y="16"/>
                    <a:pt x="15549" y="12"/>
                  </a:cubicBezTo>
                  <a:lnTo>
                    <a:pt x="15547" y="10"/>
                  </a:lnTo>
                  <a:close/>
                  <a:moveTo>
                    <a:pt x="15549" y="0"/>
                  </a:moveTo>
                  <a:cubicBezTo>
                    <a:pt x="8761" y="0"/>
                    <a:pt x="2732" y="4445"/>
                    <a:pt x="716" y="10913"/>
                  </a:cubicBezTo>
                  <a:cubicBezTo>
                    <a:pt x="469" y="11700"/>
                    <a:pt x="287" y="12503"/>
                    <a:pt x="169" y="13321"/>
                  </a:cubicBezTo>
                  <a:cubicBezTo>
                    <a:pt x="54" y="14106"/>
                    <a:pt x="1" y="14898"/>
                    <a:pt x="5" y="15690"/>
                  </a:cubicBezTo>
                  <a:cubicBezTo>
                    <a:pt x="10" y="16470"/>
                    <a:pt x="75" y="17248"/>
                    <a:pt x="199" y="18017"/>
                  </a:cubicBezTo>
                  <a:cubicBezTo>
                    <a:pt x="282" y="18539"/>
                    <a:pt x="393" y="19054"/>
                    <a:pt x="527" y="19564"/>
                  </a:cubicBezTo>
                  <a:cubicBezTo>
                    <a:pt x="906" y="20980"/>
                    <a:pt x="1483" y="22335"/>
                    <a:pt x="2240" y="23589"/>
                  </a:cubicBezTo>
                  <a:cubicBezTo>
                    <a:pt x="4563" y="27440"/>
                    <a:pt x="8530" y="30257"/>
                    <a:pt x="13326" y="30955"/>
                  </a:cubicBezTo>
                  <a:cubicBezTo>
                    <a:pt x="14074" y="31063"/>
                    <a:pt x="14829" y="31116"/>
                    <a:pt x="15584" y="31119"/>
                  </a:cubicBezTo>
                  <a:cubicBezTo>
                    <a:pt x="22077" y="31119"/>
                    <a:pt x="27875" y="27052"/>
                    <a:pt x="30131" y="21040"/>
                  </a:cubicBezTo>
                  <a:cubicBezTo>
                    <a:pt x="30525" y="19994"/>
                    <a:pt x="30805" y="18906"/>
                    <a:pt x="30964" y="17798"/>
                  </a:cubicBezTo>
                  <a:cubicBezTo>
                    <a:pt x="31033" y="17322"/>
                    <a:pt x="31080" y="16849"/>
                    <a:pt x="31105" y="16378"/>
                  </a:cubicBezTo>
                  <a:cubicBezTo>
                    <a:pt x="31183" y="14914"/>
                    <a:pt x="31054" y="13448"/>
                    <a:pt x="30722" y="12021"/>
                  </a:cubicBezTo>
                  <a:cubicBezTo>
                    <a:pt x="30602" y="11506"/>
                    <a:pt x="30454" y="10996"/>
                    <a:pt x="30283" y="10502"/>
                  </a:cubicBezTo>
                  <a:cubicBezTo>
                    <a:pt x="30029" y="9765"/>
                    <a:pt x="29717" y="9047"/>
                    <a:pt x="29355" y="8354"/>
                  </a:cubicBezTo>
                  <a:cubicBezTo>
                    <a:pt x="27120" y="4083"/>
                    <a:pt x="22936" y="908"/>
                    <a:pt x="17803" y="164"/>
                  </a:cubicBezTo>
                  <a:cubicBezTo>
                    <a:pt x="17057" y="56"/>
                    <a:pt x="16304" y="0"/>
                    <a:pt x="1554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8"/>
            <p:cNvSpPr/>
            <p:nvPr/>
          </p:nvSpPr>
          <p:spPr>
            <a:xfrm>
              <a:off x="2861275" y="4546975"/>
              <a:ext cx="658650" cy="658675"/>
            </a:xfrm>
            <a:custGeom>
              <a:rect b="b" l="l" r="r" t="t"/>
              <a:pathLst>
                <a:path extrusionOk="0" fill="none" h="26347" w="26346">
                  <a:moveTo>
                    <a:pt x="22488" y="3859"/>
                  </a:moveTo>
                  <a:cubicBezTo>
                    <a:pt x="24958" y="6329"/>
                    <a:pt x="26346" y="9680"/>
                    <a:pt x="26346" y="13173"/>
                  </a:cubicBezTo>
                  <a:cubicBezTo>
                    <a:pt x="26346" y="16667"/>
                    <a:pt x="24958" y="20017"/>
                    <a:pt x="22488" y="22488"/>
                  </a:cubicBezTo>
                  <a:cubicBezTo>
                    <a:pt x="20017" y="24958"/>
                    <a:pt x="16667" y="26346"/>
                    <a:pt x="13173" y="26346"/>
                  </a:cubicBezTo>
                  <a:cubicBezTo>
                    <a:pt x="9680" y="26346"/>
                    <a:pt x="6329" y="24958"/>
                    <a:pt x="3859" y="22488"/>
                  </a:cubicBezTo>
                  <a:cubicBezTo>
                    <a:pt x="1388" y="20017"/>
                    <a:pt x="0" y="16667"/>
                    <a:pt x="0" y="13173"/>
                  </a:cubicBezTo>
                  <a:cubicBezTo>
                    <a:pt x="0" y="9680"/>
                    <a:pt x="1388" y="6329"/>
                    <a:pt x="3859" y="3859"/>
                  </a:cubicBezTo>
                  <a:cubicBezTo>
                    <a:pt x="6329" y="1388"/>
                    <a:pt x="9680" y="1"/>
                    <a:pt x="13173" y="1"/>
                  </a:cubicBezTo>
                  <a:cubicBezTo>
                    <a:pt x="16667" y="1"/>
                    <a:pt x="20017" y="1388"/>
                    <a:pt x="22488" y="3859"/>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8"/>
            <p:cNvSpPr/>
            <p:nvPr/>
          </p:nvSpPr>
          <p:spPr>
            <a:xfrm>
              <a:off x="2892850" y="4588600"/>
              <a:ext cx="595500" cy="575475"/>
            </a:xfrm>
            <a:custGeom>
              <a:rect b="b" l="l" r="r" t="t"/>
              <a:pathLst>
                <a:path extrusionOk="0" h="23019" w="23820">
                  <a:moveTo>
                    <a:pt x="11896" y="0"/>
                  </a:moveTo>
                  <a:cubicBezTo>
                    <a:pt x="5865" y="7"/>
                    <a:pt x="864" y="4669"/>
                    <a:pt x="432" y="10684"/>
                  </a:cubicBezTo>
                  <a:cubicBezTo>
                    <a:pt x="0" y="16701"/>
                    <a:pt x="4286" y="22028"/>
                    <a:pt x="10255" y="22896"/>
                  </a:cubicBezTo>
                  <a:cubicBezTo>
                    <a:pt x="10809" y="22977"/>
                    <a:pt x="11365" y="23019"/>
                    <a:pt x="11924" y="23019"/>
                  </a:cubicBezTo>
                  <a:cubicBezTo>
                    <a:pt x="17955" y="23009"/>
                    <a:pt x="22959" y="18348"/>
                    <a:pt x="23388" y="12333"/>
                  </a:cubicBezTo>
                  <a:cubicBezTo>
                    <a:pt x="23820" y="6315"/>
                    <a:pt x="19534" y="989"/>
                    <a:pt x="13566" y="120"/>
                  </a:cubicBezTo>
                  <a:cubicBezTo>
                    <a:pt x="13014" y="40"/>
                    <a:pt x="12455" y="0"/>
                    <a:pt x="11896"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8"/>
            <p:cNvSpPr/>
            <p:nvPr/>
          </p:nvSpPr>
          <p:spPr>
            <a:xfrm>
              <a:off x="2882925" y="4588425"/>
              <a:ext cx="615425" cy="575775"/>
            </a:xfrm>
            <a:custGeom>
              <a:rect b="b" l="l" r="r" t="t"/>
              <a:pathLst>
                <a:path extrusionOk="0" h="23031" w="24617">
                  <a:moveTo>
                    <a:pt x="12293" y="10"/>
                  </a:moveTo>
                  <a:lnTo>
                    <a:pt x="12293" y="12"/>
                  </a:lnTo>
                  <a:cubicBezTo>
                    <a:pt x="12852" y="12"/>
                    <a:pt x="13409" y="53"/>
                    <a:pt x="13963" y="132"/>
                  </a:cubicBezTo>
                  <a:cubicBezTo>
                    <a:pt x="19927" y="1000"/>
                    <a:pt x="24210" y="6327"/>
                    <a:pt x="23780" y="12340"/>
                  </a:cubicBezTo>
                  <a:cubicBezTo>
                    <a:pt x="23349" y="18350"/>
                    <a:pt x="18350" y="23012"/>
                    <a:pt x="12321" y="23019"/>
                  </a:cubicBezTo>
                  <a:cubicBezTo>
                    <a:pt x="11765" y="23019"/>
                    <a:pt x="11206" y="22979"/>
                    <a:pt x="10654" y="22899"/>
                  </a:cubicBezTo>
                  <a:cubicBezTo>
                    <a:pt x="4685" y="22033"/>
                    <a:pt x="397" y="16706"/>
                    <a:pt x="829" y="10691"/>
                  </a:cubicBezTo>
                  <a:cubicBezTo>
                    <a:pt x="1261" y="4676"/>
                    <a:pt x="6262" y="17"/>
                    <a:pt x="12293" y="10"/>
                  </a:cubicBezTo>
                  <a:close/>
                  <a:moveTo>
                    <a:pt x="12293" y="0"/>
                  </a:moveTo>
                  <a:cubicBezTo>
                    <a:pt x="6669" y="0"/>
                    <a:pt x="1746" y="4127"/>
                    <a:pt x="915" y="9857"/>
                  </a:cubicBezTo>
                  <a:cubicBezTo>
                    <a:pt x="0" y="16149"/>
                    <a:pt x="4360" y="21993"/>
                    <a:pt x="10652" y="22908"/>
                  </a:cubicBezTo>
                  <a:cubicBezTo>
                    <a:pt x="11203" y="22989"/>
                    <a:pt x="11762" y="23028"/>
                    <a:pt x="12321" y="23030"/>
                  </a:cubicBezTo>
                  <a:cubicBezTo>
                    <a:pt x="17948" y="23030"/>
                    <a:pt x="22868" y="18902"/>
                    <a:pt x="23702" y="13171"/>
                  </a:cubicBezTo>
                  <a:cubicBezTo>
                    <a:pt x="24616" y="6879"/>
                    <a:pt x="20257" y="1035"/>
                    <a:pt x="13965" y="120"/>
                  </a:cubicBezTo>
                  <a:cubicBezTo>
                    <a:pt x="13411" y="40"/>
                    <a:pt x="12852" y="0"/>
                    <a:pt x="1229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8"/>
            <p:cNvSpPr/>
            <p:nvPr/>
          </p:nvSpPr>
          <p:spPr>
            <a:xfrm>
              <a:off x="2814700" y="4787800"/>
              <a:ext cx="766375" cy="289275"/>
            </a:xfrm>
            <a:custGeom>
              <a:rect b="b" l="l" r="r" t="t"/>
              <a:pathLst>
                <a:path extrusionOk="0" h="11571" w="30655">
                  <a:moveTo>
                    <a:pt x="30192" y="1"/>
                  </a:moveTo>
                  <a:lnTo>
                    <a:pt x="0" y="7546"/>
                  </a:lnTo>
                  <a:cubicBezTo>
                    <a:pt x="379" y="8962"/>
                    <a:pt x="956" y="10317"/>
                    <a:pt x="1713" y="11571"/>
                  </a:cubicBezTo>
                  <a:lnTo>
                    <a:pt x="30573" y="4360"/>
                  </a:lnTo>
                  <a:cubicBezTo>
                    <a:pt x="30654" y="2896"/>
                    <a:pt x="30525" y="1428"/>
                    <a:pt x="30192"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8"/>
            <p:cNvSpPr/>
            <p:nvPr/>
          </p:nvSpPr>
          <p:spPr>
            <a:xfrm>
              <a:off x="2801650" y="4696250"/>
              <a:ext cx="756850" cy="241550"/>
            </a:xfrm>
            <a:custGeom>
              <a:rect b="b" l="l" r="r" t="t"/>
              <a:pathLst>
                <a:path extrusionOk="0" h="9662" w="30274">
                  <a:moveTo>
                    <a:pt x="29347" y="1"/>
                  </a:moveTo>
                  <a:lnTo>
                    <a:pt x="0" y="7334"/>
                  </a:lnTo>
                  <a:cubicBezTo>
                    <a:pt x="5" y="8112"/>
                    <a:pt x="70" y="8890"/>
                    <a:pt x="194" y="9661"/>
                  </a:cubicBezTo>
                  <a:lnTo>
                    <a:pt x="30273" y="2143"/>
                  </a:lnTo>
                  <a:cubicBezTo>
                    <a:pt x="30019" y="1407"/>
                    <a:pt x="29710" y="691"/>
                    <a:pt x="293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8"/>
            <p:cNvSpPr/>
            <p:nvPr/>
          </p:nvSpPr>
          <p:spPr>
            <a:xfrm>
              <a:off x="2777975" y="4760150"/>
              <a:ext cx="776700" cy="562025"/>
            </a:xfrm>
            <a:custGeom>
              <a:rect b="b" l="l" r="r" t="t"/>
              <a:pathLst>
                <a:path extrusionOk="0" h="22481" w="31068">
                  <a:moveTo>
                    <a:pt x="1658" y="1"/>
                  </a:moveTo>
                  <a:lnTo>
                    <a:pt x="1658" y="1"/>
                  </a:lnTo>
                  <a:cubicBezTo>
                    <a:pt x="562" y="2201"/>
                    <a:pt x="1" y="4628"/>
                    <a:pt x="17" y="7087"/>
                  </a:cubicBezTo>
                  <a:cubicBezTo>
                    <a:pt x="21" y="7867"/>
                    <a:pt x="88" y="8645"/>
                    <a:pt x="213" y="9417"/>
                  </a:cubicBezTo>
                  <a:cubicBezTo>
                    <a:pt x="296" y="9936"/>
                    <a:pt x="405" y="10453"/>
                    <a:pt x="541" y="10961"/>
                  </a:cubicBezTo>
                  <a:cubicBezTo>
                    <a:pt x="917" y="12379"/>
                    <a:pt x="1495" y="13732"/>
                    <a:pt x="2252" y="14988"/>
                  </a:cubicBezTo>
                  <a:cubicBezTo>
                    <a:pt x="4577" y="18837"/>
                    <a:pt x="8542" y="21654"/>
                    <a:pt x="13340" y="22352"/>
                  </a:cubicBezTo>
                  <a:cubicBezTo>
                    <a:pt x="13938" y="22439"/>
                    <a:pt x="14538" y="22481"/>
                    <a:pt x="15137" y="22481"/>
                  </a:cubicBezTo>
                  <a:cubicBezTo>
                    <a:pt x="22061" y="22481"/>
                    <a:pt x="28760" y="16846"/>
                    <a:pt x="31068" y="10128"/>
                  </a:cubicBezTo>
                  <a:lnTo>
                    <a:pt x="31068" y="10128"/>
                  </a:lnTo>
                  <a:cubicBezTo>
                    <a:pt x="28814" y="16140"/>
                    <a:pt x="23015" y="20206"/>
                    <a:pt x="16520" y="20206"/>
                  </a:cubicBezTo>
                  <a:cubicBezTo>
                    <a:pt x="15776" y="20206"/>
                    <a:pt x="15023" y="20152"/>
                    <a:pt x="14265" y="20043"/>
                  </a:cubicBezTo>
                  <a:cubicBezTo>
                    <a:pt x="9470" y="19345"/>
                    <a:pt x="5503" y="16528"/>
                    <a:pt x="3180" y="12677"/>
                  </a:cubicBezTo>
                  <a:cubicBezTo>
                    <a:pt x="2423" y="11423"/>
                    <a:pt x="1845" y="10068"/>
                    <a:pt x="1467" y="8652"/>
                  </a:cubicBezTo>
                  <a:cubicBezTo>
                    <a:pt x="1333" y="8142"/>
                    <a:pt x="1224" y="7627"/>
                    <a:pt x="1141" y="7105"/>
                  </a:cubicBezTo>
                  <a:cubicBezTo>
                    <a:pt x="1017" y="6336"/>
                    <a:pt x="950" y="5558"/>
                    <a:pt x="945" y="4778"/>
                  </a:cubicBezTo>
                  <a:cubicBezTo>
                    <a:pt x="940" y="3984"/>
                    <a:pt x="993" y="3192"/>
                    <a:pt x="1109" y="2409"/>
                  </a:cubicBezTo>
                  <a:cubicBezTo>
                    <a:pt x="1227" y="1591"/>
                    <a:pt x="1409" y="786"/>
                    <a:pt x="1658"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 name="Google Shape;343;p28"/>
          <p:cNvGrpSpPr/>
          <p:nvPr/>
        </p:nvGrpSpPr>
        <p:grpSpPr>
          <a:xfrm rot="-3104584">
            <a:off x="362331" y="820832"/>
            <a:ext cx="529781" cy="397402"/>
            <a:chOff x="2787100" y="3506250"/>
            <a:chExt cx="854925" cy="641300"/>
          </a:xfrm>
        </p:grpSpPr>
        <p:sp>
          <p:nvSpPr>
            <p:cNvPr id="344" name="Google Shape;344;p28"/>
            <p:cNvSpPr/>
            <p:nvPr/>
          </p:nvSpPr>
          <p:spPr>
            <a:xfrm>
              <a:off x="2787100" y="3512900"/>
              <a:ext cx="842975" cy="634650"/>
            </a:xfrm>
            <a:custGeom>
              <a:rect b="b" l="l" r="r" t="t"/>
              <a:pathLst>
                <a:path extrusionOk="0" h="25386" w="33719">
                  <a:moveTo>
                    <a:pt x="3124" y="1"/>
                  </a:moveTo>
                  <a:cubicBezTo>
                    <a:pt x="2995" y="1"/>
                    <a:pt x="2867" y="8"/>
                    <a:pt x="2741" y="23"/>
                  </a:cubicBezTo>
                  <a:lnTo>
                    <a:pt x="2478" y="397"/>
                  </a:lnTo>
                  <a:lnTo>
                    <a:pt x="818" y="2755"/>
                  </a:lnTo>
                  <a:cubicBezTo>
                    <a:pt x="169" y="3736"/>
                    <a:pt x="0" y="4937"/>
                    <a:pt x="432" y="5807"/>
                  </a:cubicBezTo>
                  <a:cubicBezTo>
                    <a:pt x="892" y="6726"/>
                    <a:pt x="1557" y="7680"/>
                    <a:pt x="2393" y="8657"/>
                  </a:cubicBezTo>
                  <a:cubicBezTo>
                    <a:pt x="3231" y="9645"/>
                    <a:pt x="4240" y="10656"/>
                    <a:pt x="5366" y="11668"/>
                  </a:cubicBezTo>
                  <a:lnTo>
                    <a:pt x="5371" y="11670"/>
                  </a:lnTo>
                  <a:cubicBezTo>
                    <a:pt x="6110" y="12333"/>
                    <a:pt x="6897" y="12993"/>
                    <a:pt x="7722" y="13656"/>
                  </a:cubicBezTo>
                  <a:cubicBezTo>
                    <a:pt x="9571" y="15124"/>
                    <a:pt x="11605" y="16574"/>
                    <a:pt x="13660" y="17932"/>
                  </a:cubicBezTo>
                  <a:cubicBezTo>
                    <a:pt x="14138" y="18246"/>
                    <a:pt x="14612" y="18560"/>
                    <a:pt x="15085" y="18865"/>
                  </a:cubicBezTo>
                  <a:lnTo>
                    <a:pt x="15087" y="18867"/>
                  </a:lnTo>
                  <a:cubicBezTo>
                    <a:pt x="19982" y="22040"/>
                    <a:pt x="24748" y="24785"/>
                    <a:pt x="28475" y="25360"/>
                  </a:cubicBezTo>
                  <a:cubicBezTo>
                    <a:pt x="28587" y="25377"/>
                    <a:pt x="28701" y="25385"/>
                    <a:pt x="28818" y="25385"/>
                  </a:cubicBezTo>
                  <a:cubicBezTo>
                    <a:pt x="29844" y="25385"/>
                    <a:pt x="31001" y="24740"/>
                    <a:pt x="31680" y="23714"/>
                  </a:cubicBezTo>
                  <a:lnTo>
                    <a:pt x="33718" y="20626"/>
                  </a:lnTo>
                  <a:cubicBezTo>
                    <a:pt x="32442" y="19537"/>
                    <a:pt x="30200" y="17895"/>
                    <a:pt x="27350" y="15914"/>
                  </a:cubicBezTo>
                  <a:cubicBezTo>
                    <a:pt x="25127" y="14371"/>
                    <a:pt x="22529" y="12624"/>
                    <a:pt x="19724" y="10765"/>
                  </a:cubicBezTo>
                  <a:lnTo>
                    <a:pt x="18971" y="10268"/>
                  </a:lnTo>
                  <a:cubicBezTo>
                    <a:pt x="18269" y="9804"/>
                    <a:pt x="17590" y="9342"/>
                    <a:pt x="16939" y="8885"/>
                  </a:cubicBezTo>
                  <a:lnTo>
                    <a:pt x="16934" y="8883"/>
                  </a:lnTo>
                  <a:cubicBezTo>
                    <a:pt x="15565" y="7913"/>
                    <a:pt x="14305" y="6966"/>
                    <a:pt x="13134" y="6073"/>
                  </a:cubicBezTo>
                  <a:cubicBezTo>
                    <a:pt x="8674" y="2661"/>
                    <a:pt x="5567" y="1"/>
                    <a:pt x="3124"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8"/>
            <p:cNvSpPr/>
            <p:nvPr/>
          </p:nvSpPr>
          <p:spPr>
            <a:xfrm>
              <a:off x="2847300" y="3506425"/>
              <a:ext cx="788375" cy="532075"/>
            </a:xfrm>
            <a:custGeom>
              <a:rect b="b" l="l" r="r" t="t"/>
              <a:pathLst>
                <a:path extrusionOk="0" h="21283" w="31535">
                  <a:moveTo>
                    <a:pt x="1194" y="1"/>
                  </a:moveTo>
                  <a:cubicBezTo>
                    <a:pt x="680" y="1"/>
                    <a:pt x="338" y="125"/>
                    <a:pt x="174" y="372"/>
                  </a:cubicBezTo>
                  <a:cubicBezTo>
                    <a:pt x="118" y="458"/>
                    <a:pt x="84" y="555"/>
                    <a:pt x="75" y="656"/>
                  </a:cubicBezTo>
                  <a:cubicBezTo>
                    <a:pt x="1" y="1224"/>
                    <a:pt x="502" y="2157"/>
                    <a:pt x="1527" y="3360"/>
                  </a:cubicBezTo>
                  <a:cubicBezTo>
                    <a:pt x="2527" y="4536"/>
                    <a:pt x="4025" y="5967"/>
                    <a:pt x="5861" y="7500"/>
                  </a:cubicBezTo>
                  <a:cubicBezTo>
                    <a:pt x="6962" y="8424"/>
                    <a:pt x="8184" y="9382"/>
                    <a:pt x="9491" y="10350"/>
                  </a:cubicBezTo>
                  <a:cubicBezTo>
                    <a:pt x="10333" y="10973"/>
                    <a:pt x="11234" y="11615"/>
                    <a:pt x="12167" y="12259"/>
                  </a:cubicBezTo>
                  <a:cubicBezTo>
                    <a:pt x="12679" y="12615"/>
                    <a:pt x="13227" y="12984"/>
                    <a:pt x="13889" y="13423"/>
                  </a:cubicBezTo>
                  <a:cubicBezTo>
                    <a:pt x="16041" y="14843"/>
                    <a:pt x="18184" y="16145"/>
                    <a:pt x="20257" y="17293"/>
                  </a:cubicBezTo>
                  <a:cubicBezTo>
                    <a:pt x="22474" y="18521"/>
                    <a:pt x="24557" y="19535"/>
                    <a:pt x="26281" y="20225"/>
                  </a:cubicBezTo>
                  <a:cubicBezTo>
                    <a:pt x="28015" y="20917"/>
                    <a:pt x="29393" y="21282"/>
                    <a:pt x="30263" y="21283"/>
                  </a:cubicBezTo>
                  <a:lnTo>
                    <a:pt x="30263" y="21283"/>
                  </a:lnTo>
                  <a:cubicBezTo>
                    <a:pt x="30775" y="21282"/>
                    <a:pt x="31119" y="21158"/>
                    <a:pt x="31280" y="20913"/>
                  </a:cubicBezTo>
                  <a:lnTo>
                    <a:pt x="31301" y="20881"/>
                  </a:lnTo>
                  <a:cubicBezTo>
                    <a:pt x="31534" y="20477"/>
                    <a:pt x="31315" y="19793"/>
                    <a:pt x="30650" y="18847"/>
                  </a:cubicBezTo>
                  <a:cubicBezTo>
                    <a:pt x="30008" y="17932"/>
                    <a:pt x="28981" y="16817"/>
                    <a:pt x="27600" y="15536"/>
                  </a:cubicBezTo>
                  <a:cubicBezTo>
                    <a:pt x="25776" y="13857"/>
                    <a:pt x="23465" y="12000"/>
                    <a:pt x="20911" y="10167"/>
                  </a:cubicBezTo>
                  <a:lnTo>
                    <a:pt x="20908" y="10165"/>
                  </a:lnTo>
                  <a:cubicBezTo>
                    <a:pt x="19925" y="9463"/>
                    <a:pt x="19029" y="8844"/>
                    <a:pt x="18170" y="8271"/>
                  </a:cubicBezTo>
                  <a:cubicBezTo>
                    <a:pt x="17971" y="8133"/>
                    <a:pt x="17764" y="7994"/>
                    <a:pt x="17560" y="7860"/>
                  </a:cubicBezTo>
                  <a:cubicBezTo>
                    <a:pt x="16404" y="7096"/>
                    <a:pt x="15180" y="6325"/>
                    <a:pt x="13924" y="5568"/>
                  </a:cubicBezTo>
                  <a:cubicBezTo>
                    <a:pt x="11132" y="3887"/>
                    <a:pt x="8470" y="2481"/>
                    <a:pt x="6221" y="1499"/>
                  </a:cubicBezTo>
                  <a:cubicBezTo>
                    <a:pt x="3979" y="520"/>
                    <a:pt x="2240" y="1"/>
                    <a:pt x="1194" y="1"/>
                  </a:cubicBezTo>
                  <a:close/>
                  <a:moveTo>
                    <a:pt x="30263" y="21283"/>
                  </a:moveTo>
                  <a:lnTo>
                    <a:pt x="30263" y="21283"/>
                  </a:lnTo>
                  <a:cubicBezTo>
                    <a:pt x="30263" y="21283"/>
                    <a:pt x="30263" y="21283"/>
                    <a:pt x="30262" y="21283"/>
                  </a:cubicBezTo>
                  <a:lnTo>
                    <a:pt x="30264" y="21283"/>
                  </a:lnTo>
                  <a:cubicBezTo>
                    <a:pt x="30264" y="21283"/>
                    <a:pt x="30264" y="21283"/>
                    <a:pt x="30263" y="21283"/>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8"/>
            <p:cNvSpPr/>
            <p:nvPr/>
          </p:nvSpPr>
          <p:spPr>
            <a:xfrm>
              <a:off x="2845175" y="3506250"/>
              <a:ext cx="796850" cy="532475"/>
            </a:xfrm>
            <a:custGeom>
              <a:rect b="b" l="l" r="r" t="t"/>
              <a:pathLst>
                <a:path extrusionOk="0" h="21299" w="31874">
                  <a:moveTo>
                    <a:pt x="1279" y="15"/>
                  </a:moveTo>
                  <a:cubicBezTo>
                    <a:pt x="2325" y="15"/>
                    <a:pt x="4064" y="534"/>
                    <a:pt x="6306" y="1513"/>
                  </a:cubicBezTo>
                  <a:cubicBezTo>
                    <a:pt x="8553" y="2494"/>
                    <a:pt x="11215" y="3901"/>
                    <a:pt x="14007" y="5579"/>
                  </a:cubicBezTo>
                  <a:cubicBezTo>
                    <a:pt x="15263" y="6339"/>
                    <a:pt x="16486" y="7110"/>
                    <a:pt x="17643" y="7874"/>
                  </a:cubicBezTo>
                  <a:cubicBezTo>
                    <a:pt x="17846" y="8008"/>
                    <a:pt x="18054" y="8145"/>
                    <a:pt x="18253" y="8283"/>
                  </a:cubicBezTo>
                  <a:cubicBezTo>
                    <a:pt x="19112" y="8856"/>
                    <a:pt x="20008" y="9477"/>
                    <a:pt x="20991" y="10176"/>
                  </a:cubicBezTo>
                  <a:lnTo>
                    <a:pt x="20993" y="10179"/>
                  </a:lnTo>
                  <a:cubicBezTo>
                    <a:pt x="23547" y="12014"/>
                    <a:pt x="25858" y="13871"/>
                    <a:pt x="27680" y="15547"/>
                  </a:cubicBezTo>
                  <a:cubicBezTo>
                    <a:pt x="29061" y="16829"/>
                    <a:pt x="30089" y="17944"/>
                    <a:pt x="30730" y="18858"/>
                  </a:cubicBezTo>
                  <a:cubicBezTo>
                    <a:pt x="31393" y="19800"/>
                    <a:pt x="31612" y="20481"/>
                    <a:pt x="31382" y="20883"/>
                  </a:cubicBezTo>
                  <a:lnTo>
                    <a:pt x="31361" y="20916"/>
                  </a:lnTo>
                  <a:cubicBezTo>
                    <a:pt x="31199" y="21158"/>
                    <a:pt x="30860" y="21283"/>
                    <a:pt x="30349" y="21283"/>
                  </a:cubicBezTo>
                  <a:cubicBezTo>
                    <a:pt x="29479" y="21283"/>
                    <a:pt x="28103" y="20916"/>
                    <a:pt x="26369" y="20223"/>
                  </a:cubicBezTo>
                  <a:cubicBezTo>
                    <a:pt x="24646" y="19535"/>
                    <a:pt x="22564" y="18521"/>
                    <a:pt x="20347" y="17293"/>
                  </a:cubicBezTo>
                  <a:cubicBezTo>
                    <a:pt x="18274" y="16145"/>
                    <a:pt x="16131" y="14843"/>
                    <a:pt x="13979" y="13423"/>
                  </a:cubicBezTo>
                  <a:cubicBezTo>
                    <a:pt x="13316" y="12984"/>
                    <a:pt x="12769" y="12615"/>
                    <a:pt x="12259" y="12259"/>
                  </a:cubicBezTo>
                  <a:cubicBezTo>
                    <a:pt x="11326" y="11615"/>
                    <a:pt x="10425" y="10973"/>
                    <a:pt x="9580" y="10350"/>
                  </a:cubicBezTo>
                  <a:cubicBezTo>
                    <a:pt x="8276" y="9382"/>
                    <a:pt x="7054" y="8424"/>
                    <a:pt x="5950" y="7500"/>
                  </a:cubicBezTo>
                  <a:cubicBezTo>
                    <a:pt x="4117" y="5967"/>
                    <a:pt x="2619" y="4536"/>
                    <a:pt x="1617" y="3360"/>
                  </a:cubicBezTo>
                  <a:cubicBezTo>
                    <a:pt x="596" y="2160"/>
                    <a:pt x="95" y="1229"/>
                    <a:pt x="169" y="663"/>
                  </a:cubicBezTo>
                  <a:cubicBezTo>
                    <a:pt x="178" y="564"/>
                    <a:pt x="210" y="467"/>
                    <a:pt x="266" y="384"/>
                  </a:cubicBezTo>
                  <a:cubicBezTo>
                    <a:pt x="427" y="139"/>
                    <a:pt x="769" y="15"/>
                    <a:pt x="1279" y="15"/>
                  </a:cubicBezTo>
                  <a:close/>
                  <a:moveTo>
                    <a:pt x="1279" y="1"/>
                  </a:moveTo>
                  <a:cubicBezTo>
                    <a:pt x="771" y="1"/>
                    <a:pt x="423" y="121"/>
                    <a:pt x="254" y="375"/>
                  </a:cubicBezTo>
                  <a:cubicBezTo>
                    <a:pt x="199" y="463"/>
                    <a:pt x="164" y="562"/>
                    <a:pt x="155" y="663"/>
                  </a:cubicBezTo>
                  <a:cubicBezTo>
                    <a:pt x="0" y="1836"/>
                    <a:pt x="2252" y="4429"/>
                    <a:pt x="5941" y="7514"/>
                  </a:cubicBezTo>
                  <a:cubicBezTo>
                    <a:pt x="7033" y="8429"/>
                    <a:pt x="8250" y="9387"/>
                    <a:pt x="9573" y="10363"/>
                  </a:cubicBezTo>
                  <a:cubicBezTo>
                    <a:pt x="10423" y="10992"/>
                    <a:pt x="11321" y="11633"/>
                    <a:pt x="12249" y="12273"/>
                  </a:cubicBezTo>
                  <a:cubicBezTo>
                    <a:pt x="12810" y="12663"/>
                    <a:pt x="13385" y="13051"/>
                    <a:pt x="13972" y="13437"/>
                  </a:cubicBezTo>
                  <a:cubicBezTo>
                    <a:pt x="16182" y="14894"/>
                    <a:pt x="18340" y="16201"/>
                    <a:pt x="20340" y="17307"/>
                  </a:cubicBezTo>
                  <a:cubicBezTo>
                    <a:pt x="24843" y="19803"/>
                    <a:pt x="28565" y="21299"/>
                    <a:pt x="30349" y="21299"/>
                  </a:cubicBezTo>
                  <a:cubicBezTo>
                    <a:pt x="30855" y="21299"/>
                    <a:pt x="31206" y="21179"/>
                    <a:pt x="31372" y="20925"/>
                  </a:cubicBezTo>
                  <a:lnTo>
                    <a:pt x="31393" y="20892"/>
                  </a:lnTo>
                  <a:cubicBezTo>
                    <a:pt x="31873" y="20061"/>
                    <a:pt x="30414" y="18064"/>
                    <a:pt x="27690" y="15540"/>
                  </a:cubicBezTo>
                  <a:cubicBezTo>
                    <a:pt x="25928" y="13915"/>
                    <a:pt x="23642" y="12065"/>
                    <a:pt x="21003" y="10170"/>
                  </a:cubicBezTo>
                  <a:lnTo>
                    <a:pt x="20998" y="10167"/>
                  </a:lnTo>
                  <a:cubicBezTo>
                    <a:pt x="20121" y="9541"/>
                    <a:pt x="19209" y="8907"/>
                    <a:pt x="18262" y="8274"/>
                  </a:cubicBezTo>
                  <a:cubicBezTo>
                    <a:pt x="18063" y="8135"/>
                    <a:pt x="17858" y="7999"/>
                    <a:pt x="17652" y="7863"/>
                  </a:cubicBezTo>
                  <a:cubicBezTo>
                    <a:pt x="16419" y="7050"/>
                    <a:pt x="15198" y="6283"/>
                    <a:pt x="14016" y="5568"/>
                  </a:cubicBezTo>
                  <a:cubicBezTo>
                    <a:pt x="8317" y="2141"/>
                    <a:pt x="3415" y="3"/>
                    <a:pt x="1282" y="3"/>
                  </a:cubicBezTo>
                  <a:lnTo>
                    <a:pt x="1279"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8"/>
            <p:cNvSpPr/>
            <p:nvPr/>
          </p:nvSpPr>
          <p:spPr>
            <a:xfrm>
              <a:off x="2981975" y="3601625"/>
              <a:ext cx="526600" cy="341800"/>
            </a:xfrm>
            <a:custGeom>
              <a:rect b="b" l="l" r="r" t="t"/>
              <a:pathLst>
                <a:path extrusionOk="0" h="13672" w="21064">
                  <a:moveTo>
                    <a:pt x="799" y="0"/>
                  </a:moveTo>
                  <a:cubicBezTo>
                    <a:pt x="559" y="0"/>
                    <a:pt x="393" y="69"/>
                    <a:pt x="303" y="206"/>
                  </a:cubicBezTo>
                  <a:cubicBezTo>
                    <a:pt x="1" y="663"/>
                    <a:pt x="790" y="1637"/>
                    <a:pt x="2718" y="3187"/>
                  </a:cubicBezTo>
                  <a:cubicBezTo>
                    <a:pt x="4270" y="4433"/>
                    <a:pt x="6516" y="6022"/>
                    <a:pt x="9786" y="8181"/>
                  </a:cubicBezTo>
                  <a:cubicBezTo>
                    <a:pt x="13896" y="10894"/>
                    <a:pt x="18313" y="13672"/>
                    <a:pt x="19872" y="13672"/>
                  </a:cubicBezTo>
                  <a:cubicBezTo>
                    <a:pt x="20119" y="13672"/>
                    <a:pt x="20290" y="13600"/>
                    <a:pt x="20382" y="13462"/>
                  </a:cubicBezTo>
                  <a:cubicBezTo>
                    <a:pt x="21063" y="12427"/>
                    <a:pt x="16023" y="8897"/>
                    <a:pt x="11001" y="5583"/>
                  </a:cubicBezTo>
                  <a:cubicBezTo>
                    <a:pt x="6821" y="2822"/>
                    <a:pt x="2342" y="0"/>
                    <a:pt x="799"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8"/>
            <p:cNvSpPr/>
            <p:nvPr/>
          </p:nvSpPr>
          <p:spPr>
            <a:xfrm>
              <a:off x="2973025" y="3601375"/>
              <a:ext cx="535025" cy="342175"/>
            </a:xfrm>
            <a:custGeom>
              <a:rect b="b" l="l" r="r" t="t"/>
              <a:pathLst>
                <a:path extrusionOk="0" h="13687" w="21401">
                  <a:moveTo>
                    <a:pt x="1157" y="15"/>
                  </a:moveTo>
                  <a:lnTo>
                    <a:pt x="1157" y="17"/>
                  </a:lnTo>
                  <a:cubicBezTo>
                    <a:pt x="1834" y="17"/>
                    <a:pt x="3095" y="544"/>
                    <a:pt x="5013" y="1629"/>
                  </a:cubicBezTo>
                  <a:cubicBezTo>
                    <a:pt x="6577" y="2511"/>
                    <a:pt x="8592" y="3774"/>
                    <a:pt x="11356" y="5598"/>
                  </a:cubicBezTo>
                  <a:cubicBezTo>
                    <a:pt x="14635" y="7764"/>
                    <a:pt x="16865" y="9334"/>
                    <a:pt x="18371" y="10541"/>
                  </a:cubicBezTo>
                  <a:cubicBezTo>
                    <a:pt x="19274" y="11267"/>
                    <a:pt x="19929" y="11874"/>
                    <a:pt x="20324" y="12347"/>
                  </a:cubicBezTo>
                  <a:cubicBezTo>
                    <a:pt x="20749" y="12857"/>
                    <a:pt x="20885" y="13234"/>
                    <a:pt x="20733" y="13467"/>
                  </a:cubicBezTo>
                  <a:cubicBezTo>
                    <a:pt x="20641" y="13603"/>
                    <a:pt x="20472" y="13672"/>
                    <a:pt x="20230" y="13672"/>
                  </a:cubicBezTo>
                  <a:cubicBezTo>
                    <a:pt x="19553" y="13672"/>
                    <a:pt x="18311" y="13160"/>
                    <a:pt x="16427" y="12102"/>
                  </a:cubicBezTo>
                  <a:cubicBezTo>
                    <a:pt x="14861" y="11225"/>
                    <a:pt x="12866" y="9980"/>
                    <a:pt x="10149" y="8184"/>
                  </a:cubicBezTo>
                  <a:cubicBezTo>
                    <a:pt x="6879" y="6025"/>
                    <a:pt x="4632" y="4439"/>
                    <a:pt x="3081" y="3190"/>
                  </a:cubicBezTo>
                  <a:cubicBezTo>
                    <a:pt x="2164" y="2453"/>
                    <a:pt x="1495" y="1837"/>
                    <a:pt x="1093" y="1352"/>
                  </a:cubicBezTo>
                  <a:cubicBezTo>
                    <a:pt x="656" y="832"/>
                    <a:pt x="516" y="451"/>
                    <a:pt x="668" y="218"/>
                  </a:cubicBezTo>
                  <a:cubicBezTo>
                    <a:pt x="756" y="84"/>
                    <a:pt x="922" y="15"/>
                    <a:pt x="1157" y="15"/>
                  </a:cubicBezTo>
                  <a:close/>
                  <a:moveTo>
                    <a:pt x="1157" y="1"/>
                  </a:moveTo>
                  <a:cubicBezTo>
                    <a:pt x="920" y="1"/>
                    <a:pt x="749" y="68"/>
                    <a:pt x="656" y="209"/>
                  </a:cubicBezTo>
                  <a:cubicBezTo>
                    <a:pt x="1" y="1202"/>
                    <a:pt x="4593" y="4531"/>
                    <a:pt x="10139" y="8196"/>
                  </a:cubicBezTo>
                  <a:cubicBezTo>
                    <a:pt x="14882" y="11324"/>
                    <a:pt x="18784" y="13686"/>
                    <a:pt x="20230" y="13686"/>
                  </a:cubicBezTo>
                  <a:cubicBezTo>
                    <a:pt x="20474" y="13686"/>
                    <a:pt x="20650" y="13617"/>
                    <a:pt x="20744" y="13474"/>
                  </a:cubicBezTo>
                  <a:cubicBezTo>
                    <a:pt x="21400" y="12481"/>
                    <a:pt x="16909" y="9246"/>
                    <a:pt x="11363" y="5584"/>
                  </a:cubicBezTo>
                  <a:cubicBezTo>
                    <a:pt x="6602" y="2442"/>
                    <a:pt x="2610" y="1"/>
                    <a:pt x="116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8"/>
            <p:cNvSpPr/>
            <p:nvPr/>
          </p:nvSpPr>
          <p:spPr>
            <a:xfrm>
              <a:off x="2980125" y="3760350"/>
              <a:ext cx="557300" cy="224250"/>
            </a:xfrm>
            <a:custGeom>
              <a:rect b="b" l="l" r="r" t="t"/>
              <a:pathLst>
                <a:path extrusionOk="0" h="8970" w="22292">
                  <a:moveTo>
                    <a:pt x="15600" y="1"/>
                  </a:moveTo>
                  <a:lnTo>
                    <a:pt x="12003" y="867"/>
                  </a:lnTo>
                  <a:lnTo>
                    <a:pt x="6851" y="2109"/>
                  </a:lnTo>
                  <a:lnTo>
                    <a:pt x="1" y="3758"/>
                  </a:lnTo>
                  <a:cubicBezTo>
                    <a:pt x="1850" y="5226"/>
                    <a:pt x="3884" y="6676"/>
                    <a:pt x="5939" y="8034"/>
                  </a:cubicBezTo>
                  <a:cubicBezTo>
                    <a:pt x="6417" y="8348"/>
                    <a:pt x="6891" y="8662"/>
                    <a:pt x="7364" y="8967"/>
                  </a:cubicBezTo>
                  <a:lnTo>
                    <a:pt x="7366" y="8969"/>
                  </a:lnTo>
                  <a:lnTo>
                    <a:pt x="14942" y="7143"/>
                  </a:lnTo>
                  <a:lnTo>
                    <a:pt x="19627" y="6016"/>
                  </a:lnTo>
                  <a:lnTo>
                    <a:pt x="22292" y="5374"/>
                  </a:lnTo>
                  <a:cubicBezTo>
                    <a:pt x="20530" y="3748"/>
                    <a:pt x="18244" y="1901"/>
                    <a:pt x="15605" y="3"/>
                  </a:cubicBezTo>
                  <a:lnTo>
                    <a:pt x="1560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8"/>
            <p:cNvSpPr/>
            <p:nvPr/>
          </p:nvSpPr>
          <p:spPr>
            <a:xfrm>
              <a:off x="2846900" y="3645425"/>
              <a:ext cx="454825" cy="159225"/>
            </a:xfrm>
            <a:custGeom>
              <a:rect b="b" l="l" r="r" t="t"/>
              <a:pathLst>
                <a:path extrusionOk="0" h="6369" w="18193">
                  <a:moveTo>
                    <a:pt x="13947" y="1"/>
                  </a:moveTo>
                  <a:lnTo>
                    <a:pt x="10740" y="772"/>
                  </a:lnTo>
                  <a:lnTo>
                    <a:pt x="5872" y="1945"/>
                  </a:lnTo>
                  <a:lnTo>
                    <a:pt x="1" y="3356"/>
                  </a:lnTo>
                  <a:cubicBezTo>
                    <a:pt x="839" y="4342"/>
                    <a:pt x="1845" y="5355"/>
                    <a:pt x="2974" y="6367"/>
                  </a:cubicBezTo>
                  <a:lnTo>
                    <a:pt x="2977" y="6369"/>
                  </a:lnTo>
                  <a:lnTo>
                    <a:pt x="9504" y="4796"/>
                  </a:lnTo>
                  <a:lnTo>
                    <a:pt x="14542" y="3582"/>
                  </a:lnTo>
                  <a:lnTo>
                    <a:pt x="14545" y="3584"/>
                  </a:lnTo>
                  <a:lnTo>
                    <a:pt x="18193" y="2705"/>
                  </a:lnTo>
                  <a:cubicBezTo>
                    <a:pt x="17994" y="2566"/>
                    <a:pt x="17789" y="2430"/>
                    <a:pt x="17583" y="2296"/>
                  </a:cubicBezTo>
                  <a:cubicBezTo>
                    <a:pt x="16348" y="1481"/>
                    <a:pt x="15129" y="716"/>
                    <a:pt x="139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4" name="Shape 354"/>
        <p:cNvGrpSpPr/>
        <p:nvPr/>
      </p:nvGrpSpPr>
      <p:grpSpPr>
        <a:xfrm>
          <a:off x="0" y="0"/>
          <a:ext cx="0" cy="0"/>
          <a:chOff x="0" y="0"/>
          <a:chExt cx="0" cy="0"/>
        </a:xfrm>
      </p:grpSpPr>
      <p:sp>
        <p:nvSpPr>
          <p:cNvPr id="355" name="Google Shape;355;p29"/>
          <p:cNvSpPr txBox="1"/>
          <p:nvPr>
            <p:ph type="title"/>
          </p:nvPr>
        </p:nvSpPr>
        <p:spPr>
          <a:xfrm>
            <a:off x="796513" y="1558750"/>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56" name="Google Shape;356;p29"/>
          <p:cNvSpPr txBox="1"/>
          <p:nvPr>
            <p:ph idx="1" type="subTitle"/>
          </p:nvPr>
        </p:nvSpPr>
        <p:spPr>
          <a:xfrm>
            <a:off x="1888675" y="2110400"/>
            <a:ext cx="2158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57" name="Google Shape;357;p29"/>
          <p:cNvSpPr txBox="1"/>
          <p:nvPr>
            <p:ph idx="2" type="title"/>
          </p:nvPr>
        </p:nvSpPr>
        <p:spPr>
          <a:xfrm>
            <a:off x="4562895" y="1567706"/>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58" name="Google Shape;358;p29"/>
          <p:cNvSpPr txBox="1"/>
          <p:nvPr>
            <p:ph idx="3" type="subTitle"/>
          </p:nvPr>
        </p:nvSpPr>
        <p:spPr>
          <a:xfrm>
            <a:off x="5644774" y="2110405"/>
            <a:ext cx="21438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59" name="Google Shape;359;p29"/>
          <p:cNvSpPr txBox="1"/>
          <p:nvPr>
            <p:ph idx="6" type="title"/>
          </p:nvPr>
        </p:nvSpPr>
        <p:spPr>
          <a:xfrm>
            <a:off x="781789" y="3027336"/>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60" name="Google Shape;360;p29"/>
          <p:cNvSpPr txBox="1"/>
          <p:nvPr>
            <p:ph idx="7" type="subTitle"/>
          </p:nvPr>
        </p:nvSpPr>
        <p:spPr>
          <a:xfrm>
            <a:off x="1882901" y="3560613"/>
            <a:ext cx="2158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61" name="Google Shape;361;p29"/>
          <p:cNvSpPr txBox="1"/>
          <p:nvPr>
            <p:ph idx="8" type="title"/>
          </p:nvPr>
        </p:nvSpPr>
        <p:spPr>
          <a:xfrm>
            <a:off x="4562895" y="3043350"/>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62" name="Google Shape;362;p29"/>
          <p:cNvSpPr txBox="1"/>
          <p:nvPr>
            <p:ph idx="9" type="subTitle"/>
          </p:nvPr>
        </p:nvSpPr>
        <p:spPr>
          <a:xfrm>
            <a:off x="5660818" y="3560613"/>
            <a:ext cx="21438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63" name="Google Shape;363;p29"/>
          <p:cNvSpPr txBox="1"/>
          <p:nvPr>
            <p:ph idx="15" type="title"/>
          </p:nvPr>
        </p:nvSpPr>
        <p:spPr>
          <a:xfrm>
            <a:off x="720000" y="587179"/>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a:t>
            </a:r>
            <a:r>
              <a:rPr lang="en">
                <a:solidFill>
                  <a:schemeClr val="accent3"/>
                </a:solidFill>
              </a:rPr>
              <a:t>CONTENTS</a:t>
            </a:r>
            <a:endParaRPr>
              <a:solidFill>
                <a:schemeClr val="accent3"/>
              </a:solidFill>
            </a:endParaRPr>
          </a:p>
        </p:txBody>
      </p:sp>
      <p:sp>
        <p:nvSpPr>
          <p:cNvPr id="364" name="Google Shape;364;p29"/>
          <p:cNvSpPr txBox="1"/>
          <p:nvPr>
            <p:ph idx="16" type="subTitle"/>
          </p:nvPr>
        </p:nvSpPr>
        <p:spPr>
          <a:xfrm>
            <a:off x="1873529" y="1655442"/>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365" name="Google Shape;365;p29"/>
          <p:cNvSpPr txBox="1"/>
          <p:nvPr>
            <p:ph idx="17" type="subTitle"/>
          </p:nvPr>
        </p:nvSpPr>
        <p:spPr>
          <a:xfrm>
            <a:off x="5656347" y="1645196"/>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366" name="Google Shape;366;p29"/>
          <p:cNvSpPr txBox="1"/>
          <p:nvPr>
            <p:ph idx="19" type="subTitle"/>
          </p:nvPr>
        </p:nvSpPr>
        <p:spPr>
          <a:xfrm>
            <a:off x="1878007" y="3111355"/>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367" name="Google Shape;367;p29"/>
          <p:cNvSpPr txBox="1"/>
          <p:nvPr>
            <p:ph idx="20" type="subTitle"/>
          </p:nvPr>
        </p:nvSpPr>
        <p:spPr>
          <a:xfrm>
            <a:off x="5640333" y="3111355"/>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cxnSp>
        <p:nvCxnSpPr>
          <p:cNvPr id="368" name="Google Shape;368;p29"/>
          <p:cNvCxnSpPr/>
          <p:nvPr/>
        </p:nvCxnSpPr>
        <p:spPr>
          <a:xfrm>
            <a:off x="1101300" y="2204850"/>
            <a:ext cx="650700" cy="0"/>
          </a:xfrm>
          <a:prstGeom prst="straightConnector1">
            <a:avLst/>
          </a:prstGeom>
          <a:noFill/>
          <a:ln cap="flat" cmpd="sng" w="19050">
            <a:solidFill>
              <a:schemeClr val="accent3"/>
            </a:solidFill>
            <a:prstDash val="solid"/>
            <a:round/>
            <a:headEnd len="med" w="med" type="none"/>
            <a:tailEnd len="med" w="med" type="none"/>
          </a:ln>
        </p:spPr>
      </p:cxnSp>
      <p:cxnSp>
        <p:nvCxnSpPr>
          <p:cNvPr id="369" name="Google Shape;369;p29"/>
          <p:cNvCxnSpPr/>
          <p:nvPr/>
        </p:nvCxnSpPr>
        <p:spPr>
          <a:xfrm>
            <a:off x="4875200" y="2204850"/>
            <a:ext cx="650700" cy="0"/>
          </a:xfrm>
          <a:prstGeom prst="straightConnector1">
            <a:avLst/>
          </a:prstGeom>
          <a:noFill/>
          <a:ln cap="flat" cmpd="sng" w="19050">
            <a:solidFill>
              <a:schemeClr val="accent3"/>
            </a:solidFill>
            <a:prstDash val="solid"/>
            <a:round/>
            <a:headEnd len="med" w="med" type="none"/>
            <a:tailEnd len="med" w="med" type="none"/>
          </a:ln>
        </p:spPr>
      </p:cxnSp>
      <p:cxnSp>
        <p:nvCxnSpPr>
          <p:cNvPr id="370" name="Google Shape;370;p29"/>
          <p:cNvCxnSpPr/>
          <p:nvPr/>
        </p:nvCxnSpPr>
        <p:spPr>
          <a:xfrm>
            <a:off x="1101300" y="3680275"/>
            <a:ext cx="650700" cy="0"/>
          </a:xfrm>
          <a:prstGeom prst="straightConnector1">
            <a:avLst/>
          </a:prstGeom>
          <a:noFill/>
          <a:ln cap="flat" cmpd="sng" w="19050">
            <a:solidFill>
              <a:schemeClr val="accent3"/>
            </a:solidFill>
            <a:prstDash val="solid"/>
            <a:round/>
            <a:headEnd len="med" w="med" type="none"/>
            <a:tailEnd len="med" w="med" type="none"/>
          </a:ln>
        </p:spPr>
      </p:cxnSp>
      <p:cxnSp>
        <p:nvCxnSpPr>
          <p:cNvPr id="371" name="Google Shape;371;p29"/>
          <p:cNvCxnSpPr/>
          <p:nvPr/>
        </p:nvCxnSpPr>
        <p:spPr>
          <a:xfrm>
            <a:off x="4875200" y="3680275"/>
            <a:ext cx="650700" cy="0"/>
          </a:xfrm>
          <a:prstGeom prst="straightConnector1">
            <a:avLst/>
          </a:prstGeom>
          <a:noFill/>
          <a:ln cap="flat" cmpd="sng" w="19050">
            <a:solidFill>
              <a:schemeClr val="accent3"/>
            </a:solidFill>
            <a:prstDash val="solid"/>
            <a:round/>
            <a:headEnd len="med" w="med" type="none"/>
            <a:tailEnd len="med" w="med" type="none"/>
          </a:ln>
        </p:spPr>
      </p:cxnSp>
      <p:grpSp>
        <p:nvGrpSpPr>
          <p:cNvPr id="372" name="Google Shape;372;p29"/>
          <p:cNvGrpSpPr/>
          <p:nvPr/>
        </p:nvGrpSpPr>
        <p:grpSpPr>
          <a:xfrm rot="-1461794">
            <a:off x="7336983" y="220039"/>
            <a:ext cx="933806" cy="1011808"/>
            <a:chOff x="2761250" y="617875"/>
            <a:chExt cx="1222900" cy="1325050"/>
          </a:xfrm>
        </p:grpSpPr>
        <p:sp>
          <p:nvSpPr>
            <p:cNvPr id="373" name="Google Shape;373;p29"/>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9"/>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9"/>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9"/>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9"/>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9"/>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9"/>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 name="Google Shape;380;p29"/>
          <p:cNvGrpSpPr/>
          <p:nvPr/>
        </p:nvGrpSpPr>
        <p:grpSpPr>
          <a:xfrm rot="5400000">
            <a:off x="7779286" y="3881051"/>
            <a:ext cx="874007" cy="947013"/>
            <a:chOff x="2761250" y="617875"/>
            <a:chExt cx="1222900" cy="1325050"/>
          </a:xfrm>
        </p:grpSpPr>
        <p:sp>
          <p:nvSpPr>
            <p:cNvPr id="381" name="Google Shape;381;p29"/>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9"/>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9"/>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9"/>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9"/>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9"/>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9"/>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 name="Google Shape;388;p29"/>
          <p:cNvGrpSpPr/>
          <p:nvPr/>
        </p:nvGrpSpPr>
        <p:grpSpPr>
          <a:xfrm flipH="1">
            <a:off x="315368" y="2461733"/>
            <a:ext cx="819954" cy="888446"/>
            <a:chOff x="2761250" y="617875"/>
            <a:chExt cx="1222900" cy="1325050"/>
          </a:xfrm>
        </p:grpSpPr>
        <p:sp>
          <p:nvSpPr>
            <p:cNvPr id="389" name="Google Shape;389;p29"/>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9"/>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9"/>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9"/>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9"/>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9"/>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9"/>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 name="Google Shape;396;p29"/>
          <p:cNvGrpSpPr/>
          <p:nvPr/>
        </p:nvGrpSpPr>
        <p:grpSpPr>
          <a:xfrm rot="-1597863">
            <a:off x="8136469" y="2659459"/>
            <a:ext cx="584858" cy="513478"/>
            <a:chOff x="2665925" y="2466150"/>
            <a:chExt cx="627625" cy="551025"/>
          </a:xfrm>
        </p:grpSpPr>
        <p:sp>
          <p:nvSpPr>
            <p:cNvPr id="397" name="Google Shape;397;p29"/>
            <p:cNvSpPr/>
            <p:nvPr/>
          </p:nvSpPr>
          <p:spPr>
            <a:xfrm>
              <a:off x="2700675" y="2466150"/>
              <a:ext cx="592875" cy="549500"/>
            </a:xfrm>
            <a:custGeom>
              <a:rect b="b" l="l" r="r" t="t"/>
              <a:pathLst>
                <a:path extrusionOk="0" h="21980" w="23715">
                  <a:moveTo>
                    <a:pt x="6323" y="0"/>
                  </a:moveTo>
                  <a:cubicBezTo>
                    <a:pt x="5320" y="0"/>
                    <a:pt x="4347" y="220"/>
                    <a:pt x="3434" y="722"/>
                  </a:cubicBezTo>
                  <a:cubicBezTo>
                    <a:pt x="52" y="2578"/>
                    <a:pt x="1" y="6111"/>
                    <a:pt x="1" y="6111"/>
                  </a:cubicBezTo>
                  <a:cubicBezTo>
                    <a:pt x="1" y="6111"/>
                    <a:pt x="1555" y="3520"/>
                    <a:pt x="4741" y="3520"/>
                  </a:cubicBezTo>
                  <a:cubicBezTo>
                    <a:pt x="7746" y="3520"/>
                    <a:pt x="12205" y="5827"/>
                    <a:pt x="18179" y="14795"/>
                  </a:cubicBezTo>
                  <a:cubicBezTo>
                    <a:pt x="22322" y="21011"/>
                    <a:pt x="16293" y="21867"/>
                    <a:pt x="16293" y="21867"/>
                  </a:cubicBezTo>
                  <a:cubicBezTo>
                    <a:pt x="16293" y="21867"/>
                    <a:pt x="16625" y="21980"/>
                    <a:pt x="17147" y="21980"/>
                  </a:cubicBezTo>
                  <a:cubicBezTo>
                    <a:pt x="18141" y="21980"/>
                    <a:pt x="19823" y="21572"/>
                    <a:pt x="21209" y="19201"/>
                  </a:cubicBezTo>
                  <a:cubicBezTo>
                    <a:pt x="22213" y="17480"/>
                    <a:pt x="23714" y="15162"/>
                    <a:pt x="20548" y="10050"/>
                  </a:cubicBezTo>
                  <a:cubicBezTo>
                    <a:pt x="18795" y="7221"/>
                    <a:pt x="12072" y="0"/>
                    <a:pt x="6323"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9"/>
            <p:cNvSpPr/>
            <p:nvPr/>
          </p:nvSpPr>
          <p:spPr>
            <a:xfrm>
              <a:off x="2700275" y="2537525"/>
              <a:ext cx="507325" cy="479550"/>
            </a:xfrm>
            <a:custGeom>
              <a:rect b="b" l="l" r="r" t="t"/>
              <a:pathLst>
                <a:path extrusionOk="0" h="19182" w="20293">
                  <a:moveTo>
                    <a:pt x="3446" y="0"/>
                  </a:moveTo>
                  <a:cubicBezTo>
                    <a:pt x="3175" y="0"/>
                    <a:pt x="2902" y="23"/>
                    <a:pt x="2633" y="67"/>
                  </a:cubicBezTo>
                  <a:cubicBezTo>
                    <a:pt x="1859" y="197"/>
                    <a:pt x="1241" y="508"/>
                    <a:pt x="793" y="995"/>
                  </a:cubicBezTo>
                  <a:cubicBezTo>
                    <a:pt x="264" y="1570"/>
                    <a:pt x="1" y="2353"/>
                    <a:pt x="8" y="3325"/>
                  </a:cubicBezTo>
                  <a:cubicBezTo>
                    <a:pt x="12" y="4263"/>
                    <a:pt x="269" y="5339"/>
                    <a:pt x="770" y="6519"/>
                  </a:cubicBezTo>
                  <a:cubicBezTo>
                    <a:pt x="1799" y="8945"/>
                    <a:pt x="3741" y="11545"/>
                    <a:pt x="6242" y="13843"/>
                  </a:cubicBezTo>
                  <a:cubicBezTo>
                    <a:pt x="6535" y="14113"/>
                    <a:pt x="6812" y="14355"/>
                    <a:pt x="7085" y="14586"/>
                  </a:cubicBezTo>
                  <a:cubicBezTo>
                    <a:pt x="8876" y="16108"/>
                    <a:pt x="10793" y="17338"/>
                    <a:pt x="12629" y="18147"/>
                  </a:cubicBezTo>
                  <a:cubicBezTo>
                    <a:pt x="13116" y="18361"/>
                    <a:pt x="13614" y="18551"/>
                    <a:pt x="14122" y="18712"/>
                  </a:cubicBezTo>
                  <a:cubicBezTo>
                    <a:pt x="15032" y="19001"/>
                    <a:pt x="15877" y="19158"/>
                    <a:pt x="16630" y="19179"/>
                  </a:cubicBezTo>
                  <a:cubicBezTo>
                    <a:pt x="16688" y="19181"/>
                    <a:pt x="16745" y="19181"/>
                    <a:pt x="16803" y="19181"/>
                  </a:cubicBezTo>
                  <a:cubicBezTo>
                    <a:pt x="17985" y="19181"/>
                    <a:pt x="18893" y="18846"/>
                    <a:pt x="19500" y="18186"/>
                  </a:cubicBezTo>
                  <a:cubicBezTo>
                    <a:pt x="20026" y="17613"/>
                    <a:pt x="20292" y="16828"/>
                    <a:pt x="20285" y="15856"/>
                  </a:cubicBezTo>
                  <a:cubicBezTo>
                    <a:pt x="20280" y="14919"/>
                    <a:pt x="20024" y="13845"/>
                    <a:pt x="19523" y="12665"/>
                  </a:cubicBezTo>
                  <a:cubicBezTo>
                    <a:pt x="18493" y="10238"/>
                    <a:pt x="16551" y="7636"/>
                    <a:pt x="14053" y="5341"/>
                  </a:cubicBezTo>
                  <a:cubicBezTo>
                    <a:pt x="13342" y="4688"/>
                    <a:pt x="12599" y="4071"/>
                    <a:pt x="11825" y="3498"/>
                  </a:cubicBezTo>
                  <a:cubicBezTo>
                    <a:pt x="10894" y="2801"/>
                    <a:pt x="9911" y="2178"/>
                    <a:pt x="8886" y="1630"/>
                  </a:cubicBezTo>
                  <a:cubicBezTo>
                    <a:pt x="8364" y="1353"/>
                    <a:pt x="7847" y="1106"/>
                    <a:pt x="7343" y="898"/>
                  </a:cubicBezTo>
                  <a:cubicBezTo>
                    <a:pt x="5928" y="310"/>
                    <a:pt x="4593" y="0"/>
                    <a:pt x="3485" y="0"/>
                  </a:cubicBezTo>
                  <a:cubicBezTo>
                    <a:pt x="3472" y="0"/>
                    <a:pt x="3459" y="0"/>
                    <a:pt x="3446"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9"/>
            <p:cNvSpPr/>
            <p:nvPr/>
          </p:nvSpPr>
          <p:spPr>
            <a:xfrm>
              <a:off x="2665925" y="2537350"/>
              <a:ext cx="575950" cy="479825"/>
            </a:xfrm>
            <a:custGeom>
              <a:rect b="b" l="l" r="r" t="t"/>
              <a:pathLst>
                <a:path extrusionOk="0" h="19193" w="23038">
                  <a:moveTo>
                    <a:pt x="4859" y="0"/>
                  </a:moveTo>
                  <a:cubicBezTo>
                    <a:pt x="4859" y="0"/>
                    <a:pt x="4860" y="0"/>
                    <a:pt x="4860" y="0"/>
                  </a:cubicBezTo>
                  <a:lnTo>
                    <a:pt x="4860" y="0"/>
                  </a:lnTo>
                  <a:cubicBezTo>
                    <a:pt x="4860" y="0"/>
                    <a:pt x="4861" y="0"/>
                    <a:pt x="4861" y="0"/>
                  </a:cubicBezTo>
                  <a:close/>
                  <a:moveTo>
                    <a:pt x="4861" y="12"/>
                  </a:moveTo>
                  <a:cubicBezTo>
                    <a:pt x="5967" y="12"/>
                    <a:pt x="7302" y="324"/>
                    <a:pt x="8717" y="910"/>
                  </a:cubicBezTo>
                  <a:cubicBezTo>
                    <a:pt x="9218" y="1118"/>
                    <a:pt x="9738" y="1365"/>
                    <a:pt x="10260" y="1642"/>
                  </a:cubicBezTo>
                  <a:cubicBezTo>
                    <a:pt x="11285" y="2189"/>
                    <a:pt x="12266" y="2813"/>
                    <a:pt x="13197" y="3508"/>
                  </a:cubicBezTo>
                  <a:cubicBezTo>
                    <a:pt x="13970" y="4083"/>
                    <a:pt x="14714" y="4697"/>
                    <a:pt x="15423" y="5350"/>
                  </a:cubicBezTo>
                  <a:cubicBezTo>
                    <a:pt x="16686" y="6509"/>
                    <a:pt x="17808" y="7749"/>
                    <a:pt x="18757" y="9028"/>
                  </a:cubicBezTo>
                  <a:cubicBezTo>
                    <a:pt x="19673" y="10266"/>
                    <a:pt x="20391" y="11492"/>
                    <a:pt x="20893" y="12672"/>
                  </a:cubicBezTo>
                  <a:cubicBezTo>
                    <a:pt x="21394" y="13852"/>
                    <a:pt x="21648" y="14926"/>
                    <a:pt x="21654" y="15863"/>
                  </a:cubicBezTo>
                  <a:cubicBezTo>
                    <a:pt x="21661" y="16833"/>
                    <a:pt x="21396" y="17616"/>
                    <a:pt x="20872" y="18188"/>
                  </a:cubicBezTo>
                  <a:cubicBezTo>
                    <a:pt x="20567" y="18518"/>
                    <a:pt x="20179" y="18770"/>
                    <a:pt x="19720" y="18939"/>
                  </a:cubicBezTo>
                  <a:cubicBezTo>
                    <a:pt x="19274" y="19100"/>
                    <a:pt x="18754" y="19183"/>
                    <a:pt x="18179" y="19183"/>
                  </a:cubicBezTo>
                  <a:cubicBezTo>
                    <a:pt x="18122" y="19183"/>
                    <a:pt x="18064" y="19183"/>
                    <a:pt x="18006" y="19181"/>
                  </a:cubicBezTo>
                  <a:cubicBezTo>
                    <a:pt x="17251" y="19158"/>
                    <a:pt x="16408" y="19001"/>
                    <a:pt x="15499" y="18715"/>
                  </a:cubicBezTo>
                  <a:cubicBezTo>
                    <a:pt x="14991" y="18553"/>
                    <a:pt x="14492" y="18364"/>
                    <a:pt x="14005" y="18147"/>
                  </a:cubicBezTo>
                  <a:cubicBezTo>
                    <a:pt x="12169" y="17339"/>
                    <a:pt x="10253" y="16110"/>
                    <a:pt x="8463" y="14589"/>
                  </a:cubicBezTo>
                  <a:lnTo>
                    <a:pt x="8461" y="14589"/>
                  </a:lnTo>
                  <a:cubicBezTo>
                    <a:pt x="8189" y="14358"/>
                    <a:pt x="7914" y="14115"/>
                    <a:pt x="7621" y="13845"/>
                  </a:cubicBezTo>
                  <a:cubicBezTo>
                    <a:pt x="6357" y="12684"/>
                    <a:pt x="5235" y="11446"/>
                    <a:pt x="4284" y="10165"/>
                  </a:cubicBezTo>
                  <a:cubicBezTo>
                    <a:pt x="3367" y="8927"/>
                    <a:pt x="2649" y="7701"/>
                    <a:pt x="2148" y="6521"/>
                  </a:cubicBezTo>
                  <a:cubicBezTo>
                    <a:pt x="1649" y="5341"/>
                    <a:pt x="1393" y="4270"/>
                    <a:pt x="1386" y="3330"/>
                  </a:cubicBezTo>
                  <a:cubicBezTo>
                    <a:pt x="1382" y="2360"/>
                    <a:pt x="1645" y="1577"/>
                    <a:pt x="2171" y="1007"/>
                  </a:cubicBezTo>
                  <a:cubicBezTo>
                    <a:pt x="2617" y="520"/>
                    <a:pt x="3238" y="208"/>
                    <a:pt x="4009" y="79"/>
                  </a:cubicBezTo>
                  <a:cubicBezTo>
                    <a:pt x="4291" y="33"/>
                    <a:pt x="4575" y="12"/>
                    <a:pt x="4861" y="12"/>
                  </a:cubicBezTo>
                  <a:close/>
                  <a:moveTo>
                    <a:pt x="4860" y="0"/>
                  </a:moveTo>
                  <a:cubicBezTo>
                    <a:pt x="4574" y="0"/>
                    <a:pt x="4288" y="21"/>
                    <a:pt x="4007" y="67"/>
                  </a:cubicBezTo>
                  <a:cubicBezTo>
                    <a:pt x="3252" y="194"/>
                    <a:pt x="2622" y="499"/>
                    <a:pt x="2160" y="998"/>
                  </a:cubicBezTo>
                  <a:cubicBezTo>
                    <a:pt x="1" y="3348"/>
                    <a:pt x="2441" y="9102"/>
                    <a:pt x="7611" y="13852"/>
                  </a:cubicBezTo>
                  <a:cubicBezTo>
                    <a:pt x="7891" y="14111"/>
                    <a:pt x="8170" y="14358"/>
                    <a:pt x="8454" y="14595"/>
                  </a:cubicBezTo>
                  <a:lnTo>
                    <a:pt x="8456" y="14595"/>
                  </a:lnTo>
                  <a:cubicBezTo>
                    <a:pt x="10304" y="16166"/>
                    <a:pt x="12220" y="17371"/>
                    <a:pt x="14000" y="18156"/>
                  </a:cubicBezTo>
                  <a:cubicBezTo>
                    <a:pt x="14487" y="18371"/>
                    <a:pt x="14986" y="18560"/>
                    <a:pt x="15494" y="18724"/>
                  </a:cubicBezTo>
                  <a:cubicBezTo>
                    <a:pt x="16397" y="19008"/>
                    <a:pt x="17244" y="19167"/>
                    <a:pt x="18004" y="19190"/>
                  </a:cubicBezTo>
                  <a:cubicBezTo>
                    <a:pt x="18062" y="19190"/>
                    <a:pt x="18119" y="19193"/>
                    <a:pt x="18177" y="19193"/>
                  </a:cubicBezTo>
                  <a:cubicBezTo>
                    <a:pt x="19320" y="19193"/>
                    <a:pt x="20255" y="18872"/>
                    <a:pt x="20879" y="18193"/>
                  </a:cubicBezTo>
                  <a:cubicBezTo>
                    <a:pt x="23038" y="15845"/>
                    <a:pt x="20597" y="10088"/>
                    <a:pt x="15429" y="5341"/>
                  </a:cubicBezTo>
                  <a:cubicBezTo>
                    <a:pt x="14721" y="4688"/>
                    <a:pt x="13977" y="4073"/>
                    <a:pt x="13201" y="3498"/>
                  </a:cubicBezTo>
                  <a:cubicBezTo>
                    <a:pt x="12271" y="2801"/>
                    <a:pt x="11287" y="2178"/>
                    <a:pt x="10262" y="1630"/>
                  </a:cubicBezTo>
                  <a:cubicBezTo>
                    <a:pt x="9738" y="1351"/>
                    <a:pt x="9223" y="1106"/>
                    <a:pt x="8717" y="899"/>
                  </a:cubicBezTo>
                  <a:cubicBezTo>
                    <a:pt x="7305" y="312"/>
                    <a:pt x="5982" y="1"/>
                    <a:pt x="4860"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9"/>
            <p:cNvSpPr/>
            <p:nvPr/>
          </p:nvSpPr>
          <p:spPr>
            <a:xfrm>
              <a:off x="2747900" y="2609975"/>
              <a:ext cx="408725" cy="340475"/>
            </a:xfrm>
            <a:custGeom>
              <a:rect b="b" l="l" r="r" t="t"/>
              <a:pathLst>
                <a:path extrusionOk="0" h="13619" w="16349">
                  <a:moveTo>
                    <a:pt x="3097" y="0"/>
                  </a:moveTo>
                  <a:cubicBezTo>
                    <a:pt x="2363" y="0"/>
                    <a:pt x="1799" y="206"/>
                    <a:pt x="1428" y="610"/>
                  </a:cubicBezTo>
                  <a:cubicBezTo>
                    <a:pt x="1" y="2164"/>
                    <a:pt x="1866" y="6207"/>
                    <a:pt x="5586" y="9624"/>
                  </a:cubicBezTo>
                  <a:cubicBezTo>
                    <a:pt x="8228" y="12051"/>
                    <a:pt x="11236" y="13618"/>
                    <a:pt x="13252" y="13618"/>
                  </a:cubicBezTo>
                  <a:cubicBezTo>
                    <a:pt x="13986" y="13618"/>
                    <a:pt x="14547" y="13413"/>
                    <a:pt x="14921" y="13007"/>
                  </a:cubicBezTo>
                  <a:cubicBezTo>
                    <a:pt x="16348" y="11455"/>
                    <a:pt x="14483" y="7410"/>
                    <a:pt x="10760" y="3992"/>
                  </a:cubicBezTo>
                  <a:cubicBezTo>
                    <a:pt x="8121" y="1568"/>
                    <a:pt x="5113" y="0"/>
                    <a:pt x="3097"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9"/>
            <p:cNvSpPr/>
            <p:nvPr/>
          </p:nvSpPr>
          <p:spPr>
            <a:xfrm>
              <a:off x="2747675" y="2609800"/>
              <a:ext cx="409125" cy="340775"/>
            </a:xfrm>
            <a:custGeom>
              <a:rect b="b" l="l" r="r" t="t"/>
              <a:pathLst>
                <a:path extrusionOk="0" h="13631" w="16365">
                  <a:moveTo>
                    <a:pt x="3106" y="12"/>
                  </a:moveTo>
                  <a:cubicBezTo>
                    <a:pt x="4080" y="12"/>
                    <a:pt x="5304" y="376"/>
                    <a:pt x="6646" y="1067"/>
                  </a:cubicBezTo>
                  <a:cubicBezTo>
                    <a:pt x="8019" y="1776"/>
                    <a:pt x="9444" y="2792"/>
                    <a:pt x="10767" y="4004"/>
                  </a:cubicBezTo>
                  <a:cubicBezTo>
                    <a:pt x="12568" y="5659"/>
                    <a:pt x="13993" y="7509"/>
                    <a:pt x="14778" y="9213"/>
                  </a:cubicBezTo>
                  <a:cubicBezTo>
                    <a:pt x="15159" y="10040"/>
                    <a:pt x="15369" y="10788"/>
                    <a:pt x="15401" y="11434"/>
                  </a:cubicBezTo>
                  <a:cubicBezTo>
                    <a:pt x="15434" y="12102"/>
                    <a:pt x="15272" y="12633"/>
                    <a:pt x="14926" y="13011"/>
                  </a:cubicBezTo>
                  <a:cubicBezTo>
                    <a:pt x="14554" y="13415"/>
                    <a:pt x="13993" y="13621"/>
                    <a:pt x="13261" y="13621"/>
                  </a:cubicBezTo>
                  <a:cubicBezTo>
                    <a:pt x="12286" y="13621"/>
                    <a:pt x="11063" y="13256"/>
                    <a:pt x="9721" y="12566"/>
                  </a:cubicBezTo>
                  <a:cubicBezTo>
                    <a:pt x="8345" y="11857"/>
                    <a:pt x="6923" y="10843"/>
                    <a:pt x="5600" y="9629"/>
                  </a:cubicBezTo>
                  <a:cubicBezTo>
                    <a:pt x="3799" y="7973"/>
                    <a:pt x="2374" y="6124"/>
                    <a:pt x="1589" y="4420"/>
                  </a:cubicBezTo>
                  <a:cubicBezTo>
                    <a:pt x="1206" y="3593"/>
                    <a:pt x="998" y="2845"/>
                    <a:pt x="966" y="2198"/>
                  </a:cubicBezTo>
                  <a:cubicBezTo>
                    <a:pt x="933" y="1531"/>
                    <a:pt x="1093" y="1000"/>
                    <a:pt x="1441" y="621"/>
                  </a:cubicBezTo>
                  <a:cubicBezTo>
                    <a:pt x="1813" y="217"/>
                    <a:pt x="2372" y="12"/>
                    <a:pt x="3106" y="12"/>
                  </a:cubicBezTo>
                  <a:close/>
                  <a:moveTo>
                    <a:pt x="3106" y="0"/>
                  </a:moveTo>
                  <a:cubicBezTo>
                    <a:pt x="2392" y="0"/>
                    <a:pt x="1815" y="196"/>
                    <a:pt x="1432" y="614"/>
                  </a:cubicBezTo>
                  <a:cubicBezTo>
                    <a:pt x="0" y="2173"/>
                    <a:pt x="1864" y="6211"/>
                    <a:pt x="5590" y="9636"/>
                  </a:cubicBezTo>
                  <a:cubicBezTo>
                    <a:pt x="8324" y="12148"/>
                    <a:pt x="11301" y="13630"/>
                    <a:pt x="13259" y="13630"/>
                  </a:cubicBezTo>
                  <a:cubicBezTo>
                    <a:pt x="13972" y="13630"/>
                    <a:pt x="14552" y="13434"/>
                    <a:pt x="14933" y="13018"/>
                  </a:cubicBezTo>
                  <a:cubicBezTo>
                    <a:pt x="16364" y="11460"/>
                    <a:pt x="14503" y="7421"/>
                    <a:pt x="10774" y="3995"/>
                  </a:cubicBezTo>
                  <a:cubicBezTo>
                    <a:pt x="8040" y="1485"/>
                    <a:pt x="5064" y="0"/>
                    <a:pt x="3106"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9"/>
            <p:cNvSpPr/>
            <p:nvPr/>
          </p:nvSpPr>
          <p:spPr>
            <a:xfrm>
              <a:off x="2716275" y="2553225"/>
              <a:ext cx="450800" cy="428675"/>
            </a:xfrm>
            <a:custGeom>
              <a:rect b="b" l="l" r="r" t="t"/>
              <a:pathLst>
                <a:path extrusionOk="0" fill="none" h="17147" w="18032">
                  <a:moveTo>
                    <a:pt x="12665" y="5530"/>
                  </a:moveTo>
                  <a:cubicBezTo>
                    <a:pt x="14711" y="7410"/>
                    <a:pt x="16336" y="9578"/>
                    <a:pt x="17184" y="11557"/>
                  </a:cubicBezTo>
                  <a:cubicBezTo>
                    <a:pt x="18031" y="13538"/>
                    <a:pt x="18031" y="15168"/>
                    <a:pt x="17184" y="16087"/>
                  </a:cubicBezTo>
                  <a:cubicBezTo>
                    <a:pt x="16339" y="17008"/>
                    <a:pt x="14713" y="17147"/>
                    <a:pt x="12670" y="16468"/>
                  </a:cubicBezTo>
                  <a:cubicBezTo>
                    <a:pt x="10626" y="15791"/>
                    <a:pt x="8329" y="14355"/>
                    <a:pt x="6283" y="12476"/>
                  </a:cubicBezTo>
                  <a:cubicBezTo>
                    <a:pt x="2025" y="8562"/>
                    <a:pt x="0" y="3836"/>
                    <a:pt x="1764" y="1917"/>
                  </a:cubicBezTo>
                  <a:cubicBezTo>
                    <a:pt x="3526" y="0"/>
                    <a:pt x="8407" y="1617"/>
                    <a:pt x="12665" y="553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9"/>
            <p:cNvSpPr/>
            <p:nvPr/>
          </p:nvSpPr>
          <p:spPr>
            <a:xfrm>
              <a:off x="2766075" y="2537900"/>
              <a:ext cx="249925" cy="453525"/>
            </a:xfrm>
            <a:custGeom>
              <a:rect b="b" l="l" r="r" t="t"/>
              <a:pathLst>
                <a:path extrusionOk="0" h="18141" w="9997">
                  <a:moveTo>
                    <a:pt x="859" y="0"/>
                  </a:moveTo>
                  <a:cubicBezTo>
                    <a:pt x="568" y="0"/>
                    <a:pt x="282" y="17"/>
                    <a:pt x="1" y="50"/>
                  </a:cubicBezTo>
                  <a:lnTo>
                    <a:pt x="587" y="1966"/>
                  </a:lnTo>
                  <a:lnTo>
                    <a:pt x="980" y="3248"/>
                  </a:lnTo>
                  <a:lnTo>
                    <a:pt x="3349" y="10985"/>
                  </a:lnTo>
                  <a:lnTo>
                    <a:pt x="3871" y="12685"/>
                  </a:lnTo>
                  <a:lnTo>
                    <a:pt x="4448" y="14576"/>
                  </a:lnTo>
                  <a:lnTo>
                    <a:pt x="4450" y="14576"/>
                  </a:lnTo>
                  <a:cubicBezTo>
                    <a:pt x="6298" y="16146"/>
                    <a:pt x="8216" y="17351"/>
                    <a:pt x="9997" y="18141"/>
                  </a:cubicBezTo>
                  <a:lnTo>
                    <a:pt x="9535" y="16635"/>
                  </a:lnTo>
                  <a:lnTo>
                    <a:pt x="9209" y="15566"/>
                  </a:lnTo>
                  <a:lnTo>
                    <a:pt x="7771" y="10868"/>
                  </a:lnTo>
                  <a:lnTo>
                    <a:pt x="7741" y="10777"/>
                  </a:lnTo>
                  <a:lnTo>
                    <a:pt x="7487" y="9937"/>
                  </a:lnTo>
                  <a:lnTo>
                    <a:pt x="7484" y="9935"/>
                  </a:lnTo>
                  <a:lnTo>
                    <a:pt x="6847" y="7857"/>
                  </a:lnTo>
                  <a:lnTo>
                    <a:pt x="5600" y="3781"/>
                  </a:lnTo>
                  <a:lnTo>
                    <a:pt x="5208" y="2497"/>
                  </a:lnTo>
                  <a:lnTo>
                    <a:pt x="4714" y="881"/>
                  </a:lnTo>
                  <a:cubicBezTo>
                    <a:pt x="3342" y="284"/>
                    <a:pt x="2059" y="0"/>
                    <a:pt x="859"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9"/>
            <p:cNvSpPr/>
            <p:nvPr/>
          </p:nvSpPr>
          <p:spPr>
            <a:xfrm>
              <a:off x="2922450" y="2578150"/>
              <a:ext cx="193575" cy="439025"/>
            </a:xfrm>
            <a:custGeom>
              <a:rect b="b" l="l" r="r" t="t"/>
              <a:pathLst>
                <a:path extrusionOk="0" h="17561" w="7743">
                  <a:moveTo>
                    <a:pt x="1" y="1"/>
                  </a:moveTo>
                  <a:lnTo>
                    <a:pt x="509" y="1652"/>
                  </a:lnTo>
                  <a:lnTo>
                    <a:pt x="941" y="3063"/>
                  </a:lnTo>
                  <a:lnTo>
                    <a:pt x="2479" y="8085"/>
                  </a:lnTo>
                  <a:lnTo>
                    <a:pt x="2804" y="9151"/>
                  </a:lnTo>
                  <a:lnTo>
                    <a:pt x="2929" y="9555"/>
                  </a:lnTo>
                  <a:lnTo>
                    <a:pt x="2931" y="9558"/>
                  </a:lnTo>
                  <a:lnTo>
                    <a:pt x="3095" y="10098"/>
                  </a:lnTo>
                  <a:lnTo>
                    <a:pt x="4467" y="14575"/>
                  </a:lnTo>
                  <a:lnTo>
                    <a:pt x="4769" y="15573"/>
                  </a:lnTo>
                  <a:lnTo>
                    <a:pt x="5235" y="17094"/>
                  </a:lnTo>
                  <a:cubicBezTo>
                    <a:pt x="6136" y="17378"/>
                    <a:pt x="6983" y="17538"/>
                    <a:pt x="7743" y="17561"/>
                  </a:cubicBezTo>
                  <a:lnTo>
                    <a:pt x="7226" y="15868"/>
                  </a:lnTo>
                  <a:lnTo>
                    <a:pt x="6912" y="14836"/>
                  </a:lnTo>
                  <a:lnTo>
                    <a:pt x="4058" y="5519"/>
                  </a:lnTo>
                  <a:lnTo>
                    <a:pt x="3513" y="3737"/>
                  </a:lnTo>
                  <a:lnTo>
                    <a:pt x="2940" y="1866"/>
                  </a:lnTo>
                  <a:lnTo>
                    <a:pt x="1767" y="1074"/>
                  </a:lnTo>
                  <a:lnTo>
                    <a:pt x="1"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 name="Google Shape;405;p29"/>
          <p:cNvGrpSpPr/>
          <p:nvPr/>
        </p:nvGrpSpPr>
        <p:grpSpPr>
          <a:xfrm rot="-8988861">
            <a:off x="6326372" y="4305327"/>
            <a:ext cx="627351" cy="349167"/>
            <a:chOff x="2894700" y="2288100"/>
            <a:chExt cx="717875" cy="399550"/>
          </a:xfrm>
        </p:grpSpPr>
        <p:sp>
          <p:nvSpPr>
            <p:cNvPr id="406" name="Google Shape;406;p29"/>
            <p:cNvSpPr/>
            <p:nvPr/>
          </p:nvSpPr>
          <p:spPr>
            <a:xfrm>
              <a:off x="2913750" y="2383575"/>
              <a:ext cx="653175" cy="304050"/>
            </a:xfrm>
            <a:custGeom>
              <a:rect b="b" l="l" r="r" t="t"/>
              <a:pathLst>
                <a:path extrusionOk="0" h="12162" w="26127">
                  <a:moveTo>
                    <a:pt x="9599" y="12"/>
                  </a:moveTo>
                  <a:lnTo>
                    <a:pt x="9599" y="14"/>
                  </a:lnTo>
                  <a:cubicBezTo>
                    <a:pt x="10107" y="14"/>
                    <a:pt x="10631" y="30"/>
                    <a:pt x="11153" y="63"/>
                  </a:cubicBezTo>
                  <a:cubicBezTo>
                    <a:pt x="12116" y="123"/>
                    <a:pt x="13074" y="233"/>
                    <a:pt x="14025" y="395"/>
                  </a:cubicBezTo>
                  <a:cubicBezTo>
                    <a:pt x="15715" y="681"/>
                    <a:pt x="17329" y="1109"/>
                    <a:pt x="18825" y="1665"/>
                  </a:cubicBezTo>
                  <a:cubicBezTo>
                    <a:pt x="20269" y="2205"/>
                    <a:pt x="21538" y="2843"/>
                    <a:pt x="22598" y="3558"/>
                  </a:cubicBezTo>
                  <a:cubicBezTo>
                    <a:pt x="23660" y="4276"/>
                    <a:pt x="24459" y="5036"/>
                    <a:pt x="24974" y="5821"/>
                  </a:cubicBezTo>
                  <a:cubicBezTo>
                    <a:pt x="25508" y="6632"/>
                    <a:pt x="25713" y="7431"/>
                    <a:pt x="25584" y="8197"/>
                  </a:cubicBezTo>
                  <a:cubicBezTo>
                    <a:pt x="25505" y="8661"/>
                    <a:pt x="25302" y="9105"/>
                    <a:pt x="24981" y="9511"/>
                  </a:cubicBezTo>
                  <a:cubicBezTo>
                    <a:pt x="24669" y="9906"/>
                    <a:pt x="24245" y="10268"/>
                    <a:pt x="23720" y="10589"/>
                  </a:cubicBezTo>
                  <a:cubicBezTo>
                    <a:pt x="23076" y="10982"/>
                    <a:pt x="22284" y="11310"/>
                    <a:pt x="21363" y="11564"/>
                  </a:cubicBezTo>
                  <a:cubicBezTo>
                    <a:pt x="20850" y="11702"/>
                    <a:pt x="20329" y="11815"/>
                    <a:pt x="19802" y="11901"/>
                  </a:cubicBezTo>
                  <a:cubicBezTo>
                    <a:pt x="18745" y="12067"/>
                    <a:pt x="17678" y="12150"/>
                    <a:pt x="16608" y="12150"/>
                  </a:cubicBezTo>
                  <a:cubicBezTo>
                    <a:pt x="16579" y="12150"/>
                    <a:pt x="16550" y="12150"/>
                    <a:pt x="16521" y="12150"/>
                  </a:cubicBezTo>
                  <a:cubicBezTo>
                    <a:pt x="15417" y="12148"/>
                    <a:pt x="14314" y="12076"/>
                    <a:pt x="13217" y="11933"/>
                  </a:cubicBezTo>
                  <a:lnTo>
                    <a:pt x="13215" y="11933"/>
                  </a:lnTo>
                  <a:cubicBezTo>
                    <a:pt x="12861" y="11889"/>
                    <a:pt x="12497" y="11836"/>
                    <a:pt x="12104" y="11769"/>
                  </a:cubicBezTo>
                  <a:cubicBezTo>
                    <a:pt x="10412" y="11483"/>
                    <a:pt x="8798" y="11056"/>
                    <a:pt x="7304" y="10497"/>
                  </a:cubicBezTo>
                  <a:cubicBezTo>
                    <a:pt x="5861" y="9959"/>
                    <a:pt x="4591" y="9322"/>
                    <a:pt x="3528" y="8603"/>
                  </a:cubicBezTo>
                  <a:cubicBezTo>
                    <a:pt x="2466" y="7888"/>
                    <a:pt x="1667" y="7126"/>
                    <a:pt x="1150" y="6343"/>
                  </a:cubicBezTo>
                  <a:cubicBezTo>
                    <a:pt x="617" y="5533"/>
                    <a:pt x="414" y="4731"/>
                    <a:pt x="543" y="3967"/>
                  </a:cubicBezTo>
                  <a:cubicBezTo>
                    <a:pt x="654" y="3314"/>
                    <a:pt x="1002" y="2716"/>
                    <a:pt x="1582" y="2187"/>
                  </a:cubicBezTo>
                  <a:cubicBezTo>
                    <a:pt x="2526" y="1323"/>
                    <a:pt x="4048" y="679"/>
                    <a:pt x="5981" y="321"/>
                  </a:cubicBezTo>
                  <a:cubicBezTo>
                    <a:pt x="6516" y="222"/>
                    <a:pt x="7084" y="146"/>
                    <a:pt x="7675" y="97"/>
                  </a:cubicBezTo>
                  <a:cubicBezTo>
                    <a:pt x="8292" y="42"/>
                    <a:pt x="8941" y="12"/>
                    <a:pt x="9599" y="12"/>
                  </a:cubicBezTo>
                  <a:close/>
                  <a:moveTo>
                    <a:pt x="9599" y="0"/>
                  </a:moveTo>
                  <a:lnTo>
                    <a:pt x="9599" y="3"/>
                  </a:lnTo>
                  <a:cubicBezTo>
                    <a:pt x="8936" y="3"/>
                    <a:pt x="8290" y="30"/>
                    <a:pt x="7673" y="86"/>
                  </a:cubicBezTo>
                  <a:cubicBezTo>
                    <a:pt x="7082" y="136"/>
                    <a:pt x="6514" y="213"/>
                    <a:pt x="5978" y="312"/>
                  </a:cubicBezTo>
                  <a:cubicBezTo>
                    <a:pt x="4071" y="663"/>
                    <a:pt x="2529" y="1305"/>
                    <a:pt x="1575" y="2178"/>
                  </a:cubicBezTo>
                  <a:cubicBezTo>
                    <a:pt x="1007" y="2697"/>
                    <a:pt x="647" y="3295"/>
                    <a:pt x="534" y="3965"/>
                  </a:cubicBezTo>
                  <a:cubicBezTo>
                    <a:pt x="0" y="7110"/>
                    <a:pt x="5179" y="10610"/>
                    <a:pt x="12102" y="11778"/>
                  </a:cubicBezTo>
                  <a:cubicBezTo>
                    <a:pt x="12478" y="11843"/>
                    <a:pt x="12845" y="11898"/>
                    <a:pt x="13215" y="11945"/>
                  </a:cubicBezTo>
                  <a:lnTo>
                    <a:pt x="13217" y="11945"/>
                  </a:lnTo>
                  <a:cubicBezTo>
                    <a:pt x="14311" y="12088"/>
                    <a:pt x="15417" y="12159"/>
                    <a:pt x="16523" y="12162"/>
                  </a:cubicBezTo>
                  <a:cubicBezTo>
                    <a:pt x="16552" y="12162"/>
                    <a:pt x="16581" y="12162"/>
                    <a:pt x="16610" y="12162"/>
                  </a:cubicBezTo>
                  <a:cubicBezTo>
                    <a:pt x="17680" y="12162"/>
                    <a:pt x="18748" y="12079"/>
                    <a:pt x="19804" y="11910"/>
                  </a:cubicBezTo>
                  <a:cubicBezTo>
                    <a:pt x="20331" y="11827"/>
                    <a:pt x="20853" y="11714"/>
                    <a:pt x="21368" y="11573"/>
                  </a:cubicBezTo>
                  <a:cubicBezTo>
                    <a:pt x="22280" y="11321"/>
                    <a:pt x="23076" y="10993"/>
                    <a:pt x="23725" y="10598"/>
                  </a:cubicBezTo>
                  <a:cubicBezTo>
                    <a:pt x="24769" y="9961"/>
                    <a:pt x="25434" y="9151"/>
                    <a:pt x="25595" y="8199"/>
                  </a:cubicBezTo>
                  <a:cubicBezTo>
                    <a:pt x="26126" y="5052"/>
                    <a:pt x="20947" y="1554"/>
                    <a:pt x="14027" y="383"/>
                  </a:cubicBezTo>
                  <a:cubicBezTo>
                    <a:pt x="13076" y="222"/>
                    <a:pt x="12118" y="111"/>
                    <a:pt x="11155" y="51"/>
                  </a:cubicBezTo>
                  <a:cubicBezTo>
                    <a:pt x="10626" y="19"/>
                    <a:pt x="10107" y="0"/>
                    <a:pt x="959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 name="Google Shape;407;p29"/>
            <p:cNvGrpSpPr/>
            <p:nvPr/>
          </p:nvGrpSpPr>
          <p:grpSpPr>
            <a:xfrm>
              <a:off x="2894700" y="2288100"/>
              <a:ext cx="717875" cy="399550"/>
              <a:chOff x="2894700" y="2288100"/>
              <a:chExt cx="717875" cy="399550"/>
            </a:xfrm>
          </p:grpSpPr>
          <p:sp>
            <p:nvSpPr>
              <p:cNvPr id="408" name="Google Shape;408;p29"/>
              <p:cNvSpPr/>
              <p:nvPr/>
            </p:nvSpPr>
            <p:spPr>
              <a:xfrm>
                <a:off x="2894700" y="2288100"/>
                <a:ext cx="717875" cy="361250"/>
              </a:xfrm>
              <a:custGeom>
                <a:rect b="b" l="l" r="r" t="t"/>
                <a:pathLst>
                  <a:path extrusionOk="0" h="14450" w="28715">
                    <a:moveTo>
                      <a:pt x="10362" y="1"/>
                    </a:moveTo>
                    <a:cubicBezTo>
                      <a:pt x="6748" y="1"/>
                      <a:pt x="3330" y="909"/>
                      <a:pt x="1824" y="3713"/>
                    </a:cubicBezTo>
                    <a:cubicBezTo>
                      <a:pt x="0" y="7112"/>
                      <a:pt x="1880" y="10104"/>
                      <a:pt x="1880" y="10104"/>
                    </a:cubicBezTo>
                    <a:cubicBezTo>
                      <a:pt x="1880" y="10104"/>
                      <a:pt x="1669" y="4161"/>
                      <a:pt x="9216" y="4161"/>
                    </a:cubicBezTo>
                    <a:cubicBezTo>
                      <a:pt x="12125" y="4161"/>
                      <a:pt x="16187" y="5044"/>
                      <a:pt x="21857" y="7490"/>
                    </a:cubicBezTo>
                    <a:cubicBezTo>
                      <a:pt x="28715" y="10451"/>
                      <a:pt x="24125" y="14450"/>
                      <a:pt x="24125" y="14450"/>
                    </a:cubicBezTo>
                    <a:cubicBezTo>
                      <a:pt x="24125" y="14450"/>
                      <a:pt x="26992" y="13720"/>
                      <a:pt x="26796" y="9539"/>
                    </a:cubicBezTo>
                    <a:cubicBezTo>
                      <a:pt x="26701" y="7548"/>
                      <a:pt x="26699" y="4784"/>
                      <a:pt x="21259" y="2221"/>
                    </a:cubicBezTo>
                    <a:cubicBezTo>
                      <a:pt x="19329" y="1312"/>
                      <a:pt x="14704" y="1"/>
                      <a:pt x="10362"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9"/>
              <p:cNvSpPr/>
              <p:nvPr/>
            </p:nvSpPr>
            <p:spPr>
              <a:xfrm>
                <a:off x="2923900" y="2383750"/>
                <a:ext cx="632800" cy="303775"/>
              </a:xfrm>
              <a:custGeom>
                <a:rect b="b" l="l" r="r" t="t"/>
                <a:pathLst>
                  <a:path extrusionOk="0" h="12151" w="25312">
                    <a:moveTo>
                      <a:pt x="9193" y="0"/>
                    </a:moveTo>
                    <a:cubicBezTo>
                      <a:pt x="8532" y="0"/>
                      <a:pt x="7884" y="30"/>
                      <a:pt x="7265" y="86"/>
                    </a:cubicBezTo>
                    <a:cubicBezTo>
                      <a:pt x="6676" y="134"/>
                      <a:pt x="6108" y="210"/>
                      <a:pt x="5572" y="310"/>
                    </a:cubicBezTo>
                    <a:cubicBezTo>
                      <a:pt x="3637" y="667"/>
                      <a:pt x="2116" y="1312"/>
                      <a:pt x="1169" y="2178"/>
                    </a:cubicBezTo>
                    <a:cubicBezTo>
                      <a:pt x="592" y="2706"/>
                      <a:pt x="241" y="3307"/>
                      <a:pt x="130" y="3960"/>
                    </a:cubicBezTo>
                    <a:cubicBezTo>
                      <a:pt x="1" y="4727"/>
                      <a:pt x="206" y="5528"/>
                      <a:pt x="740" y="6338"/>
                    </a:cubicBezTo>
                    <a:cubicBezTo>
                      <a:pt x="1257" y="7123"/>
                      <a:pt x="2056" y="7885"/>
                      <a:pt x="3118" y="8603"/>
                    </a:cubicBezTo>
                    <a:cubicBezTo>
                      <a:pt x="5302" y="10079"/>
                      <a:pt x="8348" y="11203"/>
                      <a:pt x="11696" y="11769"/>
                    </a:cubicBezTo>
                    <a:cubicBezTo>
                      <a:pt x="12091" y="11834"/>
                      <a:pt x="12453" y="11889"/>
                      <a:pt x="12809" y="11933"/>
                    </a:cubicBezTo>
                    <a:cubicBezTo>
                      <a:pt x="13905" y="12076"/>
                      <a:pt x="15011" y="12148"/>
                      <a:pt x="16115" y="12150"/>
                    </a:cubicBezTo>
                    <a:cubicBezTo>
                      <a:pt x="16144" y="12150"/>
                      <a:pt x="16173" y="12150"/>
                      <a:pt x="16202" y="12150"/>
                    </a:cubicBezTo>
                    <a:cubicBezTo>
                      <a:pt x="17272" y="12150"/>
                      <a:pt x="18339" y="12067"/>
                      <a:pt x="19396" y="11901"/>
                    </a:cubicBezTo>
                    <a:cubicBezTo>
                      <a:pt x="19923" y="11815"/>
                      <a:pt x="20444" y="11702"/>
                      <a:pt x="20959" y="11564"/>
                    </a:cubicBezTo>
                    <a:cubicBezTo>
                      <a:pt x="21878" y="11310"/>
                      <a:pt x="22670" y="10979"/>
                      <a:pt x="23314" y="10587"/>
                    </a:cubicBezTo>
                    <a:cubicBezTo>
                      <a:pt x="24397" y="9929"/>
                      <a:pt x="25025" y="9121"/>
                      <a:pt x="25182" y="8192"/>
                    </a:cubicBezTo>
                    <a:cubicBezTo>
                      <a:pt x="25312" y="7424"/>
                      <a:pt x="25106" y="6625"/>
                      <a:pt x="24573" y="5812"/>
                    </a:cubicBezTo>
                    <a:cubicBezTo>
                      <a:pt x="24056" y="5027"/>
                      <a:pt x="23257" y="4267"/>
                      <a:pt x="22195" y="3549"/>
                    </a:cubicBezTo>
                    <a:cubicBezTo>
                      <a:pt x="20010" y="2074"/>
                      <a:pt x="16965" y="949"/>
                      <a:pt x="13619" y="383"/>
                    </a:cubicBezTo>
                    <a:cubicBezTo>
                      <a:pt x="12668" y="222"/>
                      <a:pt x="11710" y="111"/>
                      <a:pt x="10747" y="51"/>
                    </a:cubicBezTo>
                    <a:cubicBezTo>
                      <a:pt x="10223" y="19"/>
                      <a:pt x="9701" y="0"/>
                      <a:pt x="9193"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9"/>
              <p:cNvSpPr/>
              <p:nvPr/>
            </p:nvSpPr>
            <p:spPr>
              <a:xfrm>
                <a:off x="3005875" y="2437250"/>
                <a:ext cx="464700" cy="203500"/>
              </a:xfrm>
              <a:custGeom>
                <a:rect b="b" l="l" r="r" t="t"/>
                <a:pathLst>
                  <a:path extrusionOk="0" h="8140" w="18588">
                    <a:moveTo>
                      <a:pt x="6588" y="1"/>
                    </a:moveTo>
                    <a:cubicBezTo>
                      <a:pt x="4893" y="1"/>
                      <a:pt x="3406" y="236"/>
                      <a:pt x="2291" y="679"/>
                    </a:cubicBezTo>
                    <a:cubicBezTo>
                      <a:pt x="1153" y="1134"/>
                      <a:pt x="481" y="1778"/>
                      <a:pt x="351" y="2543"/>
                    </a:cubicBezTo>
                    <a:cubicBezTo>
                      <a:pt x="0" y="4623"/>
                      <a:pt x="3766" y="6999"/>
                      <a:pt x="8747" y="7840"/>
                    </a:cubicBezTo>
                    <a:cubicBezTo>
                      <a:pt x="9881" y="8036"/>
                      <a:pt x="11030" y="8135"/>
                      <a:pt x="12180" y="8140"/>
                    </a:cubicBezTo>
                    <a:cubicBezTo>
                      <a:pt x="13877" y="8140"/>
                      <a:pt x="15364" y="7904"/>
                      <a:pt x="16477" y="7461"/>
                    </a:cubicBezTo>
                    <a:cubicBezTo>
                      <a:pt x="17618" y="7006"/>
                      <a:pt x="18288" y="6362"/>
                      <a:pt x="18417" y="5595"/>
                    </a:cubicBezTo>
                    <a:cubicBezTo>
                      <a:pt x="18588" y="4591"/>
                      <a:pt x="17810" y="3487"/>
                      <a:pt x="16223" y="2485"/>
                    </a:cubicBezTo>
                    <a:cubicBezTo>
                      <a:pt x="14639" y="1483"/>
                      <a:pt x="12434" y="707"/>
                      <a:pt x="10021" y="298"/>
                    </a:cubicBezTo>
                    <a:cubicBezTo>
                      <a:pt x="8888" y="104"/>
                      <a:pt x="7740" y="5"/>
                      <a:pt x="6588"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9"/>
              <p:cNvSpPr/>
              <p:nvPr/>
            </p:nvSpPr>
            <p:spPr>
              <a:xfrm>
                <a:off x="3005700" y="2437125"/>
                <a:ext cx="469625" cy="203800"/>
              </a:xfrm>
              <a:custGeom>
                <a:rect b="b" l="l" r="r" t="t"/>
                <a:pathLst>
                  <a:path extrusionOk="0" h="8152" w="18785">
                    <a:moveTo>
                      <a:pt x="6597" y="12"/>
                    </a:moveTo>
                    <a:cubicBezTo>
                      <a:pt x="7747" y="17"/>
                      <a:pt x="8895" y="116"/>
                      <a:pt x="10026" y="310"/>
                    </a:cubicBezTo>
                    <a:cubicBezTo>
                      <a:pt x="12439" y="719"/>
                      <a:pt x="14642" y="1495"/>
                      <a:pt x="16228" y="2495"/>
                    </a:cubicBezTo>
                    <a:cubicBezTo>
                      <a:pt x="16997" y="2982"/>
                      <a:pt x="17581" y="3494"/>
                      <a:pt x="17960" y="4021"/>
                    </a:cubicBezTo>
                    <a:cubicBezTo>
                      <a:pt x="18350" y="4564"/>
                      <a:pt x="18505" y="5095"/>
                      <a:pt x="18419" y="5600"/>
                    </a:cubicBezTo>
                    <a:cubicBezTo>
                      <a:pt x="18290" y="6365"/>
                      <a:pt x="17620" y="7006"/>
                      <a:pt x="16482" y="7461"/>
                    </a:cubicBezTo>
                    <a:cubicBezTo>
                      <a:pt x="15367" y="7905"/>
                      <a:pt x="13882" y="8138"/>
                      <a:pt x="12187" y="8138"/>
                    </a:cubicBezTo>
                    <a:cubicBezTo>
                      <a:pt x="11037" y="8136"/>
                      <a:pt x="9890" y="8036"/>
                      <a:pt x="8756" y="7840"/>
                    </a:cubicBezTo>
                    <a:cubicBezTo>
                      <a:pt x="6341" y="7434"/>
                      <a:pt x="4141" y="6658"/>
                      <a:pt x="2554" y="5656"/>
                    </a:cubicBezTo>
                    <a:cubicBezTo>
                      <a:pt x="1785" y="5171"/>
                      <a:pt x="1201" y="4656"/>
                      <a:pt x="823" y="4132"/>
                    </a:cubicBezTo>
                    <a:cubicBezTo>
                      <a:pt x="432" y="3589"/>
                      <a:pt x="278" y="3056"/>
                      <a:pt x="363" y="2550"/>
                    </a:cubicBezTo>
                    <a:cubicBezTo>
                      <a:pt x="492" y="1788"/>
                      <a:pt x="1162" y="1144"/>
                      <a:pt x="2300" y="691"/>
                    </a:cubicBezTo>
                    <a:cubicBezTo>
                      <a:pt x="3413" y="248"/>
                      <a:pt x="4900" y="12"/>
                      <a:pt x="6597" y="12"/>
                    </a:cubicBezTo>
                    <a:close/>
                    <a:moveTo>
                      <a:pt x="6597" y="1"/>
                    </a:moveTo>
                    <a:cubicBezTo>
                      <a:pt x="3189" y="1"/>
                      <a:pt x="622" y="964"/>
                      <a:pt x="351" y="2548"/>
                    </a:cubicBezTo>
                    <a:cubicBezTo>
                      <a:pt x="1" y="4635"/>
                      <a:pt x="3762" y="7009"/>
                      <a:pt x="8754" y="7852"/>
                    </a:cubicBezTo>
                    <a:cubicBezTo>
                      <a:pt x="9888" y="8048"/>
                      <a:pt x="11037" y="8147"/>
                      <a:pt x="12187" y="8152"/>
                    </a:cubicBezTo>
                    <a:cubicBezTo>
                      <a:pt x="15595" y="8152"/>
                      <a:pt x="18163" y="7189"/>
                      <a:pt x="18431" y="5603"/>
                    </a:cubicBezTo>
                    <a:cubicBezTo>
                      <a:pt x="18784" y="3518"/>
                      <a:pt x="15023" y="1144"/>
                      <a:pt x="10031" y="299"/>
                    </a:cubicBezTo>
                    <a:cubicBezTo>
                      <a:pt x="8897" y="105"/>
                      <a:pt x="7747" y="6"/>
                      <a:pt x="6597"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9"/>
              <p:cNvSpPr/>
              <p:nvPr/>
            </p:nvSpPr>
            <p:spPr>
              <a:xfrm>
                <a:off x="2971125" y="2396325"/>
                <a:ext cx="532300" cy="280750"/>
              </a:xfrm>
              <a:custGeom>
                <a:rect b="b" l="l" r="r" t="t"/>
                <a:pathLst>
                  <a:path extrusionOk="0" fill="none" h="11230" w="21292">
                    <a:moveTo>
                      <a:pt x="11545" y="963"/>
                    </a:moveTo>
                    <a:cubicBezTo>
                      <a:pt x="14284" y="1427"/>
                      <a:pt x="16826" y="2360"/>
                      <a:pt x="18615" y="3559"/>
                    </a:cubicBezTo>
                    <a:cubicBezTo>
                      <a:pt x="20405" y="4759"/>
                      <a:pt x="21292" y="6126"/>
                      <a:pt x="21084" y="7359"/>
                    </a:cubicBezTo>
                    <a:cubicBezTo>
                      <a:pt x="20650" y="9927"/>
                      <a:pt x="15676" y="11229"/>
                      <a:pt x="9973" y="10264"/>
                    </a:cubicBezTo>
                    <a:cubicBezTo>
                      <a:pt x="4270" y="9301"/>
                      <a:pt x="0" y="6438"/>
                      <a:pt x="435" y="3870"/>
                    </a:cubicBezTo>
                    <a:cubicBezTo>
                      <a:pt x="869" y="1303"/>
                      <a:pt x="5842" y="0"/>
                      <a:pt x="11545" y="963"/>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9"/>
              <p:cNvSpPr/>
              <p:nvPr/>
            </p:nvSpPr>
            <p:spPr>
              <a:xfrm>
                <a:off x="2925350" y="2328325"/>
                <a:ext cx="483525" cy="359325"/>
              </a:xfrm>
              <a:custGeom>
                <a:rect b="b" l="l" r="r" t="t"/>
                <a:pathLst>
                  <a:path extrusionOk="0" h="14373" w="19341">
                    <a:moveTo>
                      <a:pt x="2522" y="1"/>
                    </a:moveTo>
                    <a:cubicBezTo>
                      <a:pt x="1270" y="963"/>
                      <a:pt x="377" y="2141"/>
                      <a:pt x="0" y="3633"/>
                    </a:cubicBezTo>
                    <a:lnTo>
                      <a:pt x="1109" y="4390"/>
                    </a:lnTo>
                    <a:lnTo>
                      <a:pt x="2644" y="5678"/>
                    </a:lnTo>
                    <a:lnTo>
                      <a:pt x="3669" y="6540"/>
                    </a:lnTo>
                    <a:lnTo>
                      <a:pt x="9871" y="11742"/>
                    </a:lnTo>
                    <a:lnTo>
                      <a:pt x="11234" y="12882"/>
                    </a:lnTo>
                    <a:lnTo>
                      <a:pt x="11236" y="12882"/>
                    </a:lnTo>
                    <a:lnTo>
                      <a:pt x="12748" y="14155"/>
                    </a:lnTo>
                    <a:lnTo>
                      <a:pt x="12751" y="14155"/>
                    </a:lnTo>
                    <a:cubicBezTo>
                      <a:pt x="13890" y="14302"/>
                      <a:pt x="14999" y="14373"/>
                      <a:pt x="16054" y="14373"/>
                    </a:cubicBezTo>
                    <a:cubicBezTo>
                      <a:pt x="17225" y="14373"/>
                      <a:pt x="18330" y="14286"/>
                      <a:pt x="19340" y="14122"/>
                    </a:cubicBezTo>
                    <a:lnTo>
                      <a:pt x="18135" y="13111"/>
                    </a:lnTo>
                    <a:lnTo>
                      <a:pt x="17281" y="12393"/>
                    </a:lnTo>
                    <a:lnTo>
                      <a:pt x="13515" y="9234"/>
                    </a:lnTo>
                    <a:lnTo>
                      <a:pt x="13441" y="9176"/>
                    </a:lnTo>
                    <a:lnTo>
                      <a:pt x="12769" y="8608"/>
                    </a:lnTo>
                    <a:lnTo>
                      <a:pt x="12767" y="8608"/>
                    </a:lnTo>
                    <a:lnTo>
                      <a:pt x="11102" y="7211"/>
                    </a:lnTo>
                    <a:lnTo>
                      <a:pt x="7837" y="4471"/>
                    </a:lnTo>
                    <a:lnTo>
                      <a:pt x="6807" y="3607"/>
                    </a:lnTo>
                    <a:lnTo>
                      <a:pt x="5514" y="2522"/>
                    </a:lnTo>
                    <a:lnTo>
                      <a:pt x="2522"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9"/>
              <p:cNvSpPr/>
              <p:nvPr/>
            </p:nvSpPr>
            <p:spPr>
              <a:xfrm>
                <a:off x="3022625" y="2294325"/>
                <a:ext cx="484325" cy="378650"/>
              </a:xfrm>
              <a:custGeom>
                <a:rect b="b" l="l" r="r" t="t"/>
                <a:pathLst>
                  <a:path extrusionOk="0" h="15146" w="19373">
                    <a:moveTo>
                      <a:pt x="2424" y="1"/>
                    </a:moveTo>
                    <a:lnTo>
                      <a:pt x="0" y="631"/>
                    </a:lnTo>
                    <a:lnTo>
                      <a:pt x="3316" y="3656"/>
                    </a:lnTo>
                    <a:lnTo>
                      <a:pt x="4641" y="4766"/>
                    </a:lnTo>
                    <a:lnTo>
                      <a:pt x="5770" y="5713"/>
                    </a:lnTo>
                    <a:lnTo>
                      <a:pt x="9795" y="9089"/>
                    </a:lnTo>
                    <a:lnTo>
                      <a:pt x="10649" y="9807"/>
                    </a:lnTo>
                    <a:lnTo>
                      <a:pt x="10972" y="10079"/>
                    </a:lnTo>
                    <a:lnTo>
                      <a:pt x="10975" y="10079"/>
                    </a:lnTo>
                    <a:lnTo>
                      <a:pt x="11409" y="10442"/>
                    </a:lnTo>
                    <a:lnTo>
                      <a:pt x="14997" y="13453"/>
                    </a:lnTo>
                    <a:lnTo>
                      <a:pt x="15793" y="14122"/>
                    </a:lnTo>
                    <a:lnTo>
                      <a:pt x="17013" y="15145"/>
                    </a:lnTo>
                    <a:cubicBezTo>
                      <a:pt x="17925" y="14893"/>
                      <a:pt x="18721" y="14566"/>
                      <a:pt x="19372" y="14168"/>
                    </a:cubicBezTo>
                    <a:lnTo>
                      <a:pt x="18015" y="13030"/>
                    </a:lnTo>
                    <a:lnTo>
                      <a:pt x="17188" y="12337"/>
                    </a:lnTo>
                    <a:lnTo>
                      <a:pt x="9728" y="6078"/>
                    </a:lnTo>
                    <a:lnTo>
                      <a:pt x="9725" y="6078"/>
                    </a:lnTo>
                    <a:lnTo>
                      <a:pt x="8299" y="4879"/>
                    </a:lnTo>
                    <a:lnTo>
                      <a:pt x="6800" y="3623"/>
                    </a:lnTo>
                    <a:lnTo>
                      <a:pt x="2424"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5" name="Google Shape;415;p29"/>
          <p:cNvGrpSpPr/>
          <p:nvPr/>
        </p:nvGrpSpPr>
        <p:grpSpPr>
          <a:xfrm rot="1135194">
            <a:off x="4572745" y="4086474"/>
            <a:ext cx="435970" cy="536160"/>
            <a:chOff x="4081850" y="3204400"/>
            <a:chExt cx="743225" cy="914025"/>
          </a:xfrm>
        </p:grpSpPr>
        <p:sp>
          <p:nvSpPr>
            <p:cNvPr id="416" name="Google Shape;416;p29"/>
            <p:cNvSpPr/>
            <p:nvPr/>
          </p:nvSpPr>
          <p:spPr>
            <a:xfrm>
              <a:off x="4106625" y="3204400"/>
              <a:ext cx="718450" cy="914025"/>
            </a:xfrm>
            <a:custGeom>
              <a:rect b="b" l="l" r="r" t="t"/>
              <a:pathLst>
                <a:path extrusionOk="0" h="36561" w="28738">
                  <a:moveTo>
                    <a:pt x="14832" y="0"/>
                  </a:moveTo>
                  <a:cubicBezTo>
                    <a:pt x="12888" y="0"/>
                    <a:pt x="11529" y="569"/>
                    <a:pt x="11529" y="569"/>
                  </a:cubicBezTo>
                  <a:cubicBezTo>
                    <a:pt x="11529" y="569"/>
                    <a:pt x="27955" y="2714"/>
                    <a:pt x="10506" y="29792"/>
                  </a:cubicBezTo>
                  <a:cubicBezTo>
                    <a:pt x="8291" y="33228"/>
                    <a:pt x="6253" y="34299"/>
                    <a:pt x="4573" y="34299"/>
                  </a:cubicBezTo>
                  <a:cubicBezTo>
                    <a:pt x="1798" y="34299"/>
                    <a:pt x="1" y="31378"/>
                    <a:pt x="0" y="31378"/>
                  </a:cubicBezTo>
                  <a:lnTo>
                    <a:pt x="0" y="31378"/>
                  </a:lnTo>
                  <a:cubicBezTo>
                    <a:pt x="0" y="31378"/>
                    <a:pt x="361" y="35656"/>
                    <a:pt x="6396" y="36372"/>
                  </a:cubicBezTo>
                  <a:cubicBezTo>
                    <a:pt x="7105" y="36457"/>
                    <a:pt x="7880" y="36561"/>
                    <a:pt x="8720" y="36561"/>
                  </a:cubicBezTo>
                  <a:cubicBezTo>
                    <a:pt x="11282" y="36561"/>
                    <a:pt x="14450" y="35596"/>
                    <a:pt x="18190" y="30193"/>
                  </a:cubicBezTo>
                  <a:cubicBezTo>
                    <a:pt x="21421" y="25527"/>
                    <a:pt x="28738" y="8230"/>
                    <a:pt x="20691" y="2014"/>
                  </a:cubicBezTo>
                  <a:cubicBezTo>
                    <a:pt x="18635" y="426"/>
                    <a:pt x="16515" y="0"/>
                    <a:pt x="14832"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9"/>
            <p:cNvSpPr/>
            <p:nvPr/>
          </p:nvSpPr>
          <p:spPr>
            <a:xfrm>
              <a:off x="4081975" y="3206200"/>
              <a:ext cx="497850" cy="882300"/>
            </a:xfrm>
            <a:custGeom>
              <a:rect b="b" l="l" r="r" t="t"/>
              <a:pathLst>
                <a:path extrusionOk="0" h="35292" w="19914">
                  <a:moveTo>
                    <a:pt x="14683" y="1"/>
                  </a:moveTo>
                  <a:cubicBezTo>
                    <a:pt x="14676" y="1"/>
                    <a:pt x="14669" y="1"/>
                    <a:pt x="14662" y="1"/>
                  </a:cubicBezTo>
                  <a:cubicBezTo>
                    <a:pt x="12598" y="1"/>
                    <a:pt x="10190" y="1490"/>
                    <a:pt x="7886" y="4191"/>
                  </a:cubicBezTo>
                  <a:cubicBezTo>
                    <a:pt x="5553" y="6925"/>
                    <a:pt x="3475" y="10730"/>
                    <a:pt x="2032" y="14912"/>
                  </a:cubicBezTo>
                  <a:cubicBezTo>
                    <a:pt x="1843" y="15459"/>
                    <a:pt x="1679" y="15967"/>
                    <a:pt x="1531" y="16464"/>
                  </a:cubicBezTo>
                  <a:lnTo>
                    <a:pt x="1531" y="16466"/>
                  </a:lnTo>
                  <a:cubicBezTo>
                    <a:pt x="545" y="19731"/>
                    <a:pt x="19" y="22996"/>
                    <a:pt x="7" y="25907"/>
                  </a:cubicBezTo>
                  <a:cubicBezTo>
                    <a:pt x="0" y="26681"/>
                    <a:pt x="37" y="27454"/>
                    <a:pt x="116" y="28223"/>
                  </a:cubicBezTo>
                  <a:cubicBezTo>
                    <a:pt x="261" y="29600"/>
                    <a:pt x="541" y="30814"/>
                    <a:pt x="949" y="31830"/>
                  </a:cubicBezTo>
                  <a:cubicBezTo>
                    <a:pt x="1284" y="32661"/>
                    <a:pt x="1704" y="33356"/>
                    <a:pt x="2196" y="33899"/>
                  </a:cubicBezTo>
                  <a:cubicBezTo>
                    <a:pt x="2702" y="34455"/>
                    <a:pt x="3286" y="34852"/>
                    <a:pt x="3935" y="35076"/>
                  </a:cubicBezTo>
                  <a:cubicBezTo>
                    <a:pt x="4351" y="35217"/>
                    <a:pt x="4787" y="35291"/>
                    <a:pt x="5226" y="35291"/>
                  </a:cubicBezTo>
                  <a:cubicBezTo>
                    <a:pt x="5233" y="35291"/>
                    <a:pt x="5240" y="35291"/>
                    <a:pt x="5246" y="35291"/>
                  </a:cubicBezTo>
                  <a:cubicBezTo>
                    <a:pt x="7311" y="35291"/>
                    <a:pt x="9717" y="33802"/>
                    <a:pt x="12023" y="31100"/>
                  </a:cubicBezTo>
                  <a:cubicBezTo>
                    <a:pt x="14353" y="28369"/>
                    <a:pt x="16431" y="24561"/>
                    <a:pt x="17874" y="20384"/>
                  </a:cubicBezTo>
                  <a:cubicBezTo>
                    <a:pt x="18334" y="19061"/>
                    <a:pt x="18722" y="17715"/>
                    <a:pt x="19036" y="16351"/>
                  </a:cubicBezTo>
                  <a:cubicBezTo>
                    <a:pt x="19435" y="14635"/>
                    <a:pt x="19698" y="12956"/>
                    <a:pt x="19818" y="11359"/>
                  </a:cubicBezTo>
                  <a:cubicBezTo>
                    <a:pt x="19888" y="10502"/>
                    <a:pt x="19913" y="9668"/>
                    <a:pt x="19899" y="8879"/>
                  </a:cubicBezTo>
                  <a:cubicBezTo>
                    <a:pt x="19851" y="6022"/>
                    <a:pt x="19290" y="3688"/>
                    <a:pt x="18276" y="2129"/>
                  </a:cubicBezTo>
                  <a:cubicBezTo>
                    <a:pt x="17657" y="1174"/>
                    <a:pt x="16881" y="529"/>
                    <a:pt x="15972" y="215"/>
                  </a:cubicBezTo>
                  <a:cubicBezTo>
                    <a:pt x="15558" y="74"/>
                    <a:pt x="15121" y="1"/>
                    <a:pt x="14683"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9"/>
            <p:cNvSpPr/>
            <p:nvPr/>
          </p:nvSpPr>
          <p:spPr>
            <a:xfrm>
              <a:off x="4081850" y="3206025"/>
              <a:ext cx="498125" cy="882575"/>
            </a:xfrm>
            <a:custGeom>
              <a:rect b="b" l="l" r="r" t="t"/>
              <a:pathLst>
                <a:path extrusionOk="0" h="35303" w="19925">
                  <a:moveTo>
                    <a:pt x="14667" y="12"/>
                  </a:moveTo>
                  <a:cubicBezTo>
                    <a:pt x="15113" y="12"/>
                    <a:pt x="15554" y="84"/>
                    <a:pt x="15977" y="229"/>
                  </a:cubicBezTo>
                  <a:cubicBezTo>
                    <a:pt x="16884" y="541"/>
                    <a:pt x="17660" y="1185"/>
                    <a:pt x="18279" y="2141"/>
                  </a:cubicBezTo>
                  <a:cubicBezTo>
                    <a:pt x="19288" y="3700"/>
                    <a:pt x="19851" y="6032"/>
                    <a:pt x="19900" y="8886"/>
                  </a:cubicBezTo>
                  <a:cubicBezTo>
                    <a:pt x="19913" y="9675"/>
                    <a:pt x="19888" y="10509"/>
                    <a:pt x="19819" y="11366"/>
                  </a:cubicBezTo>
                  <a:cubicBezTo>
                    <a:pt x="19699" y="12963"/>
                    <a:pt x="19435" y="14642"/>
                    <a:pt x="19036" y="16355"/>
                  </a:cubicBezTo>
                  <a:cubicBezTo>
                    <a:pt x="18722" y="17720"/>
                    <a:pt x="18334" y="19066"/>
                    <a:pt x="17877" y="20389"/>
                  </a:cubicBezTo>
                  <a:cubicBezTo>
                    <a:pt x="17140" y="22516"/>
                    <a:pt x="16251" y="24534"/>
                    <a:pt x="15231" y="26388"/>
                  </a:cubicBezTo>
                  <a:cubicBezTo>
                    <a:pt x="14245" y="28177"/>
                    <a:pt x="13167" y="29764"/>
                    <a:pt x="12024" y="31103"/>
                  </a:cubicBezTo>
                  <a:cubicBezTo>
                    <a:pt x="10890" y="32433"/>
                    <a:pt x="9733" y="33469"/>
                    <a:pt x="8588" y="34188"/>
                  </a:cubicBezTo>
                  <a:cubicBezTo>
                    <a:pt x="7415" y="34922"/>
                    <a:pt x="6293" y="35294"/>
                    <a:pt x="5251" y="35294"/>
                  </a:cubicBezTo>
                  <a:cubicBezTo>
                    <a:pt x="4806" y="35294"/>
                    <a:pt x="4365" y="35222"/>
                    <a:pt x="3942" y="35077"/>
                  </a:cubicBezTo>
                  <a:cubicBezTo>
                    <a:pt x="3296" y="34853"/>
                    <a:pt x="2709" y="34458"/>
                    <a:pt x="2204" y="33901"/>
                  </a:cubicBezTo>
                  <a:cubicBezTo>
                    <a:pt x="1714" y="33361"/>
                    <a:pt x="1294" y="32666"/>
                    <a:pt x="959" y="31837"/>
                  </a:cubicBezTo>
                  <a:cubicBezTo>
                    <a:pt x="553" y="30821"/>
                    <a:pt x="271" y="29607"/>
                    <a:pt x="128" y="28230"/>
                  </a:cubicBezTo>
                  <a:cubicBezTo>
                    <a:pt x="49" y="27459"/>
                    <a:pt x="12" y="26686"/>
                    <a:pt x="17" y="25914"/>
                  </a:cubicBezTo>
                  <a:cubicBezTo>
                    <a:pt x="28" y="23003"/>
                    <a:pt x="555" y="19738"/>
                    <a:pt x="1541" y="16475"/>
                  </a:cubicBezTo>
                  <a:lnTo>
                    <a:pt x="1543" y="16473"/>
                  </a:lnTo>
                  <a:cubicBezTo>
                    <a:pt x="1689" y="15977"/>
                    <a:pt x="1853" y="15469"/>
                    <a:pt x="2042" y="14921"/>
                  </a:cubicBezTo>
                  <a:cubicBezTo>
                    <a:pt x="2776" y="12792"/>
                    <a:pt x="3667" y="10774"/>
                    <a:pt x="4688" y="8920"/>
                  </a:cubicBezTo>
                  <a:cubicBezTo>
                    <a:pt x="5674" y="7129"/>
                    <a:pt x="6752" y="5542"/>
                    <a:pt x="7895" y="4203"/>
                  </a:cubicBezTo>
                  <a:cubicBezTo>
                    <a:pt x="9029" y="2873"/>
                    <a:pt x="10186" y="1834"/>
                    <a:pt x="11333" y="1118"/>
                  </a:cubicBezTo>
                  <a:cubicBezTo>
                    <a:pt x="12504" y="384"/>
                    <a:pt x="13626" y="12"/>
                    <a:pt x="14667" y="12"/>
                  </a:cubicBezTo>
                  <a:close/>
                  <a:moveTo>
                    <a:pt x="14667" y="1"/>
                  </a:moveTo>
                  <a:cubicBezTo>
                    <a:pt x="10426" y="1"/>
                    <a:pt x="5037" y="6214"/>
                    <a:pt x="2033" y="14917"/>
                  </a:cubicBezTo>
                  <a:cubicBezTo>
                    <a:pt x="1853" y="15439"/>
                    <a:pt x="1686" y="15953"/>
                    <a:pt x="1532" y="16468"/>
                  </a:cubicBezTo>
                  <a:lnTo>
                    <a:pt x="1532" y="16473"/>
                  </a:lnTo>
                  <a:cubicBezTo>
                    <a:pt x="513" y="19840"/>
                    <a:pt x="17" y="23091"/>
                    <a:pt x="8" y="25912"/>
                  </a:cubicBezTo>
                  <a:cubicBezTo>
                    <a:pt x="1" y="26688"/>
                    <a:pt x="38" y="27461"/>
                    <a:pt x="116" y="28230"/>
                  </a:cubicBezTo>
                  <a:cubicBezTo>
                    <a:pt x="262" y="29595"/>
                    <a:pt x="539" y="30816"/>
                    <a:pt x="950" y="31839"/>
                  </a:cubicBezTo>
                  <a:cubicBezTo>
                    <a:pt x="1615" y="33486"/>
                    <a:pt x="2615" y="34631"/>
                    <a:pt x="3940" y="35088"/>
                  </a:cubicBezTo>
                  <a:cubicBezTo>
                    <a:pt x="4356" y="35229"/>
                    <a:pt x="4792" y="35303"/>
                    <a:pt x="5231" y="35303"/>
                  </a:cubicBezTo>
                  <a:cubicBezTo>
                    <a:pt x="5238" y="35303"/>
                    <a:pt x="5245" y="35303"/>
                    <a:pt x="5251" y="35303"/>
                  </a:cubicBezTo>
                  <a:cubicBezTo>
                    <a:pt x="9493" y="35303"/>
                    <a:pt x="14882" y="29092"/>
                    <a:pt x="17886" y="20391"/>
                  </a:cubicBezTo>
                  <a:cubicBezTo>
                    <a:pt x="18346" y="19068"/>
                    <a:pt x="18734" y="17724"/>
                    <a:pt x="19048" y="16360"/>
                  </a:cubicBezTo>
                  <a:cubicBezTo>
                    <a:pt x="19449" y="14628"/>
                    <a:pt x="19713" y="12947"/>
                    <a:pt x="19830" y="11368"/>
                  </a:cubicBezTo>
                  <a:cubicBezTo>
                    <a:pt x="19897" y="10509"/>
                    <a:pt x="19925" y="9680"/>
                    <a:pt x="19911" y="8888"/>
                  </a:cubicBezTo>
                  <a:cubicBezTo>
                    <a:pt x="19863" y="6073"/>
                    <a:pt x="19311" y="3714"/>
                    <a:pt x="18288" y="2136"/>
                  </a:cubicBezTo>
                  <a:cubicBezTo>
                    <a:pt x="17681" y="1201"/>
                    <a:pt x="16912" y="541"/>
                    <a:pt x="15979" y="220"/>
                  </a:cubicBezTo>
                  <a:cubicBezTo>
                    <a:pt x="15563" y="77"/>
                    <a:pt x="15126" y="3"/>
                    <a:pt x="14688" y="3"/>
                  </a:cubicBezTo>
                  <a:cubicBezTo>
                    <a:pt x="14681" y="3"/>
                    <a:pt x="14674" y="3"/>
                    <a:pt x="14667" y="3"/>
                  </a:cubicBezTo>
                  <a:lnTo>
                    <a:pt x="14667"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9"/>
            <p:cNvSpPr/>
            <p:nvPr/>
          </p:nvSpPr>
          <p:spPr>
            <a:xfrm>
              <a:off x="4152175" y="3329225"/>
              <a:ext cx="347700" cy="635150"/>
            </a:xfrm>
            <a:custGeom>
              <a:rect b="b" l="l" r="r" t="t"/>
              <a:pathLst>
                <a:path extrusionOk="0" h="25406" w="13908">
                  <a:moveTo>
                    <a:pt x="10494" y="0"/>
                  </a:moveTo>
                  <a:cubicBezTo>
                    <a:pt x="9111" y="0"/>
                    <a:pt x="7463" y="1090"/>
                    <a:pt x="5853" y="3071"/>
                  </a:cubicBezTo>
                  <a:cubicBezTo>
                    <a:pt x="4228" y="5071"/>
                    <a:pt x="2755" y="7848"/>
                    <a:pt x="1704" y="10889"/>
                  </a:cubicBezTo>
                  <a:cubicBezTo>
                    <a:pt x="545" y="14249"/>
                    <a:pt x="0" y="17595"/>
                    <a:pt x="173" y="20312"/>
                  </a:cubicBezTo>
                  <a:cubicBezTo>
                    <a:pt x="256" y="21633"/>
                    <a:pt x="506" y="22732"/>
                    <a:pt x="912" y="23582"/>
                  </a:cubicBezTo>
                  <a:cubicBezTo>
                    <a:pt x="1332" y="24459"/>
                    <a:pt x="1905" y="25030"/>
                    <a:pt x="2612" y="25272"/>
                  </a:cubicBezTo>
                  <a:cubicBezTo>
                    <a:pt x="2870" y="25362"/>
                    <a:pt x="3140" y="25406"/>
                    <a:pt x="3413" y="25406"/>
                  </a:cubicBezTo>
                  <a:cubicBezTo>
                    <a:pt x="4796" y="25406"/>
                    <a:pt x="6444" y="24314"/>
                    <a:pt x="8052" y="22335"/>
                  </a:cubicBezTo>
                  <a:cubicBezTo>
                    <a:pt x="9677" y="20333"/>
                    <a:pt x="11152" y="17558"/>
                    <a:pt x="12203" y="14514"/>
                  </a:cubicBezTo>
                  <a:cubicBezTo>
                    <a:pt x="13362" y="11157"/>
                    <a:pt x="13907" y="7811"/>
                    <a:pt x="13734" y="5094"/>
                  </a:cubicBezTo>
                  <a:cubicBezTo>
                    <a:pt x="13651" y="3773"/>
                    <a:pt x="13401" y="2672"/>
                    <a:pt x="12995" y="1824"/>
                  </a:cubicBezTo>
                  <a:cubicBezTo>
                    <a:pt x="12575" y="944"/>
                    <a:pt x="12002" y="376"/>
                    <a:pt x="11293" y="132"/>
                  </a:cubicBezTo>
                  <a:cubicBezTo>
                    <a:pt x="11037" y="44"/>
                    <a:pt x="10767" y="0"/>
                    <a:pt x="1049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9"/>
            <p:cNvSpPr/>
            <p:nvPr/>
          </p:nvSpPr>
          <p:spPr>
            <a:xfrm>
              <a:off x="4134675" y="3329050"/>
              <a:ext cx="382675" cy="635450"/>
            </a:xfrm>
            <a:custGeom>
              <a:rect b="b" l="l" r="r" t="t"/>
              <a:pathLst>
                <a:path extrusionOk="0" h="25418" w="15307">
                  <a:moveTo>
                    <a:pt x="11217" y="14"/>
                  </a:moveTo>
                  <a:cubicBezTo>
                    <a:pt x="11480" y="14"/>
                    <a:pt x="11743" y="58"/>
                    <a:pt x="11993" y="143"/>
                  </a:cubicBezTo>
                  <a:cubicBezTo>
                    <a:pt x="12700" y="388"/>
                    <a:pt x="13270" y="956"/>
                    <a:pt x="13690" y="1833"/>
                  </a:cubicBezTo>
                  <a:cubicBezTo>
                    <a:pt x="14097" y="2681"/>
                    <a:pt x="14346" y="3780"/>
                    <a:pt x="14429" y="5101"/>
                  </a:cubicBezTo>
                  <a:cubicBezTo>
                    <a:pt x="14512" y="6421"/>
                    <a:pt x="14427" y="7897"/>
                    <a:pt x="14175" y="9483"/>
                  </a:cubicBezTo>
                  <a:cubicBezTo>
                    <a:pt x="13912" y="11129"/>
                    <a:pt x="13483" y="12822"/>
                    <a:pt x="12898" y="14519"/>
                  </a:cubicBezTo>
                  <a:cubicBezTo>
                    <a:pt x="11848" y="17562"/>
                    <a:pt x="10375" y="20338"/>
                    <a:pt x="8749" y="22337"/>
                  </a:cubicBezTo>
                  <a:cubicBezTo>
                    <a:pt x="7142" y="24316"/>
                    <a:pt x="5496" y="25406"/>
                    <a:pt x="4113" y="25406"/>
                  </a:cubicBezTo>
                  <a:cubicBezTo>
                    <a:pt x="3843" y="25406"/>
                    <a:pt x="3572" y="25362"/>
                    <a:pt x="3316" y="25274"/>
                  </a:cubicBezTo>
                  <a:cubicBezTo>
                    <a:pt x="2610" y="25032"/>
                    <a:pt x="2037" y="24464"/>
                    <a:pt x="1619" y="23586"/>
                  </a:cubicBezTo>
                  <a:cubicBezTo>
                    <a:pt x="1213" y="22737"/>
                    <a:pt x="963" y="21638"/>
                    <a:pt x="880" y="20319"/>
                  </a:cubicBezTo>
                  <a:cubicBezTo>
                    <a:pt x="797" y="18999"/>
                    <a:pt x="883" y="17523"/>
                    <a:pt x="1134" y="15934"/>
                  </a:cubicBezTo>
                  <a:cubicBezTo>
                    <a:pt x="1395" y="14290"/>
                    <a:pt x="1825" y="12596"/>
                    <a:pt x="2411" y="10899"/>
                  </a:cubicBezTo>
                  <a:cubicBezTo>
                    <a:pt x="3462" y="7858"/>
                    <a:pt x="4935" y="5082"/>
                    <a:pt x="6558" y="3083"/>
                  </a:cubicBezTo>
                  <a:cubicBezTo>
                    <a:pt x="8167" y="1104"/>
                    <a:pt x="9814" y="14"/>
                    <a:pt x="11197" y="14"/>
                  </a:cubicBezTo>
                  <a:cubicBezTo>
                    <a:pt x="11203" y="14"/>
                    <a:pt x="11210" y="14"/>
                    <a:pt x="11217" y="14"/>
                  </a:cubicBezTo>
                  <a:close/>
                  <a:moveTo>
                    <a:pt x="11197" y="0"/>
                  </a:moveTo>
                  <a:cubicBezTo>
                    <a:pt x="8350" y="0"/>
                    <a:pt x="4586" y="4565"/>
                    <a:pt x="2400" y="10894"/>
                  </a:cubicBezTo>
                  <a:cubicBezTo>
                    <a:pt x="1" y="17842"/>
                    <a:pt x="409" y="24284"/>
                    <a:pt x="3312" y="25286"/>
                  </a:cubicBezTo>
                  <a:cubicBezTo>
                    <a:pt x="3570" y="25374"/>
                    <a:pt x="3840" y="25417"/>
                    <a:pt x="4113" y="25417"/>
                  </a:cubicBezTo>
                  <a:cubicBezTo>
                    <a:pt x="6960" y="25417"/>
                    <a:pt x="10723" y="20855"/>
                    <a:pt x="12910" y="14524"/>
                  </a:cubicBezTo>
                  <a:cubicBezTo>
                    <a:pt x="15307" y="7578"/>
                    <a:pt x="14900" y="1136"/>
                    <a:pt x="11998" y="134"/>
                  </a:cubicBezTo>
                  <a:cubicBezTo>
                    <a:pt x="11739" y="44"/>
                    <a:pt x="11469" y="0"/>
                    <a:pt x="11197"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9"/>
            <p:cNvSpPr/>
            <p:nvPr/>
          </p:nvSpPr>
          <p:spPr>
            <a:xfrm>
              <a:off x="4120125" y="3272825"/>
              <a:ext cx="418300" cy="747900"/>
            </a:xfrm>
            <a:custGeom>
              <a:rect b="b" l="l" r="r" t="t"/>
              <a:pathLst>
                <a:path extrusionOk="0" fill="none" h="29916" w="16732">
                  <a:moveTo>
                    <a:pt x="13326" y="591"/>
                  </a:moveTo>
                  <a:cubicBezTo>
                    <a:pt x="15041" y="1185"/>
                    <a:pt x="16166" y="3267"/>
                    <a:pt x="16447" y="6380"/>
                  </a:cubicBezTo>
                  <a:cubicBezTo>
                    <a:pt x="16731" y="9492"/>
                    <a:pt x="16152" y="13381"/>
                    <a:pt x="14836" y="17193"/>
                  </a:cubicBezTo>
                  <a:cubicBezTo>
                    <a:pt x="13520" y="21003"/>
                    <a:pt x="11578" y="24420"/>
                    <a:pt x="9433" y="26694"/>
                  </a:cubicBezTo>
                  <a:cubicBezTo>
                    <a:pt x="7290" y="28971"/>
                    <a:pt x="5122" y="29915"/>
                    <a:pt x="3404" y="29322"/>
                  </a:cubicBezTo>
                  <a:cubicBezTo>
                    <a:pt x="1689" y="28731"/>
                    <a:pt x="566" y="26648"/>
                    <a:pt x="282" y="23536"/>
                  </a:cubicBezTo>
                  <a:cubicBezTo>
                    <a:pt x="1" y="20423"/>
                    <a:pt x="580" y="16533"/>
                    <a:pt x="1896" y="12723"/>
                  </a:cubicBezTo>
                  <a:cubicBezTo>
                    <a:pt x="3210" y="8913"/>
                    <a:pt x="5154" y="5496"/>
                    <a:pt x="7297" y="3219"/>
                  </a:cubicBezTo>
                  <a:cubicBezTo>
                    <a:pt x="9442" y="945"/>
                    <a:pt x="11610" y="0"/>
                    <a:pt x="13326" y="591"/>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9"/>
            <p:cNvSpPr/>
            <p:nvPr/>
          </p:nvSpPr>
          <p:spPr>
            <a:xfrm>
              <a:off x="4081975" y="3231825"/>
              <a:ext cx="608550" cy="622075"/>
            </a:xfrm>
            <a:custGeom>
              <a:rect b="b" l="l" r="r" t="t"/>
              <a:pathLst>
                <a:path extrusionOk="0" h="24883" w="24342">
                  <a:moveTo>
                    <a:pt x="20008" y="1"/>
                  </a:moveTo>
                  <a:lnTo>
                    <a:pt x="18283" y="1102"/>
                  </a:lnTo>
                  <a:lnTo>
                    <a:pt x="16073" y="2993"/>
                  </a:lnTo>
                  <a:lnTo>
                    <a:pt x="14593" y="4256"/>
                  </a:lnTo>
                  <a:lnTo>
                    <a:pt x="5669" y="11892"/>
                  </a:lnTo>
                  <a:lnTo>
                    <a:pt x="3709" y="13571"/>
                  </a:lnTo>
                  <a:lnTo>
                    <a:pt x="3709" y="13573"/>
                  </a:lnTo>
                  <a:lnTo>
                    <a:pt x="1527" y="15436"/>
                  </a:lnTo>
                  <a:lnTo>
                    <a:pt x="1527" y="15441"/>
                  </a:lnTo>
                  <a:cubicBezTo>
                    <a:pt x="508" y="18808"/>
                    <a:pt x="12" y="22059"/>
                    <a:pt x="0" y="24882"/>
                  </a:cubicBezTo>
                  <a:lnTo>
                    <a:pt x="1737" y="23395"/>
                  </a:lnTo>
                  <a:lnTo>
                    <a:pt x="2967" y="22345"/>
                  </a:lnTo>
                  <a:lnTo>
                    <a:pt x="8389" y="17706"/>
                  </a:lnTo>
                  <a:lnTo>
                    <a:pt x="8491" y="17618"/>
                  </a:lnTo>
                  <a:lnTo>
                    <a:pt x="9463" y="16789"/>
                  </a:lnTo>
                  <a:lnTo>
                    <a:pt x="9463" y="16787"/>
                  </a:lnTo>
                  <a:lnTo>
                    <a:pt x="11862" y="14734"/>
                  </a:lnTo>
                  <a:lnTo>
                    <a:pt x="16563" y="10717"/>
                  </a:lnTo>
                  <a:lnTo>
                    <a:pt x="18043" y="9449"/>
                  </a:lnTo>
                  <a:lnTo>
                    <a:pt x="19906" y="7856"/>
                  </a:lnTo>
                  <a:lnTo>
                    <a:pt x="24342" y="4420"/>
                  </a:lnTo>
                  <a:cubicBezTo>
                    <a:pt x="23266" y="2321"/>
                    <a:pt x="21829" y="832"/>
                    <a:pt x="20008"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9"/>
            <p:cNvSpPr/>
            <p:nvPr/>
          </p:nvSpPr>
          <p:spPr>
            <a:xfrm>
              <a:off x="4084750" y="3382550"/>
              <a:ext cx="630250" cy="619525"/>
            </a:xfrm>
            <a:custGeom>
              <a:rect b="b" l="l" r="r" t="t"/>
              <a:pathLst>
                <a:path extrusionOk="0" h="24781" w="25210">
                  <a:moveTo>
                    <a:pt x="24769" y="1"/>
                  </a:moveTo>
                  <a:lnTo>
                    <a:pt x="19712" y="4305"/>
                  </a:lnTo>
                  <a:lnTo>
                    <a:pt x="17807" y="5937"/>
                  </a:lnTo>
                  <a:lnTo>
                    <a:pt x="16182" y="7327"/>
                  </a:lnTo>
                  <a:lnTo>
                    <a:pt x="10388" y="12282"/>
                  </a:lnTo>
                  <a:lnTo>
                    <a:pt x="9158" y="13335"/>
                  </a:lnTo>
                  <a:lnTo>
                    <a:pt x="8694" y="13734"/>
                  </a:lnTo>
                  <a:lnTo>
                    <a:pt x="8694" y="13739"/>
                  </a:lnTo>
                  <a:lnTo>
                    <a:pt x="8068" y="14270"/>
                  </a:lnTo>
                  <a:lnTo>
                    <a:pt x="2905" y="18687"/>
                  </a:lnTo>
                  <a:lnTo>
                    <a:pt x="1755" y="19671"/>
                  </a:lnTo>
                  <a:lnTo>
                    <a:pt x="0" y="21169"/>
                  </a:lnTo>
                  <a:cubicBezTo>
                    <a:pt x="143" y="22534"/>
                    <a:pt x="423" y="23755"/>
                    <a:pt x="834" y="24781"/>
                  </a:cubicBezTo>
                  <a:lnTo>
                    <a:pt x="2787" y="23111"/>
                  </a:lnTo>
                  <a:lnTo>
                    <a:pt x="3979" y="22093"/>
                  </a:lnTo>
                  <a:lnTo>
                    <a:pt x="14718" y="12903"/>
                  </a:lnTo>
                  <a:lnTo>
                    <a:pt x="14718" y="12901"/>
                  </a:lnTo>
                  <a:lnTo>
                    <a:pt x="16777" y="11144"/>
                  </a:lnTo>
                  <a:lnTo>
                    <a:pt x="18932" y="9299"/>
                  </a:lnTo>
                  <a:lnTo>
                    <a:pt x="25210" y="3365"/>
                  </a:lnTo>
                  <a:cubicBezTo>
                    <a:pt x="25157" y="2233"/>
                    <a:pt x="25009" y="1107"/>
                    <a:pt x="24769"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 name="Google Shape;424;p29"/>
          <p:cNvGrpSpPr/>
          <p:nvPr/>
        </p:nvGrpSpPr>
        <p:grpSpPr>
          <a:xfrm rot="-988460">
            <a:off x="4033207" y="4312365"/>
            <a:ext cx="305571" cy="607251"/>
            <a:chOff x="2003200" y="4511300"/>
            <a:chExt cx="437875" cy="870175"/>
          </a:xfrm>
        </p:grpSpPr>
        <p:sp>
          <p:nvSpPr>
            <p:cNvPr id="425" name="Google Shape;425;p29"/>
            <p:cNvSpPr/>
            <p:nvPr/>
          </p:nvSpPr>
          <p:spPr>
            <a:xfrm>
              <a:off x="2003425" y="4511300"/>
              <a:ext cx="437650" cy="870175"/>
            </a:xfrm>
            <a:custGeom>
              <a:rect b="b" l="l" r="r" t="t"/>
              <a:pathLst>
                <a:path extrusionOk="0" h="34807" w="17506">
                  <a:moveTo>
                    <a:pt x="6310" y="0"/>
                  </a:moveTo>
                  <a:cubicBezTo>
                    <a:pt x="6206" y="0"/>
                    <a:pt x="6100" y="20"/>
                    <a:pt x="5997" y="61"/>
                  </a:cubicBezTo>
                  <a:lnTo>
                    <a:pt x="728" y="1783"/>
                  </a:lnTo>
                  <a:cubicBezTo>
                    <a:pt x="257" y="1919"/>
                    <a:pt x="1" y="2425"/>
                    <a:pt x="169" y="2884"/>
                  </a:cubicBezTo>
                  <a:lnTo>
                    <a:pt x="10375" y="34197"/>
                  </a:lnTo>
                  <a:cubicBezTo>
                    <a:pt x="10481" y="34568"/>
                    <a:pt x="10819" y="34806"/>
                    <a:pt x="11183" y="34806"/>
                  </a:cubicBezTo>
                  <a:cubicBezTo>
                    <a:pt x="11280" y="34806"/>
                    <a:pt x="11379" y="34789"/>
                    <a:pt x="11476" y="34753"/>
                  </a:cubicBezTo>
                  <a:lnTo>
                    <a:pt x="16801" y="33044"/>
                  </a:lnTo>
                  <a:cubicBezTo>
                    <a:pt x="17256" y="32887"/>
                    <a:pt x="17505" y="32398"/>
                    <a:pt x="17364" y="31938"/>
                  </a:cubicBezTo>
                  <a:lnTo>
                    <a:pt x="7131" y="656"/>
                  </a:lnTo>
                  <a:cubicBezTo>
                    <a:pt x="7042" y="261"/>
                    <a:pt x="6690" y="0"/>
                    <a:pt x="6310"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9"/>
            <p:cNvSpPr/>
            <p:nvPr/>
          </p:nvSpPr>
          <p:spPr>
            <a:xfrm>
              <a:off x="2003200" y="4511300"/>
              <a:ext cx="201650" cy="141400"/>
            </a:xfrm>
            <a:custGeom>
              <a:rect b="b" l="l" r="r" t="t"/>
              <a:pathLst>
                <a:path extrusionOk="0" h="5656" w="8066">
                  <a:moveTo>
                    <a:pt x="6319" y="0"/>
                  </a:moveTo>
                  <a:cubicBezTo>
                    <a:pt x="6215" y="0"/>
                    <a:pt x="6109" y="20"/>
                    <a:pt x="6006" y="61"/>
                  </a:cubicBezTo>
                  <a:lnTo>
                    <a:pt x="737" y="1783"/>
                  </a:lnTo>
                  <a:cubicBezTo>
                    <a:pt x="268" y="1908"/>
                    <a:pt x="1" y="2402"/>
                    <a:pt x="153" y="2861"/>
                  </a:cubicBezTo>
                  <a:lnTo>
                    <a:pt x="1074" y="5655"/>
                  </a:lnTo>
                  <a:lnTo>
                    <a:pt x="8066" y="3443"/>
                  </a:lnTo>
                  <a:lnTo>
                    <a:pt x="7140" y="656"/>
                  </a:lnTo>
                  <a:cubicBezTo>
                    <a:pt x="7051" y="261"/>
                    <a:pt x="6699" y="0"/>
                    <a:pt x="631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9"/>
            <p:cNvSpPr/>
            <p:nvPr/>
          </p:nvSpPr>
          <p:spPr>
            <a:xfrm>
              <a:off x="2028900" y="4592625"/>
              <a:ext cx="224275" cy="212400"/>
            </a:xfrm>
            <a:custGeom>
              <a:rect b="b" l="l" r="r" t="t"/>
              <a:pathLst>
                <a:path extrusionOk="0" h="8496" w="8971">
                  <a:moveTo>
                    <a:pt x="6936" y="1"/>
                  </a:moveTo>
                  <a:lnTo>
                    <a:pt x="0" y="2261"/>
                  </a:lnTo>
                  <a:lnTo>
                    <a:pt x="2034" y="8496"/>
                  </a:lnTo>
                  <a:lnTo>
                    <a:pt x="8970" y="6235"/>
                  </a:lnTo>
                  <a:lnTo>
                    <a:pt x="6936" y="1"/>
                  </a:ln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9"/>
            <p:cNvSpPr/>
            <p:nvPr/>
          </p:nvSpPr>
          <p:spPr>
            <a:xfrm>
              <a:off x="2125350" y="4944825"/>
              <a:ext cx="231200" cy="120775"/>
            </a:xfrm>
            <a:custGeom>
              <a:rect b="b" l="l" r="r" t="t"/>
              <a:pathLst>
                <a:path extrusionOk="0" h="4831" w="9248">
                  <a:moveTo>
                    <a:pt x="0" y="0"/>
                  </a:moveTo>
                  <a:lnTo>
                    <a:pt x="1014" y="3119"/>
                  </a:lnTo>
                  <a:lnTo>
                    <a:pt x="5794" y="4112"/>
                  </a:lnTo>
                  <a:lnTo>
                    <a:pt x="9248" y="4830"/>
                  </a:lnTo>
                  <a:lnTo>
                    <a:pt x="9248" y="4830"/>
                  </a:lnTo>
                  <a:lnTo>
                    <a:pt x="8230" y="1718"/>
                  </a:lnTo>
                  <a:lnTo>
                    <a:pt x="5537" y="1148"/>
                  </a:lnTo>
                  <a:lnTo>
                    <a:pt x="0"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9"/>
            <p:cNvSpPr/>
            <p:nvPr/>
          </p:nvSpPr>
          <p:spPr>
            <a:xfrm>
              <a:off x="2236125" y="5284225"/>
              <a:ext cx="200100" cy="88925"/>
            </a:xfrm>
            <a:custGeom>
              <a:rect b="b" l="l" r="r" t="t"/>
              <a:pathLst>
                <a:path extrusionOk="0" h="3557" w="8004">
                  <a:moveTo>
                    <a:pt x="0" y="1"/>
                  </a:moveTo>
                  <a:lnTo>
                    <a:pt x="1014" y="3123"/>
                  </a:lnTo>
                  <a:lnTo>
                    <a:pt x="3115" y="3557"/>
                  </a:lnTo>
                  <a:lnTo>
                    <a:pt x="7486" y="2134"/>
                  </a:lnTo>
                  <a:cubicBezTo>
                    <a:pt x="7719" y="2061"/>
                    <a:pt x="7906" y="1892"/>
                    <a:pt x="8003" y="1668"/>
                  </a:cubicBezTo>
                  <a:lnTo>
                    <a:pt x="5526" y="1151"/>
                  </a:lnTo>
                  <a:lnTo>
                    <a:pt x="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9"/>
            <p:cNvSpPr/>
            <p:nvPr/>
          </p:nvSpPr>
          <p:spPr>
            <a:xfrm>
              <a:off x="2069563" y="4771050"/>
              <a:ext cx="251475" cy="183175"/>
            </a:xfrm>
            <a:custGeom>
              <a:rect b="b" l="l" r="r" t="t"/>
              <a:pathLst>
                <a:path extrusionOk="0" h="7327" w="10059">
                  <a:moveTo>
                    <a:pt x="1" y="0"/>
                  </a:moveTo>
                  <a:lnTo>
                    <a:pt x="1829" y="5609"/>
                  </a:lnTo>
                  <a:lnTo>
                    <a:pt x="4097" y="6087"/>
                  </a:lnTo>
                  <a:lnTo>
                    <a:pt x="9793" y="7274"/>
                  </a:lnTo>
                  <a:lnTo>
                    <a:pt x="10059" y="7327"/>
                  </a:lnTo>
                  <a:lnTo>
                    <a:pt x="8223" y="1714"/>
                  </a:lnTo>
                  <a:lnTo>
                    <a:pt x="8193" y="1709"/>
                  </a:lnTo>
                  <a:lnTo>
                    <a:pt x="2478" y="518"/>
                  </a:lnTo>
                  <a:lnTo>
                    <a:pt x="1"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 name="Google Shape;431;p29"/>
          <p:cNvGrpSpPr/>
          <p:nvPr/>
        </p:nvGrpSpPr>
        <p:grpSpPr>
          <a:xfrm rot="-2505744">
            <a:off x="4303608" y="2527762"/>
            <a:ext cx="536795" cy="385829"/>
            <a:chOff x="3958725" y="4285850"/>
            <a:chExt cx="926000" cy="665575"/>
          </a:xfrm>
        </p:grpSpPr>
        <p:sp>
          <p:nvSpPr>
            <p:cNvPr id="432" name="Google Shape;432;p29"/>
            <p:cNvSpPr/>
            <p:nvPr/>
          </p:nvSpPr>
          <p:spPr>
            <a:xfrm>
              <a:off x="3958725" y="4286250"/>
              <a:ext cx="926000" cy="665175"/>
            </a:xfrm>
            <a:custGeom>
              <a:rect b="b" l="l" r="r" t="t"/>
              <a:pathLst>
                <a:path extrusionOk="0" h="26607" w="37040">
                  <a:moveTo>
                    <a:pt x="32631" y="0"/>
                  </a:moveTo>
                  <a:cubicBezTo>
                    <a:pt x="32452" y="0"/>
                    <a:pt x="32270" y="51"/>
                    <a:pt x="32109" y="159"/>
                  </a:cubicBezTo>
                  <a:lnTo>
                    <a:pt x="626" y="19435"/>
                  </a:lnTo>
                  <a:cubicBezTo>
                    <a:pt x="149" y="19705"/>
                    <a:pt x="1" y="20324"/>
                    <a:pt x="306" y="20781"/>
                  </a:cubicBezTo>
                  <a:lnTo>
                    <a:pt x="3557" y="26142"/>
                  </a:lnTo>
                  <a:cubicBezTo>
                    <a:pt x="3746" y="26441"/>
                    <a:pt x="4071" y="26607"/>
                    <a:pt x="4403" y="26607"/>
                  </a:cubicBezTo>
                  <a:cubicBezTo>
                    <a:pt x="4576" y="26607"/>
                    <a:pt x="4751" y="26562"/>
                    <a:pt x="4910" y="26468"/>
                  </a:cubicBezTo>
                  <a:lnTo>
                    <a:pt x="36349" y="7169"/>
                  </a:lnTo>
                  <a:cubicBezTo>
                    <a:pt x="36870" y="6913"/>
                    <a:pt x="37039" y="6253"/>
                    <a:pt x="36704" y="5777"/>
                  </a:cubicBezTo>
                  <a:lnTo>
                    <a:pt x="33456" y="480"/>
                  </a:lnTo>
                  <a:cubicBezTo>
                    <a:pt x="33281" y="171"/>
                    <a:pt x="32960" y="0"/>
                    <a:pt x="32631"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9"/>
            <p:cNvSpPr/>
            <p:nvPr/>
          </p:nvSpPr>
          <p:spPr>
            <a:xfrm>
              <a:off x="4691775" y="4285850"/>
              <a:ext cx="192950" cy="223000"/>
            </a:xfrm>
            <a:custGeom>
              <a:rect b="b" l="l" r="r" t="t"/>
              <a:pathLst>
                <a:path extrusionOk="0" h="8920" w="7718">
                  <a:moveTo>
                    <a:pt x="3300" y="1"/>
                  </a:moveTo>
                  <a:cubicBezTo>
                    <a:pt x="3131" y="1"/>
                    <a:pt x="2959" y="47"/>
                    <a:pt x="2804" y="143"/>
                  </a:cubicBezTo>
                  <a:lnTo>
                    <a:pt x="0" y="1872"/>
                  </a:lnTo>
                  <a:lnTo>
                    <a:pt x="4230" y="8919"/>
                  </a:lnTo>
                  <a:lnTo>
                    <a:pt x="7027" y="7185"/>
                  </a:lnTo>
                  <a:cubicBezTo>
                    <a:pt x="7548" y="6929"/>
                    <a:pt x="7717" y="6269"/>
                    <a:pt x="7382" y="5793"/>
                  </a:cubicBezTo>
                  <a:lnTo>
                    <a:pt x="4134" y="496"/>
                  </a:lnTo>
                  <a:cubicBezTo>
                    <a:pt x="3962" y="179"/>
                    <a:pt x="3636" y="1"/>
                    <a:pt x="330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9"/>
            <p:cNvSpPr/>
            <p:nvPr/>
          </p:nvSpPr>
          <p:spPr>
            <a:xfrm>
              <a:off x="4538575" y="4330500"/>
              <a:ext cx="263475" cy="270350"/>
            </a:xfrm>
            <a:custGeom>
              <a:rect b="b" l="l" r="r" t="t"/>
              <a:pathLst>
                <a:path extrusionOk="0" h="10814" w="10539">
                  <a:moveTo>
                    <a:pt x="6269" y="1"/>
                  </a:moveTo>
                  <a:lnTo>
                    <a:pt x="0" y="3841"/>
                  </a:lnTo>
                  <a:lnTo>
                    <a:pt x="4272" y="10814"/>
                  </a:lnTo>
                  <a:lnTo>
                    <a:pt x="10539" y="6972"/>
                  </a:lnTo>
                  <a:lnTo>
                    <a:pt x="6269" y="1"/>
                  </a:ln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9"/>
            <p:cNvSpPr/>
            <p:nvPr/>
          </p:nvSpPr>
          <p:spPr>
            <a:xfrm>
              <a:off x="4319625" y="4512575"/>
              <a:ext cx="85175" cy="283575"/>
            </a:xfrm>
            <a:custGeom>
              <a:rect b="b" l="l" r="r" t="t"/>
              <a:pathLst>
                <a:path extrusionOk="0" h="11343" w="3407">
                  <a:moveTo>
                    <a:pt x="3138" y="0"/>
                  </a:moveTo>
                  <a:lnTo>
                    <a:pt x="0" y="1919"/>
                  </a:lnTo>
                  <a:lnTo>
                    <a:pt x="162" y="7389"/>
                  </a:lnTo>
                  <a:lnTo>
                    <a:pt x="278" y="11342"/>
                  </a:lnTo>
                  <a:lnTo>
                    <a:pt x="3406" y="9419"/>
                  </a:lnTo>
                  <a:lnTo>
                    <a:pt x="3325" y="6339"/>
                  </a:lnTo>
                  <a:lnTo>
                    <a:pt x="3138"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9"/>
            <p:cNvSpPr/>
            <p:nvPr/>
          </p:nvSpPr>
          <p:spPr>
            <a:xfrm>
              <a:off x="3978350" y="4721700"/>
              <a:ext cx="85125" cy="229075"/>
            </a:xfrm>
            <a:custGeom>
              <a:rect b="b" l="l" r="r" t="t"/>
              <a:pathLst>
                <a:path extrusionOk="0" h="9163" w="3405">
                  <a:moveTo>
                    <a:pt x="3139" y="1"/>
                  </a:moveTo>
                  <a:lnTo>
                    <a:pt x="1" y="1920"/>
                  </a:lnTo>
                  <a:lnTo>
                    <a:pt x="72" y="4326"/>
                  </a:lnTo>
                  <a:lnTo>
                    <a:pt x="2762" y="8720"/>
                  </a:lnTo>
                  <a:cubicBezTo>
                    <a:pt x="2903" y="8953"/>
                    <a:pt x="3136" y="9114"/>
                    <a:pt x="3404" y="9163"/>
                  </a:cubicBezTo>
                  <a:lnTo>
                    <a:pt x="3323" y="6325"/>
                  </a:lnTo>
                  <a:lnTo>
                    <a:pt x="3139"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9"/>
            <p:cNvSpPr/>
            <p:nvPr/>
          </p:nvSpPr>
          <p:spPr>
            <a:xfrm>
              <a:off x="4427750" y="4408782"/>
              <a:ext cx="147850" cy="321900"/>
            </a:xfrm>
            <a:custGeom>
              <a:rect b="b" l="l" r="r" t="t"/>
              <a:pathLst>
                <a:path extrusionOk="0" h="12876" w="5914">
                  <a:moveTo>
                    <a:pt x="5639" y="0"/>
                  </a:moveTo>
                  <a:lnTo>
                    <a:pt x="0" y="3457"/>
                  </a:lnTo>
                  <a:lnTo>
                    <a:pt x="69" y="6052"/>
                  </a:lnTo>
                  <a:lnTo>
                    <a:pt x="259" y="12571"/>
                  </a:lnTo>
                  <a:lnTo>
                    <a:pt x="270" y="12875"/>
                  </a:lnTo>
                  <a:lnTo>
                    <a:pt x="5913" y="9412"/>
                  </a:lnTo>
                  <a:lnTo>
                    <a:pt x="5909" y="9377"/>
                  </a:lnTo>
                  <a:lnTo>
                    <a:pt x="5722" y="2838"/>
                  </a:lnTo>
                  <a:lnTo>
                    <a:pt x="5639"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 name="Google Shape;438;p29"/>
          <p:cNvGrpSpPr/>
          <p:nvPr/>
        </p:nvGrpSpPr>
        <p:grpSpPr>
          <a:xfrm flipH="1">
            <a:off x="8275220" y="1487867"/>
            <a:ext cx="530166" cy="502936"/>
            <a:chOff x="1717700" y="2254700"/>
            <a:chExt cx="781725" cy="741575"/>
          </a:xfrm>
        </p:grpSpPr>
        <p:sp>
          <p:nvSpPr>
            <p:cNvPr id="439" name="Google Shape;439;p29"/>
            <p:cNvSpPr/>
            <p:nvPr/>
          </p:nvSpPr>
          <p:spPr>
            <a:xfrm>
              <a:off x="1748125" y="2300200"/>
              <a:ext cx="717650" cy="650525"/>
            </a:xfrm>
            <a:custGeom>
              <a:rect b="b" l="l" r="r" t="t"/>
              <a:pathLst>
                <a:path extrusionOk="0" h="26021" w="28706">
                  <a:moveTo>
                    <a:pt x="15025" y="0"/>
                  </a:moveTo>
                  <a:cubicBezTo>
                    <a:pt x="11160" y="0"/>
                    <a:pt x="7313" y="1600"/>
                    <a:pt x="4560" y="4734"/>
                  </a:cubicBezTo>
                  <a:cubicBezTo>
                    <a:pt x="162" y="9743"/>
                    <a:pt x="0" y="17021"/>
                    <a:pt x="3801" y="22174"/>
                  </a:cubicBezTo>
                  <a:cubicBezTo>
                    <a:pt x="4341" y="22872"/>
                    <a:pt x="4946" y="23518"/>
                    <a:pt x="5609" y="24102"/>
                  </a:cubicBezTo>
                  <a:cubicBezTo>
                    <a:pt x="5932" y="24386"/>
                    <a:pt x="6264" y="24652"/>
                    <a:pt x="6604" y="24901"/>
                  </a:cubicBezTo>
                  <a:cubicBezTo>
                    <a:pt x="6953" y="25155"/>
                    <a:pt x="7201" y="25230"/>
                    <a:pt x="7416" y="25230"/>
                  </a:cubicBezTo>
                  <a:cubicBezTo>
                    <a:pt x="7729" y="25230"/>
                    <a:pt x="7975" y="25072"/>
                    <a:pt x="8368" y="25072"/>
                  </a:cubicBezTo>
                  <a:cubicBezTo>
                    <a:pt x="8543" y="25072"/>
                    <a:pt x="8748" y="25103"/>
                    <a:pt x="9001" y="25194"/>
                  </a:cubicBezTo>
                  <a:cubicBezTo>
                    <a:pt x="9444" y="25354"/>
                    <a:pt x="9896" y="25492"/>
                    <a:pt x="10354" y="25608"/>
                  </a:cubicBezTo>
                  <a:cubicBezTo>
                    <a:pt x="11030" y="25776"/>
                    <a:pt x="11721" y="25894"/>
                    <a:pt x="12416" y="25959"/>
                  </a:cubicBezTo>
                  <a:cubicBezTo>
                    <a:pt x="12854" y="26000"/>
                    <a:pt x="13293" y="26021"/>
                    <a:pt x="13732" y="26021"/>
                  </a:cubicBezTo>
                  <a:cubicBezTo>
                    <a:pt x="17598" y="26021"/>
                    <a:pt x="21444" y="24419"/>
                    <a:pt x="24196" y="21288"/>
                  </a:cubicBezTo>
                  <a:cubicBezTo>
                    <a:pt x="28262" y="16658"/>
                    <a:pt x="28705" y="10089"/>
                    <a:pt x="25745" y="5051"/>
                  </a:cubicBezTo>
                  <a:cubicBezTo>
                    <a:pt x="25277" y="4480"/>
                    <a:pt x="24762" y="3949"/>
                    <a:pt x="24205" y="3465"/>
                  </a:cubicBezTo>
                  <a:cubicBezTo>
                    <a:pt x="23674" y="2996"/>
                    <a:pt x="23106" y="2569"/>
                    <a:pt x="22508" y="2185"/>
                  </a:cubicBezTo>
                  <a:cubicBezTo>
                    <a:pt x="21922" y="1809"/>
                    <a:pt x="21305" y="1479"/>
                    <a:pt x="20668" y="1195"/>
                  </a:cubicBezTo>
                  <a:cubicBezTo>
                    <a:pt x="20236" y="1003"/>
                    <a:pt x="19795" y="835"/>
                    <a:pt x="19347" y="687"/>
                  </a:cubicBezTo>
                  <a:cubicBezTo>
                    <a:pt x="18100" y="280"/>
                    <a:pt x="16803" y="52"/>
                    <a:pt x="15491" y="8"/>
                  </a:cubicBezTo>
                  <a:cubicBezTo>
                    <a:pt x="15336" y="3"/>
                    <a:pt x="15180" y="0"/>
                    <a:pt x="15025"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9"/>
            <p:cNvSpPr/>
            <p:nvPr/>
          </p:nvSpPr>
          <p:spPr>
            <a:xfrm>
              <a:off x="1755500" y="2300325"/>
              <a:ext cx="740400" cy="695775"/>
            </a:xfrm>
            <a:custGeom>
              <a:rect b="b" l="l" r="r" t="t"/>
              <a:pathLst>
                <a:path extrusionOk="0" h="27831" w="29616">
                  <a:moveTo>
                    <a:pt x="14709" y="1"/>
                  </a:moveTo>
                  <a:cubicBezTo>
                    <a:pt x="10711" y="1"/>
                    <a:pt x="6906" y="1725"/>
                    <a:pt x="4270" y="4732"/>
                  </a:cubicBezTo>
                  <a:cubicBezTo>
                    <a:pt x="1084" y="8350"/>
                    <a:pt x="1" y="13360"/>
                    <a:pt x="1409" y="17972"/>
                  </a:cubicBezTo>
                  <a:cubicBezTo>
                    <a:pt x="2162" y="20449"/>
                    <a:pt x="3591" y="22666"/>
                    <a:pt x="5538" y="24372"/>
                  </a:cubicBezTo>
                  <a:cubicBezTo>
                    <a:pt x="5852" y="24649"/>
                    <a:pt x="6186" y="24919"/>
                    <a:pt x="6533" y="25169"/>
                  </a:cubicBezTo>
                  <a:cubicBezTo>
                    <a:pt x="7590" y="25942"/>
                    <a:pt x="8754" y="26561"/>
                    <a:pt x="9987" y="27009"/>
                  </a:cubicBezTo>
                  <a:cubicBezTo>
                    <a:pt x="10428" y="27166"/>
                    <a:pt x="10883" y="27304"/>
                    <a:pt x="11340" y="27418"/>
                  </a:cubicBezTo>
                  <a:cubicBezTo>
                    <a:pt x="12017" y="27586"/>
                    <a:pt x="12707" y="27704"/>
                    <a:pt x="13402" y="27769"/>
                  </a:cubicBezTo>
                  <a:cubicBezTo>
                    <a:pt x="13838" y="27810"/>
                    <a:pt x="14282" y="27831"/>
                    <a:pt x="14720" y="27831"/>
                  </a:cubicBezTo>
                  <a:cubicBezTo>
                    <a:pt x="14724" y="27831"/>
                    <a:pt x="14728" y="27831"/>
                    <a:pt x="14732" y="27831"/>
                  </a:cubicBezTo>
                  <a:cubicBezTo>
                    <a:pt x="20119" y="27831"/>
                    <a:pt x="25025" y="24719"/>
                    <a:pt x="27318" y="19844"/>
                  </a:cubicBezTo>
                  <a:cubicBezTo>
                    <a:pt x="29616" y="14965"/>
                    <a:pt x="28886" y="9200"/>
                    <a:pt x="25446" y="5048"/>
                  </a:cubicBezTo>
                  <a:cubicBezTo>
                    <a:pt x="24977" y="4478"/>
                    <a:pt x="24462" y="3947"/>
                    <a:pt x="23908" y="3462"/>
                  </a:cubicBezTo>
                  <a:cubicBezTo>
                    <a:pt x="23374" y="2993"/>
                    <a:pt x="22806" y="2566"/>
                    <a:pt x="22211" y="2185"/>
                  </a:cubicBezTo>
                  <a:cubicBezTo>
                    <a:pt x="21622" y="1809"/>
                    <a:pt x="21008" y="1476"/>
                    <a:pt x="20370" y="1194"/>
                  </a:cubicBezTo>
                  <a:cubicBezTo>
                    <a:pt x="19925" y="998"/>
                    <a:pt x="19484" y="827"/>
                    <a:pt x="19050" y="686"/>
                  </a:cubicBezTo>
                  <a:cubicBezTo>
                    <a:pt x="17803" y="280"/>
                    <a:pt x="16505" y="51"/>
                    <a:pt x="15196" y="10"/>
                  </a:cubicBezTo>
                  <a:cubicBezTo>
                    <a:pt x="15041" y="3"/>
                    <a:pt x="14882" y="1"/>
                    <a:pt x="14725" y="1"/>
                  </a:cubicBezTo>
                  <a:cubicBezTo>
                    <a:pt x="14720" y="1"/>
                    <a:pt x="14714" y="1"/>
                    <a:pt x="14709"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9"/>
            <p:cNvSpPr/>
            <p:nvPr/>
          </p:nvSpPr>
          <p:spPr>
            <a:xfrm>
              <a:off x="1748125" y="2300150"/>
              <a:ext cx="751300" cy="696125"/>
            </a:xfrm>
            <a:custGeom>
              <a:rect b="b" l="l" r="r" t="t"/>
              <a:pathLst>
                <a:path extrusionOk="0" h="27845" w="30052">
                  <a:moveTo>
                    <a:pt x="15005" y="15"/>
                  </a:moveTo>
                  <a:cubicBezTo>
                    <a:pt x="15010" y="15"/>
                    <a:pt x="15015" y="15"/>
                    <a:pt x="15020" y="15"/>
                  </a:cubicBezTo>
                  <a:cubicBezTo>
                    <a:pt x="15177" y="15"/>
                    <a:pt x="15334" y="17"/>
                    <a:pt x="15491" y="21"/>
                  </a:cubicBezTo>
                  <a:cubicBezTo>
                    <a:pt x="16800" y="65"/>
                    <a:pt x="18098" y="294"/>
                    <a:pt x="19342" y="700"/>
                  </a:cubicBezTo>
                  <a:cubicBezTo>
                    <a:pt x="19774" y="841"/>
                    <a:pt x="20218" y="1012"/>
                    <a:pt x="20663" y="1208"/>
                  </a:cubicBezTo>
                  <a:cubicBezTo>
                    <a:pt x="21300" y="1490"/>
                    <a:pt x="21915" y="1820"/>
                    <a:pt x="22503" y="2197"/>
                  </a:cubicBezTo>
                  <a:cubicBezTo>
                    <a:pt x="23099" y="2580"/>
                    <a:pt x="23667" y="3007"/>
                    <a:pt x="24198" y="3476"/>
                  </a:cubicBezTo>
                  <a:cubicBezTo>
                    <a:pt x="24752" y="3961"/>
                    <a:pt x="25267" y="4489"/>
                    <a:pt x="25736" y="5060"/>
                  </a:cubicBezTo>
                  <a:cubicBezTo>
                    <a:pt x="26789" y="6327"/>
                    <a:pt x="27606" y="7773"/>
                    <a:pt x="28147" y="9329"/>
                  </a:cubicBezTo>
                  <a:cubicBezTo>
                    <a:pt x="29638" y="13584"/>
                    <a:pt x="28973" y="18297"/>
                    <a:pt x="26364" y="21975"/>
                  </a:cubicBezTo>
                  <a:cubicBezTo>
                    <a:pt x="23756" y="25652"/>
                    <a:pt x="19529" y="27833"/>
                    <a:pt x="15023" y="27833"/>
                  </a:cubicBezTo>
                  <a:cubicBezTo>
                    <a:pt x="15020" y="27833"/>
                    <a:pt x="15018" y="27833"/>
                    <a:pt x="15015" y="27833"/>
                  </a:cubicBezTo>
                  <a:cubicBezTo>
                    <a:pt x="14577" y="27833"/>
                    <a:pt x="14133" y="27812"/>
                    <a:pt x="13697" y="27771"/>
                  </a:cubicBezTo>
                  <a:cubicBezTo>
                    <a:pt x="13002" y="27706"/>
                    <a:pt x="12312" y="27589"/>
                    <a:pt x="11635" y="27420"/>
                  </a:cubicBezTo>
                  <a:cubicBezTo>
                    <a:pt x="11180" y="27307"/>
                    <a:pt x="10725" y="27168"/>
                    <a:pt x="10282" y="27011"/>
                  </a:cubicBezTo>
                  <a:cubicBezTo>
                    <a:pt x="9051" y="26563"/>
                    <a:pt x="7888" y="25945"/>
                    <a:pt x="6830" y="25173"/>
                  </a:cubicBezTo>
                  <a:cubicBezTo>
                    <a:pt x="6486" y="24922"/>
                    <a:pt x="6151" y="24654"/>
                    <a:pt x="5835" y="24374"/>
                  </a:cubicBezTo>
                  <a:cubicBezTo>
                    <a:pt x="3888" y="22670"/>
                    <a:pt x="2459" y="20454"/>
                    <a:pt x="1706" y="17979"/>
                  </a:cubicBezTo>
                  <a:cubicBezTo>
                    <a:pt x="420" y="13760"/>
                    <a:pt x="1210" y="9184"/>
                    <a:pt x="3835" y="5642"/>
                  </a:cubicBezTo>
                  <a:cubicBezTo>
                    <a:pt x="6458" y="2103"/>
                    <a:pt x="10601" y="15"/>
                    <a:pt x="15005" y="15"/>
                  </a:cubicBezTo>
                  <a:close/>
                  <a:moveTo>
                    <a:pt x="15020" y="1"/>
                  </a:moveTo>
                  <a:lnTo>
                    <a:pt x="15020" y="3"/>
                  </a:lnTo>
                  <a:cubicBezTo>
                    <a:pt x="11155" y="3"/>
                    <a:pt x="7310" y="1603"/>
                    <a:pt x="4560" y="4736"/>
                  </a:cubicBezTo>
                  <a:cubicBezTo>
                    <a:pt x="159" y="9745"/>
                    <a:pt x="0" y="17023"/>
                    <a:pt x="3801" y="22176"/>
                  </a:cubicBezTo>
                  <a:cubicBezTo>
                    <a:pt x="4394" y="22984"/>
                    <a:pt x="5073" y="23723"/>
                    <a:pt x="5828" y="24384"/>
                  </a:cubicBezTo>
                  <a:cubicBezTo>
                    <a:pt x="6149" y="24668"/>
                    <a:pt x="6484" y="24933"/>
                    <a:pt x="6823" y="25180"/>
                  </a:cubicBezTo>
                  <a:cubicBezTo>
                    <a:pt x="7883" y="25954"/>
                    <a:pt x="9047" y="26575"/>
                    <a:pt x="10280" y="27021"/>
                  </a:cubicBezTo>
                  <a:cubicBezTo>
                    <a:pt x="10725" y="27180"/>
                    <a:pt x="11178" y="27318"/>
                    <a:pt x="11633" y="27432"/>
                  </a:cubicBezTo>
                  <a:cubicBezTo>
                    <a:pt x="12312" y="27600"/>
                    <a:pt x="13000" y="27718"/>
                    <a:pt x="13697" y="27782"/>
                  </a:cubicBezTo>
                  <a:cubicBezTo>
                    <a:pt x="14136" y="27824"/>
                    <a:pt x="14574" y="27845"/>
                    <a:pt x="15015" y="27845"/>
                  </a:cubicBezTo>
                  <a:cubicBezTo>
                    <a:pt x="18881" y="27845"/>
                    <a:pt x="22725" y="26245"/>
                    <a:pt x="25475" y="23111"/>
                  </a:cubicBezTo>
                  <a:cubicBezTo>
                    <a:pt x="30051" y="17900"/>
                    <a:pt x="30035" y="10227"/>
                    <a:pt x="25745" y="5050"/>
                  </a:cubicBezTo>
                  <a:cubicBezTo>
                    <a:pt x="25277" y="4482"/>
                    <a:pt x="24762" y="3951"/>
                    <a:pt x="24205" y="3464"/>
                  </a:cubicBezTo>
                  <a:cubicBezTo>
                    <a:pt x="23672" y="2995"/>
                    <a:pt x="23106" y="2568"/>
                    <a:pt x="22508" y="2185"/>
                  </a:cubicBezTo>
                  <a:cubicBezTo>
                    <a:pt x="21922" y="1809"/>
                    <a:pt x="21305" y="1478"/>
                    <a:pt x="20668" y="1197"/>
                  </a:cubicBezTo>
                  <a:cubicBezTo>
                    <a:pt x="20236" y="1005"/>
                    <a:pt x="19795" y="834"/>
                    <a:pt x="19347" y="689"/>
                  </a:cubicBezTo>
                  <a:cubicBezTo>
                    <a:pt x="18100" y="280"/>
                    <a:pt x="16803" y="52"/>
                    <a:pt x="15491" y="10"/>
                  </a:cubicBezTo>
                  <a:cubicBezTo>
                    <a:pt x="15334" y="5"/>
                    <a:pt x="15177" y="1"/>
                    <a:pt x="1502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9"/>
            <p:cNvSpPr/>
            <p:nvPr/>
          </p:nvSpPr>
          <p:spPr>
            <a:xfrm>
              <a:off x="1828875" y="2353550"/>
              <a:ext cx="589400" cy="589400"/>
            </a:xfrm>
            <a:custGeom>
              <a:rect b="b" l="l" r="r" t="t"/>
              <a:pathLst>
                <a:path extrusionOk="0" fill="none" h="23576" w="23576">
                  <a:moveTo>
                    <a:pt x="20123" y="3452"/>
                  </a:moveTo>
                  <a:cubicBezTo>
                    <a:pt x="22333" y="5662"/>
                    <a:pt x="23575" y="8662"/>
                    <a:pt x="23575" y="11788"/>
                  </a:cubicBezTo>
                  <a:cubicBezTo>
                    <a:pt x="23575" y="14914"/>
                    <a:pt x="22333" y="17911"/>
                    <a:pt x="20123" y="20121"/>
                  </a:cubicBezTo>
                  <a:cubicBezTo>
                    <a:pt x="17911" y="22333"/>
                    <a:pt x="14914" y="23575"/>
                    <a:pt x="11788" y="23575"/>
                  </a:cubicBezTo>
                  <a:cubicBezTo>
                    <a:pt x="8661" y="23575"/>
                    <a:pt x="5664" y="22333"/>
                    <a:pt x="3452" y="20121"/>
                  </a:cubicBezTo>
                  <a:cubicBezTo>
                    <a:pt x="1243" y="17911"/>
                    <a:pt x="0" y="14914"/>
                    <a:pt x="0" y="11788"/>
                  </a:cubicBezTo>
                  <a:cubicBezTo>
                    <a:pt x="0" y="8662"/>
                    <a:pt x="1243" y="5662"/>
                    <a:pt x="3452" y="3452"/>
                  </a:cubicBezTo>
                  <a:cubicBezTo>
                    <a:pt x="5664" y="1243"/>
                    <a:pt x="8661" y="1"/>
                    <a:pt x="11788" y="1"/>
                  </a:cubicBezTo>
                  <a:cubicBezTo>
                    <a:pt x="14914" y="1"/>
                    <a:pt x="17911" y="1243"/>
                    <a:pt x="20123" y="3452"/>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9"/>
            <p:cNvSpPr/>
            <p:nvPr/>
          </p:nvSpPr>
          <p:spPr>
            <a:xfrm>
              <a:off x="1854800" y="2392075"/>
              <a:ext cx="553825" cy="513575"/>
            </a:xfrm>
            <a:custGeom>
              <a:rect b="b" l="l" r="r" t="t"/>
              <a:pathLst>
                <a:path extrusionOk="0" h="20543" w="22153">
                  <a:moveTo>
                    <a:pt x="10769" y="1"/>
                  </a:moveTo>
                  <a:cubicBezTo>
                    <a:pt x="10066" y="1"/>
                    <a:pt x="9353" y="73"/>
                    <a:pt x="8640" y="224"/>
                  </a:cubicBezTo>
                  <a:cubicBezTo>
                    <a:pt x="3496" y="1311"/>
                    <a:pt x="0" y="6102"/>
                    <a:pt x="543" y="11330"/>
                  </a:cubicBezTo>
                  <a:cubicBezTo>
                    <a:pt x="1083" y="16560"/>
                    <a:pt x="5489" y="20536"/>
                    <a:pt x="10746" y="20543"/>
                  </a:cubicBezTo>
                  <a:cubicBezTo>
                    <a:pt x="10752" y="20543"/>
                    <a:pt x="10757" y="20543"/>
                    <a:pt x="10763" y="20543"/>
                  </a:cubicBezTo>
                  <a:cubicBezTo>
                    <a:pt x="12195" y="20543"/>
                    <a:pt x="13614" y="20243"/>
                    <a:pt x="14925" y="19661"/>
                  </a:cubicBezTo>
                  <a:cubicBezTo>
                    <a:pt x="19733" y="17529"/>
                    <a:pt x="22152" y="12113"/>
                    <a:pt x="20536" y="7111"/>
                  </a:cubicBezTo>
                  <a:cubicBezTo>
                    <a:pt x="19144" y="2803"/>
                    <a:pt x="15140" y="1"/>
                    <a:pt x="10769"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9"/>
            <p:cNvSpPr/>
            <p:nvPr/>
          </p:nvSpPr>
          <p:spPr>
            <a:xfrm>
              <a:off x="1836200" y="2390675"/>
              <a:ext cx="574725" cy="515125"/>
            </a:xfrm>
            <a:custGeom>
              <a:rect b="b" l="l" r="r" t="t"/>
              <a:pathLst>
                <a:path extrusionOk="0" h="20605" w="22989">
                  <a:moveTo>
                    <a:pt x="9338" y="226"/>
                  </a:moveTo>
                  <a:cubicBezTo>
                    <a:pt x="4666" y="1196"/>
                    <a:pt x="1150" y="5334"/>
                    <a:pt x="1148" y="10298"/>
                  </a:cubicBezTo>
                  <a:cubicBezTo>
                    <a:pt x="1146" y="15415"/>
                    <a:pt x="4876" y="19657"/>
                    <a:pt x="9761" y="20458"/>
                  </a:cubicBezTo>
                  <a:lnTo>
                    <a:pt x="9761" y="20458"/>
                  </a:lnTo>
                  <a:cubicBezTo>
                    <a:pt x="7896" y="20140"/>
                    <a:pt x="6139" y="19311"/>
                    <a:pt x="4695" y="18043"/>
                  </a:cubicBezTo>
                  <a:cubicBezTo>
                    <a:pt x="421" y="14286"/>
                    <a:pt x="1" y="7777"/>
                    <a:pt x="3755" y="3503"/>
                  </a:cubicBezTo>
                  <a:cubicBezTo>
                    <a:pt x="5228" y="1823"/>
                    <a:pt x="7191" y="684"/>
                    <a:pt x="9338" y="226"/>
                  </a:cubicBezTo>
                  <a:close/>
                  <a:moveTo>
                    <a:pt x="11483" y="0"/>
                  </a:moveTo>
                  <a:cubicBezTo>
                    <a:pt x="10756" y="0"/>
                    <a:pt x="10038" y="77"/>
                    <a:pt x="9338" y="226"/>
                  </a:cubicBezTo>
                  <a:lnTo>
                    <a:pt x="9338" y="226"/>
                  </a:lnTo>
                  <a:cubicBezTo>
                    <a:pt x="10017" y="86"/>
                    <a:pt x="10720" y="12"/>
                    <a:pt x="11440" y="12"/>
                  </a:cubicBezTo>
                  <a:cubicBezTo>
                    <a:pt x="11460" y="12"/>
                    <a:pt x="11479" y="12"/>
                    <a:pt x="11499" y="12"/>
                  </a:cubicBezTo>
                  <a:cubicBezTo>
                    <a:pt x="11501" y="12"/>
                    <a:pt x="11502" y="12"/>
                    <a:pt x="11504" y="12"/>
                  </a:cubicBezTo>
                  <a:cubicBezTo>
                    <a:pt x="16773" y="12"/>
                    <a:pt x="21193" y="3994"/>
                    <a:pt x="21740" y="9236"/>
                  </a:cubicBezTo>
                  <a:cubicBezTo>
                    <a:pt x="22285" y="14480"/>
                    <a:pt x="18780" y="19290"/>
                    <a:pt x="13619" y="20372"/>
                  </a:cubicBezTo>
                  <a:cubicBezTo>
                    <a:pt x="12919" y="20520"/>
                    <a:pt x="12206" y="20594"/>
                    <a:pt x="11490" y="20594"/>
                  </a:cubicBezTo>
                  <a:cubicBezTo>
                    <a:pt x="11473" y="20594"/>
                    <a:pt x="11456" y="20594"/>
                    <a:pt x="11439" y="20594"/>
                  </a:cubicBezTo>
                  <a:cubicBezTo>
                    <a:pt x="10868" y="20594"/>
                    <a:pt x="10307" y="20548"/>
                    <a:pt x="9761" y="20458"/>
                  </a:cubicBezTo>
                  <a:lnTo>
                    <a:pt x="9761" y="20458"/>
                  </a:lnTo>
                  <a:cubicBezTo>
                    <a:pt x="10329" y="20555"/>
                    <a:pt x="10907" y="20604"/>
                    <a:pt x="11490" y="20604"/>
                  </a:cubicBezTo>
                  <a:cubicBezTo>
                    <a:pt x="11713" y="20604"/>
                    <a:pt x="11936" y="20597"/>
                    <a:pt x="12160" y="20583"/>
                  </a:cubicBezTo>
                  <a:cubicBezTo>
                    <a:pt x="14887" y="20407"/>
                    <a:pt x="17431" y="19156"/>
                    <a:pt x="19234" y="17103"/>
                  </a:cubicBezTo>
                  <a:cubicBezTo>
                    <a:pt x="22989" y="12829"/>
                    <a:pt x="22569" y="6320"/>
                    <a:pt x="18295" y="2563"/>
                  </a:cubicBezTo>
                  <a:cubicBezTo>
                    <a:pt x="16420" y="912"/>
                    <a:pt x="14006" y="0"/>
                    <a:pt x="11509" y="0"/>
                  </a:cubicBezTo>
                  <a:cubicBezTo>
                    <a:pt x="11506" y="0"/>
                    <a:pt x="11503" y="0"/>
                    <a:pt x="11499" y="0"/>
                  </a:cubicBezTo>
                  <a:cubicBezTo>
                    <a:pt x="11494" y="0"/>
                    <a:pt x="11489" y="0"/>
                    <a:pt x="1148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9"/>
            <p:cNvSpPr/>
            <p:nvPr/>
          </p:nvSpPr>
          <p:spPr>
            <a:xfrm>
              <a:off x="1918750" y="2300450"/>
              <a:ext cx="313075" cy="675175"/>
            </a:xfrm>
            <a:custGeom>
              <a:rect b="b" l="l" r="r" t="t"/>
              <a:pathLst>
                <a:path extrusionOk="0" h="27007" w="12523">
                  <a:moveTo>
                    <a:pt x="8666" y="0"/>
                  </a:moveTo>
                  <a:lnTo>
                    <a:pt x="0" y="25168"/>
                  </a:lnTo>
                  <a:cubicBezTo>
                    <a:pt x="1058" y="25942"/>
                    <a:pt x="2222" y="26561"/>
                    <a:pt x="3455" y="27006"/>
                  </a:cubicBezTo>
                  <a:lnTo>
                    <a:pt x="12522" y="677"/>
                  </a:lnTo>
                  <a:cubicBezTo>
                    <a:pt x="11275" y="270"/>
                    <a:pt x="9978" y="42"/>
                    <a:pt x="8666"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9"/>
            <p:cNvSpPr/>
            <p:nvPr/>
          </p:nvSpPr>
          <p:spPr>
            <a:xfrm>
              <a:off x="2039000" y="2330125"/>
              <a:ext cx="271850" cy="664550"/>
            </a:xfrm>
            <a:custGeom>
              <a:rect b="b" l="l" r="r" t="t"/>
              <a:pathLst>
                <a:path extrusionOk="0" h="26582" w="10874">
                  <a:moveTo>
                    <a:pt x="9033" y="0"/>
                  </a:moveTo>
                  <a:lnTo>
                    <a:pt x="0" y="26233"/>
                  </a:lnTo>
                  <a:cubicBezTo>
                    <a:pt x="677" y="26401"/>
                    <a:pt x="1365" y="26517"/>
                    <a:pt x="2060" y="26581"/>
                  </a:cubicBezTo>
                  <a:lnTo>
                    <a:pt x="10873" y="988"/>
                  </a:lnTo>
                  <a:cubicBezTo>
                    <a:pt x="10287" y="612"/>
                    <a:pt x="9670" y="282"/>
                    <a:pt x="9033"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9"/>
            <p:cNvSpPr/>
            <p:nvPr/>
          </p:nvSpPr>
          <p:spPr>
            <a:xfrm>
              <a:off x="1717700" y="2254700"/>
              <a:ext cx="674075" cy="599875"/>
            </a:xfrm>
            <a:custGeom>
              <a:rect b="b" l="l" r="r" t="t"/>
              <a:pathLst>
                <a:path extrusionOk="0" h="23995" w="26963">
                  <a:moveTo>
                    <a:pt x="14948" y="0"/>
                  </a:moveTo>
                  <a:cubicBezTo>
                    <a:pt x="11086" y="0"/>
                    <a:pt x="7245" y="1602"/>
                    <a:pt x="4498" y="4730"/>
                  </a:cubicBezTo>
                  <a:cubicBezTo>
                    <a:pt x="0" y="9849"/>
                    <a:pt x="767" y="18552"/>
                    <a:pt x="5018" y="23994"/>
                  </a:cubicBezTo>
                  <a:cubicBezTo>
                    <a:pt x="1219" y="18841"/>
                    <a:pt x="1379" y="11563"/>
                    <a:pt x="5777" y="6554"/>
                  </a:cubicBezTo>
                  <a:cubicBezTo>
                    <a:pt x="8530" y="3420"/>
                    <a:pt x="12377" y="1820"/>
                    <a:pt x="16242" y="1820"/>
                  </a:cubicBezTo>
                  <a:cubicBezTo>
                    <a:pt x="16397" y="1820"/>
                    <a:pt x="16553" y="1823"/>
                    <a:pt x="16708" y="1828"/>
                  </a:cubicBezTo>
                  <a:cubicBezTo>
                    <a:pt x="18020" y="1872"/>
                    <a:pt x="19317" y="2100"/>
                    <a:pt x="20564" y="2507"/>
                  </a:cubicBezTo>
                  <a:cubicBezTo>
                    <a:pt x="21012" y="2655"/>
                    <a:pt x="21453" y="2823"/>
                    <a:pt x="21885" y="3015"/>
                  </a:cubicBezTo>
                  <a:cubicBezTo>
                    <a:pt x="22522" y="3299"/>
                    <a:pt x="23139" y="3629"/>
                    <a:pt x="23725" y="4005"/>
                  </a:cubicBezTo>
                  <a:cubicBezTo>
                    <a:pt x="24323" y="4389"/>
                    <a:pt x="24891" y="4816"/>
                    <a:pt x="25422" y="5285"/>
                  </a:cubicBezTo>
                  <a:cubicBezTo>
                    <a:pt x="25979" y="5769"/>
                    <a:pt x="26494" y="6300"/>
                    <a:pt x="26962" y="6871"/>
                  </a:cubicBezTo>
                  <a:cubicBezTo>
                    <a:pt x="26210" y="5592"/>
                    <a:pt x="25258" y="4439"/>
                    <a:pt x="24143" y="3463"/>
                  </a:cubicBezTo>
                  <a:cubicBezTo>
                    <a:pt x="23610" y="2994"/>
                    <a:pt x="23042" y="2567"/>
                    <a:pt x="22446" y="2184"/>
                  </a:cubicBezTo>
                  <a:cubicBezTo>
                    <a:pt x="21857" y="1807"/>
                    <a:pt x="21243" y="1477"/>
                    <a:pt x="20603" y="1193"/>
                  </a:cubicBezTo>
                  <a:cubicBezTo>
                    <a:pt x="20172" y="1001"/>
                    <a:pt x="19731" y="830"/>
                    <a:pt x="19283" y="685"/>
                  </a:cubicBezTo>
                  <a:cubicBezTo>
                    <a:pt x="18038" y="279"/>
                    <a:pt x="16740" y="50"/>
                    <a:pt x="15429" y="8"/>
                  </a:cubicBezTo>
                  <a:cubicBezTo>
                    <a:pt x="15269" y="3"/>
                    <a:pt x="15108" y="0"/>
                    <a:pt x="14948"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29"/>
          <p:cNvGrpSpPr/>
          <p:nvPr/>
        </p:nvGrpSpPr>
        <p:grpSpPr>
          <a:xfrm rot="1439146">
            <a:off x="1152054" y="4088816"/>
            <a:ext cx="549215" cy="531497"/>
            <a:chOff x="1785750" y="3413025"/>
            <a:chExt cx="785025" cy="759700"/>
          </a:xfrm>
        </p:grpSpPr>
        <p:sp>
          <p:nvSpPr>
            <p:cNvPr id="449" name="Google Shape;449;p29"/>
            <p:cNvSpPr/>
            <p:nvPr/>
          </p:nvSpPr>
          <p:spPr>
            <a:xfrm>
              <a:off x="1785750" y="3414125"/>
              <a:ext cx="739475" cy="758125"/>
            </a:xfrm>
            <a:custGeom>
              <a:rect b="b" l="l" r="r" t="t"/>
              <a:pathLst>
                <a:path extrusionOk="0" h="30325" w="29579">
                  <a:moveTo>
                    <a:pt x="9020" y="1"/>
                  </a:moveTo>
                  <a:cubicBezTo>
                    <a:pt x="7692" y="1"/>
                    <a:pt x="5740" y="539"/>
                    <a:pt x="3861" y="3055"/>
                  </a:cubicBezTo>
                  <a:cubicBezTo>
                    <a:pt x="2298" y="5150"/>
                    <a:pt x="1" y="7953"/>
                    <a:pt x="3376" y="15081"/>
                  </a:cubicBezTo>
                  <a:cubicBezTo>
                    <a:pt x="5324" y="19195"/>
                    <a:pt x="13615" y="30324"/>
                    <a:pt x="21398" y="30324"/>
                  </a:cubicBezTo>
                  <a:cubicBezTo>
                    <a:pt x="22382" y="30324"/>
                    <a:pt x="23358" y="30147"/>
                    <a:pt x="24312" y="29754"/>
                  </a:cubicBezTo>
                  <a:cubicBezTo>
                    <a:pt x="28992" y="27831"/>
                    <a:pt x="29579" y="23234"/>
                    <a:pt x="29579" y="23234"/>
                  </a:cubicBezTo>
                  <a:lnTo>
                    <a:pt x="29579" y="23234"/>
                  </a:lnTo>
                  <a:cubicBezTo>
                    <a:pt x="29578" y="23234"/>
                    <a:pt x="27493" y="25961"/>
                    <a:pt x="23856" y="25961"/>
                  </a:cubicBezTo>
                  <a:cubicBezTo>
                    <a:pt x="19899" y="25961"/>
                    <a:pt x="14105" y="22732"/>
                    <a:pt x="7161" y="9243"/>
                  </a:cubicBezTo>
                  <a:cubicBezTo>
                    <a:pt x="2674" y="532"/>
                    <a:pt x="10659" y="303"/>
                    <a:pt x="10659" y="303"/>
                  </a:cubicBezTo>
                  <a:cubicBezTo>
                    <a:pt x="10659" y="303"/>
                    <a:pt x="10015" y="1"/>
                    <a:pt x="9020"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9"/>
            <p:cNvSpPr/>
            <p:nvPr/>
          </p:nvSpPr>
          <p:spPr>
            <a:xfrm>
              <a:off x="1907725" y="3413150"/>
              <a:ext cx="621375" cy="676450"/>
            </a:xfrm>
            <a:custGeom>
              <a:rect b="b" l="l" r="r" t="t"/>
              <a:pathLst>
                <a:path extrusionOk="0" h="27058" w="24855">
                  <a:moveTo>
                    <a:pt x="4358" y="0"/>
                  </a:moveTo>
                  <a:cubicBezTo>
                    <a:pt x="3185" y="0"/>
                    <a:pt x="2222" y="319"/>
                    <a:pt x="1497" y="949"/>
                  </a:cubicBezTo>
                  <a:cubicBezTo>
                    <a:pt x="725" y="1619"/>
                    <a:pt x="266" y="2603"/>
                    <a:pt x="132" y="3870"/>
                  </a:cubicBezTo>
                  <a:cubicBezTo>
                    <a:pt x="0" y="5094"/>
                    <a:pt x="176" y="6532"/>
                    <a:pt x="656" y="8144"/>
                  </a:cubicBezTo>
                  <a:cubicBezTo>
                    <a:pt x="1640" y="11460"/>
                    <a:pt x="3789" y="15136"/>
                    <a:pt x="6710" y="18495"/>
                  </a:cubicBezTo>
                  <a:cubicBezTo>
                    <a:pt x="7537" y="19451"/>
                    <a:pt x="8417" y="20361"/>
                    <a:pt x="9343" y="21225"/>
                  </a:cubicBezTo>
                  <a:cubicBezTo>
                    <a:pt x="10504" y="22310"/>
                    <a:pt x="11700" y="23275"/>
                    <a:pt x="12898" y="24090"/>
                  </a:cubicBezTo>
                  <a:cubicBezTo>
                    <a:pt x="13538" y="24529"/>
                    <a:pt x="14178" y="24928"/>
                    <a:pt x="14803" y="25272"/>
                  </a:cubicBezTo>
                  <a:cubicBezTo>
                    <a:pt x="16911" y="26438"/>
                    <a:pt x="18881" y="27057"/>
                    <a:pt x="20497" y="27057"/>
                  </a:cubicBezTo>
                  <a:cubicBezTo>
                    <a:pt x="20606" y="27057"/>
                    <a:pt x="20714" y="27052"/>
                    <a:pt x="20818" y="27048"/>
                  </a:cubicBezTo>
                  <a:cubicBezTo>
                    <a:pt x="21848" y="26995"/>
                    <a:pt x="22702" y="26678"/>
                    <a:pt x="23358" y="26108"/>
                  </a:cubicBezTo>
                  <a:cubicBezTo>
                    <a:pt x="24129" y="25438"/>
                    <a:pt x="24589" y="24455"/>
                    <a:pt x="24723" y="23187"/>
                  </a:cubicBezTo>
                  <a:cubicBezTo>
                    <a:pt x="24854" y="21961"/>
                    <a:pt x="24677" y="20525"/>
                    <a:pt x="24199" y="18911"/>
                  </a:cubicBezTo>
                  <a:cubicBezTo>
                    <a:pt x="23215" y="15598"/>
                    <a:pt x="21063" y="11922"/>
                    <a:pt x="18144" y="8560"/>
                  </a:cubicBezTo>
                  <a:cubicBezTo>
                    <a:pt x="17800" y="8165"/>
                    <a:pt x="17477" y="7807"/>
                    <a:pt x="17154" y="7468"/>
                  </a:cubicBezTo>
                  <a:lnTo>
                    <a:pt x="17152" y="7465"/>
                  </a:lnTo>
                  <a:cubicBezTo>
                    <a:pt x="15041" y="5219"/>
                    <a:pt x="12723" y="3332"/>
                    <a:pt x="10449" y="2011"/>
                  </a:cubicBezTo>
                  <a:cubicBezTo>
                    <a:pt x="9846" y="1658"/>
                    <a:pt x="9223" y="1337"/>
                    <a:pt x="8585" y="1051"/>
                  </a:cubicBezTo>
                  <a:cubicBezTo>
                    <a:pt x="7442" y="543"/>
                    <a:pt x="6364" y="215"/>
                    <a:pt x="5385" y="74"/>
                  </a:cubicBezTo>
                  <a:cubicBezTo>
                    <a:pt x="5046" y="26"/>
                    <a:pt x="4702" y="0"/>
                    <a:pt x="4358"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9"/>
            <p:cNvSpPr/>
            <p:nvPr/>
          </p:nvSpPr>
          <p:spPr>
            <a:xfrm>
              <a:off x="1866050" y="3413025"/>
              <a:ext cx="704725" cy="676675"/>
            </a:xfrm>
            <a:custGeom>
              <a:rect b="b" l="l" r="r" t="t"/>
              <a:pathLst>
                <a:path extrusionOk="0" h="27067" w="28189">
                  <a:moveTo>
                    <a:pt x="6022" y="1"/>
                  </a:moveTo>
                  <a:cubicBezTo>
                    <a:pt x="6022" y="1"/>
                    <a:pt x="6022" y="1"/>
                    <a:pt x="6022" y="1"/>
                  </a:cubicBezTo>
                  <a:lnTo>
                    <a:pt x="6022" y="1"/>
                  </a:lnTo>
                  <a:cubicBezTo>
                    <a:pt x="6023" y="1"/>
                    <a:pt x="6024" y="1"/>
                    <a:pt x="6025" y="1"/>
                  </a:cubicBezTo>
                  <a:close/>
                  <a:moveTo>
                    <a:pt x="6025" y="12"/>
                  </a:moveTo>
                  <a:cubicBezTo>
                    <a:pt x="6369" y="12"/>
                    <a:pt x="6710" y="38"/>
                    <a:pt x="7052" y="86"/>
                  </a:cubicBezTo>
                  <a:cubicBezTo>
                    <a:pt x="8031" y="227"/>
                    <a:pt x="9107" y="555"/>
                    <a:pt x="10250" y="1063"/>
                  </a:cubicBezTo>
                  <a:cubicBezTo>
                    <a:pt x="10887" y="1349"/>
                    <a:pt x="11511" y="1668"/>
                    <a:pt x="12113" y="2021"/>
                  </a:cubicBezTo>
                  <a:cubicBezTo>
                    <a:pt x="14388" y="3344"/>
                    <a:pt x="16706" y="5231"/>
                    <a:pt x="18814" y="7475"/>
                  </a:cubicBezTo>
                  <a:lnTo>
                    <a:pt x="18816" y="7477"/>
                  </a:lnTo>
                  <a:cubicBezTo>
                    <a:pt x="19139" y="7817"/>
                    <a:pt x="19463" y="8172"/>
                    <a:pt x="19807" y="8569"/>
                  </a:cubicBezTo>
                  <a:cubicBezTo>
                    <a:pt x="21282" y="10266"/>
                    <a:pt x="22561" y="12047"/>
                    <a:pt x="23612" y="13855"/>
                  </a:cubicBezTo>
                  <a:cubicBezTo>
                    <a:pt x="24626" y="15605"/>
                    <a:pt x="25381" y="17307"/>
                    <a:pt x="25861" y="18918"/>
                  </a:cubicBezTo>
                  <a:cubicBezTo>
                    <a:pt x="26339" y="20530"/>
                    <a:pt x="26514" y="21966"/>
                    <a:pt x="26385" y="23190"/>
                  </a:cubicBezTo>
                  <a:cubicBezTo>
                    <a:pt x="26251" y="24458"/>
                    <a:pt x="25792" y="25439"/>
                    <a:pt x="25020" y="26108"/>
                  </a:cubicBezTo>
                  <a:cubicBezTo>
                    <a:pt x="24365" y="26676"/>
                    <a:pt x="23513" y="26993"/>
                    <a:pt x="22485" y="27046"/>
                  </a:cubicBezTo>
                  <a:cubicBezTo>
                    <a:pt x="22381" y="27051"/>
                    <a:pt x="22273" y="27055"/>
                    <a:pt x="22164" y="27055"/>
                  </a:cubicBezTo>
                  <a:cubicBezTo>
                    <a:pt x="20548" y="27055"/>
                    <a:pt x="18578" y="26439"/>
                    <a:pt x="16473" y="25270"/>
                  </a:cubicBezTo>
                  <a:cubicBezTo>
                    <a:pt x="15847" y="24926"/>
                    <a:pt x="15207" y="24529"/>
                    <a:pt x="14568" y="24088"/>
                  </a:cubicBezTo>
                  <a:cubicBezTo>
                    <a:pt x="13369" y="23273"/>
                    <a:pt x="12173" y="22310"/>
                    <a:pt x="11012" y="21225"/>
                  </a:cubicBezTo>
                  <a:cubicBezTo>
                    <a:pt x="10086" y="20361"/>
                    <a:pt x="9209" y="19452"/>
                    <a:pt x="8380" y="18496"/>
                  </a:cubicBezTo>
                  <a:cubicBezTo>
                    <a:pt x="6904" y="16799"/>
                    <a:pt x="5625" y="15018"/>
                    <a:pt x="4574" y="13210"/>
                  </a:cubicBezTo>
                  <a:cubicBezTo>
                    <a:pt x="3561" y="11463"/>
                    <a:pt x="2806" y="9759"/>
                    <a:pt x="2326" y="8147"/>
                  </a:cubicBezTo>
                  <a:cubicBezTo>
                    <a:pt x="1848" y="6535"/>
                    <a:pt x="1672" y="5099"/>
                    <a:pt x="1801" y="3875"/>
                  </a:cubicBezTo>
                  <a:cubicBezTo>
                    <a:pt x="1938" y="2610"/>
                    <a:pt x="2397" y="1629"/>
                    <a:pt x="3166" y="959"/>
                  </a:cubicBezTo>
                  <a:cubicBezTo>
                    <a:pt x="3889" y="331"/>
                    <a:pt x="4852" y="12"/>
                    <a:pt x="6025" y="12"/>
                  </a:cubicBezTo>
                  <a:close/>
                  <a:moveTo>
                    <a:pt x="6022" y="1"/>
                  </a:moveTo>
                  <a:lnTo>
                    <a:pt x="6022" y="1"/>
                  </a:lnTo>
                  <a:cubicBezTo>
                    <a:pt x="4880" y="1"/>
                    <a:pt x="3902" y="306"/>
                    <a:pt x="3159" y="950"/>
                  </a:cubicBezTo>
                  <a:cubicBezTo>
                    <a:pt x="0" y="3695"/>
                    <a:pt x="2335" y="11555"/>
                    <a:pt x="8370" y="18503"/>
                  </a:cubicBezTo>
                  <a:cubicBezTo>
                    <a:pt x="9199" y="19461"/>
                    <a:pt x="10079" y="20371"/>
                    <a:pt x="11005" y="21234"/>
                  </a:cubicBezTo>
                  <a:cubicBezTo>
                    <a:pt x="12180" y="22331"/>
                    <a:pt x="13379" y="23291"/>
                    <a:pt x="14561" y="24100"/>
                  </a:cubicBezTo>
                  <a:cubicBezTo>
                    <a:pt x="15203" y="24541"/>
                    <a:pt x="15840" y="24935"/>
                    <a:pt x="16466" y="25282"/>
                  </a:cubicBezTo>
                  <a:cubicBezTo>
                    <a:pt x="18553" y="26436"/>
                    <a:pt x="20527" y="27067"/>
                    <a:pt x="22162" y="27067"/>
                  </a:cubicBezTo>
                  <a:cubicBezTo>
                    <a:pt x="22273" y="27067"/>
                    <a:pt x="22379" y="27064"/>
                    <a:pt x="22485" y="27060"/>
                  </a:cubicBezTo>
                  <a:cubicBezTo>
                    <a:pt x="23490" y="27007"/>
                    <a:pt x="24355" y="26702"/>
                    <a:pt x="25027" y="26118"/>
                  </a:cubicBezTo>
                  <a:cubicBezTo>
                    <a:pt x="28188" y="23372"/>
                    <a:pt x="25854" y="15513"/>
                    <a:pt x="19814" y="8562"/>
                  </a:cubicBezTo>
                  <a:cubicBezTo>
                    <a:pt x="19486" y="8186"/>
                    <a:pt x="19160" y="7824"/>
                    <a:pt x="18825" y="7470"/>
                  </a:cubicBezTo>
                  <a:lnTo>
                    <a:pt x="18823" y="7468"/>
                  </a:lnTo>
                  <a:cubicBezTo>
                    <a:pt x="16643" y="5150"/>
                    <a:pt x="14323" y="3296"/>
                    <a:pt x="12118" y="2012"/>
                  </a:cubicBezTo>
                  <a:cubicBezTo>
                    <a:pt x="11515" y="1659"/>
                    <a:pt x="10892" y="1340"/>
                    <a:pt x="10255" y="1054"/>
                  </a:cubicBezTo>
                  <a:cubicBezTo>
                    <a:pt x="9121" y="550"/>
                    <a:pt x="8038" y="215"/>
                    <a:pt x="7050" y="77"/>
                  </a:cubicBezTo>
                  <a:cubicBezTo>
                    <a:pt x="6710" y="28"/>
                    <a:pt x="6366" y="3"/>
                    <a:pt x="6022"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9"/>
            <p:cNvSpPr/>
            <p:nvPr/>
          </p:nvSpPr>
          <p:spPr>
            <a:xfrm>
              <a:off x="1995350" y="3506475"/>
              <a:ext cx="474975" cy="482675"/>
            </a:xfrm>
            <a:custGeom>
              <a:rect b="b" l="l" r="r" t="t"/>
              <a:pathLst>
                <a:path extrusionOk="0" h="19307" w="18999">
                  <a:moveTo>
                    <a:pt x="2905" y="1"/>
                  </a:moveTo>
                  <a:cubicBezTo>
                    <a:pt x="2180" y="1"/>
                    <a:pt x="1587" y="197"/>
                    <a:pt x="1143" y="583"/>
                  </a:cubicBezTo>
                  <a:cubicBezTo>
                    <a:pt x="132" y="1460"/>
                    <a:pt x="0" y="3229"/>
                    <a:pt x="774" y="5566"/>
                  </a:cubicBezTo>
                  <a:cubicBezTo>
                    <a:pt x="1548" y="7900"/>
                    <a:pt x="3134" y="10521"/>
                    <a:pt x="5240" y="12945"/>
                  </a:cubicBezTo>
                  <a:cubicBezTo>
                    <a:pt x="6893" y="14848"/>
                    <a:pt x="8715" y="16455"/>
                    <a:pt x="10516" y="17598"/>
                  </a:cubicBezTo>
                  <a:cubicBezTo>
                    <a:pt x="12275" y="18715"/>
                    <a:pt x="13880" y="19306"/>
                    <a:pt x="15150" y="19306"/>
                  </a:cubicBezTo>
                  <a:cubicBezTo>
                    <a:pt x="15875" y="19306"/>
                    <a:pt x="16468" y="19112"/>
                    <a:pt x="16909" y="18727"/>
                  </a:cubicBezTo>
                  <a:cubicBezTo>
                    <a:pt x="18999" y="16912"/>
                    <a:pt x="17161" y="11366"/>
                    <a:pt x="12813" y="6362"/>
                  </a:cubicBezTo>
                  <a:cubicBezTo>
                    <a:pt x="11162" y="4462"/>
                    <a:pt x="9338" y="2853"/>
                    <a:pt x="7539" y="1710"/>
                  </a:cubicBezTo>
                  <a:cubicBezTo>
                    <a:pt x="5778" y="592"/>
                    <a:pt x="4175" y="1"/>
                    <a:pt x="2905"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9"/>
            <p:cNvSpPr/>
            <p:nvPr/>
          </p:nvSpPr>
          <p:spPr>
            <a:xfrm>
              <a:off x="1971500" y="3506375"/>
              <a:ext cx="499050" cy="482950"/>
            </a:xfrm>
            <a:custGeom>
              <a:rect b="b" l="l" r="r" t="t"/>
              <a:pathLst>
                <a:path extrusionOk="0" h="19318" w="19962">
                  <a:moveTo>
                    <a:pt x="3859" y="12"/>
                  </a:moveTo>
                  <a:cubicBezTo>
                    <a:pt x="4492" y="12"/>
                    <a:pt x="5212" y="160"/>
                    <a:pt x="6004" y="453"/>
                  </a:cubicBezTo>
                  <a:cubicBezTo>
                    <a:pt x="6787" y="744"/>
                    <a:pt x="7625" y="1169"/>
                    <a:pt x="8491" y="1721"/>
                  </a:cubicBezTo>
                  <a:cubicBezTo>
                    <a:pt x="10290" y="2861"/>
                    <a:pt x="12114" y="4471"/>
                    <a:pt x="13765" y="6371"/>
                  </a:cubicBezTo>
                  <a:cubicBezTo>
                    <a:pt x="14829" y="7595"/>
                    <a:pt x="15762" y="8871"/>
                    <a:pt x="16535" y="10160"/>
                  </a:cubicBezTo>
                  <a:cubicBezTo>
                    <a:pt x="17284" y="11407"/>
                    <a:pt x="17854" y="12614"/>
                    <a:pt x="18228" y="13750"/>
                  </a:cubicBezTo>
                  <a:cubicBezTo>
                    <a:pt x="18604" y="14886"/>
                    <a:pt x="18768" y="15891"/>
                    <a:pt x="18713" y="16738"/>
                  </a:cubicBezTo>
                  <a:cubicBezTo>
                    <a:pt x="18657" y="17613"/>
                    <a:pt x="18371" y="18283"/>
                    <a:pt x="17861" y="18726"/>
                  </a:cubicBezTo>
                  <a:cubicBezTo>
                    <a:pt x="17418" y="19110"/>
                    <a:pt x="16826" y="19306"/>
                    <a:pt x="16104" y="19306"/>
                  </a:cubicBezTo>
                  <a:cubicBezTo>
                    <a:pt x="15471" y="19306"/>
                    <a:pt x="14751" y="19156"/>
                    <a:pt x="13959" y="18862"/>
                  </a:cubicBezTo>
                  <a:cubicBezTo>
                    <a:pt x="13176" y="18574"/>
                    <a:pt x="12338" y="18147"/>
                    <a:pt x="11472" y="17597"/>
                  </a:cubicBezTo>
                  <a:cubicBezTo>
                    <a:pt x="9673" y="16454"/>
                    <a:pt x="7849" y="14847"/>
                    <a:pt x="6198" y="12947"/>
                  </a:cubicBezTo>
                  <a:cubicBezTo>
                    <a:pt x="5134" y="11721"/>
                    <a:pt x="4201" y="10446"/>
                    <a:pt x="3427" y="9155"/>
                  </a:cubicBezTo>
                  <a:cubicBezTo>
                    <a:pt x="2679" y="7909"/>
                    <a:pt x="2109" y="6703"/>
                    <a:pt x="1735" y="5567"/>
                  </a:cubicBezTo>
                  <a:cubicBezTo>
                    <a:pt x="1359" y="4431"/>
                    <a:pt x="1195" y="3427"/>
                    <a:pt x="1250" y="2579"/>
                  </a:cubicBezTo>
                  <a:cubicBezTo>
                    <a:pt x="1305" y="1702"/>
                    <a:pt x="1592" y="1035"/>
                    <a:pt x="2102" y="591"/>
                  </a:cubicBezTo>
                  <a:cubicBezTo>
                    <a:pt x="2545" y="206"/>
                    <a:pt x="3136" y="12"/>
                    <a:pt x="3859" y="12"/>
                  </a:cubicBezTo>
                  <a:close/>
                  <a:moveTo>
                    <a:pt x="3859" y="0"/>
                  </a:moveTo>
                  <a:cubicBezTo>
                    <a:pt x="3150" y="0"/>
                    <a:pt x="2548" y="187"/>
                    <a:pt x="2095" y="582"/>
                  </a:cubicBezTo>
                  <a:cubicBezTo>
                    <a:pt x="1" y="2402"/>
                    <a:pt x="1834" y="7941"/>
                    <a:pt x="6189" y="12954"/>
                  </a:cubicBezTo>
                  <a:cubicBezTo>
                    <a:pt x="9599" y="16879"/>
                    <a:pt x="13545" y="19317"/>
                    <a:pt x="16104" y="19317"/>
                  </a:cubicBezTo>
                  <a:cubicBezTo>
                    <a:pt x="16813" y="19317"/>
                    <a:pt x="17415" y="19130"/>
                    <a:pt x="17868" y="18735"/>
                  </a:cubicBezTo>
                  <a:cubicBezTo>
                    <a:pt x="19962" y="16914"/>
                    <a:pt x="18129" y="11374"/>
                    <a:pt x="13774" y="6364"/>
                  </a:cubicBezTo>
                  <a:cubicBezTo>
                    <a:pt x="10364" y="2439"/>
                    <a:pt x="6418" y="0"/>
                    <a:pt x="385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9"/>
            <p:cNvSpPr/>
            <p:nvPr/>
          </p:nvSpPr>
          <p:spPr>
            <a:xfrm>
              <a:off x="1957425" y="3464225"/>
              <a:ext cx="524275" cy="572250"/>
            </a:xfrm>
            <a:custGeom>
              <a:rect b="b" l="l" r="r" t="t"/>
              <a:pathLst>
                <a:path extrusionOk="0" fill="none" h="22890" w="20971">
                  <a:moveTo>
                    <a:pt x="15154" y="7387"/>
                  </a:moveTo>
                  <a:cubicBezTo>
                    <a:pt x="17544" y="10137"/>
                    <a:pt x="19343" y="13201"/>
                    <a:pt x="20158" y="15907"/>
                  </a:cubicBezTo>
                  <a:cubicBezTo>
                    <a:pt x="20971" y="18614"/>
                    <a:pt x="20733" y="20738"/>
                    <a:pt x="19495" y="21814"/>
                  </a:cubicBezTo>
                  <a:cubicBezTo>
                    <a:pt x="18255" y="22890"/>
                    <a:pt x="16119" y="22830"/>
                    <a:pt x="13554" y="21645"/>
                  </a:cubicBezTo>
                  <a:cubicBezTo>
                    <a:pt x="10989" y="20463"/>
                    <a:pt x="8204" y="18253"/>
                    <a:pt x="5817" y="15503"/>
                  </a:cubicBezTo>
                  <a:cubicBezTo>
                    <a:pt x="3427" y="12753"/>
                    <a:pt x="1626" y="9689"/>
                    <a:pt x="813" y="6983"/>
                  </a:cubicBezTo>
                  <a:cubicBezTo>
                    <a:pt x="0" y="4279"/>
                    <a:pt x="238" y="2155"/>
                    <a:pt x="1476" y="1077"/>
                  </a:cubicBezTo>
                  <a:cubicBezTo>
                    <a:pt x="2714" y="1"/>
                    <a:pt x="4852" y="63"/>
                    <a:pt x="7417" y="1245"/>
                  </a:cubicBezTo>
                  <a:cubicBezTo>
                    <a:pt x="9982" y="2428"/>
                    <a:pt x="12765" y="4637"/>
                    <a:pt x="15154" y="7387"/>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9"/>
            <p:cNvSpPr/>
            <p:nvPr/>
          </p:nvSpPr>
          <p:spPr>
            <a:xfrm>
              <a:off x="2169050" y="3463300"/>
              <a:ext cx="263475" cy="709425"/>
            </a:xfrm>
            <a:custGeom>
              <a:rect b="b" l="l" r="r" t="t"/>
              <a:pathLst>
                <a:path extrusionOk="0" h="28377" w="10539">
                  <a:moveTo>
                    <a:pt x="0" y="1"/>
                  </a:moveTo>
                  <a:lnTo>
                    <a:pt x="379" y="2030"/>
                  </a:lnTo>
                  <a:lnTo>
                    <a:pt x="644" y="3467"/>
                  </a:lnTo>
                  <a:lnTo>
                    <a:pt x="1831" y="9805"/>
                  </a:lnTo>
                  <a:lnTo>
                    <a:pt x="1854" y="9925"/>
                  </a:lnTo>
                  <a:lnTo>
                    <a:pt x="2064" y="11061"/>
                  </a:lnTo>
                  <a:lnTo>
                    <a:pt x="2067" y="11063"/>
                  </a:lnTo>
                  <a:lnTo>
                    <a:pt x="2591" y="13866"/>
                  </a:lnTo>
                  <a:lnTo>
                    <a:pt x="3616" y="19364"/>
                  </a:lnTo>
                  <a:lnTo>
                    <a:pt x="3939" y="21093"/>
                  </a:lnTo>
                  <a:lnTo>
                    <a:pt x="4348" y="23271"/>
                  </a:lnTo>
                  <a:lnTo>
                    <a:pt x="5285" y="28358"/>
                  </a:lnTo>
                  <a:cubicBezTo>
                    <a:pt x="5482" y="28370"/>
                    <a:pt x="5677" y="28376"/>
                    <a:pt x="5870" y="28376"/>
                  </a:cubicBezTo>
                  <a:cubicBezTo>
                    <a:pt x="7557" y="28376"/>
                    <a:pt x="9113" y="27897"/>
                    <a:pt x="10538" y="26940"/>
                  </a:cubicBezTo>
                  <a:lnTo>
                    <a:pt x="10365" y="25046"/>
                  </a:lnTo>
                  <a:lnTo>
                    <a:pt x="9885" y="22465"/>
                  </a:lnTo>
                  <a:lnTo>
                    <a:pt x="9562" y="20736"/>
                  </a:lnTo>
                  <a:lnTo>
                    <a:pt x="7611" y="10301"/>
                  </a:lnTo>
                  <a:lnTo>
                    <a:pt x="7181" y="8011"/>
                  </a:lnTo>
                  <a:lnTo>
                    <a:pt x="7179" y="8008"/>
                  </a:lnTo>
                  <a:lnTo>
                    <a:pt x="6705" y="5459"/>
                  </a:lnTo>
                  <a:lnTo>
                    <a:pt x="6703" y="5457"/>
                  </a:lnTo>
                  <a:cubicBezTo>
                    <a:pt x="4526" y="3139"/>
                    <a:pt x="2205" y="1285"/>
                    <a:pt x="0"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9"/>
            <p:cNvSpPr/>
            <p:nvPr/>
          </p:nvSpPr>
          <p:spPr>
            <a:xfrm>
              <a:off x="2042325" y="3414925"/>
              <a:ext cx="215000" cy="748150"/>
            </a:xfrm>
            <a:custGeom>
              <a:rect b="b" l="l" r="r" t="t"/>
              <a:pathLst>
                <a:path extrusionOk="0" h="29926" w="8600">
                  <a:moveTo>
                    <a:pt x="1" y="1"/>
                  </a:moveTo>
                  <a:lnTo>
                    <a:pt x="428" y="2282"/>
                  </a:lnTo>
                  <a:lnTo>
                    <a:pt x="687" y="3675"/>
                  </a:lnTo>
                  <a:lnTo>
                    <a:pt x="3035" y="16231"/>
                  </a:lnTo>
                  <a:lnTo>
                    <a:pt x="3035" y="16233"/>
                  </a:lnTo>
                  <a:lnTo>
                    <a:pt x="3483" y="18637"/>
                  </a:lnTo>
                  <a:lnTo>
                    <a:pt x="3954" y="21158"/>
                  </a:lnTo>
                  <a:lnTo>
                    <a:pt x="5069" y="28346"/>
                  </a:lnTo>
                  <a:lnTo>
                    <a:pt x="8600" y="29925"/>
                  </a:lnTo>
                  <a:lnTo>
                    <a:pt x="7512" y="24024"/>
                  </a:lnTo>
                  <a:lnTo>
                    <a:pt x="7094" y="21795"/>
                  </a:lnTo>
                  <a:lnTo>
                    <a:pt x="6739" y="19895"/>
                  </a:lnTo>
                  <a:lnTo>
                    <a:pt x="5473" y="13123"/>
                  </a:lnTo>
                  <a:lnTo>
                    <a:pt x="5205" y="11684"/>
                  </a:lnTo>
                  <a:lnTo>
                    <a:pt x="5102" y="11139"/>
                  </a:lnTo>
                  <a:lnTo>
                    <a:pt x="5099" y="11137"/>
                  </a:lnTo>
                  <a:lnTo>
                    <a:pt x="4965" y="10408"/>
                  </a:lnTo>
                  <a:lnTo>
                    <a:pt x="3836" y="4372"/>
                  </a:lnTo>
                  <a:lnTo>
                    <a:pt x="3585" y="3028"/>
                  </a:lnTo>
                  <a:lnTo>
                    <a:pt x="3204" y="975"/>
                  </a:lnTo>
                  <a:cubicBezTo>
                    <a:pt x="2070" y="472"/>
                    <a:pt x="989" y="139"/>
                    <a:pt x="1"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 name="Google Shape;457;p29"/>
          <p:cNvGrpSpPr/>
          <p:nvPr/>
        </p:nvGrpSpPr>
        <p:grpSpPr>
          <a:xfrm flipH="1">
            <a:off x="987493" y="259508"/>
            <a:ext cx="530159" cy="550985"/>
            <a:chOff x="2777975" y="4487350"/>
            <a:chExt cx="803150" cy="834825"/>
          </a:xfrm>
        </p:grpSpPr>
        <p:sp>
          <p:nvSpPr>
            <p:cNvPr id="458" name="Google Shape;458;p29"/>
            <p:cNvSpPr/>
            <p:nvPr/>
          </p:nvSpPr>
          <p:spPr>
            <a:xfrm>
              <a:off x="2801475" y="4545025"/>
              <a:ext cx="776425" cy="720275"/>
            </a:xfrm>
            <a:custGeom>
              <a:rect b="b" l="l" r="r" t="t"/>
              <a:pathLst>
                <a:path extrusionOk="0" h="28811" w="31057">
                  <a:moveTo>
                    <a:pt x="14617" y="0"/>
                  </a:moveTo>
                  <a:cubicBezTo>
                    <a:pt x="8672" y="0"/>
                    <a:pt x="3310" y="3412"/>
                    <a:pt x="718" y="8603"/>
                  </a:cubicBezTo>
                  <a:cubicBezTo>
                    <a:pt x="469" y="9391"/>
                    <a:pt x="287" y="10196"/>
                    <a:pt x="169" y="11012"/>
                  </a:cubicBezTo>
                  <a:cubicBezTo>
                    <a:pt x="53" y="11797"/>
                    <a:pt x="0" y="12589"/>
                    <a:pt x="5" y="13381"/>
                  </a:cubicBezTo>
                  <a:cubicBezTo>
                    <a:pt x="10" y="14161"/>
                    <a:pt x="77" y="14939"/>
                    <a:pt x="201" y="15710"/>
                  </a:cubicBezTo>
                  <a:cubicBezTo>
                    <a:pt x="284" y="16230"/>
                    <a:pt x="393" y="16747"/>
                    <a:pt x="527" y="17255"/>
                  </a:cubicBezTo>
                  <a:cubicBezTo>
                    <a:pt x="905" y="18673"/>
                    <a:pt x="1483" y="20028"/>
                    <a:pt x="2240" y="21282"/>
                  </a:cubicBezTo>
                  <a:cubicBezTo>
                    <a:pt x="4565" y="25133"/>
                    <a:pt x="8532" y="27950"/>
                    <a:pt x="13328" y="28648"/>
                  </a:cubicBezTo>
                  <a:cubicBezTo>
                    <a:pt x="14085" y="28757"/>
                    <a:pt x="14838" y="28811"/>
                    <a:pt x="15582" y="28811"/>
                  </a:cubicBezTo>
                  <a:cubicBezTo>
                    <a:pt x="22075" y="28811"/>
                    <a:pt x="27874" y="24745"/>
                    <a:pt x="30130" y="18733"/>
                  </a:cubicBezTo>
                  <a:cubicBezTo>
                    <a:pt x="30456" y="17802"/>
                    <a:pt x="30691" y="16842"/>
                    <a:pt x="30837" y="15865"/>
                  </a:cubicBezTo>
                  <a:cubicBezTo>
                    <a:pt x="30906" y="15389"/>
                    <a:pt x="30952" y="14916"/>
                    <a:pt x="30978" y="14445"/>
                  </a:cubicBezTo>
                  <a:cubicBezTo>
                    <a:pt x="31056" y="12953"/>
                    <a:pt x="30121" y="13422"/>
                    <a:pt x="29793" y="12021"/>
                  </a:cubicBezTo>
                  <a:cubicBezTo>
                    <a:pt x="29671" y="11506"/>
                    <a:pt x="29523" y="10998"/>
                    <a:pt x="29354" y="10504"/>
                  </a:cubicBezTo>
                  <a:cubicBezTo>
                    <a:pt x="29098" y="9765"/>
                    <a:pt x="28789" y="9047"/>
                    <a:pt x="28426" y="8356"/>
                  </a:cubicBezTo>
                  <a:cubicBezTo>
                    <a:pt x="26191" y="4085"/>
                    <a:pt x="22007" y="910"/>
                    <a:pt x="16874" y="164"/>
                  </a:cubicBezTo>
                  <a:cubicBezTo>
                    <a:pt x="16116" y="54"/>
                    <a:pt x="15362" y="0"/>
                    <a:pt x="14617"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9"/>
            <p:cNvSpPr/>
            <p:nvPr/>
          </p:nvSpPr>
          <p:spPr>
            <a:xfrm>
              <a:off x="2801650" y="4487525"/>
              <a:ext cx="779300" cy="777675"/>
            </a:xfrm>
            <a:custGeom>
              <a:rect b="b" l="l" r="r" t="t"/>
              <a:pathLst>
                <a:path extrusionOk="0" h="31107" w="31172">
                  <a:moveTo>
                    <a:pt x="15542" y="0"/>
                  </a:moveTo>
                  <a:cubicBezTo>
                    <a:pt x="8747" y="5"/>
                    <a:pt x="2743" y="4422"/>
                    <a:pt x="716" y="10908"/>
                  </a:cubicBezTo>
                  <a:cubicBezTo>
                    <a:pt x="469" y="11693"/>
                    <a:pt x="284" y="12499"/>
                    <a:pt x="169" y="13316"/>
                  </a:cubicBezTo>
                  <a:cubicBezTo>
                    <a:pt x="53" y="14099"/>
                    <a:pt x="0" y="14891"/>
                    <a:pt x="5" y="15683"/>
                  </a:cubicBezTo>
                  <a:cubicBezTo>
                    <a:pt x="10" y="16461"/>
                    <a:pt x="74" y="17239"/>
                    <a:pt x="199" y="18010"/>
                  </a:cubicBezTo>
                  <a:cubicBezTo>
                    <a:pt x="287" y="18546"/>
                    <a:pt x="395" y="19066"/>
                    <a:pt x="527" y="19555"/>
                  </a:cubicBezTo>
                  <a:cubicBezTo>
                    <a:pt x="905" y="20970"/>
                    <a:pt x="1480" y="22326"/>
                    <a:pt x="2240" y="23580"/>
                  </a:cubicBezTo>
                  <a:cubicBezTo>
                    <a:pt x="4657" y="27588"/>
                    <a:pt x="8696" y="30269"/>
                    <a:pt x="13321" y="30941"/>
                  </a:cubicBezTo>
                  <a:cubicBezTo>
                    <a:pt x="14069" y="31049"/>
                    <a:pt x="14822" y="31105"/>
                    <a:pt x="15577" y="31105"/>
                  </a:cubicBezTo>
                  <a:lnTo>
                    <a:pt x="15579" y="31107"/>
                  </a:lnTo>
                  <a:cubicBezTo>
                    <a:pt x="20354" y="31098"/>
                    <a:pt x="24861" y="28900"/>
                    <a:pt x="27807" y="25143"/>
                  </a:cubicBezTo>
                  <a:cubicBezTo>
                    <a:pt x="29479" y="23009"/>
                    <a:pt x="30564" y="20474"/>
                    <a:pt x="30950" y="17791"/>
                  </a:cubicBezTo>
                  <a:cubicBezTo>
                    <a:pt x="31019" y="17325"/>
                    <a:pt x="31068" y="16849"/>
                    <a:pt x="31091" y="16373"/>
                  </a:cubicBezTo>
                  <a:cubicBezTo>
                    <a:pt x="31171" y="14909"/>
                    <a:pt x="31042" y="13443"/>
                    <a:pt x="30710" y="12014"/>
                  </a:cubicBezTo>
                  <a:cubicBezTo>
                    <a:pt x="30587" y="11504"/>
                    <a:pt x="30442" y="10993"/>
                    <a:pt x="30271" y="10497"/>
                  </a:cubicBezTo>
                  <a:cubicBezTo>
                    <a:pt x="30015" y="9760"/>
                    <a:pt x="29705" y="9042"/>
                    <a:pt x="29343" y="8352"/>
                  </a:cubicBezTo>
                  <a:cubicBezTo>
                    <a:pt x="28218" y="6209"/>
                    <a:pt x="26614" y="4355"/>
                    <a:pt x="24656" y="2935"/>
                  </a:cubicBezTo>
                  <a:cubicBezTo>
                    <a:pt x="23660" y="2217"/>
                    <a:pt x="22584" y="1619"/>
                    <a:pt x="21451" y="1155"/>
                  </a:cubicBezTo>
                  <a:cubicBezTo>
                    <a:pt x="19573" y="393"/>
                    <a:pt x="17567" y="0"/>
                    <a:pt x="15542"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9"/>
            <p:cNvSpPr/>
            <p:nvPr/>
          </p:nvSpPr>
          <p:spPr>
            <a:xfrm>
              <a:off x="2801525" y="4487350"/>
              <a:ext cx="779600" cy="777975"/>
            </a:xfrm>
            <a:custGeom>
              <a:rect b="b" l="l" r="r" t="t"/>
              <a:pathLst>
                <a:path extrusionOk="0" h="31119" w="31184">
                  <a:moveTo>
                    <a:pt x="15547" y="10"/>
                  </a:moveTo>
                  <a:cubicBezTo>
                    <a:pt x="17572" y="12"/>
                    <a:pt x="19576" y="402"/>
                    <a:pt x="21453" y="1164"/>
                  </a:cubicBezTo>
                  <a:cubicBezTo>
                    <a:pt x="23714" y="2090"/>
                    <a:pt x="25723" y="3535"/>
                    <a:pt x="27318" y="5385"/>
                  </a:cubicBezTo>
                  <a:cubicBezTo>
                    <a:pt x="28106" y="6295"/>
                    <a:pt x="28784" y="7294"/>
                    <a:pt x="29343" y="8359"/>
                  </a:cubicBezTo>
                  <a:cubicBezTo>
                    <a:pt x="29706" y="9049"/>
                    <a:pt x="30015" y="9767"/>
                    <a:pt x="30271" y="10506"/>
                  </a:cubicBezTo>
                  <a:cubicBezTo>
                    <a:pt x="30442" y="11000"/>
                    <a:pt x="30588" y="11511"/>
                    <a:pt x="30710" y="12023"/>
                  </a:cubicBezTo>
                  <a:cubicBezTo>
                    <a:pt x="31043" y="13448"/>
                    <a:pt x="31170" y="14914"/>
                    <a:pt x="31091" y="16378"/>
                  </a:cubicBezTo>
                  <a:cubicBezTo>
                    <a:pt x="31066" y="16854"/>
                    <a:pt x="31019" y="17329"/>
                    <a:pt x="30950" y="17796"/>
                  </a:cubicBezTo>
                  <a:cubicBezTo>
                    <a:pt x="30562" y="20476"/>
                    <a:pt x="29479" y="23012"/>
                    <a:pt x="27810" y="25143"/>
                  </a:cubicBezTo>
                  <a:cubicBezTo>
                    <a:pt x="24866" y="28904"/>
                    <a:pt x="20357" y="31102"/>
                    <a:pt x="15584" y="31107"/>
                  </a:cubicBezTo>
                  <a:cubicBezTo>
                    <a:pt x="13640" y="31105"/>
                    <a:pt x="11712" y="30745"/>
                    <a:pt x="9902" y="30040"/>
                  </a:cubicBezTo>
                  <a:cubicBezTo>
                    <a:pt x="7773" y="29209"/>
                    <a:pt x="5856" y="27918"/>
                    <a:pt x="4286" y="26258"/>
                  </a:cubicBezTo>
                  <a:cubicBezTo>
                    <a:pt x="3513" y="25443"/>
                    <a:pt x="2831" y="24545"/>
                    <a:pt x="2250" y="23584"/>
                  </a:cubicBezTo>
                  <a:cubicBezTo>
                    <a:pt x="1492" y="22331"/>
                    <a:pt x="915" y="20977"/>
                    <a:pt x="539" y="19562"/>
                  </a:cubicBezTo>
                  <a:cubicBezTo>
                    <a:pt x="407" y="19070"/>
                    <a:pt x="299" y="18551"/>
                    <a:pt x="211" y="18017"/>
                  </a:cubicBezTo>
                  <a:cubicBezTo>
                    <a:pt x="86" y="17246"/>
                    <a:pt x="21" y="16468"/>
                    <a:pt x="17" y="15690"/>
                  </a:cubicBezTo>
                  <a:cubicBezTo>
                    <a:pt x="10" y="14898"/>
                    <a:pt x="65" y="14106"/>
                    <a:pt x="181" y="13323"/>
                  </a:cubicBezTo>
                  <a:cubicBezTo>
                    <a:pt x="296" y="12506"/>
                    <a:pt x="481" y="11702"/>
                    <a:pt x="728" y="10915"/>
                  </a:cubicBezTo>
                  <a:cubicBezTo>
                    <a:pt x="2755" y="4434"/>
                    <a:pt x="8756" y="16"/>
                    <a:pt x="15549" y="12"/>
                  </a:cubicBezTo>
                  <a:lnTo>
                    <a:pt x="15547" y="10"/>
                  </a:lnTo>
                  <a:close/>
                  <a:moveTo>
                    <a:pt x="15549" y="0"/>
                  </a:moveTo>
                  <a:cubicBezTo>
                    <a:pt x="8761" y="0"/>
                    <a:pt x="2732" y="4445"/>
                    <a:pt x="716" y="10913"/>
                  </a:cubicBezTo>
                  <a:cubicBezTo>
                    <a:pt x="469" y="11700"/>
                    <a:pt x="287" y="12503"/>
                    <a:pt x="169" y="13321"/>
                  </a:cubicBezTo>
                  <a:cubicBezTo>
                    <a:pt x="54" y="14106"/>
                    <a:pt x="1" y="14898"/>
                    <a:pt x="5" y="15690"/>
                  </a:cubicBezTo>
                  <a:cubicBezTo>
                    <a:pt x="10" y="16470"/>
                    <a:pt x="75" y="17248"/>
                    <a:pt x="199" y="18017"/>
                  </a:cubicBezTo>
                  <a:cubicBezTo>
                    <a:pt x="282" y="18539"/>
                    <a:pt x="393" y="19054"/>
                    <a:pt x="527" y="19564"/>
                  </a:cubicBezTo>
                  <a:cubicBezTo>
                    <a:pt x="906" y="20980"/>
                    <a:pt x="1483" y="22335"/>
                    <a:pt x="2240" y="23589"/>
                  </a:cubicBezTo>
                  <a:cubicBezTo>
                    <a:pt x="4563" y="27440"/>
                    <a:pt x="8530" y="30257"/>
                    <a:pt x="13326" y="30955"/>
                  </a:cubicBezTo>
                  <a:cubicBezTo>
                    <a:pt x="14074" y="31063"/>
                    <a:pt x="14829" y="31116"/>
                    <a:pt x="15584" y="31119"/>
                  </a:cubicBezTo>
                  <a:cubicBezTo>
                    <a:pt x="22077" y="31119"/>
                    <a:pt x="27875" y="27052"/>
                    <a:pt x="30131" y="21040"/>
                  </a:cubicBezTo>
                  <a:cubicBezTo>
                    <a:pt x="30525" y="19994"/>
                    <a:pt x="30805" y="18906"/>
                    <a:pt x="30964" y="17798"/>
                  </a:cubicBezTo>
                  <a:cubicBezTo>
                    <a:pt x="31033" y="17322"/>
                    <a:pt x="31080" y="16849"/>
                    <a:pt x="31105" y="16378"/>
                  </a:cubicBezTo>
                  <a:cubicBezTo>
                    <a:pt x="31183" y="14914"/>
                    <a:pt x="31054" y="13448"/>
                    <a:pt x="30722" y="12021"/>
                  </a:cubicBezTo>
                  <a:cubicBezTo>
                    <a:pt x="30602" y="11506"/>
                    <a:pt x="30454" y="10996"/>
                    <a:pt x="30283" y="10502"/>
                  </a:cubicBezTo>
                  <a:cubicBezTo>
                    <a:pt x="30029" y="9765"/>
                    <a:pt x="29717" y="9047"/>
                    <a:pt x="29355" y="8354"/>
                  </a:cubicBezTo>
                  <a:cubicBezTo>
                    <a:pt x="27120" y="4083"/>
                    <a:pt x="22936" y="908"/>
                    <a:pt x="17803" y="164"/>
                  </a:cubicBezTo>
                  <a:cubicBezTo>
                    <a:pt x="17057" y="56"/>
                    <a:pt x="16304" y="0"/>
                    <a:pt x="1554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9"/>
            <p:cNvSpPr/>
            <p:nvPr/>
          </p:nvSpPr>
          <p:spPr>
            <a:xfrm>
              <a:off x="2861275" y="4546975"/>
              <a:ext cx="658650" cy="658675"/>
            </a:xfrm>
            <a:custGeom>
              <a:rect b="b" l="l" r="r" t="t"/>
              <a:pathLst>
                <a:path extrusionOk="0" fill="none" h="26347" w="26346">
                  <a:moveTo>
                    <a:pt x="22488" y="3859"/>
                  </a:moveTo>
                  <a:cubicBezTo>
                    <a:pt x="24958" y="6329"/>
                    <a:pt x="26346" y="9680"/>
                    <a:pt x="26346" y="13173"/>
                  </a:cubicBezTo>
                  <a:cubicBezTo>
                    <a:pt x="26346" y="16667"/>
                    <a:pt x="24958" y="20017"/>
                    <a:pt x="22488" y="22488"/>
                  </a:cubicBezTo>
                  <a:cubicBezTo>
                    <a:pt x="20017" y="24958"/>
                    <a:pt x="16667" y="26346"/>
                    <a:pt x="13173" y="26346"/>
                  </a:cubicBezTo>
                  <a:cubicBezTo>
                    <a:pt x="9680" y="26346"/>
                    <a:pt x="6329" y="24958"/>
                    <a:pt x="3859" y="22488"/>
                  </a:cubicBezTo>
                  <a:cubicBezTo>
                    <a:pt x="1388" y="20017"/>
                    <a:pt x="0" y="16667"/>
                    <a:pt x="0" y="13173"/>
                  </a:cubicBezTo>
                  <a:cubicBezTo>
                    <a:pt x="0" y="9680"/>
                    <a:pt x="1388" y="6329"/>
                    <a:pt x="3859" y="3859"/>
                  </a:cubicBezTo>
                  <a:cubicBezTo>
                    <a:pt x="6329" y="1388"/>
                    <a:pt x="9680" y="1"/>
                    <a:pt x="13173" y="1"/>
                  </a:cubicBezTo>
                  <a:cubicBezTo>
                    <a:pt x="16667" y="1"/>
                    <a:pt x="20017" y="1388"/>
                    <a:pt x="22488" y="3859"/>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9"/>
            <p:cNvSpPr/>
            <p:nvPr/>
          </p:nvSpPr>
          <p:spPr>
            <a:xfrm>
              <a:off x="2892850" y="4588600"/>
              <a:ext cx="595500" cy="575475"/>
            </a:xfrm>
            <a:custGeom>
              <a:rect b="b" l="l" r="r" t="t"/>
              <a:pathLst>
                <a:path extrusionOk="0" h="23019" w="23820">
                  <a:moveTo>
                    <a:pt x="11896" y="0"/>
                  </a:moveTo>
                  <a:cubicBezTo>
                    <a:pt x="5865" y="7"/>
                    <a:pt x="864" y="4669"/>
                    <a:pt x="432" y="10684"/>
                  </a:cubicBezTo>
                  <a:cubicBezTo>
                    <a:pt x="0" y="16701"/>
                    <a:pt x="4286" y="22028"/>
                    <a:pt x="10255" y="22896"/>
                  </a:cubicBezTo>
                  <a:cubicBezTo>
                    <a:pt x="10809" y="22977"/>
                    <a:pt x="11365" y="23019"/>
                    <a:pt x="11924" y="23019"/>
                  </a:cubicBezTo>
                  <a:cubicBezTo>
                    <a:pt x="17955" y="23009"/>
                    <a:pt x="22959" y="18348"/>
                    <a:pt x="23388" y="12333"/>
                  </a:cubicBezTo>
                  <a:cubicBezTo>
                    <a:pt x="23820" y="6315"/>
                    <a:pt x="19534" y="989"/>
                    <a:pt x="13566" y="120"/>
                  </a:cubicBezTo>
                  <a:cubicBezTo>
                    <a:pt x="13014" y="40"/>
                    <a:pt x="12455" y="0"/>
                    <a:pt x="11896"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9"/>
            <p:cNvSpPr/>
            <p:nvPr/>
          </p:nvSpPr>
          <p:spPr>
            <a:xfrm>
              <a:off x="2882925" y="4588425"/>
              <a:ext cx="615425" cy="575775"/>
            </a:xfrm>
            <a:custGeom>
              <a:rect b="b" l="l" r="r" t="t"/>
              <a:pathLst>
                <a:path extrusionOk="0" h="23031" w="24617">
                  <a:moveTo>
                    <a:pt x="12293" y="10"/>
                  </a:moveTo>
                  <a:lnTo>
                    <a:pt x="12293" y="12"/>
                  </a:lnTo>
                  <a:cubicBezTo>
                    <a:pt x="12852" y="12"/>
                    <a:pt x="13409" y="53"/>
                    <a:pt x="13963" y="132"/>
                  </a:cubicBezTo>
                  <a:cubicBezTo>
                    <a:pt x="19927" y="1000"/>
                    <a:pt x="24210" y="6327"/>
                    <a:pt x="23780" y="12340"/>
                  </a:cubicBezTo>
                  <a:cubicBezTo>
                    <a:pt x="23349" y="18350"/>
                    <a:pt x="18350" y="23012"/>
                    <a:pt x="12321" y="23019"/>
                  </a:cubicBezTo>
                  <a:cubicBezTo>
                    <a:pt x="11765" y="23019"/>
                    <a:pt x="11206" y="22979"/>
                    <a:pt x="10654" y="22899"/>
                  </a:cubicBezTo>
                  <a:cubicBezTo>
                    <a:pt x="4685" y="22033"/>
                    <a:pt x="397" y="16706"/>
                    <a:pt x="829" y="10691"/>
                  </a:cubicBezTo>
                  <a:cubicBezTo>
                    <a:pt x="1261" y="4676"/>
                    <a:pt x="6262" y="17"/>
                    <a:pt x="12293" y="10"/>
                  </a:cubicBezTo>
                  <a:close/>
                  <a:moveTo>
                    <a:pt x="12293" y="0"/>
                  </a:moveTo>
                  <a:cubicBezTo>
                    <a:pt x="6669" y="0"/>
                    <a:pt x="1746" y="4127"/>
                    <a:pt x="915" y="9857"/>
                  </a:cubicBezTo>
                  <a:cubicBezTo>
                    <a:pt x="0" y="16149"/>
                    <a:pt x="4360" y="21993"/>
                    <a:pt x="10652" y="22908"/>
                  </a:cubicBezTo>
                  <a:cubicBezTo>
                    <a:pt x="11203" y="22989"/>
                    <a:pt x="11762" y="23028"/>
                    <a:pt x="12321" y="23030"/>
                  </a:cubicBezTo>
                  <a:cubicBezTo>
                    <a:pt x="17948" y="23030"/>
                    <a:pt x="22868" y="18902"/>
                    <a:pt x="23702" y="13171"/>
                  </a:cubicBezTo>
                  <a:cubicBezTo>
                    <a:pt x="24616" y="6879"/>
                    <a:pt x="20257" y="1035"/>
                    <a:pt x="13965" y="120"/>
                  </a:cubicBezTo>
                  <a:cubicBezTo>
                    <a:pt x="13411" y="40"/>
                    <a:pt x="12852" y="0"/>
                    <a:pt x="1229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9"/>
            <p:cNvSpPr/>
            <p:nvPr/>
          </p:nvSpPr>
          <p:spPr>
            <a:xfrm>
              <a:off x="2814700" y="4787800"/>
              <a:ext cx="766375" cy="289275"/>
            </a:xfrm>
            <a:custGeom>
              <a:rect b="b" l="l" r="r" t="t"/>
              <a:pathLst>
                <a:path extrusionOk="0" h="11571" w="30655">
                  <a:moveTo>
                    <a:pt x="30192" y="1"/>
                  </a:moveTo>
                  <a:lnTo>
                    <a:pt x="0" y="7546"/>
                  </a:lnTo>
                  <a:cubicBezTo>
                    <a:pt x="379" y="8962"/>
                    <a:pt x="956" y="10317"/>
                    <a:pt x="1713" y="11571"/>
                  </a:cubicBezTo>
                  <a:lnTo>
                    <a:pt x="30573" y="4360"/>
                  </a:lnTo>
                  <a:cubicBezTo>
                    <a:pt x="30654" y="2896"/>
                    <a:pt x="30525" y="1428"/>
                    <a:pt x="30192"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9"/>
            <p:cNvSpPr/>
            <p:nvPr/>
          </p:nvSpPr>
          <p:spPr>
            <a:xfrm>
              <a:off x="2801650" y="4696250"/>
              <a:ext cx="756850" cy="241550"/>
            </a:xfrm>
            <a:custGeom>
              <a:rect b="b" l="l" r="r" t="t"/>
              <a:pathLst>
                <a:path extrusionOk="0" h="9662" w="30274">
                  <a:moveTo>
                    <a:pt x="29347" y="1"/>
                  </a:moveTo>
                  <a:lnTo>
                    <a:pt x="0" y="7334"/>
                  </a:lnTo>
                  <a:cubicBezTo>
                    <a:pt x="5" y="8112"/>
                    <a:pt x="70" y="8890"/>
                    <a:pt x="194" y="9661"/>
                  </a:cubicBezTo>
                  <a:lnTo>
                    <a:pt x="30273" y="2143"/>
                  </a:lnTo>
                  <a:cubicBezTo>
                    <a:pt x="30019" y="1407"/>
                    <a:pt x="29710" y="691"/>
                    <a:pt x="293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9"/>
            <p:cNvSpPr/>
            <p:nvPr/>
          </p:nvSpPr>
          <p:spPr>
            <a:xfrm>
              <a:off x="2777975" y="4760150"/>
              <a:ext cx="776700" cy="562025"/>
            </a:xfrm>
            <a:custGeom>
              <a:rect b="b" l="l" r="r" t="t"/>
              <a:pathLst>
                <a:path extrusionOk="0" h="22481" w="31068">
                  <a:moveTo>
                    <a:pt x="1658" y="1"/>
                  </a:moveTo>
                  <a:lnTo>
                    <a:pt x="1658" y="1"/>
                  </a:lnTo>
                  <a:cubicBezTo>
                    <a:pt x="562" y="2201"/>
                    <a:pt x="1" y="4628"/>
                    <a:pt x="17" y="7087"/>
                  </a:cubicBezTo>
                  <a:cubicBezTo>
                    <a:pt x="21" y="7867"/>
                    <a:pt x="88" y="8645"/>
                    <a:pt x="213" y="9417"/>
                  </a:cubicBezTo>
                  <a:cubicBezTo>
                    <a:pt x="296" y="9936"/>
                    <a:pt x="405" y="10453"/>
                    <a:pt x="541" y="10961"/>
                  </a:cubicBezTo>
                  <a:cubicBezTo>
                    <a:pt x="917" y="12379"/>
                    <a:pt x="1495" y="13732"/>
                    <a:pt x="2252" y="14988"/>
                  </a:cubicBezTo>
                  <a:cubicBezTo>
                    <a:pt x="4577" y="18837"/>
                    <a:pt x="8542" y="21654"/>
                    <a:pt x="13340" y="22352"/>
                  </a:cubicBezTo>
                  <a:cubicBezTo>
                    <a:pt x="13938" y="22439"/>
                    <a:pt x="14538" y="22481"/>
                    <a:pt x="15137" y="22481"/>
                  </a:cubicBezTo>
                  <a:cubicBezTo>
                    <a:pt x="22061" y="22481"/>
                    <a:pt x="28760" y="16846"/>
                    <a:pt x="31068" y="10128"/>
                  </a:cubicBezTo>
                  <a:lnTo>
                    <a:pt x="31068" y="10128"/>
                  </a:lnTo>
                  <a:cubicBezTo>
                    <a:pt x="28814" y="16140"/>
                    <a:pt x="23015" y="20206"/>
                    <a:pt x="16520" y="20206"/>
                  </a:cubicBezTo>
                  <a:cubicBezTo>
                    <a:pt x="15776" y="20206"/>
                    <a:pt x="15023" y="20152"/>
                    <a:pt x="14265" y="20043"/>
                  </a:cubicBezTo>
                  <a:cubicBezTo>
                    <a:pt x="9470" y="19345"/>
                    <a:pt x="5503" y="16528"/>
                    <a:pt x="3180" y="12677"/>
                  </a:cubicBezTo>
                  <a:cubicBezTo>
                    <a:pt x="2423" y="11423"/>
                    <a:pt x="1845" y="10068"/>
                    <a:pt x="1467" y="8652"/>
                  </a:cubicBezTo>
                  <a:cubicBezTo>
                    <a:pt x="1333" y="8142"/>
                    <a:pt x="1224" y="7627"/>
                    <a:pt x="1141" y="7105"/>
                  </a:cubicBezTo>
                  <a:cubicBezTo>
                    <a:pt x="1017" y="6336"/>
                    <a:pt x="950" y="5558"/>
                    <a:pt x="945" y="4778"/>
                  </a:cubicBezTo>
                  <a:cubicBezTo>
                    <a:pt x="940" y="3984"/>
                    <a:pt x="993" y="3192"/>
                    <a:pt x="1109" y="2409"/>
                  </a:cubicBezTo>
                  <a:cubicBezTo>
                    <a:pt x="1227" y="1591"/>
                    <a:pt x="1409" y="786"/>
                    <a:pt x="1658"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29"/>
          <p:cNvGrpSpPr/>
          <p:nvPr/>
        </p:nvGrpSpPr>
        <p:grpSpPr>
          <a:xfrm rot="-3104584">
            <a:off x="529123" y="1171778"/>
            <a:ext cx="529781" cy="397402"/>
            <a:chOff x="2787100" y="3506250"/>
            <a:chExt cx="854925" cy="641300"/>
          </a:xfrm>
        </p:grpSpPr>
        <p:sp>
          <p:nvSpPr>
            <p:cNvPr id="468" name="Google Shape;468;p29"/>
            <p:cNvSpPr/>
            <p:nvPr/>
          </p:nvSpPr>
          <p:spPr>
            <a:xfrm>
              <a:off x="2787100" y="3512900"/>
              <a:ext cx="842975" cy="634650"/>
            </a:xfrm>
            <a:custGeom>
              <a:rect b="b" l="l" r="r" t="t"/>
              <a:pathLst>
                <a:path extrusionOk="0" h="25386" w="33719">
                  <a:moveTo>
                    <a:pt x="3124" y="1"/>
                  </a:moveTo>
                  <a:cubicBezTo>
                    <a:pt x="2995" y="1"/>
                    <a:pt x="2867" y="8"/>
                    <a:pt x="2741" y="23"/>
                  </a:cubicBezTo>
                  <a:lnTo>
                    <a:pt x="2478" y="397"/>
                  </a:lnTo>
                  <a:lnTo>
                    <a:pt x="818" y="2755"/>
                  </a:lnTo>
                  <a:cubicBezTo>
                    <a:pt x="169" y="3736"/>
                    <a:pt x="0" y="4937"/>
                    <a:pt x="432" y="5807"/>
                  </a:cubicBezTo>
                  <a:cubicBezTo>
                    <a:pt x="892" y="6726"/>
                    <a:pt x="1557" y="7680"/>
                    <a:pt x="2393" y="8657"/>
                  </a:cubicBezTo>
                  <a:cubicBezTo>
                    <a:pt x="3231" y="9645"/>
                    <a:pt x="4240" y="10656"/>
                    <a:pt x="5366" y="11668"/>
                  </a:cubicBezTo>
                  <a:lnTo>
                    <a:pt x="5371" y="11670"/>
                  </a:lnTo>
                  <a:cubicBezTo>
                    <a:pt x="6110" y="12333"/>
                    <a:pt x="6897" y="12993"/>
                    <a:pt x="7722" y="13656"/>
                  </a:cubicBezTo>
                  <a:cubicBezTo>
                    <a:pt x="9571" y="15124"/>
                    <a:pt x="11605" y="16574"/>
                    <a:pt x="13660" y="17932"/>
                  </a:cubicBezTo>
                  <a:cubicBezTo>
                    <a:pt x="14138" y="18246"/>
                    <a:pt x="14612" y="18560"/>
                    <a:pt x="15085" y="18865"/>
                  </a:cubicBezTo>
                  <a:lnTo>
                    <a:pt x="15087" y="18867"/>
                  </a:lnTo>
                  <a:cubicBezTo>
                    <a:pt x="19982" y="22040"/>
                    <a:pt x="24748" y="24785"/>
                    <a:pt x="28475" y="25360"/>
                  </a:cubicBezTo>
                  <a:cubicBezTo>
                    <a:pt x="28587" y="25377"/>
                    <a:pt x="28701" y="25385"/>
                    <a:pt x="28818" y="25385"/>
                  </a:cubicBezTo>
                  <a:cubicBezTo>
                    <a:pt x="29844" y="25385"/>
                    <a:pt x="31001" y="24740"/>
                    <a:pt x="31680" y="23714"/>
                  </a:cubicBezTo>
                  <a:lnTo>
                    <a:pt x="33718" y="20626"/>
                  </a:lnTo>
                  <a:cubicBezTo>
                    <a:pt x="32442" y="19537"/>
                    <a:pt x="30200" y="17895"/>
                    <a:pt x="27350" y="15914"/>
                  </a:cubicBezTo>
                  <a:cubicBezTo>
                    <a:pt x="25127" y="14371"/>
                    <a:pt x="22529" y="12624"/>
                    <a:pt x="19724" y="10765"/>
                  </a:cubicBezTo>
                  <a:lnTo>
                    <a:pt x="18971" y="10268"/>
                  </a:lnTo>
                  <a:cubicBezTo>
                    <a:pt x="18269" y="9804"/>
                    <a:pt x="17590" y="9342"/>
                    <a:pt x="16939" y="8885"/>
                  </a:cubicBezTo>
                  <a:lnTo>
                    <a:pt x="16934" y="8883"/>
                  </a:lnTo>
                  <a:cubicBezTo>
                    <a:pt x="15565" y="7913"/>
                    <a:pt x="14305" y="6966"/>
                    <a:pt x="13134" y="6073"/>
                  </a:cubicBezTo>
                  <a:cubicBezTo>
                    <a:pt x="8674" y="2661"/>
                    <a:pt x="5567" y="1"/>
                    <a:pt x="3124"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9"/>
            <p:cNvSpPr/>
            <p:nvPr/>
          </p:nvSpPr>
          <p:spPr>
            <a:xfrm>
              <a:off x="2847300" y="3506425"/>
              <a:ext cx="788375" cy="532075"/>
            </a:xfrm>
            <a:custGeom>
              <a:rect b="b" l="l" r="r" t="t"/>
              <a:pathLst>
                <a:path extrusionOk="0" h="21283" w="31535">
                  <a:moveTo>
                    <a:pt x="1194" y="1"/>
                  </a:moveTo>
                  <a:cubicBezTo>
                    <a:pt x="680" y="1"/>
                    <a:pt x="338" y="125"/>
                    <a:pt x="174" y="372"/>
                  </a:cubicBezTo>
                  <a:cubicBezTo>
                    <a:pt x="118" y="458"/>
                    <a:pt x="84" y="555"/>
                    <a:pt x="75" y="656"/>
                  </a:cubicBezTo>
                  <a:cubicBezTo>
                    <a:pt x="1" y="1224"/>
                    <a:pt x="502" y="2157"/>
                    <a:pt x="1527" y="3360"/>
                  </a:cubicBezTo>
                  <a:cubicBezTo>
                    <a:pt x="2527" y="4536"/>
                    <a:pt x="4025" y="5967"/>
                    <a:pt x="5861" y="7500"/>
                  </a:cubicBezTo>
                  <a:cubicBezTo>
                    <a:pt x="6962" y="8424"/>
                    <a:pt x="8184" y="9382"/>
                    <a:pt x="9491" y="10350"/>
                  </a:cubicBezTo>
                  <a:cubicBezTo>
                    <a:pt x="10333" y="10973"/>
                    <a:pt x="11234" y="11615"/>
                    <a:pt x="12167" y="12259"/>
                  </a:cubicBezTo>
                  <a:cubicBezTo>
                    <a:pt x="12679" y="12615"/>
                    <a:pt x="13227" y="12984"/>
                    <a:pt x="13889" y="13423"/>
                  </a:cubicBezTo>
                  <a:cubicBezTo>
                    <a:pt x="16041" y="14843"/>
                    <a:pt x="18184" y="16145"/>
                    <a:pt x="20257" y="17293"/>
                  </a:cubicBezTo>
                  <a:cubicBezTo>
                    <a:pt x="22474" y="18521"/>
                    <a:pt x="24557" y="19535"/>
                    <a:pt x="26281" y="20225"/>
                  </a:cubicBezTo>
                  <a:cubicBezTo>
                    <a:pt x="28015" y="20917"/>
                    <a:pt x="29393" y="21282"/>
                    <a:pt x="30263" y="21283"/>
                  </a:cubicBezTo>
                  <a:lnTo>
                    <a:pt x="30263" y="21283"/>
                  </a:lnTo>
                  <a:cubicBezTo>
                    <a:pt x="30775" y="21282"/>
                    <a:pt x="31119" y="21158"/>
                    <a:pt x="31280" y="20913"/>
                  </a:cubicBezTo>
                  <a:lnTo>
                    <a:pt x="31301" y="20881"/>
                  </a:lnTo>
                  <a:cubicBezTo>
                    <a:pt x="31534" y="20477"/>
                    <a:pt x="31315" y="19793"/>
                    <a:pt x="30650" y="18847"/>
                  </a:cubicBezTo>
                  <a:cubicBezTo>
                    <a:pt x="30008" y="17932"/>
                    <a:pt x="28981" y="16817"/>
                    <a:pt x="27600" y="15536"/>
                  </a:cubicBezTo>
                  <a:cubicBezTo>
                    <a:pt x="25776" y="13857"/>
                    <a:pt x="23465" y="12000"/>
                    <a:pt x="20911" y="10167"/>
                  </a:cubicBezTo>
                  <a:lnTo>
                    <a:pt x="20908" y="10165"/>
                  </a:lnTo>
                  <a:cubicBezTo>
                    <a:pt x="19925" y="9463"/>
                    <a:pt x="19029" y="8844"/>
                    <a:pt x="18170" y="8271"/>
                  </a:cubicBezTo>
                  <a:cubicBezTo>
                    <a:pt x="17971" y="8133"/>
                    <a:pt x="17764" y="7994"/>
                    <a:pt x="17560" y="7860"/>
                  </a:cubicBezTo>
                  <a:cubicBezTo>
                    <a:pt x="16404" y="7096"/>
                    <a:pt x="15180" y="6325"/>
                    <a:pt x="13924" y="5568"/>
                  </a:cubicBezTo>
                  <a:cubicBezTo>
                    <a:pt x="11132" y="3887"/>
                    <a:pt x="8470" y="2481"/>
                    <a:pt x="6221" y="1499"/>
                  </a:cubicBezTo>
                  <a:cubicBezTo>
                    <a:pt x="3979" y="520"/>
                    <a:pt x="2240" y="1"/>
                    <a:pt x="1194" y="1"/>
                  </a:cubicBezTo>
                  <a:close/>
                  <a:moveTo>
                    <a:pt x="30263" y="21283"/>
                  </a:moveTo>
                  <a:lnTo>
                    <a:pt x="30263" y="21283"/>
                  </a:lnTo>
                  <a:cubicBezTo>
                    <a:pt x="30263" y="21283"/>
                    <a:pt x="30263" y="21283"/>
                    <a:pt x="30262" y="21283"/>
                  </a:cubicBezTo>
                  <a:lnTo>
                    <a:pt x="30264" y="21283"/>
                  </a:lnTo>
                  <a:cubicBezTo>
                    <a:pt x="30264" y="21283"/>
                    <a:pt x="30264" y="21283"/>
                    <a:pt x="30263" y="21283"/>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9"/>
            <p:cNvSpPr/>
            <p:nvPr/>
          </p:nvSpPr>
          <p:spPr>
            <a:xfrm>
              <a:off x="2845175" y="3506250"/>
              <a:ext cx="796850" cy="532475"/>
            </a:xfrm>
            <a:custGeom>
              <a:rect b="b" l="l" r="r" t="t"/>
              <a:pathLst>
                <a:path extrusionOk="0" h="21299" w="31874">
                  <a:moveTo>
                    <a:pt x="1279" y="15"/>
                  </a:moveTo>
                  <a:cubicBezTo>
                    <a:pt x="2325" y="15"/>
                    <a:pt x="4064" y="534"/>
                    <a:pt x="6306" y="1513"/>
                  </a:cubicBezTo>
                  <a:cubicBezTo>
                    <a:pt x="8553" y="2494"/>
                    <a:pt x="11215" y="3901"/>
                    <a:pt x="14007" y="5579"/>
                  </a:cubicBezTo>
                  <a:cubicBezTo>
                    <a:pt x="15263" y="6339"/>
                    <a:pt x="16486" y="7110"/>
                    <a:pt x="17643" y="7874"/>
                  </a:cubicBezTo>
                  <a:cubicBezTo>
                    <a:pt x="17846" y="8008"/>
                    <a:pt x="18054" y="8145"/>
                    <a:pt x="18253" y="8283"/>
                  </a:cubicBezTo>
                  <a:cubicBezTo>
                    <a:pt x="19112" y="8856"/>
                    <a:pt x="20008" y="9477"/>
                    <a:pt x="20991" y="10176"/>
                  </a:cubicBezTo>
                  <a:lnTo>
                    <a:pt x="20993" y="10179"/>
                  </a:lnTo>
                  <a:cubicBezTo>
                    <a:pt x="23547" y="12014"/>
                    <a:pt x="25858" y="13871"/>
                    <a:pt x="27680" y="15547"/>
                  </a:cubicBezTo>
                  <a:cubicBezTo>
                    <a:pt x="29061" y="16829"/>
                    <a:pt x="30089" y="17944"/>
                    <a:pt x="30730" y="18858"/>
                  </a:cubicBezTo>
                  <a:cubicBezTo>
                    <a:pt x="31393" y="19800"/>
                    <a:pt x="31612" y="20481"/>
                    <a:pt x="31382" y="20883"/>
                  </a:cubicBezTo>
                  <a:lnTo>
                    <a:pt x="31361" y="20916"/>
                  </a:lnTo>
                  <a:cubicBezTo>
                    <a:pt x="31199" y="21158"/>
                    <a:pt x="30860" y="21283"/>
                    <a:pt x="30349" y="21283"/>
                  </a:cubicBezTo>
                  <a:cubicBezTo>
                    <a:pt x="29479" y="21283"/>
                    <a:pt x="28103" y="20916"/>
                    <a:pt x="26369" y="20223"/>
                  </a:cubicBezTo>
                  <a:cubicBezTo>
                    <a:pt x="24646" y="19535"/>
                    <a:pt x="22564" y="18521"/>
                    <a:pt x="20347" y="17293"/>
                  </a:cubicBezTo>
                  <a:cubicBezTo>
                    <a:pt x="18274" y="16145"/>
                    <a:pt x="16131" y="14843"/>
                    <a:pt x="13979" y="13423"/>
                  </a:cubicBezTo>
                  <a:cubicBezTo>
                    <a:pt x="13316" y="12984"/>
                    <a:pt x="12769" y="12615"/>
                    <a:pt x="12259" y="12259"/>
                  </a:cubicBezTo>
                  <a:cubicBezTo>
                    <a:pt x="11326" y="11615"/>
                    <a:pt x="10425" y="10973"/>
                    <a:pt x="9580" y="10350"/>
                  </a:cubicBezTo>
                  <a:cubicBezTo>
                    <a:pt x="8276" y="9382"/>
                    <a:pt x="7054" y="8424"/>
                    <a:pt x="5950" y="7500"/>
                  </a:cubicBezTo>
                  <a:cubicBezTo>
                    <a:pt x="4117" y="5967"/>
                    <a:pt x="2619" y="4536"/>
                    <a:pt x="1617" y="3360"/>
                  </a:cubicBezTo>
                  <a:cubicBezTo>
                    <a:pt x="596" y="2160"/>
                    <a:pt x="95" y="1229"/>
                    <a:pt x="169" y="663"/>
                  </a:cubicBezTo>
                  <a:cubicBezTo>
                    <a:pt x="178" y="564"/>
                    <a:pt x="210" y="467"/>
                    <a:pt x="266" y="384"/>
                  </a:cubicBezTo>
                  <a:cubicBezTo>
                    <a:pt x="427" y="139"/>
                    <a:pt x="769" y="15"/>
                    <a:pt x="1279" y="15"/>
                  </a:cubicBezTo>
                  <a:close/>
                  <a:moveTo>
                    <a:pt x="1279" y="1"/>
                  </a:moveTo>
                  <a:cubicBezTo>
                    <a:pt x="771" y="1"/>
                    <a:pt x="423" y="121"/>
                    <a:pt x="254" y="375"/>
                  </a:cubicBezTo>
                  <a:cubicBezTo>
                    <a:pt x="199" y="463"/>
                    <a:pt x="164" y="562"/>
                    <a:pt x="155" y="663"/>
                  </a:cubicBezTo>
                  <a:cubicBezTo>
                    <a:pt x="0" y="1836"/>
                    <a:pt x="2252" y="4429"/>
                    <a:pt x="5941" y="7514"/>
                  </a:cubicBezTo>
                  <a:cubicBezTo>
                    <a:pt x="7033" y="8429"/>
                    <a:pt x="8250" y="9387"/>
                    <a:pt x="9573" y="10363"/>
                  </a:cubicBezTo>
                  <a:cubicBezTo>
                    <a:pt x="10423" y="10992"/>
                    <a:pt x="11321" y="11633"/>
                    <a:pt x="12249" y="12273"/>
                  </a:cubicBezTo>
                  <a:cubicBezTo>
                    <a:pt x="12810" y="12663"/>
                    <a:pt x="13385" y="13051"/>
                    <a:pt x="13972" y="13437"/>
                  </a:cubicBezTo>
                  <a:cubicBezTo>
                    <a:pt x="16182" y="14894"/>
                    <a:pt x="18340" y="16201"/>
                    <a:pt x="20340" y="17307"/>
                  </a:cubicBezTo>
                  <a:cubicBezTo>
                    <a:pt x="24843" y="19803"/>
                    <a:pt x="28565" y="21299"/>
                    <a:pt x="30349" y="21299"/>
                  </a:cubicBezTo>
                  <a:cubicBezTo>
                    <a:pt x="30855" y="21299"/>
                    <a:pt x="31206" y="21179"/>
                    <a:pt x="31372" y="20925"/>
                  </a:cubicBezTo>
                  <a:lnTo>
                    <a:pt x="31393" y="20892"/>
                  </a:lnTo>
                  <a:cubicBezTo>
                    <a:pt x="31873" y="20061"/>
                    <a:pt x="30414" y="18064"/>
                    <a:pt x="27690" y="15540"/>
                  </a:cubicBezTo>
                  <a:cubicBezTo>
                    <a:pt x="25928" y="13915"/>
                    <a:pt x="23642" y="12065"/>
                    <a:pt x="21003" y="10170"/>
                  </a:cubicBezTo>
                  <a:lnTo>
                    <a:pt x="20998" y="10167"/>
                  </a:lnTo>
                  <a:cubicBezTo>
                    <a:pt x="20121" y="9541"/>
                    <a:pt x="19209" y="8907"/>
                    <a:pt x="18262" y="8274"/>
                  </a:cubicBezTo>
                  <a:cubicBezTo>
                    <a:pt x="18063" y="8135"/>
                    <a:pt x="17858" y="7999"/>
                    <a:pt x="17652" y="7863"/>
                  </a:cubicBezTo>
                  <a:cubicBezTo>
                    <a:pt x="16419" y="7050"/>
                    <a:pt x="15198" y="6283"/>
                    <a:pt x="14016" y="5568"/>
                  </a:cubicBezTo>
                  <a:cubicBezTo>
                    <a:pt x="8317" y="2141"/>
                    <a:pt x="3415" y="3"/>
                    <a:pt x="1282" y="3"/>
                  </a:cubicBezTo>
                  <a:lnTo>
                    <a:pt x="1279"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9"/>
            <p:cNvSpPr/>
            <p:nvPr/>
          </p:nvSpPr>
          <p:spPr>
            <a:xfrm>
              <a:off x="2981975" y="3601625"/>
              <a:ext cx="526600" cy="341800"/>
            </a:xfrm>
            <a:custGeom>
              <a:rect b="b" l="l" r="r" t="t"/>
              <a:pathLst>
                <a:path extrusionOk="0" h="13672" w="21064">
                  <a:moveTo>
                    <a:pt x="799" y="0"/>
                  </a:moveTo>
                  <a:cubicBezTo>
                    <a:pt x="559" y="0"/>
                    <a:pt x="393" y="69"/>
                    <a:pt x="303" y="206"/>
                  </a:cubicBezTo>
                  <a:cubicBezTo>
                    <a:pt x="1" y="663"/>
                    <a:pt x="790" y="1637"/>
                    <a:pt x="2718" y="3187"/>
                  </a:cubicBezTo>
                  <a:cubicBezTo>
                    <a:pt x="4270" y="4433"/>
                    <a:pt x="6516" y="6022"/>
                    <a:pt x="9786" y="8181"/>
                  </a:cubicBezTo>
                  <a:cubicBezTo>
                    <a:pt x="13896" y="10894"/>
                    <a:pt x="18313" y="13672"/>
                    <a:pt x="19872" y="13672"/>
                  </a:cubicBezTo>
                  <a:cubicBezTo>
                    <a:pt x="20119" y="13672"/>
                    <a:pt x="20290" y="13600"/>
                    <a:pt x="20382" y="13462"/>
                  </a:cubicBezTo>
                  <a:cubicBezTo>
                    <a:pt x="21063" y="12427"/>
                    <a:pt x="16023" y="8897"/>
                    <a:pt x="11001" y="5583"/>
                  </a:cubicBezTo>
                  <a:cubicBezTo>
                    <a:pt x="6821" y="2822"/>
                    <a:pt x="2342" y="0"/>
                    <a:pt x="799"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9"/>
            <p:cNvSpPr/>
            <p:nvPr/>
          </p:nvSpPr>
          <p:spPr>
            <a:xfrm>
              <a:off x="2973025" y="3601375"/>
              <a:ext cx="535025" cy="342175"/>
            </a:xfrm>
            <a:custGeom>
              <a:rect b="b" l="l" r="r" t="t"/>
              <a:pathLst>
                <a:path extrusionOk="0" h="13687" w="21401">
                  <a:moveTo>
                    <a:pt x="1157" y="15"/>
                  </a:moveTo>
                  <a:lnTo>
                    <a:pt x="1157" y="17"/>
                  </a:lnTo>
                  <a:cubicBezTo>
                    <a:pt x="1834" y="17"/>
                    <a:pt x="3095" y="544"/>
                    <a:pt x="5013" y="1629"/>
                  </a:cubicBezTo>
                  <a:cubicBezTo>
                    <a:pt x="6577" y="2511"/>
                    <a:pt x="8592" y="3774"/>
                    <a:pt x="11356" y="5598"/>
                  </a:cubicBezTo>
                  <a:cubicBezTo>
                    <a:pt x="14635" y="7764"/>
                    <a:pt x="16865" y="9334"/>
                    <a:pt x="18371" y="10541"/>
                  </a:cubicBezTo>
                  <a:cubicBezTo>
                    <a:pt x="19274" y="11267"/>
                    <a:pt x="19929" y="11874"/>
                    <a:pt x="20324" y="12347"/>
                  </a:cubicBezTo>
                  <a:cubicBezTo>
                    <a:pt x="20749" y="12857"/>
                    <a:pt x="20885" y="13234"/>
                    <a:pt x="20733" y="13467"/>
                  </a:cubicBezTo>
                  <a:cubicBezTo>
                    <a:pt x="20641" y="13603"/>
                    <a:pt x="20472" y="13672"/>
                    <a:pt x="20230" y="13672"/>
                  </a:cubicBezTo>
                  <a:cubicBezTo>
                    <a:pt x="19553" y="13672"/>
                    <a:pt x="18311" y="13160"/>
                    <a:pt x="16427" y="12102"/>
                  </a:cubicBezTo>
                  <a:cubicBezTo>
                    <a:pt x="14861" y="11225"/>
                    <a:pt x="12866" y="9980"/>
                    <a:pt x="10149" y="8184"/>
                  </a:cubicBezTo>
                  <a:cubicBezTo>
                    <a:pt x="6879" y="6025"/>
                    <a:pt x="4632" y="4439"/>
                    <a:pt x="3081" y="3190"/>
                  </a:cubicBezTo>
                  <a:cubicBezTo>
                    <a:pt x="2164" y="2453"/>
                    <a:pt x="1495" y="1837"/>
                    <a:pt x="1093" y="1352"/>
                  </a:cubicBezTo>
                  <a:cubicBezTo>
                    <a:pt x="656" y="832"/>
                    <a:pt x="516" y="451"/>
                    <a:pt x="668" y="218"/>
                  </a:cubicBezTo>
                  <a:cubicBezTo>
                    <a:pt x="756" y="84"/>
                    <a:pt x="922" y="15"/>
                    <a:pt x="1157" y="15"/>
                  </a:cubicBezTo>
                  <a:close/>
                  <a:moveTo>
                    <a:pt x="1157" y="1"/>
                  </a:moveTo>
                  <a:cubicBezTo>
                    <a:pt x="920" y="1"/>
                    <a:pt x="749" y="68"/>
                    <a:pt x="656" y="209"/>
                  </a:cubicBezTo>
                  <a:cubicBezTo>
                    <a:pt x="1" y="1202"/>
                    <a:pt x="4593" y="4531"/>
                    <a:pt x="10139" y="8196"/>
                  </a:cubicBezTo>
                  <a:cubicBezTo>
                    <a:pt x="14882" y="11324"/>
                    <a:pt x="18784" y="13686"/>
                    <a:pt x="20230" y="13686"/>
                  </a:cubicBezTo>
                  <a:cubicBezTo>
                    <a:pt x="20474" y="13686"/>
                    <a:pt x="20650" y="13617"/>
                    <a:pt x="20744" y="13474"/>
                  </a:cubicBezTo>
                  <a:cubicBezTo>
                    <a:pt x="21400" y="12481"/>
                    <a:pt x="16909" y="9246"/>
                    <a:pt x="11363" y="5584"/>
                  </a:cubicBezTo>
                  <a:cubicBezTo>
                    <a:pt x="6602" y="2442"/>
                    <a:pt x="2610" y="1"/>
                    <a:pt x="116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9"/>
            <p:cNvSpPr/>
            <p:nvPr/>
          </p:nvSpPr>
          <p:spPr>
            <a:xfrm>
              <a:off x="2980125" y="3760350"/>
              <a:ext cx="557300" cy="224250"/>
            </a:xfrm>
            <a:custGeom>
              <a:rect b="b" l="l" r="r" t="t"/>
              <a:pathLst>
                <a:path extrusionOk="0" h="8970" w="22292">
                  <a:moveTo>
                    <a:pt x="15600" y="1"/>
                  </a:moveTo>
                  <a:lnTo>
                    <a:pt x="12003" y="867"/>
                  </a:lnTo>
                  <a:lnTo>
                    <a:pt x="6851" y="2109"/>
                  </a:lnTo>
                  <a:lnTo>
                    <a:pt x="1" y="3758"/>
                  </a:lnTo>
                  <a:cubicBezTo>
                    <a:pt x="1850" y="5226"/>
                    <a:pt x="3884" y="6676"/>
                    <a:pt x="5939" y="8034"/>
                  </a:cubicBezTo>
                  <a:cubicBezTo>
                    <a:pt x="6417" y="8348"/>
                    <a:pt x="6891" y="8662"/>
                    <a:pt x="7364" y="8967"/>
                  </a:cubicBezTo>
                  <a:lnTo>
                    <a:pt x="7366" y="8969"/>
                  </a:lnTo>
                  <a:lnTo>
                    <a:pt x="14942" y="7143"/>
                  </a:lnTo>
                  <a:lnTo>
                    <a:pt x="19627" y="6016"/>
                  </a:lnTo>
                  <a:lnTo>
                    <a:pt x="22292" y="5374"/>
                  </a:lnTo>
                  <a:cubicBezTo>
                    <a:pt x="20530" y="3748"/>
                    <a:pt x="18244" y="1901"/>
                    <a:pt x="15605" y="3"/>
                  </a:cubicBezTo>
                  <a:lnTo>
                    <a:pt x="1560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9"/>
            <p:cNvSpPr/>
            <p:nvPr/>
          </p:nvSpPr>
          <p:spPr>
            <a:xfrm>
              <a:off x="2846900" y="3645425"/>
              <a:ext cx="454825" cy="159225"/>
            </a:xfrm>
            <a:custGeom>
              <a:rect b="b" l="l" r="r" t="t"/>
              <a:pathLst>
                <a:path extrusionOk="0" h="6369" w="18193">
                  <a:moveTo>
                    <a:pt x="13947" y="1"/>
                  </a:moveTo>
                  <a:lnTo>
                    <a:pt x="10740" y="772"/>
                  </a:lnTo>
                  <a:lnTo>
                    <a:pt x="5872" y="1945"/>
                  </a:lnTo>
                  <a:lnTo>
                    <a:pt x="1" y="3356"/>
                  </a:lnTo>
                  <a:cubicBezTo>
                    <a:pt x="839" y="4342"/>
                    <a:pt x="1845" y="5355"/>
                    <a:pt x="2974" y="6367"/>
                  </a:cubicBezTo>
                  <a:lnTo>
                    <a:pt x="2977" y="6369"/>
                  </a:lnTo>
                  <a:lnTo>
                    <a:pt x="9504" y="4796"/>
                  </a:lnTo>
                  <a:lnTo>
                    <a:pt x="14542" y="3582"/>
                  </a:lnTo>
                  <a:lnTo>
                    <a:pt x="14545" y="3584"/>
                  </a:lnTo>
                  <a:lnTo>
                    <a:pt x="18193" y="2705"/>
                  </a:lnTo>
                  <a:cubicBezTo>
                    <a:pt x="17994" y="2566"/>
                    <a:pt x="17789" y="2430"/>
                    <a:pt x="17583" y="2296"/>
                  </a:cubicBezTo>
                  <a:cubicBezTo>
                    <a:pt x="16348" y="1481"/>
                    <a:pt x="15129" y="716"/>
                    <a:pt x="139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30"/>
          <p:cNvSpPr txBox="1"/>
          <p:nvPr>
            <p:ph idx="2" type="title"/>
          </p:nvPr>
        </p:nvSpPr>
        <p:spPr>
          <a:xfrm>
            <a:off x="2996550" y="846766"/>
            <a:ext cx="3150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80" name="Google Shape;480;p30"/>
          <p:cNvSpPr txBox="1"/>
          <p:nvPr>
            <p:ph idx="1" type="subTitle"/>
          </p:nvPr>
        </p:nvSpPr>
        <p:spPr>
          <a:xfrm>
            <a:off x="1990725" y="3574125"/>
            <a:ext cx="5060400" cy="109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481" name="Google Shape;481;p30"/>
          <p:cNvSpPr txBox="1"/>
          <p:nvPr>
            <p:ph type="title"/>
          </p:nvPr>
        </p:nvSpPr>
        <p:spPr>
          <a:xfrm>
            <a:off x="1924800" y="2171625"/>
            <a:ext cx="5294400" cy="146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NAME OF </a:t>
            </a:r>
            <a:endParaRPr/>
          </a:p>
          <a:p>
            <a:pPr indent="0" lvl="0" marL="0" rtl="0" algn="ctr">
              <a:spcBef>
                <a:spcPts val="0"/>
              </a:spcBef>
              <a:spcAft>
                <a:spcPts val="0"/>
              </a:spcAft>
              <a:buNone/>
            </a:pPr>
            <a:r>
              <a:rPr lang="en"/>
              <a:t>THE </a:t>
            </a:r>
            <a:r>
              <a:rPr lang="en">
                <a:solidFill>
                  <a:schemeClr val="accent3"/>
                </a:solidFill>
              </a:rPr>
              <a:t>SECTION</a:t>
            </a:r>
            <a:endParaRPr>
              <a:solidFill>
                <a:schemeClr val="accent3"/>
              </a:solidFill>
            </a:endParaRPr>
          </a:p>
        </p:txBody>
      </p:sp>
      <p:cxnSp>
        <p:nvCxnSpPr>
          <p:cNvPr id="482" name="Google Shape;482;p30"/>
          <p:cNvCxnSpPr/>
          <p:nvPr/>
        </p:nvCxnSpPr>
        <p:spPr>
          <a:xfrm>
            <a:off x="4128525" y="1921404"/>
            <a:ext cx="933000" cy="0"/>
          </a:xfrm>
          <a:prstGeom prst="straightConnector1">
            <a:avLst/>
          </a:prstGeom>
          <a:noFill/>
          <a:ln cap="flat" cmpd="sng" w="19050">
            <a:solidFill>
              <a:schemeClr val="accent3"/>
            </a:solidFill>
            <a:prstDash val="solid"/>
            <a:round/>
            <a:headEnd len="med" w="med" type="none"/>
            <a:tailEnd len="med" w="med" type="none"/>
          </a:ln>
        </p:spPr>
      </p:cxnSp>
      <p:grpSp>
        <p:nvGrpSpPr>
          <p:cNvPr id="483" name="Google Shape;483;p30"/>
          <p:cNvGrpSpPr/>
          <p:nvPr/>
        </p:nvGrpSpPr>
        <p:grpSpPr>
          <a:xfrm rot="4621808">
            <a:off x="2376833" y="431218"/>
            <a:ext cx="933908" cy="1011918"/>
            <a:chOff x="2761250" y="617875"/>
            <a:chExt cx="1222900" cy="1325050"/>
          </a:xfrm>
        </p:grpSpPr>
        <p:sp>
          <p:nvSpPr>
            <p:cNvPr id="484" name="Google Shape;484;p30"/>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0"/>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0"/>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0"/>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0"/>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0"/>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0"/>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 name="Google Shape;491;p30"/>
          <p:cNvGrpSpPr/>
          <p:nvPr/>
        </p:nvGrpSpPr>
        <p:grpSpPr>
          <a:xfrm rot="1790401">
            <a:off x="6954508" y="1322976"/>
            <a:ext cx="701869" cy="1011948"/>
            <a:chOff x="1705850" y="434250"/>
            <a:chExt cx="978800" cy="1411225"/>
          </a:xfrm>
        </p:grpSpPr>
        <p:sp>
          <p:nvSpPr>
            <p:cNvPr id="492" name="Google Shape;492;p30"/>
            <p:cNvSpPr/>
            <p:nvPr/>
          </p:nvSpPr>
          <p:spPr>
            <a:xfrm>
              <a:off x="2039325" y="1468300"/>
              <a:ext cx="114225" cy="100025"/>
            </a:xfrm>
            <a:custGeom>
              <a:rect b="b" l="l" r="r" t="t"/>
              <a:pathLst>
                <a:path extrusionOk="0" h="4001" w="4569">
                  <a:moveTo>
                    <a:pt x="2278" y="0"/>
                  </a:moveTo>
                  <a:cubicBezTo>
                    <a:pt x="1467" y="0"/>
                    <a:pt x="714" y="508"/>
                    <a:pt x="400" y="1316"/>
                  </a:cubicBezTo>
                  <a:cubicBezTo>
                    <a:pt x="1" y="2353"/>
                    <a:pt x="474" y="3486"/>
                    <a:pt x="1516" y="3872"/>
                  </a:cubicBezTo>
                  <a:cubicBezTo>
                    <a:pt x="1751" y="3959"/>
                    <a:pt x="1995" y="4000"/>
                    <a:pt x="2236" y="4000"/>
                  </a:cubicBezTo>
                  <a:cubicBezTo>
                    <a:pt x="3064" y="4000"/>
                    <a:pt x="3861" y="3514"/>
                    <a:pt x="4169" y="2713"/>
                  </a:cubicBezTo>
                  <a:cubicBezTo>
                    <a:pt x="4568" y="1679"/>
                    <a:pt x="4005" y="510"/>
                    <a:pt x="2966" y="125"/>
                  </a:cubicBezTo>
                  <a:cubicBezTo>
                    <a:pt x="2738" y="40"/>
                    <a:pt x="2506" y="0"/>
                    <a:pt x="2278"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0"/>
            <p:cNvSpPr/>
            <p:nvPr/>
          </p:nvSpPr>
          <p:spPr>
            <a:xfrm>
              <a:off x="1705850" y="434250"/>
              <a:ext cx="978800" cy="1411225"/>
            </a:xfrm>
            <a:custGeom>
              <a:rect b="b" l="l" r="r" t="t"/>
              <a:pathLst>
                <a:path extrusionOk="0" h="56449" w="39152">
                  <a:moveTo>
                    <a:pt x="21401" y="3462"/>
                  </a:moveTo>
                  <a:lnTo>
                    <a:pt x="33255" y="7856"/>
                  </a:lnTo>
                  <a:cubicBezTo>
                    <a:pt x="32341" y="9216"/>
                    <a:pt x="32941" y="10814"/>
                    <a:pt x="34430" y="11366"/>
                  </a:cubicBezTo>
                  <a:cubicBezTo>
                    <a:pt x="27596" y="23744"/>
                    <a:pt x="28819" y="39106"/>
                    <a:pt x="21985" y="51484"/>
                  </a:cubicBezTo>
                  <a:cubicBezTo>
                    <a:pt x="21635" y="51355"/>
                    <a:pt x="21267" y="51294"/>
                    <a:pt x="20897" y="51294"/>
                  </a:cubicBezTo>
                  <a:cubicBezTo>
                    <a:pt x="19686" y="51294"/>
                    <a:pt x="18453" y="51948"/>
                    <a:pt x="17755" y="52990"/>
                  </a:cubicBezTo>
                  <a:cubicBezTo>
                    <a:pt x="13802" y="51526"/>
                    <a:pt x="9851" y="50062"/>
                    <a:pt x="5898" y="48598"/>
                  </a:cubicBezTo>
                  <a:cubicBezTo>
                    <a:pt x="6812" y="47238"/>
                    <a:pt x="6214" y="45640"/>
                    <a:pt x="4725" y="45089"/>
                  </a:cubicBezTo>
                  <a:cubicBezTo>
                    <a:pt x="11560" y="32710"/>
                    <a:pt x="10336" y="17346"/>
                    <a:pt x="17171" y="4970"/>
                  </a:cubicBezTo>
                  <a:cubicBezTo>
                    <a:pt x="17519" y="5099"/>
                    <a:pt x="17886" y="5160"/>
                    <a:pt x="18255" y="5160"/>
                  </a:cubicBezTo>
                  <a:cubicBezTo>
                    <a:pt x="19466" y="5160"/>
                    <a:pt x="20700" y="4504"/>
                    <a:pt x="21401" y="3462"/>
                  </a:cubicBezTo>
                  <a:close/>
                  <a:moveTo>
                    <a:pt x="18013" y="1"/>
                  </a:moveTo>
                  <a:cubicBezTo>
                    <a:pt x="6935" y="14326"/>
                    <a:pt x="11079" y="34292"/>
                    <a:pt x="1" y="48617"/>
                  </a:cubicBezTo>
                  <a:cubicBezTo>
                    <a:pt x="7046" y="51228"/>
                    <a:pt x="14095" y="53837"/>
                    <a:pt x="21142" y="56449"/>
                  </a:cubicBezTo>
                  <a:cubicBezTo>
                    <a:pt x="32218" y="42124"/>
                    <a:pt x="28076" y="22160"/>
                    <a:pt x="39152" y="7835"/>
                  </a:cubicBezTo>
                  <a:cubicBezTo>
                    <a:pt x="32105" y="5224"/>
                    <a:pt x="25060" y="2612"/>
                    <a:pt x="18013"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0"/>
            <p:cNvSpPr/>
            <p:nvPr/>
          </p:nvSpPr>
          <p:spPr>
            <a:xfrm>
              <a:off x="1865525" y="556650"/>
              <a:ext cx="659525" cy="1166525"/>
            </a:xfrm>
            <a:custGeom>
              <a:rect b="b" l="l" r="r" t="t"/>
              <a:pathLst>
                <a:path extrusionOk="0" h="46661" w="26381">
                  <a:moveTo>
                    <a:pt x="17195" y="6055"/>
                  </a:moveTo>
                  <a:cubicBezTo>
                    <a:pt x="17454" y="6055"/>
                    <a:pt x="17715" y="6099"/>
                    <a:pt x="17967" y="6193"/>
                  </a:cubicBezTo>
                  <a:cubicBezTo>
                    <a:pt x="19077" y="6606"/>
                    <a:pt x="19585" y="7816"/>
                    <a:pt x="19158" y="8922"/>
                  </a:cubicBezTo>
                  <a:cubicBezTo>
                    <a:pt x="18823" y="9787"/>
                    <a:pt x="18018" y="10330"/>
                    <a:pt x="17151" y="10330"/>
                  </a:cubicBezTo>
                  <a:cubicBezTo>
                    <a:pt x="16908" y="10330"/>
                    <a:pt x="16659" y="10287"/>
                    <a:pt x="16415" y="10196"/>
                  </a:cubicBezTo>
                  <a:cubicBezTo>
                    <a:pt x="15305" y="9785"/>
                    <a:pt x="14704" y="8539"/>
                    <a:pt x="15131" y="7433"/>
                  </a:cubicBezTo>
                  <a:cubicBezTo>
                    <a:pt x="15460" y="6575"/>
                    <a:pt x="16311" y="6055"/>
                    <a:pt x="17195" y="6055"/>
                  </a:cubicBezTo>
                  <a:close/>
                  <a:moveTo>
                    <a:pt x="12445" y="16581"/>
                  </a:moveTo>
                  <a:cubicBezTo>
                    <a:pt x="13126" y="16581"/>
                    <a:pt x="13832" y="16705"/>
                    <a:pt x="14538" y="16966"/>
                  </a:cubicBezTo>
                  <a:cubicBezTo>
                    <a:pt x="17865" y="18199"/>
                    <a:pt x="19922" y="22035"/>
                    <a:pt x="19223" y="25565"/>
                  </a:cubicBezTo>
                  <a:cubicBezTo>
                    <a:pt x="18671" y="28350"/>
                    <a:pt x="16474" y="30079"/>
                    <a:pt x="13933" y="30079"/>
                  </a:cubicBezTo>
                  <a:cubicBezTo>
                    <a:pt x="13252" y="30079"/>
                    <a:pt x="12546" y="29955"/>
                    <a:pt x="11841" y="29694"/>
                  </a:cubicBezTo>
                  <a:cubicBezTo>
                    <a:pt x="8514" y="28461"/>
                    <a:pt x="6457" y="24625"/>
                    <a:pt x="7156" y="21095"/>
                  </a:cubicBezTo>
                  <a:cubicBezTo>
                    <a:pt x="7706" y="18309"/>
                    <a:pt x="9903" y="16581"/>
                    <a:pt x="12445" y="16581"/>
                  </a:cubicBezTo>
                  <a:close/>
                  <a:moveTo>
                    <a:pt x="9231" y="36329"/>
                  </a:moveTo>
                  <a:cubicBezTo>
                    <a:pt x="9474" y="36329"/>
                    <a:pt x="9721" y="36371"/>
                    <a:pt x="9964" y="36461"/>
                  </a:cubicBezTo>
                  <a:cubicBezTo>
                    <a:pt x="11074" y="36875"/>
                    <a:pt x="11677" y="38121"/>
                    <a:pt x="11250" y="39227"/>
                  </a:cubicBezTo>
                  <a:cubicBezTo>
                    <a:pt x="10921" y="40084"/>
                    <a:pt x="10068" y="40604"/>
                    <a:pt x="9183" y="40604"/>
                  </a:cubicBezTo>
                  <a:cubicBezTo>
                    <a:pt x="8926" y="40604"/>
                    <a:pt x="8665" y="40560"/>
                    <a:pt x="8415" y="40467"/>
                  </a:cubicBezTo>
                  <a:cubicBezTo>
                    <a:pt x="7304" y="40054"/>
                    <a:pt x="6798" y="38842"/>
                    <a:pt x="7225" y="37736"/>
                  </a:cubicBezTo>
                  <a:cubicBezTo>
                    <a:pt x="7557" y="36872"/>
                    <a:pt x="8364" y="36329"/>
                    <a:pt x="9231" y="36329"/>
                  </a:cubicBezTo>
                  <a:close/>
                  <a:moveTo>
                    <a:pt x="15309" y="0"/>
                  </a:moveTo>
                  <a:cubicBezTo>
                    <a:pt x="14319" y="901"/>
                    <a:pt x="13006" y="1446"/>
                    <a:pt x="11714" y="1446"/>
                  </a:cubicBezTo>
                  <a:cubicBezTo>
                    <a:pt x="11625" y="1446"/>
                    <a:pt x="11537" y="1444"/>
                    <a:pt x="11449" y="1439"/>
                  </a:cubicBezTo>
                  <a:cubicBezTo>
                    <a:pt x="5327" y="13334"/>
                    <a:pt x="6119" y="27791"/>
                    <a:pt x="1" y="39687"/>
                  </a:cubicBezTo>
                  <a:cubicBezTo>
                    <a:pt x="1005" y="40488"/>
                    <a:pt x="1488" y="41753"/>
                    <a:pt x="1185" y="42996"/>
                  </a:cubicBezTo>
                  <a:lnTo>
                    <a:pt x="11070" y="46660"/>
                  </a:lnTo>
                  <a:cubicBezTo>
                    <a:pt x="12062" y="45757"/>
                    <a:pt x="13373" y="45212"/>
                    <a:pt x="14667" y="45212"/>
                  </a:cubicBezTo>
                  <a:cubicBezTo>
                    <a:pt x="14756" y="45212"/>
                    <a:pt x="14844" y="45214"/>
                    <a:pt x="14933" y="45219"/>
                  </a:cubicBezTo>
                  <a:cubicBezTo>
                    <a:pt x="21052" y="33323"/>
                    <a:pt x="20262" y="18869"/>
                    <a:pt x="26381" y="6973"/>
                  </a:cubicBezTo>
                  <a:cubicBezTo>
                    <a:pt x="25374" y="6170"/>
                    <a:pt x="24891" y="4904"/>
                    <a:pt x="25196" y="3664"/>
                  </a:cubicBezTo>
                  <a:cubicBezTo>
                    <a:pt x="21899" y="2443"/>
                    <a:pt x="18604" y="1221"/>
                    <a:pt x="15309" y="0"/>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0"/>
            <p:cNvSpPr/>
            <p:nvPr/>
          </p:nvSpPr>
          <p:spPr>
            <a:xfrm>
              <a:off x="1823975" y="520850"/>
              <a:ext cx="742650" cy="1238150"/>
            </a:xfrm>
            <a:custGeom>
              <a:rect b="b" l="l" r="r" t="t"/>
              <a:pathLst>
                <a:path extrusionOk="0" h="49526" w="29706">
                  <a:moveTo>
                    <a:pt x="16927" y="1123"/>
                  </a:moveTo>
                  <a:lnTo>
                    <a:pt x="27200" y="4928"/>
                  </a:lnTo>
                  <a:cubicBezTo>
                    <a:pt x="27191" y="4960"/>
                    <a:pt x="27181" y="4992"/>
                    <a:pt x="27172" y="5025"/>
                  </a:cubicBezTo>
                  <a:cubicBezTo>
                    <a:pt x="26833" y="6244"/>
                    <a:pt x="27306" y="7493"/>
                    <a:pt x="28317" y="8257"/>
                  </a:cubicBezTo>
                  <a:cubicBezTo>
                    <a:pt x="28343" y="8278"/>
                    <a:pt x="28371" y="8297"/>
                    <a:pt x="28396" y="8317"/>
                  </a:cubicBezTo>
                  <a:cubicBezTo>
                    <a:pt x="22141" y="20308"/>
                    <a:pt x="23011" y="34940"/>
                    <a:pt x="16756" y="46933"/>
                  </a:cubicBezTo>
                  <a:cubicBezTo>
                    <a:pt x="16722" y="46928"/>
                    <a:pt x="16685" y="46926"/>
                    <a:pt x="16650" y="46924"/>
                  </a:cubicBezTo>
                  <a:cubicBezTo>
                    <a:pt x="16531" y="46914"/>
                    <a:pt x="16412" y="46909"/>
                    <a:pt x="16292" y="46909"/>
                  </a:cubicBezTo>
                  <a:cubicBezTo>
                    <a:pt x="15051" y="46909"/>
                    <a:pt x="13789" y="47445"/>
                    <a:pt x="12857" y="48325"/>
                  </a:cubicBezTo>
                  <a:cubicBezTo>
                    <a:pt x="12829" y="48351"/>
                    <a:pt x="12803" y="48376"/>
                    <a:pt x="12776" y="48401"/>
                  </a:cubicBezTo>
                  <a:cubicBezTo>
                    <a:pt x="9354" y="47132"/>
                    <a:pt x="5930" y="45864"/>
                    <a:pt x="2503" y="44596"/>
                  </a:cubicBezTo>
                  <a:cubicBezTo>
                    <a:pt x="2512" y="44564"/>
                    <a:pt x="2522" y="44532"/>
                    <a:pt x="2531" y="44499"/>
                  </a:cubicBezTo>
                  <a:cubicBezTo>
                    <a:pt x="2873" y="43282"/>
                    <a:pt x="2399" y="42029"/>
                    <a:pt x="1386" y="41269"/>
                  </a:cubicBezTo>
                  <a:cubicBezTo>
                    <a:pt x="1360" y="41248"/>
                    <a:pt x="1335" y="41227"/>
                    <a:pt x="1307" y="41207"/>
                  </a:cubicBezTo>
                  <a:cubicBezTo>
                    <a:pt x="7562" y="29216"/>
                    <a:pt x="6692" y="14584"/>
                    <a:pt x="12947" y="2591"/>
                  </a:cubicBezTo>
                  <a:lnTo>
                    <a:pt x="13055" y="2600"/>
                  </a:lnTo>
                  <a:cubicBezTo>
                    <a:pt x="13172" y="2610"/>
                    <a:pt x="13290" y="2615"/>
                    <a:pt x="13408" y="2615"/>
                  </a:cubicBezTo>
                  <a:cubicBezTo>
                    <a:pt x="14649" y="2615"/>
                    <a:pt x="15912" y="2080"/>
                    <a:pt x="16846" y="1199"/>
                  </a:cubicBezTo>
                  <a:cubicBezTo>
                    <a:pt x="16874" y="1173"/>
                    <a:pt x="16900" y="1148"/>
                    <a:pt x="16927" y="1123"/>
                  </a:cubicBezTo>
                  <a:close/>
                  <a:moveTo>
                    <a:pt x="16676" y="0"/>
                  </a:moveTo>
                  <a:cubicBezTo>
                    <a:pt x="15975" y="1041"/>
                    <a:pt x="14741" y="1696"/>
                    <a:pt x="13531" y="1696"/>
                  </a:cubicBezTo>
                  <a:cubicBezTo>
                    <a:pt x="13161" y="1696"/>
                    <a:pt x="12795" y="1635"/>
                    <a:pt x="12446" y="1506"/>
                  </a:cubicBezTo>
                  <a:cubicBezTo>
                    <a:pt x="5611" y="13882"/>
                    <a:pt x="6835" y="29246"/>
                    <a:pt x="0" y="41625"/>
                  </a:cubicBezTo>
                  <a:cubicBezTo>
                    <a:pt x="1489" y="42176"/>
                    <a:pt x="2087" y="43774"/>
                    <a:pt x="1173" y="45134"/>
                  </a:cubicBezTo>
                  <a:cubicBezTo>
                    <a:pt x="5124" y="46598"/>
                    <a:pt x="9077" y="48062"/>
                    <a:pt x="13030" y="49526"/>
                  </a:cubicBezTo>
                  <a:cubicBezTo>
                    <a:pt x="13728" y="48484"/>
                    <a:pt x="14961" y="47830"/>
                    <a:pt x="16172" y="47830"/>
                  </a:cubicBezTo>
                  <a:cubicBezTo>
                    <a:pt x="16542" y="47830"/>
                    <a:pt x="16910" y="47891"/>
                    <a:pt x="17260" y="48020"/>
                  </a:cubicBezTo>
                  <a:cubicBezTo>
                    <a:pt x="24094" y="35640"/>
                    <a:pt x="22871" y="20278"/>
                    <a:pt x="29705" y="7902"/>
                  </a:cubicBezTo>
                  <a:cubicBezTo>
                    <a:pt x="28216" y="7350"/>
                    <a:pt x="27616" y="5752"/>
                    <a:pt x="28530" y="4392"/>
                  </a:cubicBezTo>
                  <a:lnTo>
                    <a:pt x="16676" y="0"/>
                  </a:ln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0"/>
            <p:cNvSpPr/>
            <p:nvPr/>
          </p:nvSpPr>
          <p:spPr>
            <a:xfrm>
              <a:off x="1856650" y="548900"/>
              <a:ext cx="677225" cy="1182000"/>
            </a:xfrm>
            <a:custGeom>
              <a:rect b="b" l="l" r="r" t="t"/>
              <a:pathLst>
                <a:path extrusionOk="0" h="47280" w="27089">
                  <a:moveTo>
                    <a:pt x="15664" y="310"/>
                  </a:moveTo>
                  <a:cubicBezTo>
                    <a:pt x="18959" y="1529"/>
                    <a:pt x="22254" y="2751"/>
                    <a:pt x="25551" y="3972"/>
                  </a:cubicBezTo>
                  <a:cubicBezTo>
                    <a:pt x="25246" y="5214"/>
                    <a:pt x="25729" y="6480"/>
                    <a:pt x="26736" y="7281"/>
                  </a:cubicBezTo>
                  <a:cubicBezTo>
                    <a:pt x="20617" y="19177"/>
                    <a:pt x="21407" y="33633"/>
                    <a:pt x="15288" y="45529"/>
                  </a:cubicBezTo>
                  <a:cubicBezTo>
                    <a:pt x="15199" y="45524"/>
                    <a:pt x="15111" y="45522"/>
                    <a:pt x="15022" y="45522"/>
                  </a:cubicBezTo>
                  <a:cubicBezTo>
                    <a:pt x="13728" y="45522"/>
                    <a:pt x="12417" y="46067"/>
                    <a:pt x="11425" y="46968"/>
                  </a:cubicBezTo>
                  <a:lnTo>
                    <a:pt x="1538" y="43306"/>
                  </a:lnTo>
                  <a:cubicBezTo>
                    <a:pt x="1843" y="42063"/>
                    <a:pt x="1360" y="40798"/>
                    <a:pt x="353" y="39997"/>
                  </a:cubicBezTo>
                  <a:lnTo>
                    <a:pt x="356" y="39997"/>
                  </a:lnTo>
                  <a:cubicBezTo>
                    <a:pt x="6474" y="28101"/>
                    <a:pt x="5682" y="13644"/>
                    <a:pt x="11804" y="1749"/>
                  </a:cubicBezTo>
                  <a:cubicBezTo>
                    <a:pt x="11892" y="1754"/>
                    <a:pt x="11980" y="1756"/>
                    <a:pt x="12069" y="1756"/>
                  </a:cubicBezTo>
                  <a:cubicBezTo>
                    <a:pt x="13361" y="1756"/>
                    <a:pt x="14674" y="1211"/>
                    <a:pt x="15664" y="310"/>
                  </a:cubicBezTo>
                  <a:close/>
                  <a:moveTo>
                    <a:pt x="15620" y="1"/>
                  </a:moveTo>
                  <a:cubicBezTo>
                    <a:pt x="15593" y="26"/>
                    <a:pt x="15567" y="51"/>
                    <a:pt x="15539" y="77"/>
                  </a:cubicBezTo>
                  <a:cubicBezTo>
                    <a:pt x="14607" y="958"/>
                    <a:pt x="13342" y="1493"/>
                    <a:pt x="12101" y="1493"/>
                  </a:cubicBezTo>
                  <a:cubicBezTo>
                    <a:pt x="11983" y="1493"/>
                    <a:pt x="11865" y="1488"/>
                    <a:pt x="11748" y="1478"/>
                  </a:cubicBezTo>
                  <a:lnTo>
                    <a:pt x="11640" y="1469"/>
                  </a:lnTo>
                  <a:cubicBezTo>
                    <a:pt x="5385" y="13462"/>
                    <a:pt x="6255" y="28094"/>
                    <a:pt x="0" y="40085"/>
                  </a:cubicBezTo>
                  <a:cubicBezTo>
                    <a:pt x="28" y="40105"/>
                    <a:pt x="53" y="40126"/>
                    <a:pt x="81" y="40147"/>
                  </a:cubicBezTo>
                  <a:cubicBezTo>
                    <a:pt x="1092" y="40909"/>
                    <a:pt x="1566" y="42160"/>
                    <a:pt x="1224" y="43380"/>
                  </a:cubicBezTo>
                  <a:cubicBezTo>
                    <a:pt x="1215" y="43412"/>
                    <a:pt x="1205" y="43444"/>
                    <a:pt x="1196" y="43474"/>
                  </a:cubicBezTo>
                  <a:cubicBezTo>
                    <a:pt x="4620" y="44744"/>
                    <a:pt x="8044" y="46012"/>
                    <a:pt x="11469" y="47279"/>
                  </a:cubicBezTo>
                  <a:cubicBezTo>
                    <a:pt x="11496" y="47256"/>
                    <a:pt x="11522" y="47231"/>
                    <a:pt x="11550" y="47206"/>
                  </a:cubicBezTo>
                  <a:cubicBezTo>
                    <a:pt x="12484" y="46324"/>
                    <a:pt x="13750" y="45787"/>
                    <a:pt x="14991" y="45787"/>
                  </a:cubicBezTo>
                  <a:cubicBezTo>
                    <a:pt x="15109" y="45787"/>
                    <a:pt x="15226" y="45792"/>
                    <a:pt x="15343" y="45802"/>
                  </a:cubicBezTo>
                  <a:cubicBezTo>
                    <a:pt x="15380" y="45806"/>
                    <a:pt x="15415" y="45809"/>
                    <a:pt x="15452" y="45811"/>
                  </a:cubicBezTo>
                  <a:cubicBezTo>
                    <a:pt x="21704" y="33820"/>
                    <a:pt x="20834" y="19188"/>
                    <a:pt x="27089" y="7195"/>
                  </a:cubicBezTo>
                  <a:cubicBezTo>
                    <a:pt x="27064" y="7175"/>
                    <a:pt x="27036" y="7156"/>
                    <a:pt x="27010" y="7135"/>
                  </a:cubicBezTo>
                  <a:cubicBezTo>
                    <a:pt x="25999" y="6371"/>
                    <a:pt x="25526" y="5120"/>
                    <a:pt x="25865" y="3903"/>
                  </a:cubicBezTo>
                  <a:cubicBezTo>
                    <a:pt x="25874" y="3870"/>
                    <a:pt x="25884" y="3838"/>
                    <a:pt x="25893" y="3806"/>
                  </a:cubicBezTo>
                  <a:lnTo>
                    <a:pt x="15620" y="1"/>
                  </a:ln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0"/>
            <p:cNvSpPr/>
            <p:nvPr/>
          </p:nvSpPr>
          <p:spPr>
            <a:xfrm>
              <a:off x="2026925" y="971175"/>
              <a:ext cx="336675" cy="337450"/>
            </a:xfrm>
            <a:custGeom>
              <a:rect b="b" l="l" r="r" t="t"/>
              <a:pathLst>
                <a:path extrusionOk="0" h="13498" w="13467">
                  <a:moveTo>
                    <a:pt x="5989" y="0"/>
                  </a:moveTo>
                  <a:cubicBezTo>
                    <a:pt x="3447" y="0"/>
                    <a:pt x="1250" y="1728"/>
                    <a:pt x="700" y="4514"/>
                  </a:cubicBezTo>
                  <a:cubicBezTo>
                    <a:pt x="1" y="8044"/>
                    <a:pt x="2058" y="11880"/>
                    <a:pt x="5385" y="13113"/>
                  </a:cubicBezTo>
                  <a:cubicBezTo>
                    <a:pt x="6090" y="13374"/>
                    <a:pt x="6796" y="13498"/>
                    <a:pt x="7477" y="13498"/>
                  </a:cubicBezTo>
                  <a:cubicBezTo>
                    <a:pt x="10018" y="13498"/>
                    <a:pt x="12215" y="11769"/>
                    <a:pt x="12767" y="8984"/>
                  </a:cubicBezTo>
                  <a:cubicBezTo>
                    <a:pt x="13466" y="5454"/>
                    <a:pt x="11409" y="1618"/>
                    <a:pt x="8082" y="385"/>
                  </a:cubicBezTo>
                  <a:cubicBezTo>
                    <a:pt x="7376" y="124"/>
                    <a:pt x="6670" y="0"/>
                    <a:pt x="5989"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0"/>
            <p:cNvSpPr/>
            <p:nvPr/>
          </p:nvSpPr>
          <p:spPr>
            <a:xfrm>
              <a:off x="2237275" y="711425"/>
              <a:ext cx="114200" cy="100075"/>
            </a:xfrm>
            <a:custGeom>
              <a:rect b="b" l="l" r="r" t="t"/>
              <a:pathLst>
                <a:path extrusionOk="0" h="4003" w="4568">
                  <a:moveTo>
                    <a:pt x="2275" y="1"/>
                  </a:moveTo>
                  <a:cubicBezTo>
                    <a:pt x="1465" y="1"/>
                    <a:pt x="712" y="509"/>
                    <a:pt x="400" y="1318"/>
                  </a:cubicBezTo>
                  <a:cubicBezTo>
                    <a:pt x="0" y="2355"/>
                    <a:pt x="474" y="3488"/>
                    <a:pt x="1515" y="3874"/>
                  </a:cubicBezTo>
                  <a:cubicBezTo>
                    <a:pt x="1750" y="3961"/>
                    <a:pt x="1994" y="4002"/>
                    <a:pt x="2236" y="4002"/>
                  </a:cubicBezTo>
                  <a:cubicBezTo>
                    <a:pt x="3063" y="4002"/>
                    <a:pt x="3861" y="3516"/>
                    <a:pt x="4168" y="2715"/>
                  </a:cubicBezTo>
                  <a:cubicBezTo>
                    <a:pt x="4568" y="1680"/>
                    <a:pt x="4004" y="512"/>
                    <a:pt x="2965" y="126"/>
                  </a:cubicBezTo>
                  <a:cubicBezTo>
                    <a:pt x="2736" y="41"/>
                    <a:pt x="2503" y="1"/>
                    <a:pt x="2275"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30"/>
          <p:cNvGrpSpPr/>
          <p:nvPr/>
        </p:nvGrpSpPr>
        <p:grpSpPr>
          <a:xfrm rot="-1388379">
            <a:off x="1014117" y="2362682"/>
            <a:ext cx="584864" cy="513483"/>
            <a:chOff x="2665925" y="2466150"/>
            <a:chExt cx="627625" cy="551025"/>
          </a:xfrm>
        </p:grpSpPr>
        <p:sp>
          <p:nvSpPr>
            <p:cNvPr id="500" name="Google Shape;500;p30"/>
            <p:cNvSpPr/>
            <p:nvPr/>
          </p:nvSpPr>
          <p:spPr>
            <a:xfrm>
              <a:off x="2700675" y="2466150"/>
              <a:ext cx="592875" cy="549500"/>
            </a:xfrm>
            <a:custGeom>
              <a:rect b="b" l="l" r="r" t="t"/>
              <a:pathLst>
                <a:path extrusionOk="0" h="21980" w="23715">
                  <a:moveTo>
                    <a:pt x="6323" y="0"/>
                  </a:moveTo>
                  <a:cubicBezTo>
                    <a:pt x="5320" y="0"/>
                    <a:pt x="4347" y="220"/>
                    <a:pt x="3434" y="722"/>
                  </a:cubicBezTo>
                  <a:cubicBezTo>
                    <a:pt x="52" y="2578"/>
                    <a:pt x="1" y="6111"/>
                    <a:pt x="1" y="6111"/>
                  </a:cubicBezTo>
                  <a:cubicBezTo>
                    <a:pt x="1" y="6111"/>
                    <a:pt x="1555" y="3520"/>
                    <a:pt x="4741" y="3520"/>
                  </a:cubicBezTo>
                  <a:cubicBezTo>
                    <a:pt x="7746" y="3520"/>
                    <a:pt x="12205" y="5827"/>
                    <a:pt x="18179" y="14795"/>
                  </a:cubicBezTo>
                  <a:cubicBezTo>
                    <a:pt x="22322" y="21011"/>
                    <a:pt x="16293" y="21867"/>
                    <a:pt x="16293" y="21867"/>
                  </a:cubicBezTo>
                  <a:cubicBezTo>
                    <a:pt x="16293" y="21867"/>
                    <a:pt x="16625" y="21980"/>
                    <a:pt x="17147" y="21980"/>
                  </a:cubicBezTo>
                  <a:cubicBezTo>
                    <a:pt x="18141" y="21980"/>
                    <a:pt x="19823" y="21572"/>
                    <a:pt x="21209" y="19201"/>
                  </a:cubicBezTo>
                  <a:cubicBezTo>
                    <a:pt x="22213" y="17480"/>
                    <a:pt x="23714" y="15162"/>
                    <a:pt x="20548" y="10050"/>
                  </a:cubicBezTo>
                  <a:cubicBezTo>
                    <a:pt x="18795" y="7221"/>
                    <a:pt x="12072" y="0"/>
                    <a:pt x="6323"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0"/>
            <p:cNvSpPr/>
            <p:nvPr/>
          </p:nvSpPr>
          <p:spPr>
            <a:xfrm>
              <a:off x="2700275" y="2537525"/>
              <a:ext cx="507325" cy="479550"/>
            </a:xfrm>
            <a:custGeom>
              <a:rect b="b" l="l" r="r" t="t"/>
              <a:pathLst>
                <a:path extrusionOk="0" h="19182" w="20293">
                  <a:moveTo>
                    <a:pt x="3446" y="0"/>
                  </a:moveTo>
                  <a:cubicBezTo>
                    <a:pt x="3175" y="0"/>
                    <a:pt x="2902" y="23"/>
                    <a:pt x="2633" y="67"/>
                  </a:cubicBezTo>
                  <a:cubicBezTo>
                    <a:pt x="1859" y="197"/>
                    <a:pt x="1241" y="508"/>
                    <a:pt x="793" y="995"/>
                  </a:cubicBezTo>
                  <a:cubicBezTo>
                    <a:pt x="264" y="1570"/>
                    <a:pt x="1" y="2353"/>
                    <a:pt x="8" y="3325"/>
                  </a:cubicBezTo>
                  <a:cubicBezTo>
                    <a:pt x="12" y="4263"/>
                    <a:pt x="269" y="5339"/>
                    <a:pt x="770" y="6519"/>
                  </a:cubicBezTo>
                  <a:cubicBezTo>
                    <a:pt x="1799" y="8945"/>
                    <a:pt x="3741" y="11545"/>
                    <a:pt x="6242" y="13843"/>
                  </a:cubicBezTo>
                  <a:cubicBezTo>
                    <a:pt x="6535" y="14113"/>
                    <a:pt x="6812" y="14355"/>
                    <a:pt x="7085" y="14586"/>
                  </a:cubicBezTo>
                  <a:cubicBezTo>
                    <a:pt x="8876" y="16108"/>
                    <a:pt x="10793" y="17338"/>
                    <a:pt x="12629" y="18147"/>
                  </a:cubicBezTo>
                  <a:cubicBezTo>
                    <a:pt x="13116" y="18361"/>
                    <a:pt x="13614" y="18551"/>
                    <a:pt x="14122" y="18712"/>
                  </a:cubicBezTo>
                  <a:cubicBezTo>
                    <a:pt x="15032" y="19001"/>
                    <a:pt x="15877" y="19158"/>
                    <a:pt x="16630" y="19179"/>
                  </a:cubicBezTo>
                  <a:cubicBezTo>
                    <a:pt x="16688" y="19181"/>
                    <a:pt x="16745" y="19181"/>
                    <a:pt x="16803" y="19181"/>
                  </a:cubicBezTo>
                  <a:cubicBezTo>
                    <a:pt x="17985" y="19181"/>
                    <a:pt x="18893" y="18846"/>
                    <a:pt x="19500" y="18186"/>
                  </a:cubicBezTo>
                  <a:cubicBezTo>
                    <a:pt x="20026" y="17613"/>
                    <a:pt x="20292" y="16828"/>
                    <a:pt x="20285" y="15856"/>
                  </a:cubicBezTo>
                  <a:cubicBezTo>
                    <a:pt x="20280" y="14919"/>
                    <a:pt x="20024" y="13845"/>
                    <a:pt x="19523" y="12665"/>
                  </a:cubicBezTo>
                  <a:cubicBezTo>
                    <a:pt x="18493" y="10238"/>
                    <a:pt x="16551" y="7636"/>
                    <a:pt x="14053" y="5341"/>
                  </a:cubicBezTo>
                  <a:cubicBezTo>
                    <a:pt x="13342" y="4688"/>
                    <a:pt x="12599" y="4071"/>
                    <a:pt x="11825" y="3498"/>
                  </a:cubicBezTo>
                  <a:cubicBezTo>
                    <a:pt x="10894" y="2801"/>
                    <a:pt x="9911" y="2178"/>
                    <a:pt x="8886" y="1630"/>
                  </a:cubicBezTo>
                  <a:cubicBezTo>
                    <a:pt x="8364" y="1353"/>
                    <a:pt x="7847" y="1106"/>
                    <a:pt x="7343" y="898"/>
                  </a:cubicBezTo>
                  <a:cubicBezTo>
                    <a:pt x="5928" y="310"/>
                    <a:pt x="4593" y="0"/>
                    <a:pt x="3485" y="0"/>
                  </a:cubicBezTo>
                  <a:cubicBezTo>
                    <a:pt x="3472" y="0"/>
                    <a:pt x="3459" y="0"/>
                    <a:pt x="3446"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0"/>
            <p:cNvSpPr/>
            <p:nvPr/>
          </p:nvSpPr>
          <p:spPr>
            <a:xfrm>
              <a:off x="2665925" y="2537350"/>
              <a:ext cx="575950" cy="479825"/>
            </a:xfrm>
            <a:custGeom>
              <a:rect b="b" l="l" r="r" t="t"/>
              <a:pathLst>
                <a:path extrusionOk="0" h="19193" w="23038">
                  <a:moveTo>
                    <a:pt x="4859" y="0"/>
                  </a:moveTo>
                  <a:cubicBezTo>
                    <a:pt x="4859" y="0"/>
                    <a:pt x="4860" y="0"/>
                    <a:pt x="4860" y="0"/>
                  </a:cubicBezTo>
                  <a:lnTo>
                    <a:pt x="4860" y="0"/>
                  </a:lnTo>
                  <a:cubicBezTo>
                    <a:pt x="4860" y="0"/>
                    <a:pt x="4861" y="0"/>
                    <a:pt x="4861" y="0"/>
                  </a:cubicBezTo>
                  <a:close/>
                  <a:moveTo>
                    <a:pt x="4861" y="12"/>
                  </a:moveTo>
                  <a:cubicBezTo>
                    <a:pt x="5967" y="12"/>
                    <a:pt x="7302" y="324"/>
                    <a:pt x="8717" y="910"/>
                  </a:cubicBezTo>
                  <a:cubicBezTo>
                    <a:pt x="9218" y="1118"/>
                    <a:pt x="9738" y="1365"/>
                    <a:pt x="10260" y="1642"/>
                  </a:cubicBezTo>
                  <a:cubicBezTo>
                    <a:pt x="11285" y="2189"/>
                    <a:pt x="12266" y="2813"/>
                    <a:pt x="13197" y="3508"/>
                  </a:cubicBezTo>
                  <a:cubicBezTo>
                    <a:pt x="13970" y="4083"/>
                    <a:pt x="14714" y="4697"/>
                    <a:pt x="15423" y="5350"/>
                  </a:cubicBezTo>
                  <a:cubicBezTo>
                    <a:pt x="16686" y="6509"/>
                    <a:pt x="17808" y="7749"/>
                    <a:pt x="18757" y="9028"/>
                  </a:cubicBezTo>
                  <a:cubicBezTo>
                    <a:pt x="19673" y="10266"/>
                    <a:pt x="20391" y="11492"/>
                    <a:pt x="20893" y="12672"/>
                  </a:cubicBezTo>
                  <a:cubicBezTo>
                    <a:pt x="21394" y="13852"/>
                    <a:pt x="21648" y="14926"/>
                    <a:pt x="21654" y="15863"/>
                  </a:cubicBezTo>
                  <a:cubicBezTo>
                    <a:pt x="21661" y="16833"/>
                    <a:pt x="21396" y="17616"/>
                    <a:pt x="20872" y="18188"/>
                  </a:cubicBezTo>
                  <a:cubicBezTo>
                    <a:pt x="20567" y="18518"/>
                    <a:pt x="20179" y="18770"/>
                    <a:pt x="19720" y="18939"/>
                  </a:cubicBezTo>
                  <a:cubicBezTo>
                    <a:pt x="19274" y="19100"/>
                    <a:pt x="18754" y="19183"/>
                    <a:pt x="18179" y="19183"/>
                  </a:cubicBezTo>
                  <a:cubicBezTo>
                    <a:pt x="18122" y="19183"/>
                    <a:pt x="18064" y="19183"/>
                    <a:pt x="18006" y="19181"/>
                  </a:cubicBezTo>
                  <a:cubicBezTo>
                    <a:pt x="17251" y="19158"/>
                    <a:pt x="16408" y="19001"/>
                    <a:pt x="15499" y="18715"/>
                  </a:cubicBezTo>
                  <a:cubicBezTo>
                    <a:pt x="14991" y="18553"/>
                    <a:pt x="14492" y="18364"/>
                    <a:pt x="14005" y="18147"/>
                  </a:cubicBezTo>
                  <a:cubicBezTo>
                    <a:pt x="12169" y="17339"/>
                    <a:pt x="10253" y="16110"/>
                    <a:pt x="8463" y="14589"/>
                  </a:cubicBezTo>
                  <a:lnTo>
                    <a:pt x="8461" y="14589"/>
                  </a:lnTo>
                  <a:cubicBezTo>
                    <a:pt x="8189" y="14358"/>
                    <a:pt x="7914" y="14115"/>
                    <a:pt x="7621" y="13845"/>
                  </a:cubicBezTo>
                  <a:cubicBezTo>
                    <a:pt x="6357" y="12684"/>
                    <a:pt x="5235" y="11446"/>
                    <a:pt x="4284" y="10165"/>
                  </a:cubicBezTo>
                  <a:cubicBezTo>
                    <a:pt x="3367" y="8927"/>
                    <a:pt x="2649" y="7701"/>
                    <a:pt x="2148" y="6521"/>
                  </a:cubicBezTo>
                  <a:cubicBezTo>
                    <a:pt x="1649" y="5341"/>
                    <a:pt x="1393" y="4270"/>
                    <a:pt x="1386" y="3330"/>
                  </a:cubicBezTo>
                  <a:cubicBezTo>
                    <a:pt x="1382" y="2360"/>
                    <a:pt x="1645" y="1577"/>
                    <a:pt x="2171" y="1007"/>
                  </a:cubicBezTo>
                  <a:cubicBezTo>
                    <a:pt x="2617" y="520"/>
                    <a:pt x="3238" y="208"/>
                    <a:pt x="4009" y="79"/>
                  </a:cubicBezTo>
                  <a:cubicBezTo>
                    <a:pt x="4291" y="33"/>
                    <a:pt x="4575" y="12"/>
                    <a:pt x="4861" y="12"/>
                  </a:cubicBezTo>
                  <a:close/>
                  <a:moveTo>
                    <a:pt x="4860" y="0"/>
                  </a:moveTo>
                  <a:cubicBezTo>
                    <a:pt x="4574" y="0"/>
                    <a:pt x="4288" y="21"/>
                    <a:pt x="4007" y="67"/>
                  </a:cubicBezTo>
                  <a:cubicBezTo>
                    <a:pt x="3252" y="194"/>
                    <a:pt x="2622" y="499"/>
                    <a:pt x="2160" y="998"/>
                  </a:cubicBezTo>
                  <a:cubicBezTo>
                    <a:pt x="1" y="3348"/>
                    <a:pt x="2441" y="9102"/>
                    <a:pt x="7611" y="13852"/>
                  </a:cubicBezTo>
                  <a:cubicBezTo>
                    <a:pt x="7891" y="14111"/>
                    <a:pt x="8170" y="14358"/>
                    <a:pt x="8454" y="14595"/>
                  </a:cubicBezTo>
                  <a:lnTo>
                    <a:pt x="8456" y="14595"/>
                  </a:lnTo>
                  <a:cubicBezTo>
                    <a:pt x="10304" y="16166"/>
                    <a:pt x="12220" y="17371"/>
                    <a:pt x="14000" y="18156"/>
                  </a:cubicBezTo>
                  <a:cubicBezTo>
                    <a:pt x="14487" y="18371"/>
                    <a:pt x="14986" y="18560"/>
                    <a:pt x="15494" y="18724"/>
                  </a:cubicBezTo>
                  <a:cubicBezTo>
                    <a:pt x="16397" y="19008"/>
                    <a:pt x="17244" y="19167"/>
                    <a:pt x="18004" y="19190"/>
                  </a:cubicBezTo>
                  <a:cubicBezTo>
                    <a:pt x="18062" y="19190"/>
                    <a:pt x="18119" y="19193"/>
                    <a:pt x="18177" y="19193"/>
                  </a:cubicBezTo>
                  <a:cubicBezTo>
                    <a:pt x="19320" y="19193"/>
                    <a:pt x="20255" y="18872"/>
                    <a:pt x="20879" y="18193"/>
                  </a:cubicBezTo>
                  <a:cubicBezTo>
                    <a:pt x="23038" y="15845"/>
                    <a:pt x="20597" y="10088"/>
                    <a:pt x="15429" y="5341"/>
                  </a:cubicBezTo>
                  <a:cubicBezTo>
                    <a:pt x="14721" y="4688"/>
                    <a:pt x="13977" y="4073"/>
                    <a:pt x="13201" y="3498"/>
                  </a:cubicBezTo>
                  <a:cubicBezTo>
                    <a:pt x="12271" y="2801"/>
                    <a:pt x="11287" y="2178"/>
                    <a:pt x="10262" y="1630"/>
                  </a:cubicBezTo>
                  <a:cubicBezTo>
                    <a:pt x="9738" y="1351"/>
                    <a:pt x="9223" y="1106"/>
                    <a:pt x="8717" y="899"/>
                  </a:cubicBezTo>
                  <a:cubicBezTo>
                    <a:pt x="7305" y="312"/>
                    <a:pt x="5982" y="1"/>
                    <a:pt x="4860"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0"/>
            <p:cNvSpPr/>
            <p:nvPr/>
          </p:nvSpPr>
          <p:spPr>
            <a:xfrm>
              <a:off x="2747900" y="2609975"/>
              <a:ext cx="408725" cy="340475"/>
            </a:xfrm>
            <a:custGeom>
              <a:rect b="b" l="l" r="r" t="t"/>
              <a:pathLst>
                <a:path extrusionOk="0" h="13619" w="16349">
                  <a:moveTo>
                    <a:pt x="3097" y="0"/>
                  </a:moveTo>
                  <a:cubicBezTo>
                    <a:pt x="2363" y="0"/>
                    <a:pt x="1799" y="206"/>
                    <a:pt x="1428" y="610"/>
                  </a:cubicBezTo>
                  <a:cubicBezTo>
                    <a:pt x="1" y="2164"/>
                    <a:pt x="1866" y="6207"/>
                    <a:pt x="5586" y="9624"/>
                  </a:cubicBezTo>
                  <a:cubicBezTo>
                    <a:pt x="8228" y="12051"/>
                    <a:pt x="11236" y="13618"/>
                    <a:pt x="13252" y="13618"/>
                  </a:cubicBezTo>
                  <a:cubicBezTo>
                    <a:pt x="13986" y="13618"/>
                    <a:pt x="14547" y="13413"/>
                    <a:pt x="14921" y="13007"/>
                  </a:cubicBezTo>
                  <a:cubicBezTo>
                    <a:pt x="16348" y="11455"/>
                    <a:pt x="14483" y="7410"/>
                    <a:pt x="10760" y="3992"/>
                  </a:cubicBezTo>
                  <a:cubicBezTo>
                    <a:pt x="8121" y="1568"/>
                    <a:pt x="5113" y="0"/>
                    <a:pt x="3097"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0"/>
            <p:cNvSpPr/>
            <p:nvPr/>
          </p:nvSpPr>
          <p:spPr>
            <a:xfrm>
              <a:off x="2747675" y="2609800"/>
              <a:ext cx="409125" cy="340775"/>
            </a:xfrm>
            <a:custGeom>
              <a:rect b="b" l="l" r="r" t="t"/>
              <a:pathLst>
                <a:path extrusionOk="0" h="13631" w="16365">
                  <a:moveTo>
                    <a:pt x="3106" y="12"/>
                  </a:moveTo>
                  <a:cubicBezTo>
                    <a:pt x="4080" y="12"/>
                    <a:pt x="5304" y="376"/>
                    <a:pt x="6646" y="1067"/>
                  </a:cubicBezTo>
                  <a:cubicBezTo>
                    <a:pt x="8019" y="1776"/>
                    <a:pt x="9444" y="2792"/>
                    <a:pt x="10767" y="4004"/>
                  </a:cubicBezTo>
                  <a:cubicBezTo>
                    <a:pt x="12568" y="5659"/>
                    <a:pt x="13993" y="7509"/>
                    <a:pt x="14778" y="9213"/>
                  </a:cubicBezTo>
                  <a:cubicBezTo>
                    <a:pt x="15159" y="10040"/>
                    <a:pt x="15369" y="10788"/>
                    <a:pt x="15401" y="11434"/>
                  </a:cubicBezTo>
                  <a:cubicBezTo>
                    <a:pt x="15434" y="12102"/>
                    <a:pt x="15272" y="12633"/>
                    <a:pt x="14926" y="13011"/>
                  </a:cubicBezTo>
                  <a:cubicBezTo>
                    <a:pt x="14554" y="13415"/>
                    <a:pt x="13993" y="13621"/>
                    <a:pt x="13261" y="13621"/>
                  </a:cubicBezTo>
                  <a:cubicBezTo>
                    <a:pt x="12286" y="13621"/>
                    <a:pt x="11063" y="13256"/>
                    <a:pt x="9721" y="12566"/>
                  </a:cubicBezTo>
                  <a:cubicBezTo>
                    <a:pt x="8345" y="11857"/>
                    <a:pt x="6923" y="10843"/>
                    <a:pt x="5600" y="9629"/>
                  </a:cubicBezTo>
                  <a:cubicBezTo>
                    <a:pt x="3799" y="7973"/>
                    <a:pt x="2374" y="6124"/>
                    <a:pt x="1589" y="4420"/>
                  </a:cubicBezTo>
                  <a:cubicBezTo>
                    <a:pt x="1206" y="3593"/>
                    <a:pt x="998" y="2845"/>
                    <a:pt x="966" y="2198"/>
                  </a:cubicBezTo>
                  <a:cubicBezTo>
                    <a:pt x="933" y="1531"/>
                    <a:pt x="1093" y="1000"/>
                    <a:pt x="1441" y="621"/>
                  </a:cubicBezTo>
                  <a:cubicBezTo>
                    <a:pt x="1813" y="217"/>
                    <a:pt x="2372" y="12"/>
                    <a:pt x="3106" y="12"/>
                  </a:cubicBezTo>
                  <a:close/>
                  <a:moveTo>
                    <a:pt x="3106" y="0"/>
                  </a:moveTo>
                  <a:cubicBezTo>
                    <a:pt x="2392" y="0"/>
                    <a:pt x="1815" y="196"/>
                    <a:pt x="1432" y="614"/>
                  </a:cubicBezTo>
                  <a:cubicBezTo>
                    <a:pt x="0" y="2173"/>
                    <a:pt x="1864" y="6211"/>
                    <a:pt x="5590" y="9636"/>
                  </a:cubicBezTo>
                  <a:cubicBezTo>
                    <a:pt x="8324" y="12148"/>
                    <a:pt x="11301" y="13630"/>
                    <a:pt x="13259" y="13630"/>
                  </a:cubicBezTo>
                  <a:cubicBezTo>
                    <a:pt x="13972" y="13630"/>
                    <a:pt x="14552" y="13434"/>
                    <a:pt x="14933" y="13018"/>
                  </a:cubicBezTo>
                  <a:cubicBezTo>
                    <a:pt x="16364" y="11460"/>
                    <a:pt x="14503" y="7421"/>
                    <a:pt x="10774" y="3995"/>
                  </a:cubicBezTo>
                  <a:cubicBezTo>
                    <a:pt x="8040" y="1485"/>
                    <a:pt x="5064" y="0"/>
                    <a:pt x="3106"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0"/>
            <p:cNvSpPr/>
            <p:nvPr/>
          </p:nvSpPr>
          <p:spPr>
            <a:xfrm>
              <a:off x="2716275" y="2553225"/>
              <a:ext cx="450800" cy="428675"/>
            </a:xfrm>
            <a:custGeom>
              <a:rect b="b" l="l" r="r" t="t"/>
              <a:pathLst>
                <a:path extrusionOk="0" fill="none" h="17147" w="18032">
                  <a:moveTo>
                    <a:pt x="12665" y="5530"/>
                  </a:moveTo>
                  <a:cubicBezTo>
                    <a:pt x="14711" y="7410"/>
                    <a:pt x="16336" y="9578"/>
                    <a:pt x="17184" y="11557"/>
                  </a:cubicBezTo>
                  <a:cubicBezTo>
                    <a:pt x="18031" y="13538"/>
                    <a:pt x="18031" y="15168"/>
                    <a:pt x="17184" y="16087"/>
                  </a:cubicBezTo>
                  <a:cubicBezTo>
                    <a:pt x="16339" y="17008"/>
                    <a:pt x="14713" y="17147"/>
                    <a:pt x="12670" y="16468"/>
                  </a:cubicBezTo>
                  <a:cubicBezTo>
                    <a:pt x="10626" y="15791"/>
                    <a:pt x="8329" y="14355"/>
                    <a:pt x="6283" y="12476"/>
                  </a:cubicBezTo>
                  <a:cubicBezTo>
                    <a:pt x="2025" y="8562"/>
                    <a:pt x="0" y="3836"/>
                    <a:pt x="1764" y="1917"/>
                  </a:cubicBezTo>
                  <a:cubicBezTo>
                    <a:pt x="3526" y="0"/>
                    <a:pt x="8407" y="1617"/>
                    <a:pt x="12665" y="553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0"/>
            <p:cNvSpPr/>
            <p:nvPr/>
          </p:nvSpPr>
          <p:spPr>
            <a:xfrm>
              <a:off x="2766075" y="2537900"/>
              <a:ext cx="249925" cy="453525"/>
            </a:xfrm>
            <a:custGeom>
              <a:rect b="b" l="l" r="r" t="t"/>
              <a:pathLst>
                <a:path extrusionOk="0" h="18141" w="9997">
                  <a:moveTo>
                    <a:pt x="859" y="0"/>
                  </a:moveTo>
                  <a:cubicBezTo>
                    <a:pt x="568" y="0"/>
                    <a:pt x="282" y="17"/>
                    <a:pt x="1" y="50"/>
                  </a:cubicBezTo>
                  <a:lnTo>
                    <a:pt x="587" y="1966"/>
                  </a:lnTo>
                  <a:lnTo>
                    <a:pt x="980" y="3248"/>
                  </a:lnTo>
                  <a:lnTo>
                    <a:pt x="3349" y="10985"/>
                  </a:lnTo>
                  <a:lnTo>
                    <a:pt x="3871" y="12685"/>
                  </a:lnTo>
                  <a:lnTo>
                    <a:pt x="4448" y="14576"/>
                  </a:lnTo>
                  <a:lnTo>
                    <a:pt x="4450" y="14576"/>
                  </a:lnTo>
                  <a:cubicBezTo>
                    <a:pt x="6298" y="16146"/>
                    <a:pt x="8216" y="17351"/>
                    <a:pt x="9997" y="18141"/>
                  </a:cubicBezTo>
                  <a:lnTo>
                    <a:pt x="9535" y="16635"/>
                  </a:lnTo>
                  <a:lnTo>
                    <a:pt x="9209" y="15566"/>
                  </a:lnTo>
                  <a:lnTo>
                    <a:pt x="7771" y="10868"/>
                  </a:lnTo>
                  <a:lnTo>
                    <a:pt x="7741" y="10777"/>
                  </a:lnTo>
                  <a:lnTo>
                    <a:pt x="7487" y="9937"/>
                  </a:lnTo>
                  <a:lnTo>
                    <a:pt x="7484" y="9935"/>
                  </a:lnTo>
                  <a:lnTo>
                    <a:pt x="6847" y="7857"/>
                  </a:lnTo>
                  <a:lnTo>
                    <a:pt x="5600" y="3781"/>
                  </a:lnTo>
                  <a:lnTo>
                    <a:pt x="5208" y="2497"/>
                  </a:lnTo>
                  <a:lnTo>
                    <a:pt x="4714" y="881"/>
                  </a:lnTo>
                  <a:cubicBezTo>
                    <a:pt x="3342" y="284"/>
                    <a:pt x="2059" y="0"/>
                    <a:pt x="859"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0"/>
            <p:cNvSpPr/>
            <p:nvPr/>
          </p:nvSpPr>
          <p:spPr>
            <a:xfrm>
              <a:off x="2922450" y="2578150"/>
              <a:ext cx="193575" cy="439025"/>
            </a:xfrm>
            <a:custGeom>
              <a:rect b="b" l="l" r="r" t="t"/>
              <a:pathLst>
                <a:path extrusionOk="0" h="17561" w="7743">
                  <a:moveTo>
                    <a:pt x="1" y="1"/>
                  </a:moveTo>
                  <a:lnTo>
                    <a:pt x="509" y="1652"/>
                  </a:lnTo>
                  <a:lnTo>
                    <a:pt x="941" y="3063"/>
                  </a:lnTo>
                  <a:lnTo>
                    <a:pt x="2479" y="8085"/>
                  </a:lnTo>
                  <a:lnTo>
                    <a:pt x="2804" y="9151"/>
                  </a:lnTo>
                  <a:lnTo>
                    <a:pt x="2929" y="9555"/>
                  </a:lnTo>
                  <a:lnTo>
                    <a:pt x="2931" y="9558"/>
                  </a:lnTo>
                  <a:lnTo>
                    <a:pt x="3095" y="10098"/>
                  </a:lnTo>
                  <a:lnTo>
                    <a:pt x="4467" y="14575"/>
                  </a:lnTo>
                  <a:lnTo>
                    <a:pt x="4769" y="15573"/>
                  </a:lnTo>
                  <a:lnTo>
                    <a:pt x="5235" y="17094"/>
                  </a:lnTo>
                  <a:cubicBezTo>
                    <a:pt x="6136" y="17378"/>
                    <a:pt x="6983" y="17538"/>
                    <a:pt x="7743" y="17561"/>
                  </a:cubicBezTo>
                  <a:lnTo>
                    <a:pt x="7226" y="15868"/>
                  </a:lnTo>
                  <a:lnTo>
                    <a:pt x="6912" y="14836"/>
                  </a:lnTo>
                  <a:lnTo>
                    <a:pt x="4058" y="5519"/>
                  </a:lnTo>
                  <a:lnTo>
                    <a:pt x="3513" y="3737"/>
                  </a:lnTo>
                  <a:lnTo>
                    <a:pt x="2940" y="1866"/>
                  </a:lnTo>
                  <a:lnTo>
                    <a:pt x="1767" y="1074"/>
                  </a:lnTo>
                  <a:lnTo>
                    <a:pt x="1"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 name="Google Shape;508;p30"/>
          <p:cNvGrpSpPr/>
          <p:nvPr/>
        </p:nvGrpSpPr>
        <p:grpSpPr>
          <a:xfrm rot="1135194">
            <a:off x="8103495" y="3119686"/>
            <a:ext cx="435970" cy="536160"/>
            <a:chOff x="4081850" y="3204400"/>
            <a:chExt cx="743225" cy="914025"/>
          </a:xfrm>
        </p:grpSpPr>
        <p:sp>
          <p:nvSpPr>
            <p:cNvPr id="509" name="Google Shape;509;p30"/>
            <p:cNvSpPr/>
            <p:nvPr/>
          </p:nvSpPr>
          <p:spPr>
            <a:xfrm>
              <a:off x="4106625" y="3204400"/>
              <a:ext cx="718450" cy="914025"/>
            </a:xfrm>
            <a:custGeom>
              <a:rect b="b" l="l" r="r" t="t"/>
              <a:pathLst>
                <a:path extrusionOk="0" h="36561" w="28738">
                  <a:moveTo>
                    <a:pt x="14832" y="0"/>
                  </a:moveTo>
                  <a:cubicBezTo>
                    <a:pt x="12888" y="0"/>
                    <a:pt x="11529" y="569"/>
                    <a:pt x="11529" y="569"/>
                  </a:cubicBezTo>
                  <a:cubicBezTo>
                    <a:pt x="11529" y="569"/>
                    <a:pt x="27955" y="2714"/>
                    <a:pt x="10506" y="29792"/>
                  </a:cubicBezTo>
                  <a:cubicBezTo>
                    <a:pt x="8291" y="33228"/>
                    <a:pt x="6253" y="34299"/>
                    <a:pt x="4573" y="34299"/>
                  </a:cubicBezTo>
                  <a:cubicBezTo>
                    <a:pt x="1798" y="34299"/>
                    <a:pt x="1" y="31378"/>
                    <a:pt x="0" y="31378"/>
                  </a:cubicBezTo>
                  <a:lnTo>
                    <a:pt x="0" y="31378"/>
                  </a:lnTo>
                  <a:cubicBezTo>
                    <a:pt x="0" y="31378"/>
                    <a:pt x="361" y="35656"/>
                    <a:pt x="6396" y="36372"/>
                  </a:cubicBezTo>
                  <a:cubicBezTo>
                    <a:pt x="7105" y="36457"/>
                    <a:pt x="7880" y="36561"/>
                    <a:pt x="8720" y="36561"/>
                  </a:cubicBezTo>
                  <a:cubicBezTo>
                    <a:pt x="11282" y="36561"/>
                    <a:pt x="14450" y="35596"/>
                    <a:pt x="18190" y="30193"/>
                  </a:cubicBezTo>
                  <a:cubicBezTo>
                    <a:pt x="21421" y="25527"/>
                    <a:pt x="28738" y="8230"/>
                    <a:pt x="20691" y="2014"/>
                  </a:cubicBezTo>
                  <a:cubicBezTo>
                    <a:pt x="18635" y="426"/>
                    <a:pt x="16515" y="0"/>
                    <a:pt x="14832"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0"/>
            <p:cNvSpPr/>
            <p:nvPr/>
          </p:nvSpPr>
          <p:spPr>
            <a:xfrm>
              <a:off x="4081975" y="3206200"/>
              <a:ext cx="497850" cy="882300"/>
            </a:xfrm>
            <a:custGeom>
              <a:rect b="b" l="l" r="r" t="t"/>
              <a:pathLst>
                <a:path extrusionOk="0" h="35292" w="19914">
                  <a:moveTo>
                    <a:pt x="14683" y="1"/>
                  </a:moveTo>
                  <a:cubicBezTo>
                    <a:pt x="14676" y="1"/>
                    <a:pt x="14669" y="1"/>
                    <a:pt x="14662" y="1"/>
                  </a:cubicBezTo>
                  <a:cubicBezTo>
                    <a:pt x="12598" y="1"/>
                    <a:pt x="10190" y="1490"/>
                    <a:pt x="7886" y="4191"/>
                  </a:cubicBezTo>
                  <a:cubicBezTo>
                    <a:pt x="5553" y="6925"/>
                    <a:pt x="3475" y="10730"/>
                    <a:pt x="2032" y="14912"/>
                  </a:cubicBezTo>
                  <a:cubicBezTo>
                    <a:pt x="1843" y="15459"/>
                    <a:pt x="1679" y="15967"/>
                    <a:pt x="1531" y="16464"/>
                  </a:cubicBezTo>
                  <a:lnTo>
                    <a:pt x="1531" y="16466"/>
                  </a:lnTo>
                  <a:cubicBezTo>
                    <a:pt x="545" y="19731"/>
                    <a:pt x="19" y="22996"/>
                    <a:pt x="7" y="25907"/>
                  </a:cubicBezTo>
                  <a:cubicBezTo>
                    <a:pt x="0" y="26681"/>
                    <a:pt x="37" y="27454"/>
                    <a:pt x="116" y="28223"/>
                  </a:cubicBezTo>
                  <a:cubicBezTo>
                    <a:pt x="261" y="29600"/>
                    <a:pt x="541" y="30814"/>
                    <a:pt x="949" y="31830"/>
                  </a:cubicBezTo>
                  <a:cubicBezTo>
                    <a:pt x="1284" y="32661"/>
                    <a:pt x="1704" y="33356"/>
                    <a:pt x="2196" y="33899"/>
                  </a:cubicBezTo>
                  <a:cubicBezTo>
                    <a:pt x="2702" y="34455"/>
                    <a:pt x="3286" y="34852"/>
                    <a:pt x="3935" y="35076"/>
                  </a:cubicBezTo>
                  <a:cubicBezTo>
                    <a:pt x="4351" y="35217"/>
                    <a:pt x="4787" y="35291"/>
                    <a:pt x="5226" y="35291"/>
                  </a:cubicBezTo>
                  <a:cubicBezTo>
                    <a:pt x="5233" y="35291"/>
                    <a:pt x="5240" y="35291"/>
                    <a:pt x="5246" y="35291"/>
                  </a:cubicBezTo>
                  <a:cubicBezTo>
                    <a:pt x="7311" y="35291"/>
                    <a:pt x="9717" y="33802"/>
                    <a:pt x="12023" y="31100"/>
                  </a:cubicBezTo>
                  <a:cubicBezTo>
                    <a:pt x="14353" y="28369"/>
                    <a:pt x="16431" y="24561"/>
                    <a:pt x="17874" y="20384"/>
                  </a:cubicBezTo>
                  <a:cubicBezTo>
                    <a:pt x="18334" y="19061"/>
                    <a:pt x="18722" y="17715"/>
                    <a:pt x="19036" y="16351"/>
                  </a:cubicBezTo>
                  <a:cubicBezTo>
                    <a:pt x="19435" y="14635"/>
                    <a:pt x="19698" y="12956"/>
                    <a:pt x="19818" y="11359"/>
                  </a:cubicBezTo>
                  <a:cubicBezTo>
                    <a:pt x="19888" y="10502"/>
                    <a:pt x="19913" y="9668"/>
                    <a:pt x="19899" y="8879"/>
                  </a:cubicBezTo>
                  <a:cubicBezTo>
                    <a:pt x="19851" y="6022"/>
                    <a:pt x="19290" y="3688"/>
                    <a:pt x="18276" y="2129"/>
                  </a:cubicBezTo>
                  <a:cubicBezTo>
                    <a:pt x="17657" y="1174"/>
                    <a:pt x="16881" y="529"/>
                    <a:pt x="15972" y="215"/>
                  </a:cubicBezTo>
                  <a:cubicBezTo>
                    <a:pt x="15558" y="74"/>
                    <a:pt x="15121" y="1"/>
                    <a:pt x="14683"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0"/>
            <p:cNvSpPr/>
            <p:nvPr/>
          </p:nvSpPr>
          <p:spPr>
            <a:xfrm>
              <a:off x="4081850" y="3206025"/>
              <a:ext cx="498125" cy="882575"/>
            </a:xfrm>
            <a:custGeom>
              <a:rect b="b" l="l" r="r" t="t"/>
              <a:pathLst>
                <a:path extrusionOk="0" h="35303" w="19925">
                  <a:moveTo>
                    <a:pt x="14667" y="12"/>
                  </a:moveTo>
                  <a:cubicBezTo>
                    <a:pt x="15113" y="12"/>
                    <a:pt x="15554" y="84"/>
                    <a:pt x="15977" y="229"/>
                  </a:cubicBezTo>
                  <a:cubicBezTo>
                    <a:pt x="16884" y="541"/>
                    <a:pt x="17660" y="1185"/>
                    <a:pt x="18279" y="2141"/>
                  </a:cubicBezTo>
                  <a:cubicBezTo>
                    <a:pt x="19288" y="3700"/>
                    <a:pt x="19851" y="6032"/>
                    <a:pt x="19900" y="8886"/>
                  </a:cubicBezTo>
                  <a:cubicBezTo>
                    <a:pt x="19913" y="9675"/>
                    <a:pt x="19888" y="10509"/>
                    <a:pt x="19819" y="11366"/>
                  </a:cubicBezTo>
                  <a:cubicBezTo>
                    <a:pt x="19699" y="12963"/>
                    <a:pt x="19435" y="14642"/>
                    <a:pt x="19036" y="16355"/>
                  </a:cubicBezTo>
                  <a:cubicBezTo>
                    <a:pt x="18722" y="17720"/>
                    <a:pt x="18334" y="19066"/>
                    <a:pt x="17877" y="20389"/>
                  </a:cubicBezTo>
                  <a:cubicBezTo>
                    <a:pt x="17140" y="22516"/>
                    <a:pt x="16251" y="24534"/>
                    <a:pt x="15231" y="26388"/>
                  </a:cubicBezTo>
                  <a:cubicBezTo>
                    <a:pt x="14245" y="28177"/>
                    <a:pt x="13167" y="29764"/>
                    <a:pt x="12024" y="31103"/>
                  </a:cubicBezTo>
                  <a:cubicBezTo>
                    <a:pt x="10890" y="32433"/>
                    <a:pt x="9733" y="33469"/>
                    <a:pt x="8588" y="34188"/>
                  </a:cubicBezTo>
                  <a:cubicBezTo>
                    <a:pt x="7415" y="34922"/>
                    <a:pt x="6293" y="35294"/>
                    <a:pt x="5251" y="35294"/>
                  </a:cubicBezTo>
                  <a:cubicBezTo>
                    <a:pt x="4806" y="35294"/>
                    <a:pt x="4365" y="35222"/>
                    <a:pt x="3942" y="35077"/>
                  </a:cubicBezTo>
                  <a:cubicBezTo>
                    <a:pt x="3296" y="34853"/>
                    <a:pt x="2709" y="34458"/>
                    <a:pt x="2204" y="33901"/>
                  </a:cubicBezTo>
                  <a:cubicBezTo>
                    <a:pt x="1714" y="33361"/>
                    <a:pt x="1294" y="32666"/>
                    <a:pt x="959" y="31837"/>
                  </a:cubicBezTo>
                  <a:cubicBezTo>
                    <a:pt x="553" y="30821"/>
                    <a:pt x="271" y="29607"/>
                    <a:pt x="128" y="28230"/>
                  </a:cubicBezTo>
                  <a:cubicBezTo>
                    <a:pt x="49" y="27459"/>
                    <a:pt x="12" y="26686"/>
                    <a:pt x="17" y="25914"/>
                  </a:cubicBezTo>
                  <a:cubicBezTo>
                    <a:pt x="28" y="23003"/>
                    <a:pt x="555" y="19738"/>
                    <a:pt x="1541" y="16475"/>
                  </a:cubicBezTo>
                  <a:lnTo>
                    <a:pt x="1543" y="16473"/>
                  </a:lnTo>
                  <a:cubicBezTo>
                    <a:pt x="1689" y="15977"/>
                    <a:pt x="1853" y="15469"/>
                    <a:pt x="2042" y="14921"/>
                  </a:cubicBezTo>
                  <a:cubicBezTo>
                    <a:pt x="2776" y="12792"/>
                    <a:pt x="3667" y="10774"/>
                    <a:pt x="4688" y="8920"/>
                  </a:cubicBezTo>
                  <a:cubicBezTo>
                    <a:pt x="5674" y="7129"/>
                    <a:pt x="6752" y="5542"/>
                    <a:pt x="7895" y="4203"/>
                  </a:cubicBezTo>
                  <a:cubicBezTo>
                    <a:pt x="9029" y="2873"/>
                    <a:pt x="10186" y="1834"/>
                    <a:pt x="11333" y="1118"/>
                  </a:cubicBezTo>
                  <a:cubicBezTo>
                    <a:pt x="12504" y="384"/>
                    <a:pt x="13626" y="12"/>
                    <a:pt x="14667" y="12"/>
                  </a:cubicBezTo>
                  <a:close/>
                  <a:moveTo>
                    <a:pt x="14667" y="1"/>
                  </a:moveTo>
                  <a:cubicBezTo>
                    <a:pt x="10426" y="1"/>
                    <a:pt x="5037" y="6214"/>
                    <a:pt x="2033" y="14917"/>
                  </a:cubicBezTo>
                  <a:cubicBezTo>
                    <a:pt x="1853" y="15439"/>
                    <a:pt x="1686" y="15953"/>
                    <a:pt x="1532" y="16468"/>
                  </a:cubicBezTo>
                  <a:lnTo>
                    <a:pt x="1532" y="16473"/>
                  </a:lnTo>
                  <a:cubicBezTo>
                    <a:pt x="513" y="19840"/>
                    <a:pt x="17" y="23091"/>
                    <a:pt x="8" y="25912"/>
                  </a:cubicBezTo>
                  <a:cubicBezTo>
                    <a:pt x="1" y="26688"/>
                    <a:pt x="38" y="27461"/>
                    <a:pt x="116" y="28230"/>
                  </a:cubicBezTo>
                  <a:cubicBezTo>
                    <a:pt x="262" y="29595"/>
                    <a:pt x="539" y="30816"/>
                    <a:pt x="950" y="31839"/>
                  </a:cubicBezTo>
                  <a:cubicBezTo>
                    <a:pt x="1615" y="33486"/>
                    <a:pt x="2615" y="34631"/>
                    <a:pt x="3940" y="35088"/>
                  </a:cubicBezTo>
                  <a:cubicBezTo>
                    <a:pt x="4356" y="35229"/>
                    <a:pt x="4792" y="35303"/>
                    <a:pt x="5231" y="35303"/>
                  </a:cubicBezTo>
                  <a:cubicBezTo>
                    <a:pt x="5238" y="35303"/>
                    <a:pt x="5245" y="35303"/>
                    <a:pt x="5251" y="35303"/>
                  </a:cubicBezTo>
                  <a:cubicBezTo>
                    <a:pt x="9493" y="35303"/>
                    <a:pt x="14882" y="29092"/>
                    <a:pt x="17886" y="20391"/>
                  </a:cubicBezTo>
                  <a:cubicBezTo>
                    <a:pt x="18346" y="19068"/>
                    <a:pt x="18734" y="17724"/>
                    <a:pt x="19048" y="16360"/>
                  </a:cubicBezTo>
                  <a:cubicBezTo>
                    <a:pt x="19449" y="14628"/>
                    <a:pt x="19713" y="12947"/>
                    <a:pt x="19830" y="11368"/>
                  </a:cubicBezTo>
                  <a:cubicBezTo>
                    <a:pt x="19897" y="10509"/>
                    <a:pt x="19925" y="9680"/>
                    <a:pt x="19911" y="8888"/>
                  </a:cubicBezTo>
                  <a:cubicBezTo>
                    <a:pt x="19863" y="6073"/>
                    <a:pt x="19311" y="3714"/>
                    <a:pt x="18288" y="2136"/>
                  </a:cubicBezTo>
                  <a:cubicBezTo>
                    <a:pt x="17681" y="1201"/>
                    <a:pt x="16912" y="541"/>
                    <a:pt x="15979" y="220"/>
                  </a:cubicBezTo>
                  <a:cubicBezTo>
                    <a:pt x="15563" y="77"/>
                    <a:pt x="15126" y="3"/>
                    <a:pt x="14688" y="3"/>
                  </a:cubicBezTo>
                  <a:cubicBezTo>
                    <a:pt x="14681" y="3"/>
                    <a:pt x="14674" y="3"/>
                    <a:pt x="14667" y="3"/>
                  </a:cubicBezTo>
                  <a:lnTo>
                    <a:pt x="14667"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0"/>
            <p:cNvSpPr/>
            <p:nvPr/>
          </p:nvSpPr>
          <p:spPr>
            <a:xfrm>
              <a:off x="4152175" y="3329225"/>
              <a:ext cx="347700" cy="635150"/>
            </a:xfrm>
            <a:custGeom>
              <a:rect b="b" l="l" r="r" t="t"/>
              <a:pathLst>
                <a:path extrusionOk="0" h="25406" w="13908">
                  <a:moveTo>
                    <a:pt x="10494" y="0"/>
                  </a:moveTo>
                  <a:cubicBezTo>
                    <a:pt x="9111" y="0"/>
                    <a:pt x="7463" y="1090"/>
                    <a:pt x="5853" y="3071"/>
                  </a:cubicBezTo>
                  <a:cubicBezTo>
                    <a:pt x="4228" y="5071"/>
                    <a:pt x="2755" y="7848"/>
                    <a:pt x="1704" y="10889"/>
                  </a:cubicBezTo>
                  <a:cubicBezTo>
                    <a:pt x="545" y="14249"/>
                    <a:pt x="0" y="17595"/>
                    <a:pt x="173" y="20312"/>
                  </a:cubicBezTo>
                  <a:cubicBezTo>
                    <a:pt x="256" y="21633"/>
                    <a:pt x="506" y="22732"/>
                    <a:pt x="912" y="23582"/>
                  </a:cubicBezTo>
                  <a:cubicBezTo>
                    <a:pt x="1332" y="24459"/>
                    <a:pt x="1905" y="25030"/>
                    <a:pt x="2612" y="25272"/>
                  </a:cubicBezTo>
                  <a:cubicBezTo>
                    <a:pt x="2870" y="25362"/>
                    <a:pt x="3140" y="25406"/>
                    <a:pt x="3413" y="25406"/>
                  </a:cubicBezTo>
                  <a:cubicBezTo>
                    <a:pt x="4796" y="25406"/>
                    <a:pt x="6444" y="24314"/>
                    <a:pt x="8052" y="22335"/>
                  </a:cubicBezTo>
                  <a:cubicBezTo>
                    <a:pt x="9677" y="20333"/>
                    <a:pt x="11152" y="17558"/>
                    <a:pt x="12203" y="14514"/>
                  </a:cubicBezTo>
                  <a:cubicBezTo>
                    <a:pt x="13362" y="11157"/>
                    <a:pt x="13907" y="7811"/>
                    <a:pt x="13734" y="5094"/>
                  </a:cubicBezTo>
                  <a:cubicBezTo>
                    <a:pt x="13651" y="3773"/>
                    <a:pt x="13401" y="2672"/>
                    <a:pt x="12995" y="1824"/>
                  </a:cubicBezTo>
                  <a:cubicBezTo>
                    <a:pt x="12575" y="944"/>
                    <a:pt x="12002" y="376"/>
                    <a:pt x="11293" y="132"/>
                  </a:cubicBezTo>
                  <a:cubicBezTo>
                    <a:pt x="11037" y="44"/>
                    <a:pt x="10767" y="0"/>
                    <a:pt x="1049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0"/>
            <p:cNvSpPr/>
            <p:nvPr/>
          </p:nvSpPr>
          <p:spPr>
            <a:xfrm>
              <a:off x="4134675" y="3329050"/>
              <a:ext cx="382675" cy="635450"/>
            </a:xfrm>
            <a:custGeom>
              <a:rect b="b" l="l" r="r" t="t"/>
              <a:pathLst>
                <a:path extrusionOk="0" h="25418" w="15307">
                  <a:moveTo>
                    <a:pt x="11217" y="14"/>
                  </a:moveTo>
                  <a:cubicBezTo>
                    <a:pt x="11480" y="14"/>
                    <a:pt x="11743" y="58"/>
                    <a:pt x="11993" y="143"/>
                  </a:cubicBezTo>
                  <a:cubicBezTo>
                    <a:pt x="12700" y="388"/>
                    <a:pt x="13270" y="956"/>
                    <a:pt x="13690" y="1833"/>
                  </a:cubicBezTo>
                  <a:cubicBezTo>
                    <a:pt x="14097" y="2681"/>
                    <a:pt x="14346" y="3780"/>
                    <a:pt x="14429" y="5101"/>
                  </a:cubicBezTo>
                  <a:cubicBezTo>
                    <a:pt x="14512" y="6421"/>
                    <a:pt x="14427" y="7897"/>
                    <a:pt x="14175" y="9483"/>
                  </a:cubicBezTo>
                  <a:cubicBezTo>
                    <a:pt x="13912" y="11129"/>
                    <a:pt x="13483" y="12822"/>
                    <a:pt x="12898" y="14519"/>
                  </a:cubicBezTo>
                  <a:cubicBezTo>
                    <a:pt x="11848" y="17562"/>
                    <a:pt x="10375" y="20338"/>
                    <a:pt x="8749" y="22337"/>
                  </a:cubicBezTo>
                  <a:cubicBezTo>
                    <a:pt x="7142" y="24316"/>
                    <a:pt x="5496" y="25406"/>
                    <a:pt x="4113" y="25406"/>
                  </a:cubicBezTo>
                  <a:cubicBezTo>
                    <a:pt x="3843" y="25406"/>
                    <a:pt x="3572" y="25362"/>
                    <a:pt x="3316" y="25274"/>
                  </a:cubicBezTo>
                  <a:cubicBezTo>
                    <a:pt x="2610" y="25032"/>
                    <a:pt x="2037" y="24464"/>
                    <a:pt x="1619" y="23586"/>
                  </a:cubicBezTo>
                  <a:cubicBezTo>
                    <a:pt x="1213" y="22737"/>
                    <a:pt x="963" y="21638"/>
                    <a:pt x="880" y="20319"/>
                  </a:cubicBezTo>
                  <a:cubicBezTo>
                    <a:pt x="797" y="18999"/>
                    <a:pt x="883" y="17523"/>
                    <a:pt x="1134" y="15934"/>
                  </a:cubicBezTo>
                  <a:cubicBezTo>
                    <a:pt x="1395" y="14290"/>
                    <a:pt x="1825" y="12596"/>
                    <a:pt x="2411" y="10899"/>
                  </a:cubicBezTo>
                  <a:cubicBezTo>
                    <a:pt x="3462" y="7858"/>
                    <a:pt x="4935" y="5082"/>
                    <a:pt x="6558" y="3083"/>
                  </a:cubicBezTo>
                  <a:cubicBezTo>
                    <a:pt x="8167" y="1104"/>
                    <a:pt x="9814" y="14"/>
                    <a:pt x="11197" y="14"/>
                  </a:cubicBezTo>
                  <a:cubicBezTo>
                    <a:pt x="11203" y="14"/>
                    <a:pt x="11210" y="14"/>
                    <a:pt x="11217" y="14"/>
                  </a:cubicBezTo>
                  <a:close/>
                  <a:moveTo>
                    <a:pt x="11197" y="0"/>
                  </a:moveTo>
                  <a:cubicBezTo>
                    <a:pt x="8350" y="0"/>
                    <a:pt x="4586" y="4565"/>
                    <a:pt x="2400" y="10894"/>
                  </a:cubicBezTo>
                  <a:cubicBezTo>
                    <a:pt x="1" y="17842"/>
                    <a:pt x="409" y="24284"/>
                    <a:pt x="3312" y="25286"/>
                  </a:cubicBezTo>
                  <a:cubicBezTo>
                    <a:pt x="3570" y="25374"/>
                    <a:pt x="3840" y="25417"/>
                    <a:pt x="4113" y="25417"/>
                  </a:cubicBezTo>
                  <a:cubicBezTo>
                    <a:pt x="6960" y="25417"/>
                    <a:pt x="10723" y="20855"/>
                    <a:pt x="12910" y="14524"/>
                  </a:cubicBezTo>
                  <a:cubicBezTo>
                    <a:pt x="15307" y="7578"/>
                    <a:pt x="14900" y="1136"/>
                    <a:pt x="11998" y="134"/>
                  </a:cubicBezTo>
                  <a:cubicBezTo>
                    <a:pt x="11739" y="44"/>
                    <a:pt x="11469" y="0"/>
                    <a:pt x="11197"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0"/>
            <p:cNvSpPr/>
            <p:nvPr/>
          </p:nvSpPr>
          <p:spPr>
            <a:xfrm>
              <a:off x="4120125" y="3272825"/>
              <a:ext cx="418300" cy="747900"/>
            </a:xfrm>
            <a:custGeom>
              <a:rect b="b" l="l" r="r" t="t"/>
              <a:pathLst>
                <a:path extrusionOk="0" fill="none" h="29916" w="16732">
                  <a:moveTo>
                    <a:pt x="13326" y="591"/>
                  </a:moveTo>
                  <a:cubicBezTo>
                    <a:pt x="15041" y="1185"/>
                    <a:pt x="16166" y="3267"/>
                    <a:pt x="16447" y="6380"/>
                  </a:cubicBezTo>
                  <a:cubicBezTo>
                    <a:pt x="16731" y="9492"/>
                    <a:pt x="16152" y="13381"/>
                    <a:pt x="14836" y="17193"/>
                  </a:cubicBezTo>
                  <a:cubicBezTo>
                    <a:pt x="13520" y="21003"/>
                    <a:pt x="11578" y="24420"/>
                    <a:pt x="9433" y="26694"/>
                  </a:cubicBezTo>
                  <a:cubicBezTo>
                    <a:pt x="7290" y="28971"/>
                    <a:pt x="5122" y="29915"/>
                    <a:pt x="3404" y="29322"/>
                  </a:cubicBezTo>
                  <a:cubicBezTo>
                    <a:pt x="1689" y="28731"/>
                    <a:pt x="566" y="26648"/>
                    <a:pt x="282" y="23536"/>
                  </a:cubicBezTo>
                  <a:cubicBezTo>
                    <a:pt x="1" y="20423"/>
                    <a:pt x="580" y="16533"/>
                    <a:pt x="1896" y="12723"/>
                  </a:cubicBezTo>
                  <a:cubicBezTo>
                    <a:pt x="3210" y="8913"/>
                    <a:pt x="5154" y="5496"/>
                    <a:pt x="7297" y="3219"/>
                  </a:cubicBezTo>
                  <a:cubicBezTo>
                    <a:pt x="9442" y="945"/>
                    <a:pt x="11610" y="0"/>
                    <a:pt x="13326" y="591"/>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0"/>
            <p:cNvSpPr/>
            <p:nvPr/>
          </p:nvSpPr>
          <p:spPr>
            <a:xfrm>
              <a:off x="4081975" y="3231825"/>
              <a:ext cx="608550" cy="622075"/>
            </a:xfrm>
            <a:custGeom>
              <a:rect b="b" l="l" r="r" t="t"/>
              <a:pathLst>
                <a:path extrusionOk="0" h="24883" w="24342">
                  <a:moveTo>
                    <a:pt x="20008" y="1"/>
                  </a:moveTo>
                  <a:lnTo>
                    <a:pt x="18283" y="1102"/>
                  </a:lnTo>
                  <a:lnTo>
                    <a:pt x="16073" y="2993"/>
                  </a:lnTo>
                  <a:lnTo>
                    <a:pt x="14593" y="4256"/>
                  </a:lnTo>
                  <a:lnTo>
                    <a:pt x="5669" y="11892"/>
                  </a:lnTo>
                  <a:lnTo>
                    <a:pt x="3709" y="13571"/>
                  </a:lnTo>
                  <a:lnTo>
                    <a:pt x="3709" y="13573"/>
                  </a:lnTo>
                  <a:lnTo>
                    <a:pt x="1527" y="15436"/>
                  </a:lnTo>
                  <a:lnTo>
                    <a:pt x="1527" y="15441"/>
                  </a:lnTo>
                  <a:cubicBezTo>
                    <a:pt x="508" y="18808"/>
                    <a:pt x="12" y="22059"/>
                    <a:pt x="0" y="24882"/>
                  </a:cubicBezTo>
                  <a:lnTo>
                    <a:pt x="1737" y="23395"/>
                  </a:lnTo>
                  <a:lnTo>
                    <a:pt x="2967" y="22345"/>
                  </a:lnTo>
                  <a:lnTo>
                    <a:pt x="8389" y="17706"/>
                  </a:lnTo>
                  <a:lnTo>
                    <a:pt x="8491" y="17618"/>
                  </a:lnTo>
                  <a:lnTo>
                    <a:pt x="9463" y="16789"/>
                  </a:lnTo>
                  <a:lnTo>
                    <a:pt x="9463" y="16787"/>
                  </a:lnTo>
                  <a:lnTo>
                    <a:pt x="11862" y="14734"/>
                  </a:lnTo>
                  <a:lnTo>
                    <a:pt x="16563" y="10717"/>
                  </a:lnTo>
                  <a:lnTo>
                    <a:pt x="18043" y="9449"/>
                  </a:lnTo>
                  <a:lnTo>
                    <a:pt x="19906" y="7856"/>
                  </a:lnTo>
                  <a:lnTo>
                    <a:pt x="24342" y="4420"/>
                  </a:lnTo>
                  <a:cubicBezTo>
                    <a:pt x="23266" y="2321"/>
                    <a:pt x="21829" y="832"/>
                    <a:pt x="20008"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0"/>
            <p:cNvSpPr/>
            <p:nvPr/>
          </p:nvSpPr>
          <p:spPr>
            <a:xfrm>
              <a:off x="4084750" y="3382550"/>
              <a:ext cx="630250" cy="619525"/>
            </a:xfrm>
            <a:custGeom>
              <a:rect b="b" l="l" r="r" t="t"/>
              <a:pathLst>
                <a:path extrusionOk="0" h="24781" w="25210">
                  <a:moveTo>
                    <a:pt x="24769" y="1"/>
                  </a:moveTo>
                  <a:lnTo>
                    <a:pt x="19712" y="4305"/>
                  </a:lnTo>
                  <a:lnTo>
                    <a:pt x="17807" y="5937"/>
                  </a:lnTo>
                  <a:lnTo>
                    <a:pt x="16182" y="7327"/>
                  </a:lnTo>
                  <a:lnTo>
                    <a:pt x="10388" y="12282"/>
                  </a:lnTo>
                  <a:lnTo>
                    <a:pt x="9158" y="13335"/>
                  </a:lnTo>
                  <a:lnTo>
                    <a:pt x="8694" y="13734"/>
                  </a:lnTo>
                  <a:lnTo>
                    <a:pt x="8694" y="13739"/>
                  </a:lnTo>
                  <a:lnTo>
                    <a:pt x="8068" y="14270"/>
                  </a:lnTo>
                  <a:lnTo>
                    <a:pt x="2905" y="18687"/>
                  </a:lnTo>
                  <a:lnTo>
                    <a:pt x="1755" y="19671"/>
                  </a:lnTo>
                  <a:lnTo>
                    <a:pt x="0" y="21169"/>
                  </a:lnTo>
                  <a:cubicBezTo>
                    <a:pt x="143" y="22534"/>
                    <a:pt x="423" y="23755"/>
                    <a:pt x="834" y="24781"/>
                  </a:cubicBezTo>
                  <a:lnTo>
                    <a:pt x="2787" y="23111"/>
                  </a:lnTo>
                  <a:lnTo>
                    <a:pt x="3979" y="22093"/>
                  </a:lnTo>
                  <a:lnTo>
                    <a:pt x="14718" y="12903"/>
                  </a:lnTo>
                  <a:lnTo>
                    <a:pt x="14718" y="12901"/>
                  </a:lnTo>
                  <a:lnTo>
                    <a:pt x="16777" y="11144"/>
                  </a:lnTo>
                  <a:lnTo>
                    <a:pt x="18932" y="9299"/>
                  </a:lnTo>
                  <a:lnTo>
                    <a:pt x="25210" y="3365"/>
                  </a:lnTo>
                  <a:cubicBezTo>
                    <a:pt x="25157" y="2233"/>
                    <a:pt x="25009" y="1107"/>
                    <a:pt x="24769"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 name="Google Shape;517;p30"/>
          <p:cNvGrpSpPr/>
          <p:nvPr/>
        </p:nvGrpSpPr>
        <p:grpSpPr>
          <a:xfrm rot="-5521010">
            <a:off x="6430167" y="794384"/>
            <a:ext cx="536764" cy="385807"/>
            <a:chOff x="3958725" y="4285850"/>
            <a:chExt cx="926000" cy="665575"/>
          </a:xfrm>
        </p:grpSpPr>
        <p:sp>
          <p:nvSpPr>
            <p:cNvPr id="518" name="Google Shape;518;p30"/>
            <p:cNvSpPr/>
            <p:nvPr/>
          </p:nvSpPr>
          <p:spPr>
            <a:xfrm>
              <a:off x="3958725" y="4286250"/>
              <a:ext cx="926000" cy="665175"/>
            </a:xfrm>
            <a:custGeom>
              <a:rect b="b" l="l" r="r" t="t"/>
              <a:pathLst>
                <a:path extrusionOk="0" h="26607" w="37040">
                  <a:moveTo>
                    <a:pt x="32631" y="0"/>
                  </a:moveTo>
                  <a:cubicBezTo>
                    <a:pt x="32452" y="0"/>
                    <a:pt x="32270" y="51"/>
                    <a:pt x="32109" y="159"/>
                  </a:cubicBezTo>
                  <a:lnTo>
                    <a:pt x="626" y="19435"/>
                  </a:lnTo>
                  <a:cubicBezTo>
                    <a:pt x="149" y="19705"/>
                    <a:pt x="1" y="20324"/>
                    <a:pt x="306" y="20781"/>
                  </a:cubicBezTo>
                  <a:lnTo>
                    <a:pt x="3557" y="26142"/>
                  </a:lnTo>
                  <a:cubicBezTo>
                    <a:pt x="3746" y="26441"/>
                    <a:pt x="4071" y="26607"/>
                    <a:pt x="4403" y="26607"/>
                  </a:cubicBezTo>
                  <a:cubicBezTo>
                    <a:pt x="4576" y="26607"/>
                    <a:pt x="4751" y="26562"/>
                    <a:pt x="4910" y="26468"/>
                  </a:cubicBezTo>
                  <a:lnTo>
                    <a:pt x="36349" y="7169"/>
                  </a:lnTo>
                  <a:cubicBezTo>
                    <a:pt x="36870" y="6913"/>
                    <a:pt x="37039" y="6253"/>
                    <a:pt x="36704" y="5777"/>
                  </a:cubicBezTo>
                  <a:lnTo>
                    <a:pt x="33456" y="480"/>
                  </a:lnTo>
                  <a:cubicBezTo>
                    <a:pt x="33281" y="171"/>
                    <a:pt x="32960" y="0"/>
                    <a:pt x="32631"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0"/>
            <p:cNvSpPr/>
            <p:nvPr/>
          </p:nvSpPr>
          <p:spPr>
            <a:xfrm>
              <a:off x="4691775" y="4285850"/>
              <a:ext cx="192950" cy="223000"/>
            </a:xfrm>
            <a:custGeom>
              <a:rect b="b" l="l" r="r" t="t"/>
              <a:pathLst>
                <a:path extrusionOk="0" h="8920" w="7718">
                  <a:moveTo>
                    <a:pt x="3300" y="1"/>
                  </a:moveTo>
                  <a:cubicBezTo>
                    <a:pt x="3131" y="1"/>
                    <a:pt x="2959" y="47"/>
                    <a:pt x="2804" y="143"/>
                  </a:cubicBezTo>
                  <a:lnTo>
                    <a:pt x="0" y="1872"/>
                  </a:lnTo>
                  <a:lnTo>
                    <a:pt x="4230" y="8919"/>
                  </a:lnTo>
                  <a:lnTo>
                    <a:pt x="7027" y="7185"/>
                  </a:lnTo>
                  <a:cubicBezTo>
                    <a:pt x="7548" y="6929"/>
                    <a:pt x="7717" y="6269"/>
                    <a:pt x="7382" y="5793"/>
                  </a:cubicBezTo>
                  <a:lnTo>
                    <a:pt x="4134" y="496"/>
                  </a:lnTo>
                  <a:cubicBezTo>
                    <a:pt x="3962" y="179"/>
                    <a:pt x="3636" y="1"/>
                    <a:pt x="330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0"/>
            <p:cNvSpPr/>
            <p:nvPr/>
          </p:nvSpPr>
          <p:spPr>
            <a:xfrm>
              <a:off x="4538575" y="4330500"/>
              <a:ext cx="263475" cy="270350"/>
            </a:xfrm>
            <a:custGeom>
              <a:rect b="b" l="l" r="r" t="t"/>
              <a:pathLst>
                <a:path extrusionOk="0" h="10814" w="10539">
                  <a:moveTo>
                    <a:pt x="6269" y="1"/>
                  </a:moveTo>
                  <a:lnTo>
                    <a:pt x="0" y="3841"/>
                  </a:lnTo>
                  <a:lnTo>
                    <a:pt x="4272" y="10814"/>
                  </a:lnTo>
                  <a:lnTo>
                    <a:pt x="10539" y="6972"/>
                  </a:lnTo>
                  <a:lnTo>
                    <a:pt x="6269" y="1"/>
                  </a:ln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0"/>
            <p:cNvSpPr/>
            <p:nvPr/>
          </p:nvSpPr>
          <p:spPr>
            <a:xfrm>
              <a:off x="4319625" y="4512575"/>
              <a:ext cx="85175" cy="283575"/>
            </a:xfrm>
            <a:custGeom>
              <a:rect b="b" l="l" r="r" t="t"/>
              <a:pathLst>
                <a:path extrusionOk="0" h="11343" w="3407">
                  <a:moveTo>
                    <a:pt x="3138" y="0"/>
                  </a:moveTo>
                  <a:lnTo>
                    <a:pt x="0" y="1919"/>
                  </a:lnTo>
                  <a:lnTo>
                    <a:pt x="162" y="7389"/>
                  </a:lnTo>
                  <a:lnTo>
                    <a:pt x="278" y="11342"/>
                  </a:lnTo>
                  <a:lnTo>
                    <a:pt x="3406" y="9419"/>
                  </a:lnTo>
                  <a:lnTo>
                    <a:pt x="3325" y="6339"/>
                  </a:lnTo>
                  <a:lnTo>
                    <a:pt x="3138"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0"/>
            <p:cNvSpPr/>
            <p:nvPr/>
          </p:nvSpPr>
          <p:spPr>
            <a:xfrm>
              <a:off x="3978350" y="4721700"/>
              <a:ext cx="85125" cy="229075"/>
            </a:xfrm>
            <a:custGeom>
              <a:rect b="b" l="l" r="r" t="t"/>
              <a:pathLst>
                <a:path extrusionOk="0" h="9163" w="3405">
                  <a:moveTo>
                    <a:pt x="3139" y="1"/>
                  </a:moveTo>
                  <a:lnTo>
                    <a:pt x="1" y="1920"/>
                  </a:lnTo>
                  <a:lnTo>
                    <a:pt x="72" y="4326"/>
                  </a:lnTo>
                  <a:lnTo>
                    <a:pt x="2762" y="8720"/>
                  </a:lnTo>
                  <a:cubicBezTo>
                    <a:pt x="2903" y="8953"/>
                    <a:pt x="3136" y="9114"/>
                    <a:pt x="3404" y="9163"/>
                  </a:cubicBezTo>
                  <a:lnTo>
                    <a:pt x="3323" y="6325"/>
                  </a:lnTo>
                  <a:lnTo>
                    <a:pt x="3139"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0"/>
            <p:cNvSpPr/>
            <p:nvPr/>
          </p:nvSpPr>
          <p:spPr>
            <a:xfrm>
              <a:off x="4427750" y="4408782"/>
              <a:ext cx="147850" cy="321900"/>
            </a:xfrm>
            <a:custGeom>
              <a:rect b="b" l="l" r="r" t="t"/>
              <a:pathLst>
                <a:path extrusionOk="0" h="12876" w="5914">
                  <a:moveTo>
                    <a:pt x="5639" y="0"/>
                  </a:moveTo>
                  <a:lnTo>
                    <a:pt x="0" y="3457"/>
                  </a:lnTo>
                  <a:lnTo>
                    <a:pt x="69" y="6052"/>
                  </a:lnTo>
                  <a:lnTo>
                    <a:pt x="259" y="12571"/>
                  </a:lnTo>
                  <a:lnTo>
                    <a:pt x="270" y="12875"/>
                  </a:lnTo>
                  <a:lnTo>
                    <a:pt x="5913" y="9412"/>
                  </a:lnTo>
                  <a:lnTo>
                    <a:pt x="5909" y="9377"/>
                  </a:lnTo>
                  <a:lnTo>
                    <a:pt x="5722" y="2838"/>
                  </a:lnTo>
                  <a:lnTo>
                    <a:pt x="5639"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30"/>
          <p:cNvGrpSpPr/>
          <p:nvPr/>
        </p:nvGrpSpPr>
        <p:grpSpPr>
          <a:xfrm flipH="1">
            <a:off x="1296095" y="1965338"/>
            <a:ext cx="530166" cy="502936"/>
            <a:chOff x="1717700" y="2254700"/>
            <a:chExt cx="781725" cy="741575"/>
          </a:xfrm>
        </p:grpSpPr>
        <p:sp>
          <p:nvSpPr>
            <p:cNvPr id="525" name="Google Shape;525;p30"/>
            <p:cNvSpPr/>
            <p:nvPr/>
          </p:nvSpPr>
          <p:spPr>
            <a:xfrm>
              <a:off x="1748125" y="2300200"/>
              <a:ext cx="717650" cy="650525"/>
            </a:xfrm>
            <a:custGeom>
              <a:rect b="b" l="l" r="r" t="t"/>
              <a:pathLst>
                <a:path extrusionOk="0" h="26021" w="28706">
                  <a:moveTo>
                    <a:pt x="15025" y="0"/>
                  </a:moveTo>
                  <a:cubicBezTo>
                    <a:pt x="11160" y="0"/>
                    <a:pt x="7313" y="1600"/>
                    <a:pt x="4560" y="4734"/>
                  </a:cubicBezTo>
                  <a:cubicBezTo>
                    <a:pt x="162" y="9743"/>
                    <a:pt x="0" y="17021"/>
                    <a:pt x="3801" y="22174"/>
                  </a:cubicBezTo>
                  <a:cubicBezTo>
                    <a:pt x="4341" y="22872"/>
                    <a:pt x="4946" y="23518"/>
                    <a:pt x="5609" y="24102"/>
                  </a:cubicBezTo>
                  <a:cubicBezTo>
                    <a:pt x="5932" y="24386"/>
                    <a:pt x="6264" y="24652"/>
                    <a:pt x="6604" y="24901"/>
                  </a:cubicBezTo>
                  <a:cubicBezTo>
                    <a:pt x="6953" y="25155"/>
                    <a:pt x="7201" y="25230"/>
                    <a:pt x="7416" y="25230"/>
                  </a:cubicBezTo>
                  <a:cubicBezTo>
                    <a:pt x="7729" y="25230"/>
                    <a:pt x="7975" y="25072"/>
                    <a:pt x="8368" y="25072"/>
                  </a:cubicBezTo>
                  <a:cubicBezTo>
                    <a:pt x="8543" y="25072"/>
                    <a:pt x="8748" y="25103"/>
                    <a:pt x="9001" y="25194"/>
                  </a:cubicBezTo>
                  <a:cubicBezTo>
                    <a:pt x="9444" y="25354"/>
                    <a:pt x="9896" y="25492"/>
                    <a:pt x="10354" y="25608"/>
                  </a:cubicBezTo>
                  <a:cubicBezTo>
                    <a:pt x="11030" y="25776"/>
                    <a:pt x="11721" y="25894"/>
                    <a:pt x="12416" y="25959"/>
                  </a:cubicBezTo>
                  <a:cubicBezTo>
                    <a:pt x="12854" y="26000"/>
                    <a:pt x="13293" y="26021"/>
                    <a:pt x="13732" y="26021"/>
                  </a:cubicBezTo>
                  <a:cubicBezTo>
                    <a:pt x="17598" y="26021"/>
                    <a:pt x="21444" y="24419"/>
                    <a:pt x="24196" y="21288"/>
                  </a:cubicBezTo>
                  <a:cubicBezTo>
                    <a:pt x="28262" y="16658"/>
                    <a:pt x="28705" y="10089"/>
                    <a:pt x="25745" y="5051"/>
                  </a:cubicBezTo>
                  <a:cubicBezTo>
                    <a:pt x="25277" y="4480"/>
                    <a:pt x="24762" y="3949"/>
                    <a:pt x="24205" y="3465"/>
                  </a:cubicBezTo>
                  <a:cubicBezTo>
                    <a:pt x="23674" y="2996"/>
                    <a:pt x="23106" y="2569"/>
                    <a:pt x="22508" y="2185"/>
                  </a:cubicBezTo>
                  <a:cubicBezTo>
                    <a:pt x="21922" y="1809"/>
                    <a:pt x="21305" y="1479"/>
                    <a:pt x="20668" y="1195"/>
                  </a:cubicBezTo>
                  <a:cubicBezTo>
                    <a:pt x="20236" y="1003"/>
                    <a:pt x="19795" y="835"/>
                    <a:pt x="19347" y="687"/>
                  </a:cubicBezTo>
                  <a:cubicBezTo>
                    <a:pt x="18100" y="280"/>
                    <a:pt x="16803" y="52"/>
                    <a:pt x="15491" y="8"/>
                  </a:cubicBezTo>
                  <a:cubicBezTo>
                    <a:pt x="15336" y="3"/>
                    <a:pt x="15180" y="0"/>
                    <a:pt x="15025"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0"/>
            <p:cNvSpPr/>
            <p:nvPr/>
          </p:nvSpPr>
          <p:spPr>
            <a:xfrm>
              <a:off x="1755500" y="2300325"/>
              <a:ext cx="740400" cy="695775"/>
            </a:xfrm>
            <a:custGeom>
              <a:rect b="b" l="l" r="r" t="t"/>
              <a:pathLst>
                <a:path extrusionOk="0" h="27831" w="29616">
                  <a:moveTo>
                    <a:pt x="14709" y="1"/>
                  </a:moveTo>
                  <a:cubicBezTo>
                    <a:pt x="10711" y="1"/>
                    <a:pt x="6906" y="1725"/>
                    <a:pt x="4270" y="4732"/>
                  </a:cubicBezTo>
                  <a:cubicBezTo>
                    <a:pt x="1084" y="8350"/>
                    <a:pt x="1" y="13360"/>
                    <a:pt x="1409" y="17972"/>
                  </a:cubicBezTo>
                  <a:cubicBezTo>
                    <a:pt x="2162" y="20449"/>
                    <a:pt x="3591" y="22666"/>
                    <a:pt x="5538" y="24372"/>
                  </a:cubicBezTo>
                  <a:cubicBezTo>
                    <a:pt x="5852" y="24649"/>
                    <a:pt x="6186" y="24919"/>
                    <a:pt x="6533" y="25169"/>
                  </a:cubicBezTo>
                  <a:cubicBezTo>
                    <a:pt x="7590" y="25942"/>
                    <a:pt x="8754" y="26561"/>
                    <a:pt x="9987" y="27009"/>
                  </a:cubicBezTo>
                  <a:cubicBezTo>
                    <a:pt x="10428" y="27166"/>
                    <a:pt x="10883" y="27304"/>
                    <a:pt x="11340" y="27418"/>
                  </a:cubicBezTo>
                  <a:cubicBezTo>
                    <a:pt x="12017" y="27586"/>
                    <a:pt x="12707" y="27704"/>
                    <a:pt x="13402" y="27769"/>
                  </a:cubicBezTo>
                  <a:cubicBezTo>
                    <a:pt x="13838" y="27810"/>
                    <a:pt x="14282" y="27831"/>
                    <a:pt x="14720" y="27831"/>
                  </a:cubicBezTo>
                  <a:cubicBezTo>
                    <a:pt x="14724" y="27831"/>
                    <a:pt x="14728" y="27831"/>
                    <a:pt x="14732" y="27831"/>
                  </a:cubicBezTo>
                  <a:cubicBezTo>
                    <a:pt x="20119" y="27831"/>
                    <a:pt x="25025" y="24719"/>
                    <a:pt x="27318" y="19844"/>
                  </a:cubicBezTo>
                  <a:cubicBezTo>
                    <a:pt x="29616" y="14965"/>
                    <a:pt x="28886" y="9200"/>
                    <a:pt x="25446" y="5048"/>
                  </a:cubicBezTo>
                  <a:cubicBezTo>
                    <a:pt x="24977" y="4478"/>
                    <a:pt x="24462" y="3947"/>
                    <a:pt x="23908" y="3462"/>
                  </a:cubicBezTo>
                  <a:cubicBezTo>
                    <a:pt x="23374" y="2993"/>
                    <a:pt x="22806" y="2566"/>
                    <a:pt x="22211" y="2185"/>
                  </a:cubicBezTo>
                  <a:cubicBezTo>
                    <a:pt x="21622" y="1809"/>
                    <a:pt x="21008" y="1476"/>
                    <a:pt x="20370" y="1194"/>
                  </a:cubicBezTo>
                  <a:cubicBezTo>
                    <a:pt x="19925" y="998"/>
                    <a:pt x="19484" y="827"/>
                    <a:pt x="19050" y="686"/>
                  </a:cubicBezTo>
                  <a:cubicBezTo>
                    <a:pt x="17803" y="280"/>
                    <a:pt x="16505" y="51"/>
                    <a:pt x="15196" y="10"/>
                  </a:cubicBezTo>
                  <a:cubicBezTo>
                    <a:pt x="15041" y="3"/>
                    <a:pt x="14882" y="1"/>
                    <a:pt x="14725" y="1"/>
                  </a:cubicBezTo>
                  <a:cubicBezTo>
                    <a:pt x="14720" y="1"/>
                    <a:pt x="14714" y="1"/>
                    <a:pt x="14709"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0"/>
            <p:cNvSpPr/>
            <p:nvPr/>
          </p:nvSpPr>
          <p:spPr>
            <a:xfrm>
              <a:off x="1748125" y="2300150"/>
              <a:ext cx="751300" cy="696125"/>
            </a:xfrm>
            <a:custGeom>
              <a:rect b="b" l="l" r="r" t="t"/>
              <a:pathLst>
                <a:path extrusionOk="0" h="27845" w="30052">
                  <a:moveTo>
                    <a:pt x="15005" y="15"/>
                  </a:moveTo>
                  <a:cubicBezTo>
                    <a:pt x="15010" y="15"/>
                    <a:pt x="15015" y="15"/>
                    <a:pt x="15020" y="15"/>
                  </a:cubicBezTo>
                  <a:cubicBezTo>
                    <a:pt x="15177" y="15"/>
                    <a:pt x="15334" y="17"/>
                    <a:pt x="15491" y="21"/>
                  </a:cubicBezTo>
                  <a:cubicBezTo>
                    <a:pt x="16800" y="65"/>
                    <a:pt x="18098" y="294"/>
                    <a:pt x="19342" y="700"/>
                  </a:cubicBezTo>
                  <a:cubicBezTo>
                    <a:pt x="19774" y="841"/>
                    <a:pt x="20218" y="1012"/>
                    <a:pt x="20663" y="1208"/>
                  </a:cubicBezTo>
                  <a:cubicBezTo>
                    <a:pt x="21300" y="1490"/>
                    <a:pt x="21915" y="1820"/>
                    <a:pt x="22503" y="2197"/>
                  </a:cubicBezTo>
                  <a:cubicBezTo>
                    <a:pt x="23099" y="2580"/>
                    <a:pt x="23667" y="3007"/>
                    <a:pt x="24198" y="3476"/>
                  </a:cubicBezTo>
                  <a:cubicBezTo>
                    <a:pt x="24752" y="3961"/>
                    <a:pt x="25267" y="4489"/>
                    <a:pt x="25736" y="5060"/>
                  </a:cubicBezTo>
                  <a:cubicBezTo>
                    <a:pt x="26789" y="6327"/>
                    <a:pt x="27606" y="7773"/>
                    <a:pt x="28147" y="9329"/>
                  </a:cubicBezTo>
                  <a:cubicBezTo>
                    <a:pt x="29638" y="13584"/>
                    <a:pt x="28973" y="18297"/>
                    <a:pt x="26364" y="21975"/>
                  </a:cubicBezTo>
                  <a:cubicBezTo>
                    <a:pt x="23756" y="25652"/>
                    <a:pt x="19529" y="27833"/>
                    <a:pt x="15023" y="27833"/>
                  </a:cubicBezTo>
                  <a:cubicBezTo>
                    <a:pt x="15020" y="27833"/>
                    <a:pt x="15018" y="27833"/>
                    <a:pt x="15015" y="27833"/>
                  </a:cubicBezTo>
                  <a:cubicBezTo>
                    <a:pt x="14577" y="27833"/>
                    <a:pt x="14133" y="27812"/>
                    <a:pt x="13697" y="27771"/>
                  </a:cubicBezTo>
                  <a:cubicBezTo>
                    <a:pt x="13002" y="27706"/>
                    <a:pt x="12312" y="27589"/>
                    <a:pt x="11635" y="27420"/>
                  </a:cubicBezTo>
                  <a:cubicBezTo>
                    <a:pt x="11180" y="27307"/>
                    <a:pt x="10725" y="27168"/>
                    <a:pt x="10282" y="27011"/>
                  </a:cubicBezTo>
                  <a:cubicBezTo>
                    <a:pt x="9051" y="26563"/>
                    <a:pt x="7888" y="25945"/>
                    <a:pt x="6830" y="25173"/>
                  </a:cubicBezTo>
                  <a:cubicBezTo>
                    <a:pt x="6486" y="24922"/>
                    <a:pt x="6151" y="24654"/>
                    <a:pt x="5835" y="24374"/>
                  </a:cubicBezTo>
                  <a:cubicBezTo>
                    <a:pt x="3888" y="22670"/>
                    <a:pt x="2459" y="20454"/>
                    <a:pt x="1706" y="17979"/>
                  </a:cubicBezTo>
                  <a:cubicBezTo>
                    <a:pt x="420" y="13760"/>
                    <a:pt x="1210" y="9184"/>
                    <a:pt x="3835" y="5642"/>
                  </a:cubicBezTo>
                  <a:cubicBezTo>
                    <a:pt x="6458" y="2103"/>
                    <a:pt x="10601" y="15"/>
                    <a:pt x="15005" y="15"/>
                  </a:cubicBezTo>
                  <a:close/>
                  <a:moveTo>
                    <a:pt x="15020" y="1"/>
                  </a:moveTo>
                  <a:lnTo>
                    <a:pt x="15020" y="3"/>
                  </a:lnTo>
                  <a:cubicBezTo>
                    <a:pt x="11155" y="3"/>
                    <a:pt x="7310" y="1603"/>
                    <a:pt x="4560" y="4736"/>
                  </a:cubicBezTo>
                  <a:cubicBezTo>
                    <a:pt x="159" y="9745"/>
                    <a:pt x="0" y="17023"/>
                    <a:pt x="3801" y="22176"/>
                  </a:cubicBezTo>
                  <a:cubicBezTo>
                    <a:pt x="4394" y="22984"/>
                    <a:pt x="5073" y="23723"/>
                    <a:pt x="5828" y="24384"/>
                  </a:cubicBezTo>
                  <a:cubicBezTo>
                    <a:pt x="6149" y="24668"/>
                    <a:pt x="6484" y="24933"/>
                    <a:pt x="6823" y="25180"/>
                  </a:cubicBezTo>
                  <a:cubicBezTo>
                    <a:pt x="7883" y="25954"/>
                    <a:pt x="9047" y="26575"/>
                    <a:pt x="10280" y="27021"/>
                  </a:cubicBezTo>
                  <a:cubicBezTo>
                    <a:pt x="10725" y="27180"/>
                    <a:pt x="11178" y="27318"/>
                    <a:pt x="11633" y="27432"/>
                  </a:cubicBezTo>
                  <a:cubicBezTo>
                    <a:pt x="12312" y="27600"/>
                    <a:pt x="13000" y="27718"/>
                    <a:pt x="13697" y="27782"/>
                  </a:cubicBezTo>
                  <a:cubicBezTo>
                    <a:pt x="14136" y="27824"/>
                    <a:pt x="14574" y="27845"/>
                    <a:pt x="15015" y="27845"/>
                  </a:cubicBezTo>
                  <a:cubicBezTo>
                    <a:pt x="18881" y="27845"/>
                    <a:pt x="22725" y="26245"/>
                    <a:pt x="25475" y="23111"/>
                  </a:cubicBezTo>
                  <a:cubicBezTo>
                    <a:pt x="30051" y="17900"/>
                    <a:pt x="30035" y="10227"/>
                    <a:pt x="25745" y="5050"/>
                  </a:cubicBezTo>
                  <a:cubicBezTo>
                    <a:pt x="25277" y="4482"/>
                    <a:pt x="24762" y="3951"/>
                    <a:pt x="24205" y="3464"/>
                  </a:cubicBezTo>
                  <a:cubicBezTo>
                    <a:pt x="23672" y="2995"/>
                    <a:pt x="23106" y="2568"/>
                    <a:pt x="22508" y="2185"/>
                  </a:cubicBezTo>
                  <a:cubicBezTo>
                    <a:pt x="21922" y="1809"/>
                    <a:pt x="21305" y="1478"/>
                    <a:pt x="20668" y="1197"/>
                  </a:cubicBezTo>
                  <a:cubicBezTo>
                    <a:pt x="20236" y="1005"/>
                    <a:pt x="19795" y="834"/>
                    <a:pt x="19347" y="689"/>
                  </a:cubicBezTo>
                  <a:cubicBezTo>
                    <a:pt x="18100" y="280"/>
                    <a:pt x="16803" y="52"/>
                    <a:pt x="15491" y="10"/>
                  </a:cubicBezTo>
                  <a:cubicBezTo>
                    <a:pt x="15334" y="5"/>
                    <a:pt x="15177" y="1"/>
                    <a:pt x="1502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0"/>
            <p:cNvSpPr/>
            <p:nvPr/>
          </p:nvSpPr>
          <p:spPr>
            <a:xfrm>
              <a:off x="1828875" y="2353550"/>
              <a:ext cx="589400" cy="589400"/>
            </a:xfrm>
            <a:custGeom>
              <a:rect b="b" l="l" r="r" t="t"/>
              <a:pathLst>
                <a:path extrusionOk="0" fill="none" h="23576" w="23576">
                  <a:moveTo>
                    <a:pt x="20123" y="3452"/>
                  </a:moveTo>
                  <a:cubicBezTo>
                    <a:pt x="22333" y="5662"/>
                    <a:pt x="23575" y="8662"/>
                    <a:pt x="23575" y="11788"/>
                  </a:cubicBezTo>
                  <a:cubicBezTo>
                    <a:pt x="23575" y="14914"/>
                    <a:pt x="22333" y="17911"/>
                    <a:pt x="20123" y="20121"/>
                  </a:cubicBezTo>
                  <a:cubicBezTo>
                    <a:pt x="17911" y="22333"/>
                    <a:pt x="14914" y="23575"/>
                    <a:pt x="11788" y="23575"/>
                  </a:cubicBezTo>
                  <a:cubicBezTo>
                    <a:pt x="8661" y="23575"/>
                    <a:pt x="5664" y="22333"/>
                    <a:pt x="3452" y="20121"/>
                  </a:cubicBezTo>
                  <a:cubicBezTo>
                    <a:pt x="1243" y="17911"/>
                    <a:pt x="0" y="14914"/>
                    <a:pt x="0" y="11788"/>
                  </a:cubicBezTo>
                  <a:cubicBezTo>
                    <a:pt x="0" y="8662"/>
                    <a:pt x="1243" y="5662"/>
                    <a:pt x="3452" y="3452"/>
                  </a:cubicBezTo>
                  <a:cubicBezTo>
                    <a:pt x="5664" y="1243"/>
                    <a:pt x="8661" y="1"/>
                    <a:pt x="11788" y="1"/>
                  </a:cubicBezTo>
                  <a:cubicBezTo>
                    <a:pt x="14914" y="1"/>
                    <a:pt x="17911" y="1243"/>
                    <a:pt x="20123" y="3452"/>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0"/>
            <p:cNvSpPr/>
            <p:nvPr/>
          </p:nvSpPr>
          <p:spPr>
            <a:xfrm>
              <a:off x="1854800" y="2392075"/>
              <a:ext cx="553825" cy="513575"/>
            </a:xfrm>
            <a:custGeom>
              <a:rect b="b" l="l" r="r" t="t"/>
              <a:pathLst>
                <a:path extrusionOk="0" h="20543" w="22153">
                  <a:moveTo>
                    <a:pt x="10769" y="1"/>
                  </a:moveTo>
                  <a:cubicBezTo>
                    <a:pt x="10066" y="1"/>
                    <a:pt x="9353" y="73"/>
                    <a:pt x="8640" y="224"/>
                  </a:cubicBezTo>
                  <a:cubicBezTo>
                    <a:pt x="3496" y="1311"/>
                    <a:pt x="0" y="6102"/>
                    <a:pt x="543" y="11330"/>
                  </a:cubicBezTo>
                  <a:cubicBezTo>
                    <a:pt x="1083" y="16560"/>
                    <a:pt x="5489" y="20536"/>
                    <a:pt x="10746" y="20543"/>
                  </a:cubicBezTo>
                  <a:cubicBezTo>
                    <a:pt x="10752" y="20543"/>
                    <a:pt x="10757" y="20543"/>
                    <a:pt x="10763" y="20543"/>
                  </a:cubicBezTo>
                  <a:cubicBezTo>
                    <a:pt x="12195" y="20543"/>
                    <a:pt x="13614" y="20243"/>
                    <a:pt x="14925" y="19661"/>
                  </a:cubicBezTo>
                  <a:cubicBezTo>
                    <a:pt x="19733" y="17529"/>
                    <a:pt x="22152" y="12113"/>
                    <a:pt x="20536" y="7111"/>
                  </a:cubicBezTo>
                  <a:cubicBezTo>
                    <a:pt x="19144" y="2803"/>
                    <a:pt x="15140" y="1"/>
                    <a:pt x="10769"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0"/>
            <p:cNvSpPr/>
            <p:nvPr/>
          </p:nvSpPr>
          <p:spPr>
            <a:xfrm>
              <a:off x="1836200" y="2390675"/>
              <a:ext cx="574725" cy="515125"/>
            </a:xfrm>
            <a:custGeom>
              <a:rect b="b" l="l" r="r" t="t"/>
              <a:pathLst>
                <a:path extrusionOk="0" h="20605" w="22989">
                  <a:moveTo>
                    <a:pt x="9338" y="226"/>
                  </a:moveTo>
                  <a:cubicBezTo>
                    <a:pt x="4666" y="1196"/>
                    <a:pt x="1150" y="5334"/>
                    <a:pt x="1148" y="10298"/>
                  </a:cubicBezTo>
                  <a:cubicBezTo>
                    <a:pt x="1146" y="15415"/>
                    <a:pt x="4876" y="19657"/>
                    <a:pt x="9761" y="20458"/>
                  </a:cubicBezTo>
                  <a:lnTo>
                    <a:pt x="9761" y="20458"/>
                  </a:lnTo>
                  <a:cubicBezTo>
                    <a:pt x="7896" y="20140"/>
                    <a:pt x="6139" y="19311"/>
                    <a:pt x="4695" y="18043"/>
                  </a:cubicBezTo>
                  <a:cubicBezTo>
                    <a:pt x="421" y="14286"/>
                    <a:pt x="1" y="7777"/>
                    <a:pt x="3755" y="3503"/>
                  </a:cubicBezTo>
                  <a:cubicBezTo>
                    <a:pt x="5228" y="1823"/>
                    <a:pt x="7191" y="684"/>
                    <a:pt x="9338" y="226"/>
                  </a:cubicBezTo>
                  <a:close/>
                  <a:moveTo>
                    <a:pt x="11483" y="0"/>
                  </a:moveTo>
                  <a:cubicBezTo>
                    <a:pt x="10756" y="0"/>
                    <a:pt x="10038" y="77"/>
                    <a:pt x="9338" y="226"/>
                  </a:cubicBezTo>
                  <a:lnTo>
                    <a:pt x="9338" y="226"/>
                  </a:lnTo>
                  <a:cubicBezTo>
                    <a:pt x="10017" y="86"/>
                    <a:pt x="10720" y="12"/>
                    <a:pt x="11440" y="12"/>
                  </a:cubicBezTo>
                  <a:cubicBezTo>
                    <a:pt x="11460" y="12"/>
                    <a:pt x="11479" y="12"/>
                    <a:pt x="11499" y="12"/>
                  </a:cubicBezTo>
                  <a:cubicBezTo>
                    <a:pt x="11501" y="12"/>
                    <a:pt x="11502" y="12"/>
                    <a:pt x="11504" y="12"/>
                  </a:cubicBezTo>
                  <a:cubicBezTo>
                    <a:pt x="16773" y="12"/>
                    <a:pt x="21193" y="3994"/>
                    <a:pt x="21740" y="9236"/>
                  </a:cubicBezTo>
                  <a:cubicBezTo>
                    <a:pt x="22285" y="14480"/>
                    <a:pt x="18780" y="19290"/>
                    <a:pt x="13619" y="20372"/>
                  </a:cubicBezTo>
                  <a:cubicBezTo>
                    <a:pt x="12919" y="20520"/>
                    <a:pt x="12206" y="20594"/>
                    <a:pt x="11490" y="20594"/>
                  </a:cubicBezTo>
                  <a:cubicBezTo>
                    <a:pt x="11473" y="20594"/>
                    <a:pt x="11456" y="20594"/>
                    <a:pt x="11439" y="20594"/>
                  </a:cubicBezTo>
                  <a:cubicBezTo>
                    <a:pt x="10868" y="20594"/>
                    <a:pt x="10307" y="20548"/>
                    <a:pt x="9761" y="20458"/>
                  </a:cubicBezTo>
                  <a:lnTo>
                    <a:pt x="9761" y="20458"/>
                  </a:lnTo>
                  <a:cubicBezTo>
                    <a:pt x="10329" y="20555"/>
                    <a:pt x="10907" y="20604"/>
                    <a:pt x="11490" y="20604"/>
                  </a:cubicBezTo>
                  <a:cubicBezTo>
                    <a:pt x="11713" y="20604"/>
                    <a:pt x="11936" y="20597"/>
                    <a:pt x="12160" y="20583"/>
                  </a:cubicBezTo>
                  <a:cubicBezTo>
                    <a:pt x="14887" y="20407"/>
                    <a:pt x="17431" y="19156"/>
                    <a:pt x="19234" y="17103"/>
                  </a:cubicBezTo>
                  <a:cubicBezTo>
                    <a:pt x="22989" y="12829"/>
                    <a:pt x="22569" y="6320"/>
                    <a:pt x="18295" y="2563"/>
                  </a:cubicBezTo>
                  <a:cubicBezTo>
                    <a:pt x="16420" y="912"/>
                    <a:pt x="14006" y="0"/>
                    <a:pt x="11509" y="0"/>
                  </a:cubicBezTo>
                  <a:cubicBezTo>
                    <a:pt x="11506" y="0"/>
                    <a:pt x="11503" y="0"/>
                    <a:pt x="11499" y="0"/>
                  </a:cubicBezTo>
                  <a:cubicBezTo>
                    <a:pt x="11494" y="0"/>
                    <a:pt x="11489" y="0"/>
                    <a:pt x="1148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0"/>
            <p:cNvSpPr/>
            <p:nvPr/>
          </p:nvSpPr>
          <p:spPr>
            <a:xfrm>
              <a:off x="1918750" y="2300450"/>
              <a:ext cx="313075" cy="675175"/>
            </a:xfrm>
            <a:custGeom>
              <a:rect b="b" l="l" r="r" t="t"/>
              <a:pathLst>
                <a:path extrusionOk="0" h="27007" w="12523">
                  <a:moveTo>
                    <a:pt x="8666" y="0"/>
                  </a:moveTo>
                  <a:lnTo>
                    <a:pt x="0" y="25168"/>
                  </a:lnTo>
                  <a:cubicBezTo>
                    <a:pt x="1058" y="25942"/>
                    <a:pt x="2222" y="26561"/>
                    <a:pt x="3455" y="27006"/>
                  </a:cubicBezTo>
                  <a:lnTo>
                    <a:pt x="12522" y="677"/>
                  </a:lnTo>
                  <a:cubicBezTo>
                    <a:pt x="11275" y="270"/>
                    <a:pt x="9978" y="42"/>
                    <a:pt x="8666"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0"/>
            <p:cNvSpPr/>
            <p:nvPr/>
          </p:nvSpPr>
          <p:spPr>
            <a:xfrm>
              <a:off x="2039000" y="2330125"/>
              <a:ext cx="271850" cy="664550"/>
            </a:xfrm>
            <a:custGeom>
              <a:rect b="b" l="l" r="r" t="t"/>
              <a:pathLst>
                <a:path extrusionOk="0" h="26582" w="10874">
                  <a:moveTo>
                    <a:pt x="9033" y="0"/>
                  </a:moveTo>
                  <a:lnTo>
                    <a:pt x="0" y="26233"/>
                  </a:lnTo>
                  <a:cubicBezTo>
                    <a:pt x="677" y="26401"/>
                    <a:pt x="1365" y="26517"/>
                    <a:pt x="2060" y="26581"/>
                  </a:cubicBezTo>
                  <a:lnTo>
                    <a:pt x="10873" y="988"/>
                  </a:lnTo>
                  <a:cubicBezTo>
                    <a:pt x="10287" y="612"/>
                    <a:pt x="9670" y="282"/>
                    <a:pt x="9033"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0"/>
            <p:cNvSpPr/>
            <p:nvPr/>
          </p:nvSpPr>
          <p:spPr>
            <a:xfrm>
              <a:off x="1717700" y="2254700"/>
              <a:ext cx="674075" cy="599875"/>
            </a:xfrm>
            <a:custGeom>
              <a:rect b="b" l="l" r="r" t="t"/>
              <a:pathLst>
                <a:path extrusionOk="0" h="23995" w="26963">
                  <a:moveTo>
                    <a:pt x="14948" y="0"/>
                  </a:moveTo>
                  <a:cubicBezTo>
                    <a:pt x="11086" y="0"/>
                    <a:pt x="7245" y="1602"/>
                    <a:pt x="4498" y="4730"/>
                  </a:cubicBezTo>
                  <a:cubicBezTo>
                    <a:pt x="0" y="9849"/>
                    <a:pt x="767" y="18552"/>
                    <a:pt x="5018" y="23994"/>
                  </a:cubicBezTo>
                  <a:cubicBezTo>
                    <a:pt x="1219" y="18841"/>
                    <a:pt x="1379" y="11563"/>
                    <a:pt x="5777" y="6554"/>
                  </a:cubicBezTo>
                  <a:cubicBezTo>
                    <a:pt x="8530" y="3420"/>
                    <a:pt x="12377" y="1820"/>
                    <a:pt x="16242" y="1820"/>
                  </a:cubicBezTo>
                  <a:cubicBezTo>
                    <a:pt x="16397" y="1820"/>
                    <a:pt x="16553" y="1823"/>
                    <a:pt x="16708" y="1828"/>
                  </a:cubicBezTo>
                  <a:cubicBezTo>
                    <a:pt x="18020" y="1872"/>
                    <a:pt x="19317" y="2100"/>
                    <a:pt x="20564" y="2507"/>
                  </a:cubicBezTo>
                  <a:cubicBezTo>
                    <a:pt x="21012" y="2655"/>
                    <a:pt x="21453" y="2823"/>
                    <a:pt x="21885" y="3015"/>
                  </a:cubicBezTo>
                  <a:cubicBezTo>
                    <a:pt x="22522" y="3299"/>
                    <a:pt x="23139" y="3629"/>
                    <a:pt x="23725" y="4005"/>
                  </a:cubicBezTo>
                  <a:cubicBezTo>
                    <a:pt x="24323" y="4389"/>
                    <a:pt x="24891" y="4816"/>
                    <a:pt x="25422" y="5285"/>
                  </a:cubicBezTo>
                  <a:cubicBezTo>
                    <a:pt x="25979" y="5769"/>
                    <a:pt x="26494" y="6300"/>
                    <a:pt x="26962" y="6871"/>
                  </a:cubicBezTo>
                  <a:cubicBezTo>
                    <a:pt x="26210" y="5592"/>
                    <a:pt x="25258" y="4439"/>
                    <a:pt x="24143" y="3463"/>
                  </a:cubicBezTo>
                  <a:cubicBezTo>
                    <a:pt x="23610" y="2994"/>
                    <a:pt x="23042" y="2567"/>
                    <a:pt x="22446" y="2184"/>
                  </a:cubicBezTo>
                  <a:cubicBezTo>
                    <a:pt x="21857" y="1807"/>
                    <a:pt x="21243" y="1477"/>
                    <a:pt x="20603" y="1193"/>
                  </a:cubicBezTo>
                  <a:cubicBezTo>
                    <a:pt x="20172" y="1001"/>
                    <a:pt x="19731" y="830"/>
                    <a:pt x="19283" y="685"/>
                  </a:cubicBezTo>
                  <a:cubicBezTo>
                    <a:pt x="18038" y="279"/>
                    <a:pt x="16740" y="50"/>
                    <a:pt x="15429" y="8"/>
                  </a:cubicBezTo>
                  <a:cubicBezTo>
                    <a:pt x="15269" y="3"/>
                    <a:pt x="15108" y="0"/>
                    <a:pt x="14948"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30"/>
          <p:cNvGrpSpPr/>
          <p:nvPr/>
        </p:nvGrpSpPr>
        <p:grpSpPr>
          <a:xfrm rot="-5400000">
            <a:off x="7118787" y="285297"/>
            <a:ext cx="676069" cy="397542"/>
            <a:chOff x="3588600" y="2424575"/>
            <a:chExt cx="1002475" cy="589475"/>
          </a:xfrm>
        </p:grpSpPr>
        <p:sp>
          <p:nvSpPr>
            <p:cNvPr id="535" name="Google Shape;535;p30"/>
            <p:cNvSpPr/>
            <p:nvPr/>
          </p:nvSpPr>
          <p:spPr>
            <a:xfrm>
              <a:off x="3588600" y="2424575"/>
              <a:ext cx="1002475" cy="560325"/>
            </a:xfrm>
            <a:custGeom>
              <a:rect b="b" l="l" r="r" t="t"/>
              <a:pathLst>
                <a:path extrusionOk="0" h="22413" w="40099">
                  <a:moveTo>
                    <a:pt x="27641" y="1"/>
                  </a:moveTo>
                  <a:cubicBezTo>
                    <a:pt x="27012" y="1"/>
                    <a:pt x="26337" y="29"/>
                    <a:pt x="25612" y="87"/>
                  </a:cubicBezTo>
                  <a:cubicBezTo>
                    <a:pt x="20336" y="514"/>
                    <a:pt x="3522" y="5460"/>
                    <a:pt x="3792" y="14946"/>
                  </a:cubicBezTo>
                  <a:cubicBezTo>
                    <a:pt x="3942" y="20169"/>
                    <a:pt x="8167" y="22413"/>
                    <a:pt x="8167" y="22413"/>
                  </a:cubicBezTo>
                  <a:cubicBezTo>
                    <a:pt x="8167" y="22413"/>
                    <a:pt x="1" y="9286"/>
                    <a:pt x="29867" y="5871"/>
                  </a:cubicBezTo>
                  <a:cubicBezTo>
                    <a:pt x="30556" y="5793"/>
                    <a:pt x="31186" y="5756"/>
                    <a:pt x="31760" y="5756"/>
                  </a:cubicBezTo>
                  <a:cubicBezTo>
                    <a:pt x="39561" y="5756"/>
                    <a:pt x="37224" y="12517"/>
                    <a:pt x="37224" y="12517"/>
                  </a:cubicBezTo>
                  <a:cubicBezTo>
                    <a:pt x="37224" y="12517"/>
                    <a:pt x="40098" y="9727"/>
                    <a:pt x="37048" y="4948"/>
                  </a:cubicBezTo>
                  <a:cubicBezTo>
                    <a:pt x="35725" y="2876"/>
                    <a:pt x="34060" y="1"/>
                    <a:pt x="27641"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0"/>
            <p:cNvSpPr/>
            <p:nvPr/>
          </p:nvSpPr>
          <p:spPr>
            <a:xfrm>
              <a:off x="3728825" y="2541225"/>
              <a:ext cx="821900" cy="472725"/>
            </a:xfrm>
            <a:custGeom>
              <a:rect b="b" l="l" r="r" t="t"/>
              <a:pathLst>
                <a:path extrusionOk="0" h="18909" w="32876">
                  <a:moveTo>
                    <a:pt x="24519" y="0"/>
                  </a:moveTo>
                  <a:cubicBezTo>
                    <a:pt x="22919" y="0"/>
                    <a:pt x="21194" y="178"/>
                    <a:pt x="19393" y="527"/>
                  </a:cubicBezTo>
                  <a:cubicBezTo>
                    <a:pt x="17470" y="903"/>
                    <a:pt x="15581" y="1434"/>
                    <a:pt x="13743" y="2117"/>
                  </a:cubicBezTo>
                  <a:cubicBezTo>
                    <a:pt x="12517" y="2568"/>
                    <a:pt x="11316" y="3085"/>
                    <a:pt x="10146" y="3664"/>
                  </a:cubicBezTo>
                  <a:cubicBezTo>
                    <a:pt x="8673" y="4389"/>
                    <a:pt x="7303" y="5193"/>
                    <a:pt x="6080" y="6052"/>
                  </a:cubicBezTo>
                  <a:cubicBezTo>
                    <a:pt x="5422" y="6507"/>
                    <a:pt x="4803" y="6980"/>
                    <a:pt x="4242" y="7458"/>
                  </a:cubicBezTo>
                  <a:cubicBezTo>
                    <a:pt x="2210" y="9183"/>
                    <a:pt x="857" y="10968"/>
                    <a:pt x="330" y="12621"/>
                  </a:cubicBezTo>
                  <a:cubicBezTo>
                    <a:pt x="5" y="13632"/>
                    <a:pt x="0" y="14574"/>
                    <a:pt x="309" y="15415"/>
                  </a:cubicBezTo>
                  <a:cubicBezTo>
                    <a:pt x="1129" y="17636"/>
                    <a:pt x="4073" y="18908"/>
                    <a:pt x="8384" y="18908"/>
                  </a:cubicBezTo>
                  <a:cubicBezTo>
                    <a:pt x="9984" y="18908"/>
                    <a:pt x="11709" y="18731"/>
                    <a:pt x="13508" y="18382"/>
                  </a:cubicBezTo>
                  <a:cubicBezTo>
                    <a:pt x="15433" y="18006"/>
                    <a:pt x="17322" y="17472"/>
                    <a:pt x="19160" y="16789"/>
                  </a:cubicBezTo>
                  <a:cubicBezTo>
                    <a:pt x="19668" y="16602"/>
                    <a:pt x="20132" y="16419"/>
                    <a:pt x="20578" y="16232"/>
                  </a:cubicBezTo>
                  <a:lnTo>
                    <a:pt x="20580" y="16232"/>
                  </a:lnTo>
                  <a:cubicBezTo>
                    <a:pt x="23519" y="15015"/>
                    <a:pt x="26186" y="13466"/>
                    <a:pt x="28297" y="11753"/>
                  </a:cubicBezTo>
                  <a:cubicBezTo>
                    <a:pt x="28858" y="11298"/>
                    <a:pt x="29393" y="10813"/>
                    <a:pt x="29904" y="10303"/>
                  </a:cubicBezTo>
                  <a:cubicBezTo>
                    <a:pt x="30813" y="9384"/>
                    <a:pt x="31522" y="8462"/>
                    <a:pt x="32016" y="7567"/>
                  </a:cubicBezTo>
                  <a:cubicBezTo>
                    <a:pt x="32418" y="6835"/>
                    <a:pt x="32672" y="6121"/>
                    <a:pt x="32771" y="5447"/>
                  </a:cubicBezTo>
                  <a:cubicBezTo>
                    <a:pt x="32875" y="4752"/>
                    <a:pt x="32813" y="4094"/>
                    <a:pt x="32591" y="3494"/>
                  </a:cubicBezTo>
                  <a:cubicBezTo>
                    <a:pt x="31772" y="1275"/>
                    <a:pt x="28830" y="0"/>
                    <a:pt x="24519"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0"/>
            <p:cNvSpPr/>
            <p:nvPr/>
          </p:nvSpPr>
          <p:spPr>
            <a:xfrm>
              <a:off x="3728475" y="2541100"/>
              <a:ext cx="826625" cy="472950"/>
            </a:xfrm>
            <a:custGeom>
              <a:rect b="b" l="l" r="r" t="t"/>
              <a:pathLst>
                <a:path extrusionOk="0" h="18918" w="33065">
                  <a:moveTo>
                    <a:pt x="24533" y="12"/>
                  </a:moveTo>
                  <a:cubicBezTo>
                    <a:pt x="25568" y="12"/>
                    <a:pt x="26537" y="88"/>
                    <a:pt x="27422" y="236"/>
                  </a:cubicBezTo>
                  <a:cubicBezTo>
                    <a:pt x="28311" y="384"/>
                    <a:pt x="29112" y="605"/>
                    <a:pt x="29802" y="896"/>
                  </a:cubicBezTo>
                  <a:cubicBezTo>
                    <a:pt x="30506" y="1192"/>
                    <a:pt x="31100" y="1559"/>
                    <a:pt x="31566" y="1988"/>
                  </a:cubicBezTo>
                  <a:cubicBezTo>
                    <a:pt x="32044" y="2429"/>
                    <a:pt x="32393" y="2937"/>
                    <a:pt x="32601" y="3501"/>
                  </a:cubicBezTo>
                  <a:cubicBezTo>
                    <a:pt x="32822" y="4101"/>
                    <a:pt x="32882" y="4757"/>
                    <a:pt x="32781" y="5450"/>
                  </a:cubicBezTo>
                  <a:cubicBezTo>
                    <a:pt x="32679" y="6124"/>
                    <a:pt x="32425" y="6837"/>
                    <a:pt x="32026" y="7569"/>
                  </a:cubicBezTo>
                  <a:cubicBezTo>
                    <a:pt x="31532" y="8465"/>
                    <a:pt x="30823" y="9384"/>
                    <a:pt x="29915" y="10303"/>
                  </a:cubicBezTo>
                  <a:cubicBezTo>
                    <a:pt x="29405" y="10816"/>
                    <a:pt x="28869" y="11298"/>
                    <a:pt x="28308" y="11753"/>
                  </a:cubicBezTo>
                  <a:cubicBezTo>
                    <a:pt x="26200" y="13464"/>
                    <a:pt x="23531" y="15013"/>
                    <a:pt x="20594" y="16233"/>
                  </a:cubicBezTo>
                  <a:lnTo>
                    <a:pt x="20589" y="16235"/>
                  </a:lnTo>
                  <a:cubicBezTo>
                    <a:pt x="20144" y="16420"/>
                    <a:pt x="19682" y="16602"/>
                    <a:pt x="19174" y="16789"/>
                  </a:cubicBezTo>
                  <a:cubicBezTo>
                    <a:pt x="17336" y="17473"/>
                    <a:pt x="15447" y="18006"/>
                    <a:pt x="13522" y="18382"/>
                  </a:cubicBezTo>
                  <a:cubicBezTo>
                    <a:pt x="11721" y="18731"/>
                    <a:pt x="9998" y="18906"/>
                    <a:pt x="8398" y="18906"/>
                  </a:cubicBezTo>
                  <a:cubicBezTo>
                    <a:pt x="7364" y="18906"/>
                    <a:pt x="6391" y="18833"/>
                    <a:pt x="5509" y="18685"/>
                  </a:cubicBezTo>
                  <a:cubicBezTo>
                    <a:pt x="4620" y="18537"/>
                    <a:pt x="3819" y="18313"/>
                    <a:pt x="3129" y="18024"/>
                  </a:cubicBezTo>
                  <a:cubicBezTo>
                    <a:pt x="2425" y="17729"/>
                    <a:pt x="1831" y="17359"/>
                    <a:pt x="1365" y="16932"/>
                  </a:cubicBezTo>
                  <a:cubicBezTo>
                    <a:pt x="885" y="16491"/>
                    <a:pt x="538" y="15983"/>
                    <a:pt x="328" y="15420"/>
                  </a:cubicBezTo>
                  <a:cubicBezTo>
                    <a:pt x="19" y="14579"/>
                    <a:pt x="26" y="13640"/>
                    <a:pt x="349" y="12628"/>
                  </a:cubicBezTo>
                  <a:cubicBezTo>
                    <a:pt x="875" y="10977"/>
                    <a:pt x="2228" y="9193"/>
                    <a:pt x="4260" y="7468"/>
                  </a:cubicBezTo>
                  <a:cubicBezTo>
                    <a:pt x="4821" y="6992"/>
                    <a:pt x="5438" y="6519"/>
                    <a:pt x="6096" y="6062"/>
                  </a:cubicBezTo>
                  <a:cubicBezTo>
                    <a:pt x="7322" y="5203"/>
                    <a:pt x="8689" y="4401"/>
                    <a:pt x="10162" y="3674"/>
                  </a:cubicBezTo>
                  <a:cubicBezTo>
                    <a:pt x="11333" y="3094"/>
                    <a:pt x="12533" y="2580"/>
                    <a:pt x="13759" y="2129"/>
                  </a:cubicBezTo>
                  <a:cubicBezTo>
                    <a:pt x="15595" y="1446"/>
                    <a:pt x="17486" y="912"/>
                    <a:pt x="19407" y="536"/>
                  </a:cubicBezTo>
                  <a:cubicBezTo>
                    <a:pt x="21208" y="190"/>
                    <a:pt x="22933" y="12"/>
                    <a:pt x="24533" y="12"/>
                  </a:cubicBezTo>
                  <a:close/>
                  <a:moveTo>
                    <a:pt x="24533" y="0"/>
                  </a:moveTo>
                  <a:cubicBezTo>
                    <a:pt x="21377" y="0"/>
                    <a:pt x="17611" y="693"/>
                    <a:pt x="13755" y="2118"/>
                  </a:cubicBezTo>
                  <a:cubicBezTo>
                    <a:pt x="12529" y="2570"/>
                    <a:pt x="11328" y="3085"/>
                    <a:pt x="10157" y="3665"/>
                  </a:cubicBezTo>
                  <a:cubicBezTo>
                    <a:pt x="8668" y="4399"/>
                    <a:pt x="7301" y="5205"/>
                    <a:pt x="6091" y="6052"/>
                  </a:cubicBezTo>
                  <a:cubicBezTo>
                    <a:pt x="5431" y="6509"/>
                    <a:pt x="4814" y="6983"/>
                    <a:pt x="4253" y="7461"/>
                  </a:cubicBezTo>
                  <a:cubicBezTo>
                    <a:pt x="2249" y="9160"/>
                    <a:pt x="871" y="10952"/>
                    <a:pt x="340" y="12624"/>
                  </a:cubicBezTo>
                  <a:cubicBezTo>
                    <a:pt x="21" y="13614"/>
                    <a:pt x="0" y="14561"/>
                    <a:pt x="319" y="15424"/>
                  </a:cubicBezTo>
                  <a:cubicBezTo>
                    <a:pt x="1169" y="17724"/>
                    <a:pt x="4256" y="18918"/>
                    <a:pt x="8398" y="18918"/>
                  </a:cubicBezTo>
                  <a:cubicBezTo>
                    <a:pt x="11554" y="18918"/>
                    <a:pt x="15323" y="18225"/>
                    <a:pt x="19179" y="16801"/>
                  </a:cubicBezTo>
                  <a:cubicBezTo>
                    <a:pt x="19661" y="16623"/>
                    <a:pt x="20130" y="16438"/>
                    <a:pt x="20594" y="16244"/>
                  </a:cubicBezTo>
                  <a:lnTo>
                    <a:pt x="20596" y="16244"/>
                  </a:lnTo>
                  <a:cubicBezTo>
                    <a:pt x="23630" y="14986"/>
                    <a:pt x="26269" y="13425"/>
                    <a:pt x="28315" y="11762"/>
                  </a:cubicBezTo>
                  <a:cubicBezTo>
                    <a:pt x="28876" y="11308"/>
                    <a:pt x="29412" y="10825"/>
                    <a:pt x="29922" y="10312"/>
                  </a:cubicBezTo>
                  <a:cubicBezTo>
                    <a:pt x="30823" y="9400"/>
                    <a:pt x="31539" y="8479"/>
                    <a:pt x="32035" y="7576"/>
                  </a:cubicBezTo>
                  <a:cubicBezTo>
                    <a:pt x="32829" y="6126"/>
                    <a:pt x="33065" y="4725"/>
                    <a:pt x="32612" y="3499"/>
                  </a:cubicBezTo>
                  <a:cubicBezTo>
                    <a:pt x="31763" y="1196"/>
                    <a:pt x="28675" y="3"/>
                    <a:pt x="24533" y="3"/>
                  </a:cubicBezTo>
                  <a:lnTo>
                    <a:pt x="24533" y="0"/>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0"/>
            <p:cNvSpPr/>
            <p:nvPr/>
          </p:nvSpPr>
          <p:spPr>
            <a:xfrm>
              <a:off x="3839525" y="2619200"/>
              <a:ext cx="606025" cy="324450"/>
            </a:xfrm>
            <a:custGeom>
              <a:rect b="b" l="l" r="r" t="t"/>
              <a:pathLst>
                <a:path extrusionOk="0" h="12978" w="24241">
                  <a:moveTo>
                    <a:pt x="18484" y="0"/>
                  </a:moveTo>
                  <a:cubicBezTo>
                    <a:pt x="16067" y="0"/>
                    <a:pt x="13169" y="578"/>
                    <a:pt x="10324" y="1628"/>
                  </a:cubicBezTo>
                  <a:cubicBezTo>
                    <a:pt x="7216" y="2778"/>
                    <a:pt x="4478" y="4364"/>
                    <a:pt x="2619" y="6094"/>
                  </a:cubicBezTo>
                  <a:cubicBezTo>
                    <a:pt x="760" y="7823"/>
                    <a:pt x="1" y="9490"/>
                    <a:pt x="481" y="10788"/>
                  </a:cubicBezTo>
                  <a:cubicBezTo>
                    <a:pt x="742" y="11497"/>
                    <a:pt x="1351" y="12049"/>
                    <a:pt x="2291" y="12425"/>
                  </a:cubicBezTo>
                  <a:cubicBezTo>
                    <a:pt x="3199" y="12792"/>
                    <a:pt x="4367" y="12977"/>
                    <a:pt x="5757" y="12977"/>
                  </a:cubicBezTo>
                  <a:cubicBezTo>
                    <a:pt x="8177" y="12977"/>
                    <a:pt x="11072" y="12400"/>
                    <a:pt x="13917" y="11349"/>
                  </a:cubicBezTo>
                  <a:cubicBezTo>
                    <a:pt x="17025" y="10202"/>
                    <a:pt x="19763" y="8613"/>
                    <a:pt x="21622" y="6884"/>
                  </a:cubicBezTo>
                  <a:cubicBezTo>
                    <a:pt x="23481" y="5154"/>
                    <a:pt x="24240" y="3487"/>
                    <a:pt x="23762" y="2189"/>
                  </a:cubicBezTo>
                  <a:cubicBezTo>
                    <a:pt x="23499" y="1481"/>
                    <a:pt x="22892" y="931"/>
                    <a:pt x="21952" y="552"/>
                  </a:cubicBezTo>
                  <a:cubicBezTo>
                    <a:pt x="21042" y="185"/>
                    <a:pt x="19876" y="0"/>
                    <a:pt x="1848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0"/>
            <p:cNvSpPr/>
            <p:nvPr/>
          </p:nvSpPr>
          <p:spPr>
            <a:xfrm>
              <a:off x="3826550" y="2619025"/>
              <a:ext cx="632050" cy="324775"/>
            </a:xfrm>
            <a:custGeom>
              <a:rect b="b" l="l" r="r" t="t"/>
              <a:pathLst>
                <a:path extrusionOk="0" h="12991" w="25282">
                  <a:moveTo>
                    <a:pt x="19005" y="12"/>
                  </a:moveTo>
                  <a:cubicBezTo>
                    <a:pt x="20395" y="12"/>
                    <a:pt x="21561" y="199"/>
                    <a:pt x="22469" y="564"/>
                  </a:cubicBezTo>
                  <a:cubicBezTo>
                    <a:pt x="23406" y="943"/>
                    <a:pt x="24014" y="1492"/>
                    <a:pt x="24274" y="2199"/>
                  </a:cubicBezTo>
                  <a:cubicBezTo>
                    <a:pt x="24517" y="2852"/>
                    <a:pt x="24445" y="3600"/>
                    <a:pt x="24060" y="4420"/>
                  </a:cubicBezTo>
                  <a:cubicBezTo>
                    <a:pt x="23688" y="5214"/>
                    <a:pt x="23041" y="6046"/>
                    <a:pt x="22139" y="6886"/>
                  </a:cubicBezTo>
                  <a:cubicBezTo>
                    <a:pt x="21234" y="7726"/>
                    <a:pt x="20118" y="8537"/>
                    <a:pt x="18823" y="9294"/>
                  </a:cubicBezTo>
                  <a:cubicBezTo>
                    <a:pt x="17481" y="10077"/>
                    <a:pt x="16004" y="10770"/>
                    <a:pt x="14434" y="11349"/>
                  </a:cubicBezTo>
                  <a:cubicBezTo>
                    <a:pt x="11589" y="12400"/>
                    <a:pt x="8693" y="12977"/>
                    <a:pt x="6276" y="12977"/>
                  </a:cubicBezTo>
                  <a:cubicBezTo>
                    <a:pt x="4886" y="12977"/>
                    <a:pt x="3720" y="12792"/>
                    <a:pt x="2810" y="12428"/>
                  </a:cubicBezTo>
                  <a:cubicBezTo>
                    <a:pt x="1873" y="12049"/>
                    <a:pt x="1266" y="11499"/>
                    <a:pt x="1005" y="10793"/>
                  </a:cubicBezTo>
                  <a:cubicBezTo>
                    <a:pt x="762" y="10139"/>
                    <a:pt x="834" y="9391"/>
                    <a:pt x="1219" y="8569"/>
                  </a:cubicBezTo>
                  <a:cubicBezTo>
                    <a:pt x="1591" y="7775"/>
                    <a:pt x="2238" y="6946"/>
                    <a:pt x="3140" y="6106"/>
                  </a:cubicBezTo>
                  <a:cubicBezTo>
                    <a:pt x="4046" y="5265"/>
                    <a:pt x="5161" y="4452"/>
                    <a:pt x="6456" y="3697"/>
                  </a:cubicBezTo>
                  <a:cubicBezTo>
                    <a:pt x="7798" y="2912"/>
                    <a:pt x="9275" y="2222"/>
                    <a:pt x="10845" y="1640"/>
                  </a:cubicBezTo>
                  <a:cubicBezTo>
                    <a:pt x="13688" y="592"/>
                    <a:pt x="16586" y="12"/>
                    <a:pt x="19003" y="12"/>
                  </a:cubicBezTo>
                  <a:close/>
                  <a:moveTo>
                    <a:pt x="19003" y="1"/>
                  </a:moveTo>
                  <a:cubicBezTo>
                    <a:pt x="16669" y="1"/>
                    <a:pt x="13799" y="539"/>
                    <a:pt x="10843" y="1631"/>
                  </a:cubicBezTo>
                  <a:cubicBezTo>
                    <a:pt x="4410" y="4007"/>
                    <a:pt x="0" y="8110"/>
                    <a:pt x="993" y="10797"/>
                  </a:cubicBezTo>
                  <a:cubicBezTo>
                    <a:pt x="1529" y="12250"/>
                    <a:pt x="3533" y="12991"/>
                    <a:pt x="6276" y="12991"/>
                  </a:cubicBezTo>
                  <a:cubicBezTo>
                    <a:pt x="8610" y="12991"/>
                    <a:pt x="11480" y="12455"/>
                    <a:pt x="14438" y="11363"/>
                  </a:cubicBezTo>
                  <a:cubicBezTo>
                    <a:pt x="20871" y="8987"/>
                    <a:pt x="25281" y="4882"/>
                    <a:pt x="24288" y="2194"/>
                  </a:cubicBezTo>
                  <a:cubicBezTo>
                    <a:pt x="23750" y="742"/>
                    <a:pt x="21748" y="1"/>
                    <a:pt x="19003"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0"/>
            <p:cNvSpPr/>
            <p:nvPr/>
          </p:nvSpPr>
          <p:spPr>
            <a:xfrm>
              <a:off x="3793350" y="2581275"/>
              <a:ext cx="694500" cy="395675"/>
            </a:xfrm>
            <a:custGeom>
              <a:rect b="b" l="l" r="r" t="t"/>
              <a:pathLst>
                <a:path extrusionOk="0" fill="none" h="15827" w="27780">
                  <a:moveTo>
                    <a:pt x="27193" y="3000"/>
                  </a:moveTo>
                  <a:cubicBezTo>
                    <a:pt x="27780" y="4588"/>
                    <a:pt x="26942" y="6630"/>
                    <a:pt x="24861" y="8675"/>
                  </a:cubicBezTo>
                  <a:cubicBezTo>
                    <a:pt x="22783" y="10721"/>
                    <a:pt x="19631" y="12601"/>
                    <a:pt x="16103" y="13905"/>
                  </a:cubicBezTo>
                  <a:cubicBezTo>
                    <a:pt x="12575" y="15207"/>
                    <a:pt x="8957" y="15826"/>
                    <a:pt x="6048" y="15623"/>
                  </a:cubicBezTo>
                  <a:cubicBezTo>
                    <a:pt x="3138" y="15422"/>
                    <a:pt x="1173" y="14416"/>
                    <a:pt x="587" y="12827"/>
                  </a:cubicBezTo>
                  <a:cubicBezTo>
                    <a:pt x="1" y="11236"/>
                    <a:pt x="839" y="9195"/>
                    <a:pt x="2919" y="7149"/>
                  </a:cubicBezTo>
                  <a:cubicBezTo>
                    <a:pt x="4999" y="5106"/>
                    <a:pt x="8149" y="3224"/>
                    <a:pt x="11677" y="1922"/>
                  </a:cubicBezTo>
                  <a:cubicBezTo>
                    <a:pt x="15205" y="617"/>
                    <a:pt x="18823" y="0"/>
                    <a:pt x="21733" y="201"/>
                  </a:cubicBezTo>
                  <a:cubicBezTo>
                    <a:pt x="24642" y="405"/>
                    <a:pt x="26607" y="1411"/>
                    <a:pt x="27193" y="300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0"/>
            <p:cNvSpPr/>
            <p:nvPr/>
          </p:nvSpPr>
          <p:spPr>
            <a:xfrm>
              <a:off x="3681200" y="2703950"/>
              <a:ext cx="755175" cy="243275"/>
            </a:xfrm>
            <a:custGeom>
              <a:rect b="b" l="l" r="r" t="t"/>
              <a:pathLst>
                <a:path extrusionOk="0" h="9731" w="30207">
                  <a:moveTo>
                    <a:pt x="926" y="0"/>
                  </a:moveTo>
                  <a:cubicBezTo>
                    <a:pt x="129" y="1312"/>
                    <a:pt x="0" y="3260"/>
                    <a:pt x="259" y="5583"/>
                  </a:cubicBezTo>
                  <a:lnTo>
                    <a:pt x="2378" y="5980"/>
                  </a:lnTo>
                  <a:lnTo>
                    <a:pt x="4900" y="6585"/>
                  </a:lnTo>
                  <a:lnTo>
                    <a:pt x="6687" y="6906"/>
                  </a:lnTo>
                  <a:lnTo>
                    <a:pt x="17477" y="8832"/>
                  </a:lnTo>
                  <a:lnTo>
                    <a:pt x="19846" y="9255"/>
                  </a:lnTo>
                  <a:lnTo>
                    <a:pt x="19848" y="9255"/>
                  </a:lnTo>
                  <a:lnTo>
                    <a:pt x="22485" y="9730"/>
                  </a:lnTo>
                  <a:lnTo>
                    <a:pt x="22487" y="9730"/>
                  </a:lnTo>
                  <a:cubicBezTo>
                    <a:pt x="25521" y="8472"/>
                    <a:pt x="28160" y="6909"/>
                    <a:pt x="30206" y="5246"/>
                  </a:cubicBezTo>
                  <a:lnTo>
                    <a:pt x="28107" y="4872"/>
                  </a:lnTo>
                  <a:lnTo>
                    <a:pt x="26623" y="4604"/>
                  </a:lnTo>
                  <a:lnTo>
                    <a:pt x="20065" y="3434"/>
                  </a:lnTo>
                  <a:lnTo>
                    <a:pt x="19941" y="3413"/>
                  </a:lnTo>
                  <a:lnTo>
                    <a:pt x="18770" y="3200"/>
                  </a:lnTo>
                  <a:lnTo>
                    <a:pt x="18765" y="3200"/>
                  </a:lnTo>
                  <a:lnTo>
                    <a:pt x="15867" y="2683"/>
                  </a:lnTo>
                  <a:lnTo>
                    <a:pt x="10185" y="1665"/>
                  </a:lnTo>
                  <a:lnTo>
                    <a:pt x="8396" y="1349"/>
                  </a:lnTo>
                  <a:lnTo>
                    <a:pt x="6144" y="947"/>
                  </a:lnTo>
                  <a:lnTo>
                    <a:pt x="926"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0"/>
            <p:cNvSpPr/>
            <p:nvPr/>
          </p:nvSpPr>
          <p:spPr>
            <a:xfrm>
              <a:off x="3728300" y="2598600"/>
              <a:ext cx="801050" cy="200325"/>
            </a:xfrm>
            <a:custGeom>
              <a:rect b="b" l="l" r="r" t="t"/>
              <a:pathLst>
                <a:path extrusionOk="0" h="8013" w="32042">
                  <a:moveTo>
                    <a:pt x="2584" y="0"/>
                  </a:moveTo>
                  <a:lnTo>
                    <a:pt x="0" y="2649"/>
                  </a:lnTo>
                  <a:lnTo>
                    <a:pt x="6096" y="3752"/>
                  </a:lnTo>
                  <a:lnTo>
                    <a:pt x="8403" y="4163"/>
                  </a:lnTo>
                  <a:lnTo>
                    <a:pt x="10368" y="4512"/>
                  </a:lnTo>
                  <a:lnTo>
                    <a:pt x="17371" y="5763"/>
                  </a:lnTo>
                  <a:lnTo>
                    <a:pt x="18858" y="6031"/>
                  </a:lnTo>
                  <a:lnTo>
                    <a:pt x="19421" y="6131"/>
                  </a:lnTo>
                  <a:lnTo>
                    <a:pt x="19426" y="6131"/>
                  </a:lnTo>
                  <a:lnTo>
                    <a:pt x="20178" y="6267"/>
                  </a:lnTo>
                  <a:lnTo>
                    <a:pt x="26420" y="7382"/>
                  </a:lnTo>
                  <a:lnTo>
                    <a:pt x="27810" y="7631"/>
                  </a:lnTo>
                  <a:lnTo>
                    <a:pt x="29929" y="8012"/>
                  </a:lnTo>
                  <a:cubicBezTo>
                    <a:pt x="30830" y="7100"/>
                    <a:pt x="31546" y="6177"/>
                    <a:pt x="32042" y="5276"/>
                  </a:cubicBezTo>
                  <a:lnTo>
                    <a:pt x="29682" y="4854"/>
                  </a:lnTo>
                  <a:lnTo>
                    <a:pt x="28241" y="4595"/>
                  </a:lnTo>
                  <a:lnTo>
                    <a:pt x="15258" y="2277"/>
                  </a:lnTo>
                  <a:lnTo>
                    <a:pt x="15256" y="2277"/>
                  </a:lnTo>
                  <a:lnTo>
                    <a:pt x="12769" y="1829"/>
                  </a:lnTo>
                  <a:lnTo>
                    <a:pt x="10164" y="1365"/>
                  </a:lnTo>
                  <a:lnTo>
                    <a:pt x="2584"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 name="Google Shape;543;p30"/>
          <p:cNvGrpSpPr/>
          <p:nvPr/>
        </p:nvGrpSpPr>
        <p:grpSpPr>
          <a:xfrm rot="5248599">
            <a:off x="913327" y="3588757"/>
            <a:ext cx="549186" cy="531470"/>
            <a:chOff x="1785750" y="3413025"/>
            <a:chExt cx="785025" cy="759700"/>
          </a:xfrm>
        </p:grpSpPr>
        <p:sp>
          <p:nvSpPr>
            <p:cNvPr id="544" name="Google Shape;544;p30"/>
            <p:cNvSpPr/>
            <p:nvPr/>
          </p:nvSpPr>
          <p:spPr>
            <a:xfrm>
              <a:off x="1785750" y="3414125"/>
              <a:ext cx="739475" cy="758125"/>
            </a:xfrm>
            <a:custGeom>
              <a:rect b="b" l="l" r="r" t="t"/>
              <a:pathLst>
                <a:path extrusionOk="0" h="30325" w="29579">
                  <a:moveTo>
                    <a:pt x="9020" y="1"/>
                  </a:moveTo>
                  <a:cubicBezTo>
                    <a:pt x="7692" y="1"/>
                    <a:pt x="5740" y="539"/>
                    <a:pt x="3861" y="3055"/>
                  </a:cubicBezTo>
                  <a:cubicBezTo>
                    <a:pt x="2298" y="5150"/>
                    <a:pt x="1" y="7953"/>
                    <a:pt x="3376" y="15081"/>
                  </a:cubicBezTo>
                  <a:cubicBezTo>
                    <a:pt x="5324" y="19195"/>
                    <a:pt x="13615" y="30324"/>
                    <a:pt x="21398" y="30324"/>
                  </a:cubicBezTo>
                  <a:cubicBezTo>
                    <a:pt x="22382" y="30324"/>
                    <a:pt x="23358" y="30147"/>
                    <a:pt x="24312" y="29754"/>
                  </a:cubicBezTo>
                  <a:cubicBezTo>
                    <a:pt x="28992" y="27831"/>
                    <a:pt x="29579" y="23234"/>
                    <a:pt x="29579" y="23234"/>
                  </a:cubicBezTo>
                  <a:lnTo>
                    <a:pt x="29579" y="23234"/>
                  </a:lnTo>
                  <a:cubicBezTo>
                    <a:pt x="29578" y="23234"/>
                    <a:pt x="27493" y="25961"/>
                    <a:pt x="23856" y="25961"/>
                  </a:cubicBezTo>
                  <a:cubicBezTo>
                    <a:pt x="19899" y="25961"/>
                    <a:pt x="14105" y="22732"/>
                    <a:pt x="7161" y="9243"/>
                  </a:cubicBezTo>
                  <a:cubicBezTo>
                    <a:pt x="2674" y="532"/>
                    <a:pt x="10659" y="303"/>
                    <a:pt x="10659" y="303"/>
                  </a:cubicBezTo>
                  <a:cubicBezTo>
                    <a:pt x="10659" y="303"/>
                    <a:pt x="10015" y="1"/>
                    <a:pt x="9020"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0"/>
            <p:cNvSpPr/>
            <p:nvPr/>
          </p:nvSpPr>
          <p:spPr>
            <a:xfrm>
              <a:off x="1907725" y="3413150"/>
              <a:ext cx="621375" cy="676450"/>
            </a:xfrm>
            <a:custGeom>
              <a:rect b="b" l="l" r="r" t="t"/>
              <a:pathLst>
                <a:path extrusionOk="0" h="27058" w="24855">
                  <a:moveTo>
                    <a:pt x="4358" y="0"/>
                  </a:moveTo>
                  <a:cubicBezTo>
                    <a:pt x="3185" y="0"/>
                    <a:pt x="2222" y="319"/>
                    <a:pt x="1497" y="949"/>
                  </a:cubicBezTo>
                  <a:cubicBezTo>
                    <a:pt x="725" y="1619"/>
                    <a:pt x="266" y="2603"/>
                    <a:pt x="132" y="3870"/>
                  </a:cubicBezTo>
                  <a:cubicBezTo>
                    <a:pt x="0" y="5094"/>
                    <a:pt x="176" y="6532"/>
                    <a:pt x="656" y="8144"/>
                  </a:cubicBezTo>
                  <a:cubicBezTo>
                    <a:pt x="1640" y="11460"/>
                    <a:pt x="3789" y="15136"/>
                    <a:pt x="6710" y="18495"/>
                  </a:cubicBezTo>
                  <a:cubicBezTo>
                    <a:pt x="7537" y="19451"/>
                    <a:pt x="8417" y="20361"/>
                    <a:pt x="9343" y="21225"/>
                  </a:cubicBezTo>
                  <a:cubicBezTo>
                    <a:pt x="10504" y="22310"/>
                    <a:pt x="11700" y="23275"/>
                    <a:pt x="12898" y="24090"/>
                  </a:cubicBezTo>
                  <a:cubicBezTo>
                    <a:pt x="13538" y="24529"/>
                    <a:pt x="14178" y="24928"/>
                    <a:pt x="14803" y="25272"/>
                  </a:cubicBezTo>
                  <a:cubicBezTo>
                    <a:pt x="16911" y="26438"/>
                    <a:pt x="18881" y="27057"/>
                    <a:pt x="20497" y="27057"/>
                  </a:cubicBezTo>
                  <a:cubicBezTo>
                    <a:pt x="20606" y="27057"/>
                    <a:pt x="20714" y="27052"/>
                    <a:pt x="20818" y="27048"/>
                  </a:cubicBezTo>
                  <a:cubicBezTo>
                    <a:pt x="21848" y="26995"/>
                    <a:pt x="22702" y="26678"/>
                    <a:pt x="23358" y="26108"/>
                  </a:cubicBezTo>
                  <a:cubicBezTo>
                    <a:pt x="24129" y="25438"/>
                    <a:pt x="24589" y="24455"/>
                    <a:pt x="24723" y="23187"/>
                  </a:cubicBezTo>
                  <a:cubicBezTo>
                    <a:pt x="24854" y="21961"/>
                    <a:pt x="24677" y="20525"/>
                    <a:pt x="24199" y="18911"/>
                  </a:cubicBezTo>
                  <a:cubicBezTo>
                    <a:pt x="23215" y="15598"/>
                    <a:pt x="21063" y="11922"/>
                    <a:pt x="18144" y="8560"/>
                  </a:cubicBezTo>
                  <a:cubicBezTo>
                    <a:pt x="17800" y="8165"/>
                    <a:pt x="17477" y="7807"/>
                    <a:pt x="17154" y="7468"/>
                  </a:cubicBezTo>
                  <a:lnTo>
                    <a:pt x="17152" y="7465"/>
                  </a:lnTo>
                  <a:cubicBezTo>
                    <a:pt x="15041" y="5219"/>
                    <a:pt x="12723" y="3332"/>
                    <a:pt x="10449" y="2011"/>
                  </a:cubicBezTo>
                  <a:cubicBezTo>
                    <a:pt x="9846" y="1658"/>
                    <a:pt x="9223" y="1337"/>
                    <a:pt x="8585" y="1051"/>
                  </a:cubicBezTo>
                  <a:cubicBezTo>
                    <a:pt x="7442" y="543"/>
                    <a:pt x="6364" y="215"/>
                    <a:pt x="5385" y="74"/>
                  </a:cubicBezTo>
                  <a:cubicBezTo>
                    <a:pt x="5046" y="26"/>
                    <a:pt x="4702" y="0"/>
                    <a:pt x="4358"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0"/>
            <p:cNvSpPr/>
            <p:nvPr/>
          </p:nvSpPr>
          <p:spPr>
            <a:xfrm>
              <a:off x="1866050" y="3413025"/>
              <a:ext cx="704725" cy="676675"/>
            </a:xfrm>
            <a:custGeom>
              <a:rect b="b" l="l" r="r" t="t"/>
              <a:pathLst>
                <a:path extrusionOk="0" h="27067" w="28189">
                  <a:moveTo>
                    <a:pt x="6022" y="1"/>
                  </a:moveTo>
                  <a:cubicBezTo>
                    <a:pt x="6022" y="1"/>
                    <a:pt x="6022" y="1"/>
                    <a:pt x="6022" y="1"/>
                  </a:cubicBezTo>
                  <a:lnTo>
                    <a:pt x="6022" y="1"/>
                  </a:lnTo>
                  <a:cubicBezTo>
                    <a:pt x="6023" y="1"/>
                    <a:pt x="6024" y="1"/>
                    <a:pt x="6025" y="1"/>
                  </a:cubicBezTo>
                  <a:close/>
                  <a:moveTo>
                    <a:pt x="6025" y="12"/>
                  </a:moveTo>
                  <a:cubicBezTo>
                    <a:pt x="6369" y="12"/>
                    <a:pt x="6710" y="38"/>
                    <a:pt x="7052" y="86"/>
                  </a:cubicBezTo>
                  <a:cubicBezTo>
                    <a:pt x="8031" y="227"/>
                    <a:pt x="9107" y="555"/>
                    <a:pt x="10250" y="1063"/>
                  </a:cubicBezTo>
                  <a:cubicBezTo>
                    <a:pt x="10887" y="1349"/>
                    <a:pt x="11511" y="1668"/>
                    <a:pt x="12113" y="2021"/>
                  </a:cubicBezTo>
                  <a:cubicBezTo>
                    <a:pt x="14388" y="3344"/>
                    <a:pt x="16706" y="5231"/>
                    <a:pt x="18814" y="7475"/>
                  </a:cubicBezTo>
                  <a:lnTo>
                    <a:pt x="18816" y="7477"/>
                  </a:lnTo>
                  <a:cubicBezTo>
                    <a:pt x="19139" y="7817"/>
                    <a:pt x="19463" y="8172"/>
                    <a:pt x="19807" y="8569"/>
                  </a:cubicBezTo>
                  <a:cubicBezTo>
                    <a:pt x="21282" y="10266"/>
                    <a:pt x="22561" y="12047"/>
                    <a:pt x="23612" y="13855"/>
                  </a:cubicBezTo>
                  <a:cubicBezTo>
                    <a:pt x="24626" y="15605"/>
                    <a:pt x="25381" y="17307"/>
                    <a:pt x="25861" y="18918"/>
                  </a:cubicBezTo>
                  <a:cubicBezTo>
                    <a:pt x="26339" y="20530"/>
                    <a:pt x="26514" y="21966"/>
                    <a:pt x="26385" y="23190"/>
                  </a:cubicBezTo>
                  <a:cubicBezTo>
                    <a:pt x="26251" y="24458"/>
                    <a:pt x="25792" y="25439"/>
                    <a:pt x="25020" y="26108"/>
                  </a:cubicBezTo>
                  <a:cubicBezTo>
                    <a:pt x="24365" y="26676"/>
                    <a:pt x="23513" y="26993"/>
                    <a:pt x="22485" y="27046"/>
                  </a:cubicBezTo>
                  <a:cubicBezTo>
                    <a:pt x="22381" y="27051"/>
                    <a:pt x="22273" y="27055"/>
                    <a:pt x="22164" y="27055"/>
                  </a:cubicBezTo>
                  <a:cubicBezTo>
                    <a:pt x="20548" y="27055"/>
                    <a:pt x="18578" y="26439"/>
                    <a:pt x="16473" y="25270"/>
                  </a:cubicBezTo>
                  <a:cubicBezTo>
                    <a:pt x="15847" y="24926"/>
                    <a:pt x="15207" y="24529"/>
                    <a:pt x="14568" y="24088"/>
                  </a:cubicBezTo>
                  <a:cubicBezTo>
                    <a:pt x="13369" y="23273"/>
                    <a:pt x="12173" y="22310"/>
                    <a:pt x="11012" y="21225"/>
                  </a:cubicBezTo>
                  <a:cubicBezTo>
                    <a:pt x="10086" y="20361"/>
                    <a:pt x="9209" y="19452"/>
                    <a:pt x="8380" y="18496"/>
                  </a:cubicBezTo>
                  <a:cubicBezTo>
                    <a:pt x="6904" y="16799"/>
                    <a:pt x="5625" y="15018"/>
                    <a:pt x="4574" y="13210"/>
                  </a:cubicBezTo>
                  <a:cubicBezTo>
                    <a:pt x="3561" y="11463"/>
                    <a:pt x="2806" y="9759"/>
                    <a:pt x="2326" y="8147"/>
                  </a:cubicBezTo>
                  <a:cubicBezTo>
                    <a:pt x="1848" y="6535"/>
                    <a:pt x="1672" y="5099"/>
                    <a:pt x="1801" y="3875"/>
                  </a:cubicBezTo>
                  <a:cubicBezTo>
                    <a:pt x="1938" y="2610"/>
                    <a:pt x="2397" y="1629"/>
                    <a:pt x="3166" y="959"/>
                  </a:cubicBezTo>
                  <a:cubicBezTo>
                    <a:pt x="3889" y="331"/>
                    <a:pt x="4852" y="12"/>
                    <a:pt x="6025" y="12"/>
                  </a:cubicBezTo>
                  <a:close/>
                  <a:moveTo>
                    <a:pt x="6022" y="1"/>
                  </a:moveTo>
                  <a:lnTo>
                    <a:pt x="6022" y="1"/>
                  </a:lnTo>
                  <a:cubicBezTo>
                    <a:pt x="4880" y="1"/>
                    <a:pt x="3902" y="306"/>
                    <a:pt x="3159" y="950"/>
                  </a:cubicBezTo>
                  <a:cubicBezTo>
                    <a:pt x="0" y="3695"/>
                    <a:pt x="2335" y="11555"/>
                    <a:pt x="8370" y="18503"/>
                  </a:cubicBezTo>
                  <a:cubicBezTo>
                    <a:pt x="9199" y="19461"/>
                    <a:pt x="10079" y="20371"/>
                    <a:pt x="11005" y="21234"/>
                  </a:cubicBezTo>
                  <a:cubicBezTo>
                    <a:pt x="12180" y="22331"/>
                    <a:pt x="13379" y="23291"/>
                    <a:pt x="14561" y="24100"/>
                  </a:cubicBezTo>
                  <a:cubicBezTo>
                    <a:pt x="15203" y="24541"/>
                    <a:pt x="15840" y="24935"/>
                    <a:pt x="16466" y="25282"/>
                  </a:cubicBezTo>
                  <a:cubicBezTo>
                    <a:pt x="18553" y="26436"/>
                    <a:pt x="20527" y="27067"/>
                    <a:pt x="22162" y="27067"/>
                  </a:cubicBezTo>
                  <a:cubicBezTo>
                    <a:pt x="22273" y="27067"/>
                    <a:pt x="22379" y="27064"/>
                    <a:pt x="22485" y="27060"/>
                  </a:cubicBezTo>
                  <a:cubicBezTo>
                    <a:pt x="23490" y="27007"/>
                    <a:pt x="24355" y="26702"/>
                    <a:pt x="25027" y="26118"/>
                  </a:cubicBezTo>
                  <a:cubicBezTo>
                    <a:pt x="28188" y="23372"/>
                    <a:pt x="25854" y="15513"/>
                    <a:pt x="19814" y="8562"/>
                  </a:cubicBezTo>
                  <a:cubicBezTo>
                    <a:pt x="19486" y="8186"/>
                    <a:pt x="19160" y="7824"/>
                    <a:pt x="18825" y="7470"/>
                  </a:cubicBezTo>
                  <a:lnTo>
                    <a:pt x="18823" y="7468"/>
                  </a:lnTo>
                  <a:cubicBezTo>
                    <a:pt x="16643" y="5150"/>
                    <a:pt x="14323" y="3296"/>
                    <a:pt x="12118" y="2012"/>
                  </a:cubicBezTo>
                  <a:cubicBezTo>
                    <a:pt x="11515" y="1659"/>
                    <a:pt x="10892" y="1340"/>
                    <a:pt x="10255" y="1054"/>
                  </a:cubicBezTo>
                  <a:cubicBezTo>
                    <a:pt x="9121" y="550"/>
                    <a:pt x="8038" y="215"/>
                    <a:pt x="7050" y="77"/>
                  </a:cubicBezTo>
                  <a:cubicBezTo>
                    <a:pt x="6710" y="28"/>
                    <a:pt x="6366" y="3"/>
                    <a:pt x="6022"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0"/>
            <p:cNvSpPr/>
            <p:nvPr/>
          </p:nvSpPr>
          <p:spPr>
            <a:xfrm>
              <a:off x="1995350" y="3506475"/>
              <a:ext cx="474975" cy="482675"/>
            </a:xfrm>
            <a:custGeom>
              <a:rect b="b" l="l" r="r" t="t"/>
              <a:pathLst>
                <a:path extrusionOk="0" h="19307" w="18999">
                  <a:moveTo>
                    <a:pt x="2905" y="1"/>
                  </a:moveTo>
                  <a:cubicBezTo>
                    <a:pt x="2180" y="1"/>
                    <a:pt x="1587" y="197"/>
                    <a:pt x="1143" y="583"/>
                  </a:cubicBezTo>
                  <a:cubicBezTo>
                    <a:pt x="132" y="1460"/>
                    <a:pt x="0" y="3229"/>
                    <a:pt x="774" y="5566"/>
                  </a:cubicBezTo>
                  <a:cubicBezTo>
                    <a:pt x="1548" y="7900"/>
                    <a:pt x="3134" y="10521"/>
                    <a:pt x="5240" y="12945"/>
                  </a:cubicBezTo>
                  <a:cubicBezTo>
                    <a:pt x="6893" y="14848"/>
                    <a:pt x="8715" y="16455"/>
                    <a:pt x="10516" y="17598"/>
                  </a:cubicBezTo>
                  <a:cubicBezTo>
                    <a:pt x="12275" y="18715"/>
                    <a:pt x="13880" y="19306"/>
                    <a:pt x="15150" y="19306"/>
                  </a:cubicBezTo>
                  <a:cubicBezTo>
                    <a:pt x="15875" y="19306"/>
                    <a:pt x="16468" y="19112"/>
                    <a:pt x="16909" y="18727"/>
                  </a:cubicBezTo>
                  <a:cubicBezTo>
                    <a:pt x="18999" y="16912"/>
                    <a:pt x="17161" y="11366"/>
                    <a:pt x="12813" y="6362"/>
                  </a:cubicBezTo>
                  <a:cubicBezTo>
                    <a:pt x="11162" y="4462"/>
                    <a:pt x="9338" y="2853"/>
                    <a:pt x="7539" y="1710"/>
                  </a:cubicBezTo>
                  <a:cubicBezTo>
                    <a:pt x="5778" y="592"/>
                    <a:pt x="4175" y="1"/>
                    <a:pt x="2905"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0"/>
            <p:cNvSpPr/>
            <p:nvPr/>
          </p:nvSpPr>
          <p:spPr>
            <a:xfrm>
              <a:off x="1971500" y="3506375"/>
              <a:ext cx="499050" cy="482950"/>
            </a:xfrm>
            <a:custGeom>
              <a:rect b="b" l="l" r="r" t="t"/>
              <a:pathLst>
                <a:path extrusionOk="0" h="19318" w="19962">
                  <a:moveTo>
                    <a:pt x="3859" y="12"/>
                  </a:moveTo>
                  <a:cubicBezTo>
                    <a:pt x="4492" y="12"/>
                    <a:pt x="5212" y="160"/>
                    <a:pt x="6004" y="453"/>
                  </a:cubicBezTo>
                  <a:cubicBezTo>
                    <a:pt x="6787" y="744"/>
                    <a:pt x="7625" y="1169"/>
                    <a:pt x="8491" y="1721"/>
                  </a:cubicBezTo>
                  <a:cubicBezTo>
                    <a:pt x="10290" y="2861"/>
                    <a:pt x="12114" y="4471"/>
                    <a:pt x="13765" y="6371"/>
                  </a:cubicBezTo>
                  <a:cubicBezTo>
                    <a:pt x="14829" y="7595"/>
                    <a:pt x="15762" y="8871"/>
                    <a:pt x="16535" y="10160"/>
                  </a:cubicBezTo>
                  <a:cubicBezTo>
                    <a:pt x="17284" y="11407"/>
                    <a:pt x="17854" y="12614"/>
                    <a:pt x="18228" y="13750"/>
                  </a:cubicBezTo>
                  <a:cubicBezTo>
                    <a:pt x="18604" y="14886"/>
                    <a:pt x="18768" y="15891"/>
                    <a:pt x="18713" y="16738"/>
                  </a:cubicBezTo>
                  <a:cubicBezTo>
                    <a:pt x="18657" y="17613"/>
                    <a:pt x="18371" y="18283"/>
                    <a:pt x="17861" y="18726"/>
                  </a:cubicBezTo>
                  <a:cubicBezTo>
                    <a:pt x="17418" y="19110"/>
                    <a:pt x="16826" y="19306"/>
                    <a:pt x="16104" y="19306"/>
                  </a:cubicBezTo>
                  <a:cubicBezTo>
                    <a:pt x="15471" y="19306"/>
                    <a:pt x="14751" y="19156"/>
                    <a:pt x="13959" y="18862"/>
                  </a:cubicBezTo>
                  <a:cubicBezTo>
                    <a:pt x="13176" y="18574"/>
                    <a:pt x="12338" y="18147"/>
                    <a:pt x="11472" y="17597"/>
                  </a:cubicBezTo>
                  <a:cubicBezTo>
                    <a:pt x="9673" y="16454"/>
                    <a:pt x="7849" y="14847"/>
                    <a:pt x="6198" y="12947"/>
                  </a:cubicBezTo>
                  <a:cubicBezTo>
                    <a:pt x="5134" y="11721"/>
                    <a:pt x="4201" y="10446"/>
                    <a:pt x="3427" y="9155"/>
                  </a:cubicBezTo>
                  <a:cubicBezTo>
                    <a:pt x="2679" y="7909"/>
                    <a:pt x="2109" y="6703"/>
                    <a:pt x="1735" y="5567"/>
                  </a:cubicBezTo>
                  <a:cubicBezTo>
                    <a:pt x="1359" y="4431"/>
                    <a:pt x="1195" y="3427"/>
                    <a:pt x="1250" y="2579"/>
                  </a:cubicBezTo>
                  <a:cubicBezTo>
                    <a:pt x="1305" y="1702"/>
                    <a:pt x="1592" y="1035"/>
                    <a:pt x="2102" y="591"/>
                  </a:cubicBezTo>
                  <a:cubicBezTo>
                    <a:pt x="2545" y="206"/>
                    <a:pt x="3136" y="12"/>
                    <a:pt x="3859" y="12"/>
                  </a:cubicBezTo>
                  <a:close/>
                  <a:moveTo>
                    <a:pt x="3859" y="0"/>
                  </a:moveTo>
                  <a:cubicBezTo>
                    <a:pt x="3150" y="0"/>
                    <a:pt x="2548" y="187"/>
                    <a:pt x="2095" y="582"/>
                  </a:cubicBezTo>
                  <a:cubicBezTo>
                    <a:pt x="1" y="2402"/>
                    <a:pt x="1834" y="7941"/>
                    <a:pt x="6189" y="12954"/>
                  </a:cubicBezTo>
                  <a:cubicBezTo>
                    <a:pt x="9599" y="16879"/>
                    <a:pt x="13545" y="19317"/>
                    <a:pt x="16104" y="19317"/>
                  </a:cubicBezTo>
                  <a:cubicBezTo>
                    <a:pt x="16813" y="19317"/>
                    <a:pt x="17415" y="19130"/>
                    <a:pt x="17868" y="18735"/>
                  </a:cubicBezTo>
                  <a:cubicBezTo>
                    <a:pt x="19962" y="16914"/>
                    <a:pt x="18129" y="11374"/>
                    <a:pt x="13774" y="6364"/>
                  </a:cubicBezTo>
                  <a:cubicBezTo>
                    <a:pt x="10364" y="2439"/>
                    <a:pt x="6418" y="0"/>
                    <a:pt x="385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0"/>
            <p:cNvSpPr/>
            <p:nvPr/>
          </p:nvSpPr>
          <p:spPr>
            <a:xfrm>
              <a:off x="1957425" y="3464225"/>
              <a:ext cx="524275" cy="572250"/>
            </a:xfrm>
            <a:custGeom>
              <a:rect b="b" l="l" r="r" t="t"/>
              <a:pathLst>
                <a:path extrusionOk="0" fill="none" h="22890" w="20971">
                  <a:moveTo>
                    <a:pt x="15154" y="7387"/>
                  </a:moveTo>
                  <a:cubicBezTo>
                    <a:pt x="17544" y="10137"/>
                    <a:pt x="19343" y="13201"/>
                    <a:pt x="20158" y="15907"/>
                  </a:cubicBezTo>
                  <a:cubicBezTo>
                    <a:pt x="20971" y="18614"/>
                    <a:pt x="20733" y="20738"/>
                    <a:pt x="19495" y="21814"/>
                  </a:cubicBezTo>
                  <a:cubicBezTo>
                    <a:pt x="18255" y="22890"/>
                    <a:pt x="16119" y="22830"/>
                    <a:pt x="13554" y="21645"/>
                  </a:cubicBezTo>
                  <a:cubicBezTo>
                    <a:pt x="10989" y="20463"/>
                    <a:pt x="8204" y="18253"/>
                    <a:pt x="5817" y="15503"/>
                  </a:cubicBezTo>
                  <a:cubicBezTo>
                    <a:pt x="3427" y="12753"/>
                    <a:pt x="1626" y="9689"/>
                    <a:pt x="813" y="6983"/>
                  </a:cubicBezTo>
                  <a:cubicBezTo>
                    <a:pt x="0" y="4279"/>
                    <a:pt x="238" y="2155"/>
                    <a:pt x="1476" y="1077"/>
                  </a:cubicBezTo>
                  <a:cubicBezTo>
                    <a:pt x="2714" y="1"/>
                    <a:pt x="4852" y="63"/>
                    <a:pt x="7417" y="1245"/>
                  </a:cubicBezTo>
                  <a:cubicBezTo>
                    <a:pt x="9982" y="2428"/>
                    <a:pt x="12765" y="4637"/>
                    <a:pt x="15154" y="7387"/>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0"/>
            <p:cNvSpPr/>
            <p:nvPr/>
          </p:nvSpPr>
          <p:spPr>
            <a:xfrm>
              <a:off x="2169050" y="3463300"/>
              <a:ext cx="263475" cy="709425"/>
            </a:xfrm>
            <a:custGeom>
              <a:rect b="b" l="l" r="r" t="t"/>
              <a:pathLst>
                <a:path extrusionOk="0" h="28377" w="10539">
                  <a:moveTo>
                    <a:pt x="0" y="1"/>
                  </a:moveTo>
                  <a:lnTo>
                    <a:pt x="379" y="2030"/>
                  </a:lnTo>
                  <a:lnTo>
                    <a:pt x="644" y="3467"/>
                  </a:lnTo>
                  <a:lnTo>
                    <a:pt x="1831" y="9805"/>
                  </a:lnTo>
                  <a:lnTo>
                    <a:pt x="1854" y="9925"/>
                  </a:lnTo>
                  <a:lnTo>
                    <a:pt x="2064" y="11061"/>
                  </a:lnTo>
                  <a:lnTo>
                    <a:pt x="2067" y="11063"/>
                  </a:lnTo>
                  <a:lnTo>
                    <a:pt x="2591" y="13866"/>
                  </a:lnTo>
                  <a:lnTo>
                    <a:pt x="3616" y="19364"/>
                  </a:lnTo>
                  <a:lnTo>
                    <a:pt x="3939" y="21093"/>
                  </a:lnTo>
                  <a:lnTo>
                    <a:pt x="4348" y="23271"/>
                  </a:lnTo>
                  <a:lnTo>
                    <a:pt x="5285" y="28358"/>
                  </a:lnTo>
                  <a:cubicBezTo>
                    <a:pt x="5482" y="28370"/>
                    <a:pt x="5677" y="28376"/>
                    <a:pt x="5870" y="28376"/>
                  </a:cubicBezTo>
                  <a:cubicBezTo>
                    <a:pt x="7557" y="28376"/>
                    <a:pt x="9113" y="27897"/>
                    <a:pt x="10538" y="26940"/>
                  </a:cubicBezTo>
                  <a:lnTo>
                    <a:pt x="10365" y="25046"/>
                  </a:lnTo>
                  <a:lnTo>
                    <a:pt x="9885" y="22465"/>
                  </a:lnTo>
                  <a:lnTo>
                    <a:pt x="9562" y="20736"/>
                  </a:lnTo>
                  <a:lnTo>
                    <a:pt x="7611" y="10301"/>
                  </a:lnTo>
                  <a:lnTo>
                    <a:pt x="7181" y="8011"/>
                  </a:lnTo>
                  <a:lnTo>
                    <a:pt x="7179" y="8008"/>
                  </a:lnTo>
                  <a:lnTo>
                    <a:pt x="6705" y="5459"/>
                  </a:lnTo>
                  <a:lnTo>
                    <a:pt x="6703" y="5457"/>
                  </a:lnTo>
                  <a:cubicBezTo>
                    <a:pt x="4526" y="3139"/>
                    <a:pt x="2205" y="1285"/>
                    <a:pt x="0"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0"/>
            <p:cNvSpPr/>
            <p:nvPr/>
          </p:nvSpPr>
          <p:spPr>
            <a:xfrm>
              <a:off x="2042325" y="3414925"/>
              <a:ext cx="215000" cy="748150"/>
            </a:xfrm>
            <a:custGeom>
              <a:rect b="b" l="l" r="r" t="t"/>
              <a:pathLst>
                <a:path extrusionOk="0" h="29926" w="8600">
                  <a:moveTo>
                    <a:pt x="1" y="1"/>
                  </a:moveTo>
                  <a:lnTo>
                    <a:pt x="428" y="2282"/>
                  </a:lnTo>
                  <a:lnTo>
                    <a:pt x="687" y="3675"/>
                  </a:lnTo>
                  <a:lnTo>
                    <a:pt x="3035" y="16231"/>
                  </a:lnTo>
                  <a:lnTo>
                    <a:pt x="3035" y="16233"/>
                  </a:lnTo>
                  <a:lnTo>
                    <a:pt x="3483" y="18637"/>
                  </a:lnTo>
                  <a:lnTo>
                    <a:pt x="3954" y="21158"/>
                  </a:lnTo>
                  <a:lnTo>
                    <a:pt x="5069" y="28346"/>
                  </a:lnTo>
                  <a:lnTo>
                    <a:pt x="8600" y="29925"/>
                  </a:lnTo>
                  <a:lnTo>
                    <a:pt x="7512" y="24024"/>
                  </a:lnTo>
                  <a:lnTo>
                    <a:pt x="7094" y="21795"/>
                  </a:lnTo>
                  <a:lnTo>
                    <a:pt x="6739" y="19895"/>
                  </a:lnTo>
                  <a:lnTo>
                    <a:pt x="5473" y="13123"/>
                  </a:lnTo>
                  <a:lnTo>
                    <a:pt x="5205" y="11684"/>
                  </a:lnTo>
                  <a:lnTo>
                    <a:pt x="5102" y="11139"/>
                  </a:lnTo>
                  <a:lnTo>
                    <a:pt x="5099" y="11137"/>
                  </a:lnTo>
                  <a:lnTo>
                    <a:pt x="4965" y="10408"/>
                  </a:lnTo>
                  <a:lnTo>
                    <a:pt x="3836" y="4372"/>
                  </a:lnTo>
                  <a:lnTo>
                    <a:pt x="3585" y="3028"/>
                  </a:lnTo>
                  <a:lnTo>
                    <a:pt x="3204" y="975"/>
                  </a:lnTo>
                  <a:cubicBezTo>
                    <a:pt x="2070" y="472"/>
                    <a:pt x="989" y="139"/>
                    <a:pt x="1"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 name="Google Shape;552;p30"/>
          <p:cNvGrpSpPr/>
          <p:nvPr/>
        </p:nvGrpSpPr>
        <p:grpSpPr>
          <a:xfrm flipH="1">
            <a:off x="659293" y="404033"/>
            <a:ext cx="530159" cy="550985"/>
            <a:chOff x="2777975" y="4487350"/>
            <a:chExt cx="803150" cy="834825"/>
          </a:xfrm>
        </p:grpSpPr>
        <p:sp>
          <p:nvSpPr>
            <p:cNvPr id="553" name="Google Shape;553;p30"/>
            <p:cNvSpPr/>
            <p:nvPr/>
          </p:nvSpPr>
          <p:spPr>
            <a:xfrm>
              <a:off x="2801475" y="4545025"/>
              <a:ext cx="776425" cy="720275"/>
            </a:xfrm>
            <a:custGeom>
              <a:rect b="b" l="l" r="r" t="t"/>
              <a:pathLst>
                <a:path extrusionOk="0" h="28811" w="31057">
                  <a:moveTo>
                    <a:pt x="14617" y="0"/>
                  </a:moveTo>
                  <a:cubicBezTo>
                    <a:pt x="8672" y="0"/>
                    <a:pt x="3310" y="3412"/>
                    <a:pt x="718" y="8603"/>
                  </a:cubicBezTo>
                  <a:cubicBezTo>
                    <a:pt x="469" y="9391"/>
                    <a:pt x="287" y="10196"/>
                    <a:pt x="169" y="11012"/>
                  </a:cubicBezTo>
                  <a:cubicBezTo>
                    <a:pt x="53" y="11797"/>
                    <a:pt x="0" y="12589"/>
                    <a:pt x="5" y="13381"/>
                  </a:cubicBezTo>
                  <a:cubicBezTo>
                    <a:pt x="10" y="14161"/>
                    <a:pt x="77" y="14939"/>
                    <a:pt x="201" y="15710"/>
                  </a:cubicBezTo>
                  <a:cubicBezTo>
                    <a:pt x="284" y="16230"/>
                    <a:pt x="393" y="16747"/>
                    <a:pt x="527" y="17255"/>
                  </a:cubicBezTo>
                  <a:cubicBezTo>
                    <a:pt x="905" y="18673"/>
                    <a:pt x="1483" y="20028"/>
                    <a:pt x="2240" y="21282"/>
                  </a:cubicBezTo>
                  <a:cubicBezTo>
                    <a:pt x="4565" y="25133"/>
                    <a:pt x="8532" y="27950"/>
                    <a:pt x="13328" y="28648"/>
                  </a:cubicBezTo>
                  <a:cubicBezTo>
                    <a:pt x="14085" y="28757"/>
                    <a:pt x="14838" y="28811"/>
                    <a:pt x="15582" y="28811"/>
                  </a:cubicBezTo>
                  <a:cubicBezTo>
                    <a:pt x="22075" y="28811"/>
                    <a:pt x="27874" y="24745"/>
                    <a:pt x="30130" y="18733"/>
                  </a:cubicBezTo>
                  <a:cubicBezTo>
                    <a:pt x="30456" y="17802"/>
                    <a:pt x="30691" y="16842"/>
                    <a:pt x="30837" y="15865"/>
                  </a:cubicBezTo>
                  <a:cubicBezTo>
                    <a:pt x="30906" y="15389"/>
                    <a:pt x="30952" y="14916"/>
                    <a:pt x="30978" y="14445"/>
                  </a:cubicBezTo>
                  <a:cubicBezTo>
                    <a:pt x="31056" y="12953"/>
                    <a:pt x="30121" y="13422"/>
                    <a:pt x="29793" y="12021"/>
                  </a:cubicBezTo>
                  <a:cubicBezTo>
                    <a:pt x="29671" y="11506"/>
                    <a:pt x="29523" y="10998"/>
                    <a:pt x="29354" y="10504"/>
                  </a:cubicBezTo>
                  <a:cubicBezTo>
                    <a:pt x="29098" y="9765"/>
                    <a:pt x="28789" y="9047"/>
                    <a:pt x="28426" y="8356"/>
                  </a:cubicBezTo>
                  <a:cubicBezTo>
                    <a:pt x="26191" y="4085"/>
                    <a:pt x="22007" y="910"/>
                    <a:pt x="16874" y="164"/>
                  </a:cubicBezTo>
                  <a:cubicBezTo>
                    <a:pt x="16116" y="54"/>
                    <a:pt x="15362" y="0"/>
                    <a:pt x="14617"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0"/>
            <p:cNvSpPr/>
            <p:nvPr/>
          </p:nvSpPr>
          <p:spPr>
            <a:xfrm>
              <a:off x="2801650" y="4487525"/>
              <a:ext cx="779300" cy="777675"/>
            </a:xfrm>
            <a:custGeom>
              <a:rect b="b" l="l" r="r" t="t"/>
              <a:pathLst>
                <a:path extrusionOk="0" h="31107" w="31172">
                  <a:moveTo>
                    <a:pt x="15542" y="0"/>
                  </a:moveTo>
                  <a:cubicBezTo>
                    <a:pt x="8747" y="5"/>
                    <a:pt x="2743" y="4422"/>
                    <a:pt x="716" y="10908"/>
                  </a:cubicBezTo>
                  <a:cubicBezTo>
                    <a:pt x="469" y="11693"/>
                    <a:pt x="284" y="12499"/>
                    <a:pt x="169" y="13316"/>
                  </a:cubicBezTo>
                  <a:cubicBezTo>
                    <a:pt x="53" y="14099"/>
                    <a:pt x="0" y="14891"/>
                    <a:pt x="5" y="15683"/>
                  </a:cubicBezTo>
                  <a:cubicBezTo>
                    <a:pt x="10" y="16461"/>
                    <a:pt x="74" y="17239"/>
                    <a:pt x="199" y="18010"/>
                  </a:cubicBezTo>
                  <a:cubicBezTo>
                    <a:pt x="287" y="18546"/>
                    <a:pt x="395" y="19066"/>
                    <a:pt x="527" y="19555"/>
                  </a:cubicBezTo>
                  <a:cubicBezTo>
                    <a:pt x="905" y="20970"/>
                    <a:pt x="1480" y="22326"/>
                    <a:pt x="2240" y="23580"/>
                  </a:cubicBezTo>
                  <a:cubicBezTo>
                    <a:pt x="4657" y="27588"/>
                    <a:pt x="8696" y="30269"/>
                    <a:pt x="13321" y="30941"/>
                  </a:cubicBezTo>
                  <a:cubicBezTo>
                    <a:pt x="14069" y="31049"/>
                    <a:pt x="14822" y="31105"/>
                    <a:pt x="15577" y="31105"/>
                  </a:cubicBezTo>
                  <a:lnTo>
                    <a:pt x="15579" y="31107"/>
                  </a:lnTo>
                  <a:cubicBezTo>
                    <a:pt x="20354" y="31098"/>
                    <a:pt x="24861" y="28900"/>
                    <a:pt x="27807" y="25143"/>
                  </a:cubicBezTo>
                  <a:cubicBezTo>
                    <a:pt x="29479" y="23009"/>
                    <a:pt x="30564" y="20474"/>
                    <a:pt x="30950" y="17791"/>
                  </a:cubicBezTo>
                  <a:cubicBezTo>
                    <a:pt x="31019" y="17325"/>
                    <a:pt x="31068" y="16849"/>
                    <a:pt x="31091" y="16373"/>
                  </a:cubicBezTo>
                  <a:cubicBezTo>
                    <a:pt x="31171" y="14909"/>
                    <a:pt x="31042" y="13443"/>
                    <a:pt x="30710" y="12014"/>
                  </a:cubicBezTo>
                  <a:cubicBezTo>
                    <a:pt x="30587" y="11504"/>
                    <a:pt x="30442" y="10993"/>
                    <a:pt x="30271" y="10497"/>
                  </a:cubicBezTo>
                  <a:cubicBezTo>
                    <a:pt x="30015" y="9760"/>
                    <a:pt x="29705" y="9042"/>
                    <a:pt x="29343" y="8352"/>
                  </a:cubicBezTo>
                  <a:cubicBezTo>
                    <a:pt x="28218" y="6209"/>
                    <a:pt x="26614" y="4355"/>
                    <a:pt x="24656" y="2935"/>
                  </a:cubicBezTo>
                  <a:cubicBezTo>
                    <a:pt x="23660" y="2217"/>
                    <a:pt x="22584" y="1619"/>
                    <a:pt x="21451" y="1155"/>
                  </a:cubicBezTo>
                  <a:cubicBezTo>
                    <a:pt x="19573" y="393"/>
                    <a:pt x="17567" y="0"/>
                    <a:pt x="15542"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0"/>
            <p:cNvSpPr/>
            <p:nvPr/>
          </p:nvSpPr>
          <p:spPr>
            <a:xfrm>
              <a:off x="2801525" y="4487350"/>
              <a:ext cx="779600" cy="777975"/>
            </a:xfrm>
            <a:custGeom>
              <a:rect b="b" l="l" r="r" t="t"/>
              <a:pathLst>
                <a:path extrusionOk="0" h="31119" w="31184">
                  <a:moveTo>
                    <a:pt x="15547" y="10"/>
                  </a:moveTo>
                  <a:cubicBezTo>
                    <a:pt x="17572" y="12"/>
                    <a:pt x="19576" y="402"/>
                    <a:pt x="21453" y="1164"/>
                  </a:cubicBezTo>
                  <a:cubicBezTo>
                    <a:pt x="23714" y="2090"/>
                    <a:pt x="25723" y="3535"/>
                    <a:pt x="27318" y="5385"/>
                  </a:cubicBezTo>
                  <a:cubicBezTo>
                    <a:pt x="28106" y="6295"/>
                    <a:pt x="28784" y="7294"/>
                    <a:pt x="29343" y="8359"/>
                  </a:cubicBezTo>
                  <a:cubicBezTo>
                    <a:pt x="29706" y="9049"/>
                    <a:pt x="30015" y="9767"/>
                    <a:pt x="30271" y="10506"/>
                  </a:cubicBezTo>
                  <a:cubicBezTo>
                    <a:pt x="30442" y="11000"/>
                    <a:pt x="30588" y="11511"/>
                    <a:pt x="30710" y="12023"/>
                  </a:cubicBezTo>
                  <a:cubicBezTo>
                    <a:pt x="31043" y="13448"/>
                    <a:pt x="31170" y="14914"/>
                    <a:pt x="31091" y="16378"/>
                  </a:cubicBezTo>
                  <a:cubicBezTo>
                    <a:pt x="31066" y="16854"/>
                    <a:pt x="31019" y="17329"/>
                    <a:pt x="30950" y="17796"/>
                  </a:cubicBezTo>
                  <a:cubicBezTo>
                    <a:pt x="30562" y="20476"/>
                    <a:pt x="29479" y="23012"/>
                    <a:pt x="27810" y="25143"/>
                  </a:cubicBezTo>
                  <a:cubicBezTo>
                    <a:pt x="24866" y="28904"/>
                    <a:pt x="20357" y="31102"/>
                    <a:pt x="15584" y="31107"/>
                  </a:cubicBezTo>
                  <a:cubicBezTo>
                    <a:pt x="13640" y="31105"/>
                    <a:pt x="11712" y="30745"/>
                    <a:pt x="9902" y="30040"/>
                  </a:cubicBezTo>
                  <a:cubicBezTo>
                    <a:pt x="7773" y="29209"/>
                    <a:pt x="5856" y="27918"/>
                    <a:pt x="4286" y="26258"/>
                  </a:cubicBezTo>
                  <a:cubicBezTo>
                    <a:pt x="3513" y="25443"/>
                    <a:pt x="2831" y="24545"/>
                    <a:pt x="2250" y="23584"/>
                  </a:cubicBezTo>
                  <a:cubicBezTo>
                    <a:pt x="1492" y="22331"/>
                    <a:pt x="915" y="20977"/>
                    <a:pt x="539" y="19562"/>
                  </a:cubicBezTo>
                  <a:cubicBezTo>
                    <a:pt x="407" y="19070"/>
                    <a:pt x="299" y="18551"/>
                    <a:pt x="211" y="18017"/>
                  </a:cubicBezTo>
                  <a:cubicBezTo>
                    <a:pt x="86" y="17246"/>
                    <a:pt x="21" y="16468"/>
                    <a:pt x="17" y="15690"/>
                  </a:cubicBezTo>
                  <a:cubicBezTo>
                    <a:pt x="10" y="14898"/>
                    <a:pt x="65" y="14106"/>
                    <a:pt x="181" y="13323"/>
                  </a:cubicBezTo>
                  <a:cubicBezTo>
                    <a:pt x="296" y="12506"/>
                    <a:pt x="481" y="11702"/>
                    <a:pt x="728" y="10915"/>
                  </a:cubicBezTo>
                  <a:cubicBezTo>
                    <a:pt x="2755" y="4434"/>
                    <a:pt x="8756" y="16"/>
                    <a:pt x="15549" y="12"/>
                  </a:cubicBezTo>
                  <a:lnTo>
                    <a:pt x="15547" y="10"/>
                  </a:lnTo>
                  <a:close/>
                  <a:moveTo>
                    <a:pt x="15549" y="0"/>
                  </a:moveTo>
                  <a:cubicBezTo>
                    <a:pt x="8761" y="0"/>
                    <a:pt x="2732" y="4445"/>
                    <a:pt x="716" y="10913"/>
                  </a:cubicBezTo>
                  <a:cubicBezTo>
                    <a:pt x="469" y="11700"/>
                    <a:pt x="287" y="12503"/>
                    <a:pt x="169" y="13321"/>
                  </a:cubicBezTo>
                  <a:cubicBezTo>
                    <a:pt x="54" y="14106"/>
                    <a:pt x="1" y="14898"/>
                    <a:pt x="5" y="15690"/>
                  </a:cubicBezTo>
                  <a:cubicBezTo>
                    <a:pt x="10" y="16470"/>
                    <a:pt x="75" y="17248"/>
                    <a:pt x="199" y="18017"/>
                  </a:cubicBezTo>
                  <a:cubicBezTo>
                    <a:pt x="282" y="18539"/>
                    <a:pt x="393" y="19054"/>
                    <a:pt x="527" y="19564"/>
                  </a:cubicBezTo>
                  <a:cubicBezTo>
                    <a:pt x="906" y="20980"/>
                    <a:pt x="1483" y="22335"/>
                    <a:pt x="2240" y="23589"/>
                  </a:cubicBezTo>
                  <a:cubicBezTo>
                    <a:pt x="4563" y="27440"/>
                    <a:pt x="8530" y="30257"/>
                    <a:pt x="13326" y="30955"/>
                  </a:cubicBezTo>
                  <a:cubicBezTo>
                    <a:pt x="14074" y="31063"/>
                    <a:pt x="14829" y="31116"/>
                    <a:pt x="15584" y="31119"/>
                  </a:cubicBezTo>
                  <a:cubicBezTo>
                    <a:pt x="22077" y="31119"/>
                    <a:pt x="27875" y="27052"/>
                    <a:pt x="30131" y="21040"/>
                  </a:cubicBezTo>
                  <a:cubicBezTo>
                    <a:pt x="30525" y="19994"/>
                    <a:pt x="30805" y="18906"/>
                    <a:pt x="30964" y="17798"/>
                  </a:cubicBezTo>
                  <a:cubicBezTo>
                    <a:pt x="31033" y="17322"/>
                    <a:pt x="31080" y="16849"/>
                    <a:pt x="31105" y="16378"/>
                  </a:cubicBezTo>
                  <a:cubicBezTo>
                    <a:pt x="31183" y="14914"/>
                    <a:pt x="31054" y="13448"/>
                    <a:pt x="30722" y="12021"/>
                  </a:cubicBezTo>
                  <a:cubicBezTo>
                    <a:pt x="30602" y="11506"/>
                    <a:pt x="30454" y="10996"/>
                    <a:pt x="30283" y="10502"/>
                  </a:cubicBezTo>
                  <a:cubicBezTo>
                    <a:pt x="30029" y="9765"/>
                    <a:pt x="29717" y="9047"/>
                    <a:pt x="29355" y="8354"/>
                  </a:cubicBezTo>
                  <a:cubicBezTo>
                    <a:pt x="27120" y="4083"/>
                    <a:pt x="22936" y="908"/>
                    <a:pt x="17803" y="164"/>
                  </a:cubicBezTo>
                  <a:cubicBezTo>
                    <a:pt x="17057" y="56"/>
                    <a:pt x="16304" y="0"/>
                    <a:pt x="1554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0"/>
            <p:cNvSpPr/>
            <p:nvPr/>
          </p:nvSpPr>
          <p:spPr>
            <a:xfrm>
              <a:off x="2861275" y="4546975"/>
              <a:ext cx="658650" cy="658675"/>
            </a:xfrm>
            <a:custGeom>
              <a:rect b="b" l="l" r="r" t="t"/>
              <a:pathLst>
                <a:path extrusionOk="0" fill="none" h="26347" w="26346">
                  <a:moveTo>
                    <a:pt x="22488" y="3859"/>
                  </a:moveTo>
                  <a:cubicBezTo>
                    <a:pt x="24958" y="6329"/>
                    <a:pt x="26346" y="9680"/>
                    <a:pt x="26346" y="13173"/>
                  </a:cubicBezTo>
                  <a:cubicBezTo>
                    <a:pt x="26346" y="16667"/>
                    <a:pt x="24958" y="20017"/>
                    <a:pt x="22488" y="22488"/>
                  </a:cubicBezTo>
                  <a:cubicBezTo>
                    <a:pt x="20017" y="24958"/>
                    <a:pt x="16667" y="26346"/>
                    <a:pt x="13173" y="26346"/>
                  </a:cubicBezTo>
                  <a:cubicBezTo>
                    <a:pt x="9680" y="26346"/>
                    <a:pt x="6329" y="24958"/>
                    <a:pt x="3859" y="22488"/>
                  </a:cubicBezTo>
                  <a:cubicBezTo>
                    <a:pt x="1388" y="20017"/>
                    <a:pt x="0" y="16667"/>
                    <a:pt x="0" y="13173"/>
                  </a:cubicBezTo>
                  <a:cubicBezTo>
                    <a:pt x="0" y="9680"/>
                    <a:pt x="1388" y="6329"/>
                    <a:pt x="3859" y="3859"/>
                  </a:cubicBezTo>
                  <a:cubicBezTo>
                    <a:pt x="6329" y="1388"/>
                    <a:pt x="9680" y="1"/>
                    <a:pt x="13173" y="1"/>
                  </a:cubicBezTo>
                  <a:cubicBezTo>
                    <a:pt x="16667" y="1"/>
                    <a:pt x="20017" y="1388"/>
                    <a:pt x="22488" y="3859"/>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0"/>
            <p:cNvSpPr/>
            <p:nvPr/>
          </p:nvSpPr>
          <p:spPr>
            <a:xfrm>
              <a:off x="2892850" y="4588600"/>
              <a:ext cx="595500" cy="575475"/>
            </a:xfrm>
            <a:custGeom>
              <a:rect b="b" l="l" r="r" t="t"/>
              <a:pathLst>
                <a:path extrusionOk="0" h="23019" w="23820">
                  <a:moveTo>
                    <a:pt x="11896" y="0"/>
                  </a:moveTo>
                  <a:cubicBezTo>
                    <a:pt x="5865" y="7"/>
                    <a:pt x="864" y="4669"/>
                    <a:pt x="432" y="10684"/>
                  </a:cubicBezTo>
                  <a:cubicBezTo>
                    <a:pt x="0" y="16701"/>
                    <a:pt x="4286" y="22028"/>
                    <a:pt x="10255" y="22896"/>
                  </a:cubicBezTo>
                  <a:cubicBezTo>
                    <a:pt x="10809" y="22977"/>
                    <a:pt x="11365" y="23019"/>
                    <a:pt x="11924" y="23019"/>
                  </a:cubicBezTo>
                  <a:cubicBezTo>
                    <a:pt x="17955" y="23009"/>
                    <a:pt x="22959" y="18348"/>
                    <a:pt x="23388" y="12333"/>
                  </a:cubicBezTo>
                  <a:cubicBezTo>
                    <a:pt x="23820" y="6315"/>
                    <a:pt x="19534" y="989"/>
                    <a:pt x="13566" y="120"/>
                  </a:cubicBezTo>
                  <a:cubicBezTo>
                    <a:pt x="13014" y="40"/>
                    <a:pt x="12455" y="0"/>
                    <a:pt x="11896"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0"/>
            <p:cNvSpPr/>
            <p:nvPr/>
          </p:nvSpPr>
          <p:spPr>
            <a:xfrm>
              <a:off x="2882925" y="4588425"/>
              <a:ext cx="615425" cy="575775"/>
            </a:xfrm>
            <a:custGeom>
              <a:rect b="b" l="l" r="r" t="t"/>
              <a:pathLst>
                <a:path extrusionOk="0" h="23031" w="24617">
                  <a:moveTo>
                    <a:pt x="12293" y="10"/>
                  </a:moveTo>
                  <a:lnTo>
                    <a:pt x="12293" y="12"/>
                  </a:lnTo>
                  <a:cubicBezTo>
                    <a:pt x="12852" y="12"/>
                    <a:pt x="13409" y="53"/>
                    <a:pt x="13963" y="132"/>
                  </a:cubicBezTo>
                  <a:cubicBezTo>
                    <a:pt x="19927" y="1000"/>
                    <a:pt x="24210" y="6327"/>
                    <a:pt x="23780" y="12340"/>
                  </a:cubicBezTo>
                  <a:cubicBezTo>
                    <a:pt x="23349" y="18350"/>
                    <a:pt x="18350" y="23012"/>
                    <a:pt x="12321" y="23019"/>
                  </a:cubicBezTo>
                  <a:cubicBezTo>
                    <a:pt x="11765" y="23019"/>
                    <a:pt x="11206" y="22979"/>
                    <a:pt x="10654" y="22899"/>
                  </a:cubicBezTo>
                  <a:cubicBezTo>
                    <a:pt x="4685" y="22033"/>
                    <a:pt x="397" y="16706"/>
                    <a:pt x="829" y="10691"/>
                  </a:cubicBezTo>
                  <a:cubicBezTo>
                    <a:pt x="1261" y="4676"/>
                    <a:pt x="6262" y="17"/>
                    <a:pt x="12293" y="10"/>
                  </a:cubicBezTo>
                  <a:close/>
                  <a:moveTo>
                    <a:pt x="12293" y="0"/>
                  </a:moveTo>
                  <a:cubicBezTo>
                    <a:pt x="6669" y="0"/>
                    <a:pt x="1746" y="4127"/>
                    <a:pt x="915" y="9857"/>
                  </a:cubicBezTo>
                  <a:cubicBezTo>
                    <a:pt x="0" y="16149"/>
                    <a:pt x="4360" y="21993"/>
                    <a:pt x="10652" y="22908"/>
                  </a:cubicBezTo>
                  <a:cubicBezTo>
                    <a:pt x="11203" y="22989"/>
                    <a:pt x="11762" y="23028"/>
                    <a:pt x="12321" y="23030"/>
                  </a:cubicBezTo>
                  <a:cubicBezTo>
                    <a:pt x="17948" y="23030"/>
                    <a:pt x="22868" y="18902"/>
                    <a:pt x="23702" y="13171"/>
                  </a:cubicBezTo>
                  <a:cubicBezTo>
                    <a:pt x="24616" y="6879"/>
                    <a:pt x="20257" y="1035"/>
                    <a:pt x="13965" y="120"/>
                  </a:cubicBezTo>
                  <a:cubicBezTo>
                    <a:pt x="13411" y="40"/>
                    <a:pt x="12852" y="0"/>
                    <a:pt x="1229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0"/>
            <p:cNvSpPr/>
            <p:nvPr/>
          </p:nvSpPr>
          <p:spPr>
            <a:xfrm>
              <a:off x="2814700" y="4787800"/>
              <a:ext cx="766375" cy="289275"/>
            </a:xfrm>
            <a:custGeom>
              <a:rect b="b" l="l" r="r" t="t"/>
              <a:pathLst>
                <a:path extrusionOk="0" h="11571" w="30655">
                  <a:moveTo>
                    <a:pt x="30192" y="1"/>
                  </a:moveTo>
                  <a:lnTo>
                    <a:pt x="0" y="7546"/>
                  </a:lnTo>
                  <a:cubicBezTo>
                    <a:pt x="379" y="8962"/>
                    <a:pt x="956" y="10317"/>
                    <a:pt x="1713" y="11571"/>
                  </a:cubicBezTo>
                  <a:lnTo>
                    <a:pt x="30573" y="4360"/>
                  </a:lnTo>
                  <a:cubicBezTo>
                    <a:pt x="30654" y="2896"/>
                    <a:pt x="30525" y="1428"/>
                    <a:pt x="30192"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0"/>
            <p:cNvSpPr/>
            <p:nvPr/>
          </p:nvSpPr>
          <p:spPr>
            <a:xfrm>
              <a:off x="2801650" y="4696250"/>
              <a:ext cx="756850" cy="241550"/>
            </a:xfrm>
            <a:custGeom>
              <a:rect b="b" l="l" r="r" t="t"/>
              <a:pathLst>
                <a:path extrusionOk="0" h="9662" w="30274">
                  <a:moveTo>
                    <a:pt x="29347" y="1"/>
                  </a:moveTo>
                  <a:lnTo>
                    <a:pt x="0" y="7334"/>
                  </a:lnTo>
                  <a:cubicBezTo>
                    <a:pt x="5" y="8112"/>
                    <a:pt x="70" y="8890"/>
                    <a:pt x="194" y="9661"/>
                  </a:cubicBezTo>
                  <a:lnTo>
                    <a:pt x="30273" y="2143"/>
                  </a:lnTo>
                  <a:cubicBezTo>
                    <a:pt x="30019" y="1407"/>
                    <a:pt x="29710" y="691"/>
                    <a:pt x="293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0"/>
            <p:cNvSpPr/>
            <p:nvPr/>
          </p:nvSpPr>
          <p:spPr>
            <a:xfrm>
              <a:off x="2777975" y="4760150"/>
              <a:ext cx="776700" cy="562025"/>
            </a:xfrm>
            <a:custGeom>
              <a:rect b="b" l="l" r="r" t="t"/>
              <a:pathLst>
                <a:path extrusionOk="0" h="22481" w="31068">
                  <a:moveTo>
                    <a:pt x="1658" y="1"/>
                  </a:moveTo>
                  <a:lnTo>
                    <a:pt x="1658" y="1"/>
                  </a:lnTo>
                  <a:cubicBezTo>
                    <a:pt x="562" y="2201"/>
                    <a:pt x="1" y="4628"/>
                    <a:pt x="17" y="7087"/>
                  </a:cubicBezTo>
                  <a:cubicBezTo>
                    <a:pt x="21" y="7867"/>
                    <a:pt x="88" y="8645"/>
                    <a:pt x="213" y="9417"/>
                  </a:cubicBezTo>
                  <a:cubicBezTo>
                    <a:pt x="296" y="9936"/>
                    <a:pt x="405" y="10453"/>
                    <a:pt x="541" y="10961"/>
                  </a:cubicBezTo>
                  <a:cubicBezTo>
                    <a:pt x="917" y="12379"/>
                    <a:pt x="1495" y="13732"/>
                    <a:pt x="2252" y="14988"/>
                  </a:cubicBezTo>
                  <a:cubicBezTo>
                    <a:pt x="4577" y="18837"/>
                    <a:pt x="8542" y="21654"/>
                    <a:pt x="13340" y="22352"/>
                  </a:cubicBezTo>
                  <a:cubicBezTo>
                    <a:pt x="13938" y="22439"/>
                    <a:pt x="14538" y="22481"/>
                    <a:pt x="15137" y="22481"/>
                  </a:cubicBezTo>
                  <a:cubicBezTo>
                    <a:pt x="22061" y="22481"/>
                    <a:pt x="28760" y="16846"/>
                    <a:pt x="31068" y="10128"/>
                  </a:cubicBezTo>
                  <a:lnTo>
                    <a:pt x="31068" y="10128"/>
                  </a:lnTo>
                  <a:cubicBezTo>
                    <a:pt x="28814" y="16140"/>
                    <a:pt x="23015" y="20206"/>
                    <a:pt x="16520" y="20206"/>
                  </a:cubicBezTo>
                  <a:cubicBezTo>
                    <a:pt x="15776" y="20206"/>
                    <a:pt x="15023" y="20152"/>
                    <a:pt x="14265" y="20043"/>
                  </a:cubicBezTo>
                  <a:cubicBezTo>
                    <a:pt x="9470" y="19345"/>
                    <a:pt x="5503" y="16528"/>
                    <a:pt x="3180" y="12677"/>
                  </a:cubicBezTo>
                  <a:cubicBezTo>
                    <a:pt x="2423" y="11423"/>
                    <a:pt x="1845" y="10068"/>
                    <a:pt x="1467" y="8652"/>
                  </a:cubicBezTo>
                  <a:cubicBezTo>
                    <a:pt x="1333" y="8142"/>
                    <a:pt x="1224" y="7627"/>
                    <a:pt x="1141" y="7105"/>
                  </a:cubicBezTo>
                  <a:cubicBezTo>
                    <a:pt x="1017" y="6336"/>
                    <a:pt x="950" y="5558"/>
                    <a:pt x="945" y="4778"/>
                  </a:cubicBezTo>
                  <a:cubicBezTo>
                    <a:pt x="940" y="3984"/>
                    <a:pt x="993" y="3192"/>
                    <a:pt x="1109" y="2409"/>
                  </a:cubicBezTo>
                  <a:cubicBezTo>
                    <a:pt x="1227" y="1591"/>
                    <a:pt x="1409" y="786"/>
                    <a:pt x="1658"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 name="Google Shape;562;p30"/>
          <p:cNvGrpSpPr/>
          <p:nvPr/>
        </p:nvGrpSpPr>
        <p:grpSpPr>
          <a:xfrm rot="-297704">
            <a:off x="7899097" y="2513690"/>
            <a:ext cx="529816" cy="397428"/>
            <a:chOff x="2787100" y="3506250"/>
            <a:chExt cx="854925" cy="641300"/>
          </a:xfrm>
        </p:grpSpPr>
        <p:sp>
          <p:nvSpPr>
            <p:cNvPr id="563" name="Google Shape;563;p30"/>
            <p:cNvSpPr/>
            <p:nvPr/>
          </p:nvSpPr>
          <p:spPr>
            <a:xfrm>
              <a:off x="2787100" y="3512900"/>
              <a:ext cx="842975" cy="634650"/>
            </a:xfrm>
            <a:custGeom>
              <a:rect b="b" l="l" r="r" t="t"/>
              <a:pathLst>
                <a:path extrusionOk="0" h="25386" w="33719">
                  <a:moveTo>
                    <a:pt x="3124" y="1"/>
                  </a:moveTo>
                  <a:cubicBezTo>
                    <a:pt x="2995" y="1"/>
                    <a:pt x="2867" y="8"/>
                    <a:pt x="2741" y="23"/>
                  </a:cubicBezTo>
                  <a:lnTo>
                    <a:pt x="2478" y="397"/>
                  </a:lnTo>
                  <a:lnTo>
                    <a:pt x="818" y="2755"/>
                  </a:lnTo>
                  <a:cubicBezTo>
                    <a:pt x="169" y="3736"/>
                    <a:pt x="0" y="4937"/>
                    <a:pt x="432" y="5807"/>
                  </a:cubicBezTo>
                  <a:cubicBezTo>
                    <a:pt x="892" y="6726"/>
                    <a:pt x="1557" y="7680"/>
                    <a:pt x="2393" y="8657"/>
                  </a:cubicBezTo>
                  <a:cubicBezTo>
                    <a:pt x="3231" y="9645"/>
                    <a:pt x="4240" y="10656"/>
                    <a:pt x="5366" y="11668"/>
                  </a:cubicBezTo>
                  <a:lnTo>
                    <a:pt x="5371" y="11670"/>
                  </a:lnTo>
                  <a:cubicBezTo>
                    <a:pt x="6110" y="12333"/>
                    <a:pt x="6897" y="12993"/>
                    <a:pt x="7722" y="13656"/>
                  </a:cubicBezTo>
                  <a:cubicBezTo>
                    <a:pt x="9571" y="15124"/>
                    <a:pt x="11605" y="16574"/>
                    <a:pt x="13660" y="17932"/>
                  </a:cubicBezTo>
                  <a:cubicBezTo>
                    <a:pt x="14138" y="18246"/>
                    <a:pt x="14612" y="18560"/>
                    <a:pt x="15085" y="18865"/>
                  </a:cubicBezTo>
                  <a:lnTo>
                    <a:pt x="15087" y="18867"/>
                  </a:lnTo>
                  <a:cubicBezTo>
                    <a:pt x="19982" y="22040"/>
                    <a:pt x="24748" y="24785"/>
                    <a:pt x="28475" y="25360"/>
                  </a:cubicBezTo>
                  <a:cubicBezTo>
                    <a:pt x="28587" y="25377"/>
                    <a:pt x="28701" y="25385"/>
                    <a:pt x="28818" y="25385"/>
                  </a:cubicBezTo>
                  <a:cubicBezTo>
                    <a:pt x="29844" y="25385"/>
                    <a:pt x="31001" y="24740"/>
                    <a:pt x="31680" y="23714"/>
                  </a:cubicBezTo>
                  <a:lnTo>
                    <a:pt x="33718" y="20626"/>
                  </a:lnTo>
                  <a:cubicBezTo>
                    <a:pt x="32442" y="19537"/>
                    <a:pt x="30200" y="17895"/>
                    <a:pt x="27350" y="15914"/>
                  </a:cubicBezTo>
                  <a:cubicBezTo>
                    <a:pt x="25127" y="14371"/>
                    <a:pt x="22529" y="12624"/>
                    <a:pt x="19724" y="10765"/>
                  </a:cubicBezTo>
                  <a:lnTo>
                    <a:pt x="18971" y="10268"/>
                  </a:lnTo>
                  <a:cubicBezTo>
                    <a:pt x="18269" y="9804"/>
                    <a:pt x="17590" y="9342"/>
                    <a:pt x="16939" y="8885"/>
                  </a:cubicBezTo>
                  <a:lnTo>
                    <a:pt x="16934" y="8883"/>
                  </a:lnTo>
                  <a:cubicBezTo>
                    <a:pt x="15565" y="7913"/>
                    <a:pt x="14305" y="6966"/>
                    <a:pt x="13134" y="6073"/>
                  </a:cubicBezTo>
                  <a:cubicBezTo>
                    <a:pt x="8674" y="2661"/>
                    <a:pt x="5567" y="1"/>
                    <a:pt x="3124"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0"/>
            <p:cNvSpPr/>
            <p:nvPr/>
          </p:nvSpPr>
          <p:spPr>
            <a:xfrm>
              <a:off x="2847300" y="3506425"/>
              <a:ext cx="788375" cy="532075"/>
            </a:xfrm>
            <a:custGeom>
              <a:rect b="b" l="l" r="r" t="t"/>
              <a:pathLst>
                <a:path extrusionOk="0" h="21283" w="31535">
                  <a:moveTo>
                    <a:pt x="1194" y="1"/>
                  </a:moveTo>
                  <a:cubicBezTo>
                    <a:pt x="680" y="1"/>
                    <a:pt x="338" y="125"/>
                    <a:pt x="174" y="372"/>
                  </a:cubicBezTo>
                  <a:cubicBezTo>
                    <a:pt x="118" y="458"/>
                    <a:pt x="84" y="555"/>
                    <a:pt x="75" y="656"/>
                  </a:cubicBezTo>
                  <a:cubicBezTo>
                    <a:pt x="1" y="1224"/>
                    <a:pt x="502" y="2157"/>
                    <a:pt x="1527" y="3360"/>
                  </a:cubicBezTo>
                  <a:cubicBezTo>
                    <a:pt x="2527" y="4536"/>
                    <a:pt x="4025" y="5967"/>
                    <a:pt x="5861" y="7500"/>
                  </a:cubicBezTo>
                  <a:cubicBezTo>
                    <a:pt x="6962" y="8424"/>
                    <a:pt x="8184" y="9382"/>
                    <a:pt x="9491" y="10350"/>
                  </a:cubicBezTo>
                  <a:cubicBezTo>
                    <a:pt x="10333" y="10973"/>
                    <a:pt x="11234" y="11615"/>
                    <a:pt x="12167" y="12259"/>
                  </a:cubicBezTo>
                  <a:cubicBezTo>
                    <a:pt x="12679" y="12615"/>
                    <a:pt x="13227" y="12984"/>
                    <a:pt x="13889" y="13423"/>
                  </a:cubicBezTo>
                  <a:cubicBezTo>
                    <a:pt x="16041" y="14843"/>
                    <a:pt x="18184" y="16145"/>
                    <a:pt x="20257" y="17293"/>
                  </a:cubicBezTo>
                  <a:cubicBezTo>
                    <a:pt x="22474" y="18521"/>
                    <a:pt x="24557" y="19535"/>
                    <a:pt x="26281" y="20225"/>
                  </a:cubicBezTo>
                  <a:cubicBezTo>
                    <a:pt x="28015" y="20917"/>
                    <a:pt x="29393" y="21282"/>
                    <a:pt x="30263" y="21283"/>
                  </a:cubicBezTo>
                  <a:lnTo>
                    <a:pt x="30263" y="21283"/>
                  </a:lnTo>
                  <a:cubicBezTo>
                    <a:pt x="30775" y="21282"/>
                    <a:pt x="31119" y="21158"/>
                    <a:pt x="31280" y="20913"/>
                  </a:cubicBezTo>
                  <a:lnTo>
                    <a:pt x="31301" y="20881"/>
                  </a:lnTo>
                  <a:cubicBezTo>
                    <a:pt x="31534" y="20477"/>
                    <a:pt x="31315" y="19793"/>
                    <a:pt x="30650" y="18847"/>
                  </a:cubicBezTo>
                  <a:cubicBezTo>
                    <a:pt x="30008" y="17932"/>
                    <a:pt x="28981" y="16817"/>
                    <a:pt x="27600" y="15536"/>
                  </a:cubicBezTo>
                  <a:cubicBezTo>
                    <a:pt x="25776" y="13857"/>
                    <a:pt x="23465" y="12000"/>
                    <a:pt x="20911" y="10167"/>
                  </a:cubicBezTo>
                  <a:lnTo>
                    <a:pt x="20908" y="10165"/>
                  </a:lnTo>
                  <a:cubicBezTo>
                    <a:pt x="19925" y="9463"/>
                    <a:pt x="19029" y="8844"/>
                    <a:pt x="18170" y="8271"/>
                  </a:cubicBezTo>
                  <a:cubicBezTo>
                    <a:pt x="17971" y="8133"/>
                    <a:pt x="17764" y="7994"/>
                    <a:pt x="17560" y="7860"/>
                  </a:cubicBezTo>
                  <a:cubicBezTo>
                    <a:pt x="16404" y="7096"/>
                    <a:pt x="15180" y="6325"/>
                    <a:pt x="13924" y="5568"/>
                  </a:cubicBezTo>
                  <a:cubicBezTo>
                    <a:pt x="11132" y="3887"/>
                    <a:pt x="8470" y="2481"/>
                    <a:pt x="6221" y="1499"/>
                  </a:cubicBezTo>
                  <a:cubicBezTo>
                    <a:pt x="3979" y="520"/>
                    <a:pt x="2240" y="1"/>
                    <a:pt x="1194" y="1"/>
                  </a:cubicBezTo>
                  <a:close/>
                  <a:moveTo>
                    <a:pt x="30263" y="21283"/>
                  </a:moveTo>
                  <a:lnTo>
                    <a:pt x="30263" y="21283"/>
                  </a:lnTo>
                  <a:cubicBezTo>
                    <a:pt x="30263" y="21283"/>
                    <a:pt x="30263" y="21283"/>
                    <a:pt x="30262" y="21283"/>
                  </a:cubicBezTo>
                  <a:lnTo>
                    <a:pt x="30264" y="21283"/>
                  </a:lnTo>
                  <a:cubicBezTo>
                    <a:pt x="30264" y="21283"/>
                    <a:pt x="30264" y="21283"/>
                    <a:pt x="30263" y="21283"/>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0"/>
            <p:cNvSpPr/>
            <p:nvPr/>
          </p:nvSpPr>
          <p:spPr>
            <a:xfrm>
              <a:off x="2845175" y="3506250"/>
              <a:ext cx="796850" cy="532475"/>
            </a:xfrm>
            <a:custGeom>
              <a:rect b="b" l="l" r="r" t="t"/>
              <a:pathLst>
                <a:path extrusionOk="0" h="21299" w="31874">
                  <a:moveTo>
                    <a:pt x="1279" y="15"/>
                  </a:moveTo>
                  <a:cubicBezTo>
                    <a:pt x="2325" y="15"/>
                    <a:pt x="4064" y="534"/>
                    <a:pt x="6306" y="1513"/>
                  </a:cubicBezTo>
                  <a:cubicBezTo>
                    <a:pt x="8553" y="2494"/>
                    <a:pt x="11215" y="3901"/>
                    <a:pt x="14007" y="5579"/>
                  </a:cubicBezTo>
                  <a:cubicBezTo>
                    <a:pt x="15263" y="6339"/>
                    <a:pt x="16486" y="7110"/>
                    <a:pt x="17643" y="7874"/>
                  </a:cubicBezTo>
                  <a:cubicBezTo>
                    <a:pt x="17846" y="8008"/>
                    <a:pt x="18054" y="8145"/>
                    <a:pt x="18253" y="8283"/>
                  </a:cubicBezTo>
                  <a:cubicBezTo>
                    <a:pt x="19112" y="8856"/>
                    <a:pt x="20008" y="9477"/>
                    <a:pt x="20991" y="10176"/>
                  </a:cubicBezTo>
                  <a:lnTo>
                    <a:pt x="20993" y="10179"/>
                  </a:lnTo>
                  <a:cubicBezTo>
                    <a:pt x="23547" y="12014"/>
                    <a:pt x="25858" y="13871"/>
                    <a:pt x="27680" y="15547"/>
                  </a:cubicBezTo>
                  <a:cubicBezTo>
                    <a:pt x="29061" y="16829"/>
                    <a:pt x="30089" y="17944"/>
                    <a:pt x="30730" y="18858"/>
                  </a:cubicBezTo>
                  <a:cubicBezTo>
                    <a:pt x="31393" y="19800"/>
                    <a:pt x="31612" y="20481"/>
                    <a:pt x="31382" y="20883"/>
                  </a:cubicBezTo>
                  <a:lnTo>
                    <a:pt x="31361" y="20916"/>
                  </a:lnTo>
                  <a:cubicBezTo>
                    <a:pt x="31199" y="21158"/>
                    <a:pt x="30860" y="21283"/>
                    <a:pt x="30349" y="21283"/>
                  </a:cubicBezTo>
                  <a:cubicBezTo>
                    <a:pt x="29479" y="21283"/>
                    <a:pt x="28103" y="20916"/>
                    <a:pt x="26369" y="20223"/>
                  </a:cubicBezTo>
                  <a:cubicBezTo>
                    <a:pt x="24646" y="19535"/>
                    <a:pt x="22564" y="18521"/>
                    <a:pt x="20347" y="17293"/>
                  </a:cubicBezTo>
                  <a:cubicBezTo>
                    <a:pt x="18274" y="16145"/>
                    <a:pt x="16131" y="14843"/>
                    <a:pt x="13979" y="13423"/>
                  </a:cubicBezTo>
                  <a:cubicBezTo>
                    <a:pt x="13316" y="12984"/>
                    <a:pt x="12769" y="12615"/>
                    <a:pt x="12259" y="12259"/>
                  </a:cubicBezTo>
                  <a:cubicBezTo>
                    <a:pt x="11326" y="11615"/>
                    <a:pt x="10425" y="10973"/>
                    <a:pt x="9580" y="10350"/>
                  </a:cubicBezTo>
                  <a:cubicBezTo>
                    <a:pt x="8276" y="9382"/>
                    <a:pt x="7054" y="8424"/>
                    <a:pt x="5950" y="7500"/>
                  </a:cubicBezTo>
                  <a:cubicBezTo>
                    <a:pt x="4117" y="5967"/>
                    <a:pt x="2619" y="4536"/>
                    <a:pt x="1617" y="3360"/>
                  </a:cubicBezTo>
                  <a:cubicBezTo>
                    <a:pt x="596" y="2160"/>
                    <a:pt x="95" y="1229"/>
                    <a:pt x="169" y="663"/>
                  </a:cubicBezTo>
                  <a:cubicBezTo>
                    <a:pt x="178" y="564"/>
                    <a:pt x="210" y="467"/>
                    <a:pt x="266" y="384"/>
                  </a:cubicBezTo>
                  <a:cubicBezTo>
                    <a:pt x="427" y="139"/>
                    <a:pt x="769" y="15"/>
                    <a:pt x="1279" y="15"/>
                  </a:cubicBezTo>
                  <a:close/>
                  <a:moveTo>
                    <a:pt x="1279" y="1"/>
                  </a:moveTo>
                  <a:cubicBezTo>
                    <a:pt x="771" y="1"/>
                    <a:pt x="423" y="121"/>
                    <a:pt x="254" y="375"/>
                  </a:cubicBezTo>
                  <a:cubicBezTo>
                    <a:pt x="199" y="463"/>
                    <a:pt x="164" y="562"/>
                    <a:pt x="155" y="663"/>
                  </a:cubicBezTo>
                  <a:cubicBezTo>
                    <a:pt x="0" y="1836"/>
                    <a:pt x="2252" y="4429"/>
                    <a:pt x="5941" y="7514"/>
                  </a:cubicBezTo>
                  <a:cubicBezTo>
                    <a:pt x="7033" y="8429"/>
                    <a:pt x="8250" y="9387"/>
                    <a:pt x="9573" y="10363"/>
                  </a:cubicBezTo>
                  <a:cubicBezTo>
                    <a:pt x="10423" y="10992"/>
                    <a:pt x="11321" y="11633"/>
                    <a:pt x="12249" y="12273"/>
                  </a:cubicBezTo>
                  <a:cubicBezTo>
                    <a:pt x="12810" y="12663"/>
                    <a:pt x="13385" y="13051"/>
                    <a:pt x="13972" y="13437"/>
                  </a:cubicBezTo>
                  <a:cubicBezTo>
                    <a:pt x="16182" y="14894"/>
                    <a:pt x="18340" y="16201"/>
                    <a:pt x="20340" y="17307"/>
                  </a:cubicBezTo>
                  <a:cubicBezTo>
                    <a:pt x="24843" y="19803"/>
                    <a:pt x="28565" y="21299"/>
                    <a:pt x="30349" y="21299"/>
                  </a:cubicBezTo>
                  <a:cubicBezTo>
                    <a:pt x="30855" y="21299"/>
                    <a:pt x="31206" y="21179"/>
                    <a:pt x="31372" y="20925"/>
                  </a:cubicBezTo>
                  <a:lnTo>
                    <a:pt x="31393" y="20892"/>
                  </a:lnTo>
                  <a:cubicBezTo>
                    <a:pt x="31873" y="20061"/>
                    <a:pt x="30414" y="18064"/>
                    <a:pt x="27690" y="15540"/>
                  </a:cubicBezTo>
                  <a:cubicBezTo>
                    <a:pt x="25928" y="13915"/>
                    <a:pt x="23642" y="12065"/>
                    <a:pt x="21003" y="10170"/>
                  </a:cubicBezTo>
                  <a:lnTo>
                    <a:pt x="20998" y="10167"/>
                  </a:lnTo>
                  <a:cubicBezTo>
                    <a:pt x="20121" y="9541"/>
                    <a:pt x="19209" y="8907"/>
                    <a:pt x="18262" y="8274"/>
                  </a:cubicBezTo>
                  <a:cubicBezTo>
                    <a:pt x="18063" y="8135"/>
                    <a:pt x="17858" y="7999"/>
                    <a:pt x="17652" y="7863"/>
                  </a:cubicBezTo>
                  <a:cubicBezTo>
                    <a:pt x="16419" y="7050"/>
                    <a:pt x="15198" y="6283"/>
                    <a:pt x="14016" y="5568"/>
                  </a:cubicBezTo>
                  <a:cubicBezTo>
                    <a:pt x="8317" y="2141"/>
                    <a:pt x="3415" y="3"/>
                    <a:pt x="1282" y="3"/>
                  </a:cubicBezTo>
                  <a:lnTo>
                    <a:pt x="1279"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0"/>
            <p:cNvSpPr/>
            <p:nvPr/>
          </p:nvSpPr>
          <p:spPr>
            <a:xfrm>
              <a:off x="2981975" y="3601625"/>
              <a:ext cx="526600" cy="341800"/>
            </a:xfrm>
            <a:custGeom>
              <a:rect b="b" l="l" r="r" t="t"/>
              <a:pathLst>
                <a:path extrusionOk="0" h="13672" w="21064">
                  <a:moveTo>
                    <a:pt x="799" y="0"/>
                  </a:moveTo>
                  <a:cubicBezTo>
                    <a:pt x="559" y="0"/>
                    <a:pt x="393" y="69"/>
                    <a:pt x="303" y="206"/>
                  </a:cubicBezTo>
                  <a:cubicBezTo>
                    <a:pt x="1" y="663"/>
                    <a:pt x="790" y="1637"/>
                    <a:pt x="2718" y="3187"/>
                  </a:cubicBezTo>
                  <a:cubicBezTo>
                    <a:pt x="4270" y="4433"/>
                    <a:pt x="6516" y="6022"/>
                    <a:pt x="9786" y="8181"/>
                  </a:cubicBezTo>
                  <a:cubicBezTo>
                    <a:pt x="13896" y="10894"/>
                    <a:pt x="18313" y="13672"/>
                    <a:pt x="19872" y="13672"/>
                  </a:cubicBezTo>
                  <a:cubicBezTo>
                    <a:pt x="20119" y="13672"/>
                    <a:pt x="20290" y="13600"/>
                    <a:pt x="20382" y="13462"/>
                  </a:cubicBezTo>
                  <a:cubicBezTo>
                    <a:pt x="21063" y="12427"/>
                    <a:pt x="16023" y="8897"/>
                    <a:pt x="11001" y="5583"/>
                  </a:cubicBezTo>
                  <a:cubicBezTo>
                    <a:pt x="6821" y="2822"/>
                    <a:pt x="2342" y="0"/>
                    <a:pt x="799"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0"/>
            <p:cNvSpPr/>
            <p:nvPr/>
          </p:nvSpPr>
          <p:spPr>
            <a:xfrm>
              <a:off x="2973025" y="3601375"/>
              <a:ext cx="535025" cy="342175"/>
            </a:xfrm>
            <a:custGeom>
              <a:rect b="b" l="l" r="r" t="t"/>
              <a:pathLst>
                <a:path extrusionOk="0" h="13687" w="21401">
                  <a:moveTo>
                    <a:pt x="1157" y="15"/>
                  </a:moveTo>
                  <a:lnTo>
                    <a:pt x="1157" y="17"/>
                  </a:lnTo>
                  <a:cubicBezTo>
                    <a:pt x="1834" y="17"/>
                    <a:pt x="3095" y="544"/>
                    <a:pt x="5013" y="1629"/>
                  </a:cubicBezTo>
                  <a:cubicBezTo>
                    <a:pt x="6577" y="2511"/>
                    <a:pt x="8592" y="3774"/>
                    <a:pt x="11356" y="5598"/>
                  </a:cubicBezTo>
                  <a:cubicBezTo>
                    <a:pt x="14635" y="7764"/>
                    <a:pt x="16865" y="9334"/>
                    <a:pt x="18371" y="10541"/>
                  </a:cubicBezTo>
                  <a:cubicBezTo>
                    <a:pt x="19274" y="11267"/>
                    <a:pt x="19929" y="11874"/>
                    <a:pt x="20324" y="12347"/>
                  </a:cubicBezTo>
                  <a:cubicBezTo>
                    <a:pt x="20749" y="12857"/>
                    <a:pt x="20885" y="13234"/>
                    <a:pt x="20733" y="13467"/>
                  </a:cubicBezTo>
                  <a:cubicBezTo>
                    <a:pt x="20641" y="13603"/>
                    <a:pt x="20472" y="13672"/>
                    <a:pt x="20230" y="13672"/>
                  </a:cubicBezTo>
                  <a:cubicBezTo>
                    <a:pt x="19553" y="13672"/>
                    <a:pt x="18311" y="13160"/>
                    <a:pt x="16427" y="12102"/>
                  </a:cubicBezTo>
                  <a:cubicBezTo>
                    <a:pt x="14861" y="11225"/>
                    <a:pt x="12866" y="9980"/>
                    <a:pt x="10149" y="8184"/>
                  </a:cubicBezTo>
                  <a:cubicBezTo>
                    <a:pt x="6879" y="6025"/>
                    <a:pt x="4632" y="4439"/>
                    <a:pt x="3081" y="3190"/>
                  </a:cubicBezTo>
                  <a:cubicBezTo>
                    <a:pt x="2164" y="2453"/>
                    <a:pt x="1495" y="1837"/>
                    <a:pt x="1093" y="1352"/>
                  </a:cubicBezTo>
                  <a:cubicBezTo>
                    <a:pt x="656" y="832"/>
                    <a:pt x="516" y="451"/>
                    <a:pt x="668" y="218"/>
                  </a:cubicBezTo>
                  <a:cubicBezTo>
                    <a:pt x="756" y="84"/>
                    <a:pt x="922" y="15"/>
                    <a:pt x="1157" y="15"/>
                  </a:cubicBezTo>
                  <a:close/>
                  <a:moveTo>
                    <a:pt x="1157" y="1"/>
                  </a:moveTo>
                  <a:cubicBezTo>
                    <a:pt x="920" y="1"/>
                    <a:pt x="749" y="68"/>
                    <a:pt x="656" y="209"/>
                  </a:cubicBezTo>
                  <a:cubicBezTo>
                    <a:pt x="1" y="1202"/>
                    <a:pt x="4593" y="4531"/>
                    <a:pt x="10139" y="8196"/>
                  </a:cubicBezTo>
                  <a:cubicBezTo>
                    <a:pt x="14882" y="11324"/>
                    <a:pt x="18784" y="13686"/>
                    <a:pt x="20230" y="13686"/>
                  </a:cubicBezTo>
                  <a:cubicBezTo>
                    <a:pt x="20474" y="13686"/>
                    <a:pt x="20650" y="13617"/>
                    <a:pt x="20744" y="13474"/>
                  </a:cubicBezTo>
                  <a:cubicBezTo>
                    <a:pt x="21400" y="12481"/>
                    <a:pt x="16909" y="9246"/>
                    <a:pt x="11363" y="5584"/>
                  </a:cubicBezTo>
                  <a:cubicBezTo>
                    <a:pt x="6602" y="2442"/>
                    <a:pt x="2610" y="1"/>
                    <a:pt x="116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0"/>
            <p:cNvSpPr/>
            <p:nvPr/>
          </p:nvSpPr>
          <p:spPr>
            <a:xfrm>
              <a:off x="2980125" y="3760350"/>
              <a:ext cx="557300" cy="224250"/>
            </a:xfrm>
            <a:custGeom>
              <a:rect b="b" l="l" r="r" t="t"/>
              <a:pathLst>
                <a:path extrusionOk="0" h="8970" w="22292">
                  <a:moveTo>
                    <a:pt x="15600" y="1"/>
                  </a:moveTo>
                  <a:lnTo>
                    <a:pt x="12003" y="867"/>
                  </a:lnTo>
                  <a:lnTo>
                    <a:pt x="6851" y="2109"/>
                  </a:lnTo>
                  <a:lnTo>
                    <a:pt x="1" y="3758"/>
                  </a:lnTo>
                  <a:cubicBezTo>
                    <a:pt x="1850" y="5226"/>
                    <a:pt x="3884" y="6676"/>
                    <a:pt x="5939" y="8034"/>
                  </a:cubicBezTo>
                  <a:cubicBezTo>
                    <a:pt x="6417" y="8348"/>
                    <a:pt x="6891" y="8662"/>
                    <a:pt x="7364" y="8967"/>
                  </a:cubicBezTo>
                  <a:lnTo>
                    <a:pt x="7366" y="8969"/>
                  </a:lnTo>
                  <a:lnTo>
                    <a:pt x="14942" y="7143"/>
                  </a:lnTo>
                  <a:lnTo>
                    <a:pt x="19627" y="6016"/>
                  </a:lnTo>
                  <a:lnTo>
                    <a:pt x="22292" y="5374"/>
                  </a:lnTo>
                  <a:cubicBezTo>
                    <a:pt x="20530" y="3748"/>
                    <a:pt x="18244" y="1901"/>
                    <a:pt x="15605" y="3"/>
                  </a:cubicBezTo>
                  <a:lnTo>
                    <a:pt x="1560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0"/>
            <p:cNvSpPr/>
            <p:nvPr/>
          </p:nvSpPr>
          <p:spPr>
            <a:xfrm>
              <a:off x="2846900" y="3645425"/>
              <a:ext cx="454825" cy="159225"/>
            </a:xfrm>
            <a:custGeom>
              <a:rect b="b" l="l" r="r" t="t"/>
              <a:pathLst>
                <a:path extrusionOk="0" h="6369" w="18193">
                  <a:moveTo>
                    <a:pt x="13947" y="1"/>
                  </a:moveTo>
                  <a:lnTo>
                    <a:pt x="10740" y="772"/>
                  </a:lnTo>
                  <a:lnTo>
                    <a:pt x="5872" y="1945"/>
                  </a:lnTo>
                  <a:lnTo>
                    <a:pt x="1" y="3356"/>
                  </a:lnTo>
                  <a:cubicBezTo>
                    <a:pt x="839" y="4342"/>
                    <a:pt x="1845" y="5355"/>
                    <a:pt x="2974" y="6367"/>
                  </a:cubicBezTo>
                  <a:lnTo>
                    <a:pt x="2977" y="6369"/>
                  </a:lnTo>
                  <a:lnTo>
                    <a:pt x="9504" y="4796"/>
                  </a:lnTo>
                  <a:lnTo>
                    <a:pt x="14542" y="3582"/>
                  </a:lnTo>
                  <a:lnTo>
                    <a:pt x="14545" y="3584"/>
                  </a:lnTo>
                  <a:lnTo>
                    <a:pt x="18193" y="2705"/>
                  </a:lnTo>
                  <a:cubicBezTo>
                    <a:pt x="17994" y="2566"/>
                    <a:pt x="17789" y="2430"/>
                    <a:pt x="17583" y="2296"/>
                  </a:cubicBezTo>
                  <a:cubicBezTo>
                    <a:pt x="16348" y="1481"/>
                    <a:pt x="15129" y="716"/>
                    <a:pt x="139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 name="Shape 573"/>
        <p:cNvGrpSpPr/>
        <p:nvPr/>
      </p:nvGrpSpPr>
      <p:grpSpPr>
        <a:xfrm>
          <a:off x="0" y="0"/>
          <a:ext cx="0" cy="0"/>
          <a:chOff x="0" y="0"/>
          <a:chExt cx="0" cy="0"/>
        </a:xfrm>
      </p:grpSpPr>
      <p:pic>
        <p:nvPicPr>
          <p:cNvPr id="574" name="Google Shape;574;p31" title="covid-19-global-economic-crisis.jpg"/>
          <p:cNvPicPr preferRelativeResize="0"/>
          <p:nvPr>
            <p:ph idx="2" type="pic"/>
          </p:nvPr>
        </p:nvPicPr>
        <p:blipFill rotWithShape="1">
          <a:blip r:embed="rId3">
            <a:alphaModFix/>
          </a:blip>
          <a:srcRect b="0" l="11195" r="6241" t="0"/>
          <a:stretch/>
        </p:blipFill>
        <p:spPr>
          <a:xfrm flipH="1">
            <a:off x="392475" y="1249550"/>
            <a:ext cx="2912700" cy="2658900"/>
          </a:xfrm>
          <a:prstGeom prst="snip1Rect">
            <a:avLst>
              <a:gd fmla="val 29498" name="adj"/>
            </a:avLst>
          </a:prstGeom>
        </p:spPr>
      </p:pic>
      <p:sp>
        <p:nvSpPr>
          <p:cNvPr id="575" name="Google Shape;575;p31"/>
          <p:cNvSpPr txBox="1"/>
          <p:nvPr>
            <p:ph type="title"/>
          </p:nvPr>
        </p:nvSpPr>
        <p:spPr>
          <a:xfrm>
            <a:off x="3543300" y="466725"/>
            <a:ext cx="4806000" cy="156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SLIDE TITLE GOES </a:t>
            </a:r>
            <a:r>
              <a:rPr lang="en">
                <a:solidFill>
                  <a:schemeClr val="accent3"/>
                </a:solidFill>
              </a:rPr>
              <a:t>HERE</a:t>
            </a:r>
            <a:r>
              <a:rPr lang="en"/>
              <a:t>!</a:t>
            </a:r>
            <a:endParaRPr/>
          </a:p>
        </p:txBody>
      </p:sp>
      <p:sp>
        <p:nvSpPr>
          <p:cNvPr id="576" name="Google Shape;576;p31"/>
          <p:cNvSpPr txBox="1"/>
          <p:nvPr>
            <p:ph idx="1" type="body"/>
          </p:nvPr>
        </p:nvSpPr>
        <p:spPr>
          <a:xfrm>
            <a:off x="3543300" y="2027450"/>
            <a:ext cx="4806000" cy="26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1"/>
                </a:solidFill>
              </a:rPr>
              <a:t>Do you know what helps you make your point clear? Lists like this one:</a:t>
            </a:r>
            <a:endParaRPr>
              <a:solidFill>
                <a:schemeClr val="accent1"/>
              </a:solidFill>
            </a:endParaRPr>
          </a:p>
          <a:p>
            <a:pPr indent="-317500" lvl="0" marL="457200" rtl="0" algn="l">
              <a:spcBef>
                <a:spcPts val="1000"/>
              </a:spcBef>
              <a:spcAft>
                <a:spcPts val="0"/>
              </a:spcAft>
              <a:buClr>
                <a:schemeClr val="accent1"/>
              </a:buClr>
              <a:buSzPts val="1400"/>
              <a:buChar char="●"/>
            </a:pPr>
            <a:r>
              <a:rPr lang="en">
                <a:solidFill>
                  <a:schemeClr val="accent1"/>
                </a:solidFill>
              </a:rPr>
              <a:t>They’re simple </a:t>
            </a:r>
            <a:endParaRPr>
              <a:solidFill>
                <a:schemeClr val="accent1"/>
              </a:solidFill>
            </a:endParaRPr>
          </a:p>
          <a:p>
            <a:pPr indent="-317500" lvl="0" marL="457200" rtl="0" algn="l">
              <a:spcBef>
                <a:spcPts val="0"/>
              </a:spcBef>
              <a:spcAft>
                <a:spcPts val="0"/>
              </a:spcAft>
              <a:buClr>
                <a:schemeClr val="accent1"/>
              </a:buClr>
              <a:buSzPts val="1400"/>
              <a:buChar char="●"/>
            </a:pPr>
            <a:r>
              <a:rPr lang="en">
                <a:solidFill>
                  <a:schemeClr val="accent1"/>
                </a:solidFill>
              </a:rPr>
              <a:t>You can organize your ideas clearly</a:t>
            </a:r>
            <a:endParaRPr>
              <a:solidFill>
                <a:schemeClr val="accent1"/>
              </a:solidFill>
            </a:endParaRPr>
          </a:p>
          <a:p>
            <a:pPr indent="-317500" lvl="0" marL="457200" rtl="0" algn="l">
              <a:spcBef>
                <a:spcPts val="0"/>
              </a:spcBef>
              <a:spcAft>
                <a:spcPts val="0"/>
              </a:spcAft>
              <a:buClr>
                <a:schemeClr val="accent1"/>
              </a:buClr>
              <a:buSzPts val="1400"/>
              <a:buChar char="●"/>
            </a:pPr>
            <a:r>
              <a:rPr lang="en">
                <a:solidFill>
                  <a:schemeClr val="accent1"/>
                </a:solidFill>
              </a:rPr>
              <a:t>You’ll never forget to buy milk!</a:t>
            </a:r>
            <a:endParaRPr>
              <a:solidFill>
                <a:schemeClr val="accent1"/>
              </a:solidFill>
            </a:endParaRPr>
          </a:p>
          <a:p>
            <a:pPr indent="0" lvl="0" marL="0" rtl="0" algn="l">
              <a:spcBef>
                <a:spcPts val="1000"/>
              </a:spcBef>
              <a:spcAft>
                <a:spcPts val="0"/>
              </a:spcAft>
              <a:buNone/>
            </a:pPr>
            <a:r>
              <a:rPr lang="en">
                <a:solidFill>
                  <a:schemeClr val="accent1"/>
                </a:solidFill>
              </a:rPr>
              <a:t>And the most important thing: the audience won’t miss the point of your presentation ever again</a:t>
            </a:r>
            <a:endParaRPr>
              <a:solidFill>
                <a:schemeClr val="accent1"/>
              </a:solidFill>
            </a:endParaRPr>
          </a:p>
        </p:txBody>
      </p:sp>
      <p:grpSp>
        <p:nvGrpSpPr>
          <p:cNvPr id="577" name="Google Shape;577;p31"/>
          <p:cNvGrpSpPr/>
          <p:nvPr/>
        </p:nvGrpSpPr>
        <p:grpSpPr>
          <a:xfrm rot="-1836903">
            <a:off x="1681185" y="100786"/>
            <a:ext cx="933863" cy="1011869"/>
            <a:chOff x="2761250" y="617875"/>
            <a:chExt cx="1222900" cy="1325050"/>
          </a:xfrm>
        </p:grpSpPr>
        <p:sp>
          <p:nvSpPr>
            <p:cNvPr id="578" name="Google Shape;578;p31"/>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1"/>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1"/>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1"/>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1"/>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1"/>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1"/>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 name="Google Shape;585;p31"/>
          <p:cNvGrpSpPr/>
          <p:nvPr/>
        </p:nvGrpSpPr>
        <p:grpSpPr>
          <a:xfrm flipH="1" rot="1169986">
            <a:off x="488284" y="4197108"/>
            <a:ext cx="819900" cy="888387"/>
            <a:chOff x="2761250" y="617875"/>
            <a:chExt cx="1222900" cy="1325050"/>
          </a:xfrm>
        </p:grpSpPr>
        <p:sp>
          <p:nvSpPr>
            <p:cNvPr id="586" name="Google Shape;586;p31"/>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1"/>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1"/>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1"/>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1"/>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1"/>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1"/>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 name="Google Shape;593;p31"/>
          <p:cNvGrpSpPr/>
          <p:nvPr/>
        </p:nvGrpSpPr>
        <p:grpSpPr>
          <a:xfrm rot="1135194">
            <a:off x="497120" y="866686"/>
            <a:ext cx="435970" cy="536160"/>
            <a:chOff x="4081850" y="3204400"/>
            <a:chExt cx="743225" cy="914025"/>
          </a:xfrm>
        </p:grpSpPr>
        <p:sp>
          <p:nvSpPr>
            <p:cNvPr id="594" name="Google Shape;594;p31"/>
            <p:cNvSpPr/>
            <p:nvPr/>
          </p:nvSpPr>
          <p:spPr>
            <a:xfrm>
              <a:off x="4106625" y="3204400"/>
              <a:ext cx="718450" cy="914025"/>
            </a:xfrm>
            <a:custGeom>
              <a:rect b="b" l="l" r="r" t="t"/>
              <a:pathLst>
                <a:path extrusionOk="0" h="36561" w="28738">
                  <a:moveTo>
                    <a:pt x="14832" y="0"/>
                  </a:moveTo>
                  <a:cubicBezTo>
                    <a:pt x="12888" y="0"/>
                    <a:pt x="11529" y="569"/>
                    <a:pt x="11529" y="569"/>
                  </a:cubicBezTo>
                  <a:cubicBezTo>
                    <a:pt x="11529" y="569"/>
                    <a:pt x="27955" y="2714"/>
                    <a:pt x="10506" y="29792"/>
                  </a:cubicBezTo>
                  <a:cubicBezTo>
                    <a:pt x="8291" y="33228"/>
                    <a:pt x="6253" y="34299"/>
                    <a:pt x="4573" y="34299"/>
                  </a:cubicBezTo>
                  <a:cubicBezTo>
                    <a:pt x="1798" y="34299"/>
                    <a:pt x="1" y="31378"/>
                    <a:pt x="0" y="31378"/>
                  </a:cubicBezTo>
                  <a:lnTo>
                    <a:pt x="0" y="31378"/>
                  </a:lnTo>
                  <a:cubicBezTo>
                    <a:pt x="0" y="31378"/>
                    <a:pt x="361" y="35656"/>
                    <a:pt x="6396" y="36372"/>
                  </a:cubicBezTo>
                  <a:cubicBezTo>
                    <a:pt x="7105" y="36457"/>
                    <a:pt x="7880" y="36561"/>
                    <a:pt x="8720" y="36561"/>
                  </a:cubicBezTo>
                  <a:cubicBezTo>
                    <a:pt x="11282" y="36561"/>
                    <a:pt x="14450" y="35596"/>
                    <a:pt x="18190" y="30193"/>
                  </a:cubicBezTo>
                  <a:cubicBezTo>
                    <a:pt x="21421" y="25527"/>
                    <a:pt x="28738" y="8230"/>
                    <a:pt x="20691" y="2014"/>
                  </a:cubicBezTo>
                  <a:cubicBezTo>
                    <a:pt x="18635" y="426"/>
                    <a:pt x="16515" y="0"/>
                    <a:pt x="14832"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1"/>
            <p:cNvSpPr/>
            <p:nvPr/>
          </p:nvSpPr>
          <p:spPr>
            <a:xfrm>
              <a:off x="4081975" y="3206200"/>
              <a:ext cx="497850" cy="882300"/>
            </a:xfrm>
            <a:custGeom>
              <a:rect b="b" l="l" r="r" t="t"/>
              <a:pathLst>
                <a:path extrusionOk="0" h="35292" w="19914">
                  <a:moveTo>
                    <a:pt x="14683" y="1"/>
                  </a:moveTo>
                  <a:cubicBezTo>
                    <a:pt x="14676" y="1"/>
                    <a:pt x="14669" y="1"/>
                    <a:pt x="14662" y="1"/>
                  </a:cubicBezTo>
                  <a:cubicBezTo>
                    <a:pt x="12598" y="1"/>
                    <a:pt x="10190" y="1490"/>
                    <a:pt x="7886" y="4191"/>
                  </a:cubicBezTo>
                  <a:cubicBezTo>
                    <a:pt x="5553" y="6925"/>
                    <a:pt x="3475" y="10730"/>
                    <a:pt x="2032" y="14912"/>
                  </a:cubicBezTo>
                  <a:cubicBezTo>
                    <a:pt x="1843" y="15459"/>
                    <a:pt x="1679" y="15967"/>
                    <a:pt x="1531" y="16464"/>
                  </a:cubicBezTo>
                  <a:lnTo>
                    <a:pt x="1531" y="16466"/>
                  </a:lnTo>
                  <a:cubicBezTo>
                    <a:pt x="545" y="19731"/>
                    <a:pt x="19" y="22996"/>
                    <a:pt x="7" y="25907"/>
                  </a:cubicBezTo>
                  <a:cubicBezTo>
                    <a:pt x="0" y="26681"/>
                    <a:pt x="37" y="27454"/>
                    <a:pt x="116" y="28223"/>
                  </a:cubicBezTo>
                  <a:cubicBezTo>
                    <a:pt x="261" y="29600"/>
                    <a:pt x="541" y="30814"/>
                    <a:pt x="949" y="31830"/>
                  </a:cubicBezTo>
                  <a:cubicBezTo>
                    <a:pt x="1284" y="32661"/>
                    <a:pt x="1704" y="33356"/>
                    <a:pt x="2196" y="33899"/>
                  </a:cubicBezTo>
                  <a:cubicBezTo>
                    <a:pt x="2702" y="34455"/>
                    <a:pt x="3286" y="34852"/>
                    <a:pt x="3935" y="35076"/>
                  </a:cubicBezTo>
                  <a:cubicBezTo>
                    <a:pt x="4351" y="35217"/>
                    <a:pt x="4787" y="35291"/>
                    <a:pt x="5226" y="35291"/>
                  </a:cubicBezTo>
                  <a:cubicBezTo>
                    <a:pt x="5233" y="35291"/>
                    <a:pt x="5240" y="35291"/>
                    <a:pt x="5246" y="35291"/>
                  </a:cubicBezTo>
                  <a:cubicBezTo>
                    <a:pt x="7311" y="35291"/>
                    <a:pt x="9717" y="33802"/>
                    <a:pt x="12023" y="31100"/>
                  </a:cubicBezTo>
                  <a:cubicBezTo>
                    <a:pt x="14353" y="28369"/>
                    <a:pt x="16431" y="24561"/>
                    <a:pt x="17874" y="20384"/>
                  </a:cubicBezTo>
                  <a:cubicBezTo>
                    <a:pt x="18334" y="19061"/>
                    <a:pt x="18722" y="17715"/>
                    <a:pt x="19036" y="16351"/>
                  </a:cubicBezTo>
                  <a:cubicBezTo>
                    <a:pt x="19435" y="14635"/>
                    <a:pt x="19698" y="12956"/>
                    <a:pt x="19818" y="11359"/>
                  </a:cubicBezTo>
                  <a:cubicBezTo>
                    <a:pt x="19888" y="10502"/>
                    <a:pt x="19913" y="9668"/>
                    <a:pt x="19899" y="8879"/>
                  </a:cubicBezTo>
                  <a:cubicBezTo>
                    <a:pt x="19851" y="6022"/>
                    <a:pt x="19290" y="3688"/>
                    <a:pt x="18276" y="2129"/>
                  </a:cubicBezTo>
                  <a:cubicBezTo>
                    <a:pt x="17657" y="1174"/>
                    <a:pt x="16881" y="529"/>
                    <a:pt x="15972" y="215"/>
                  </a:cubicBezTo>
                  <a:cubicBezTo>
                    <a:pt x="15558" y="74"/>
                    <a:pt x="15121" y="1"/>
                    <a:pt x="14683"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1"/>
            <p:cNvSpPr/>
            <p:nvPr/>
          </p:nvSpPr>
          <p:spPr>
            <a:xfrm>
              <a:off x="4081850" y="3206025"/>
              <a:ext cx="498125" cy="882575"/>
            </a:xfrm>
            <a:custGeom>
              <a:rect b="b" l="l" r="r" t="t"/>
              <a:pathLst>
                <a:path extrusionOk="0" h="35303" w="19925">
                  <a:moveTo>
                    <a:pt x="14667" y="12"/>
                  </a:moveTo>
                  <a:cubicBezTo>
                    <a:pt x="15113" y="12"/>
                    <a:pt x="15554" y="84"/>
                    <a:pt x="15977" y="229"/>
                  </a:cubicBezTo>
                  <a:cubicBezTo>
                    <a:pt x="16884" y="541"/>
                    <a:pt x="17660" y="1185"/>
                    <a:pt x="18279" y="2141"/>
                  </a:cubicBezTo>
                  <a:cubicBezTo>
                    <a:pt x="19288" y="3700"/>
                    <a:pt x="19851" y="6032"/>
                    <a:pt x="19900" y="8886"/>
                  </a:cubicBezTo>
                  <a:cubicBezTo>
                    <a:pt x="19913" y="9675"/>
                    <a:pt x="19888" y="10509"/>
                    <a:pt x="19819" y="11366"/>
                  </a:cubicBezTo>
                  <a:cubicBezTo>
                    <a:pt x="19699" y="12963"/>
                    <a:pt x="19435" y="14642"/>
                    <a:pt x="19036" y="16355"/>
                  </a:cubicBezTo>
                  <a:cubicBezTo>
                    <a:pt x="18722" y="17720"/>
                    <a:pt x="18334" y="19066"/>
                    <a:pt x="17877" y="20389"/>
                  </a:cubicBezTo>
                  <a:cubicBezTo>
                    <a:pt x="17140" y="22516"/>
                    <a:pt x="16251" y="24534"/>
                    <a:pt x="15231" y="26388"/>
                  </a:cubicBezTo>
                  <a:cubicBezTo>
                    <a:pt x="14245" y="28177"/>
                    <a:pt x="13167" y="29764"/>
                    <a:pt x="12024" y="31103"/>
                  </a:cubicBezTo>
                  <a:cubicBezTo>
                    <a:pt x="10890" y="32433"/>
                    <a:pt x="9733" y="33469"/>
                    <a:pt x="8588" y="34188"/>
                  </a:cubicBezTo>
                  <a:cubicBezTo>
                    <a:pt x="7415" y="34922"/>
                    <a:pt x="6293" y="35294"/>
                    <a:pt x="5251" y="35294"/>
                  </a:cubicBezTo>
                  <a:cubicBezTo>
                    <a:pt x="4806" y="35294"/>
                    <a:pt x="4365" y="35222"/>
                    <a:pt x="3942" y="35077"/>
                  </a:cubicBezTo>
                  <a:cubicBezTo>
                    <a:pt x="3296" y="34853"/>
                    <a:pt x="2709" y="34458"/>
                    <a:pt x="2204" y="33901"/>
                  </a:cubicBezTo>
                  <a:cubicBezTo>
                    <a:pt x="1714" y="33361"/>
                    <a:pt x="1294" y="32666"/>
                    <a:pt x="959" y="31837"/>
                  </a:cubicBezTo>
                  <a:cubicBezTo>
                    <a:pt x="553" y="30821"/>
                    <a:pt x="271" y="29607"/>
                    <a:pt x="128" y="28230"/>
                  </a:cubicBezTo>
                  <a:cubicBezTo>
                    <a:pt x="49" y="27459"/>
                    <a:pt x="12" y="26686"/>
                    <a:pt x="17" y="25914"/>
                  </a:cubicBezTo>
                  <a:cubicBezTo>
                    <a:pt x="28" y="23003"/>
                    <a:pt x="555" y="19738"/>
                    <a:pt x="1541" y="16475"/>
                  </a:cubicBezTo>
                  <a:lnTo>
                    <a:pt x="1543" y="16473"/>
                  </a:lnTo>
                  <a:cubicBezTo>
                    <a:pt x="1689" y="15977"/>
                    <a:pt x="1853" y="15469"/>
                    <a:pt x="2042" y="14921"/>
                  </a:cubicBezTo>
                  <a:cubicBezTo>
                    <a:pt x="2776" y="12792"/>
                    <a:pt x="3667" y="10774"/>
                    <a:pt x="4688" y="8920"/>
                  </a:cubicBezTo>
                  <a:cubicBezTo>
                    <a:pt x="5674" y="7129"/>
                    <a:pt x="6752" y="5542"/>
                    <a:pt x="7895" y="4203"/>
                  </a:cubicBezTo>
                  <a:cubicBezTo>
                    <a:pt x="9029" y="2873"/>
                    <a:pt x="10186" y="1834"/>
                    <a:pt x="11333" y="1118"/>
                  </a:cubicBezTo>
                  <a:cubicBezTo>
                    <a:pt x="12504" y="384"/>
                    <a:pt x="13626" y="12"/>
                    <a:pt x="14667" y="12"/>
                  </a:cubicBezTo>
                  <a:close/>
                  <a:moveTo>
                    <a:pt x="14667" y="1"/>
                  </a:moveTo>
                  <a:cubicBezTo>
                    <a:pt x="10426" y="1"/>
                    <a:pt x="5037" y="6214"/>
                    <a:pt x="2033" y="14917"/>
                  </a:cubicBezTo>
                  <a:cubicBezTo>
                    <a:pt x="1853" y="15439"/>
                    <a:pt x="1686" y="15953"/>
                    <a:pt x="1532" y="16468"/>
                  </a:cubicBezTo>
                  <a:lnTo>
                    <a:pt x="1532" y="16473"/>
                  </a:lnTo>
                  <a:cubicBezTo>
                    <a:pt x="513" y="19840"/>
                    <a:pt x="17" y="23091"/>
                    <a:pt x="8" y="25912"/>
                  </a:cubicBezTo>
                  <a:cubicBezTo>
                    <a:pt x="1" y="26688"/>
                    <a:pt x="38" y="27461"/>
                    <a:pt x="116" y="28230"/>
                  </a:cubicBezTo>
                  <a:cubicBezTo>
                    <a:pt x="262" y="29595"/>
                    <a:pt x="539" y="30816"/>
                    <a:pt x="950" y="31839"/>
                  </a:cubicBezTo>
                  <a:cubicBezTo>
                    <a:pt x="1615" y="33486"/>
                    <a:pt x="2615" y="34631"/>
                    <a:pt x="3940" y="35088"/>
                  </a:cubicBezTo>
                  <a:cubicBezTo>
                    <a:pt x="4356" y="35229"/>
                    <a:pt x="4792" y="35303"/>
                    <a:pt x="5231" y="35303"/>
                  </a:cubicBezTo>
                  <a:cubicBezTo>
                    <a:pt x="5238" y="35303"/>
                    <a:pt x="5245" y="35303"/>
                    <a:pt x="5251" y="35303"/>
                  </a:cubicBezTo>
                  <a:cubicBezTo>
                    <a:pt x="9493" y="35303"/>
                    <a:pt x="14882" y="29092"/>
                    <a:pt x="17886" y="20391"/>
                  </a:cubicBezTo>
                  <a:cubicBezTo>
                    <a:pt x="18346" y="19068"/>
                    <a:pt x="18734" y="17724"/>
                    <a:pt x="19048" y="16360"/>
                  </a:cubicBezTo>
                  <a:cubicBezTo>
                    <a:pt x="19449" y="14628"/>
                    <a:pt x="19713" y="12947"/>
                    <a:pt x="19830" y="11368"/>
                  </a:cubicBezTo>
                  <a:cubicBezTo>
                    <a:pt x="19897" y="10509"/>
                    <a:pt x="19925" y="9680"/>
                    <a:pt x="19911" y="8888"/>
                  </a:cubicBezTo>
                  <a:cubicBezTo>
                    <a:pt x="19863" y="6073"/>
                    <a:pt x="19311" y="3714"/>
                    <a:pt x="18288" y="2136"/>
                  </a:cubicBezTo>
                  <a:cubicBezTo>
                    <a:pt x="17681" y="1201"/>
                    <a:pt x="16912" y="541"/>
                    <a:pt x="15979" y="220"/>
                  </a:cubicBezTo>
                  <a:cubicBezTo>
                    <a:pt x="15563" y="77"/>
                    <a:pt x="15126" y="3"/>
                    <a:pt x="14688" y="3"/>
                  </a:cubicBezTo>
                  <a:cubicBezTo>
                    <a:pt x="14681" y="3"/>
                    <a:pt x="14674" y="3"/>
                    <a:pt x="14667" y="3"/>
                  </a:cubicBezTo>
                  <a:lnTo>
                    <a:pt x="14667"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1"/>
            <p:cNvSpPr/>
            <p:nvPr/>
          </p:nvSpPr>
          <p:spPr>
            <a:xfrm>
              <a:off x="4152175" y="3329225"/>
              <a:ext cx="347700" cy="635150"/>
            </a:xfrm>
            <a:custGeom>
              <a:rect b="b" l="l" r="r" t="t"/>
              <a:pathLst>
                <a:path extrusionOk="0" h="25406" w="13908">
                  <a:moveTo>
                    <a:pt x="10494" y="0"/>
                  </a:moveTo>
                  <a:cubicBezTo>
                    <a:pt x="9111" y="0"/>
                    <a:pt x="7463" y="1090"/>
                    <a:pt x="5853" y="3071"/>
                  </a:cubicBezTo>
                  <a:cubicBezTo>
                    <a:pt x="4228" y="5071"/>
                    <a:pt x="2755" y="7848"/>
                    <a:pt x="1704" y="10889"/>
                  </a:cubicBezTo>
                  <a:cubicBezTo>
                    <a:pt x="545" y="14249"/>
                    <a:pt x="0" y="17595"/>
                    <a:pt x="173" y="20312"/>
                  </a:cubicBezTo>
                  <a:cubicBezTo>
                    <a:pt x="256" y="21633"/>
                    <a:pt x="506" y="22732"/>
                    <a:pt x="912" y="23582"/>
                  </a:cubicBezTo>
                  <a:cubicBezTo>
                    <a:pt x="1332" y="24459"/>
                    <a:pt x="1905" y="25030"/>
                    <a:pt x="2612" y="25272"/>
                  </a:cubicBezTo>
                  <a:cubicBezTo>
                    <a:pt x="2870" y="25362"/>
                    <a:pt x="3140" y="25406"/>
                    <a:pt x="3413" y="25406"/>
                  </a:cubicBezTo>
                  <a:cubicBezTo>
                    <a:pt x="4796" y="25406"/>
                    <a:pt x="6444" y="24314"/>
                    <a:pt x="8052" y="22335"/>
                  </a:cubicBezTo>
                  <a:cubicBezTo>
                    <a:pt x="9677" y="20333"/>
                    <a:pt x="11152" y="17558"/>
                    <a:pt x="12203" y="14514"/>
                  </a:cubicBezTo>
                  <a:cubicBezTo>
                    <a:pt x="13362" y="11157"/>
                    <a:pt x="13907" y="7811"/>
                    <a:pt x="13734" y="5094"/>
                  </a:cubicBezTo>
                  <a:cubicBezTo>
                    <a:pt x="13651" y="3773"/>
                    <a:pt x="13401" y="2672"/>
                    <a:pt x="12995" y="1824"/>
                  </a:cubicBezTo>
                  <a:cubicBezTo>
                    <a:pt x="12575" y="944"/>
                    <a:pt x="12002" y="376"/>
                    <a:pt x="11293" y="132"/>
                  </a:cubicBezTo>
                  <a:cubicBezTo>
                    <a:pt x="11037" y="44"/>
                    <a:pt x="10767" y="0"/>
                    <a:pt x="1049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1"/>
            <p:cNvSpPr/>
            <p:nvPr/>
          </p:nvSpPr>
          <p:spPr>
            <a:xfrm>
              <a:off x="4134675" y="3329050"/>
              <a:ext cx="382675" cy="635450"/>
            </a:xfrm>
            <a:custGeom>
              <a:rect b="b" l="l" r="r" t="t"/>
              <a:pathLst>
                <a:path extrusionOk="0" h="25418" w="15307">
                  <a:moveTo>
                    <a:pt x="11217" y="14"/>
                  </a:moveTo>
                  <a:cubicBezTo>
                    <a:pt x="11480" y="14"/>
                    <a:pt x="11743" y="58"/>
                    <a:pt x="11993" y="143"/>
                  </a:cubicBezTo>
                  <a:cubicBezTo>
                    <a:pt x="12700" y="388"/>
                    <a:pt x="13270" y="956"/>
                    <a:pt x="13690" y="1833"/>
                  </a:cubicBezTo>
                  <a:cubicBezTo>
                    <a:pt x="14097" y="2681"/>
                    <a:pt x="14346" y="3780"/>
                    <a:pt x="14429" y="5101"/>
                  </a:cubicBezTo>
                  <a:cubicBezTo>
                    <a:pt x="14512" y="6421"/>
                    <a:pt x="14427" y="7897"/>
                    <a:pt x="14175" y="9483"/>
                  </a:cubicBezTo>
                  <a:cubicBezTo>
                    <a:pt x="13912" y="11129"/>
                    <a:pt x="13483" y="12822"/>
                    <a:pt x="12898" y="14519"/>
                  </a:cubicBezTo>
                  <a:cubicBezTo>
                    <a:pt x="11848" y="17562"/>
                    <a:pt x="10375" y="20338"/>
                    <a:pt x="8749" y="22337"/>
                  </a:cubicBezTo>
                  <a:cubicBezTo>
                    <a:pt x="7142" y="24316"/>
                    <a:pt x="5496" y="25406"/>
                    <a:pt x="4113" y="25406"/>
                  </a:cubicBezTo>
                  <a:cubicBezTo>
                    <a:pt x="3843" y="25406"/>
                    <a:pt x="3572" y="25362"/>
                    <a:pt x="3316" y="25274"/>
                  </a:cubicBezTo>
                  <a:cubicBezTo>
                    <a:pt x="2610" y="25032"/>
                    <a:pt x="2037" y="24464"/>
                    <a:pt x="1619" y="23586"/>
                  </a:cubicBezTo>
                  <a:cubicBezTo>
                    <a:pt x="1213" y="22737"/>
                    <a:pt x="963" y="21638"/>
                    <a:pt x="880" y="20319"/>
                  </a:cubicBezTo>
                  <a:cubicBezTo>
                    <a:pt x="797" y="18999"/>
                    <a:pt x="883" y="17523"/>
                    <a:pt x="1134" y="15934"/>
                  </a:cubicBezTo>
                  <a:cubicBezTo>
                    <a:pt x="1395" y="14290"/>
                    <a:pt x="1825" y="12596"/>
                    <a:pt x="2411" y="10899"/>
                  </a:cubicBezTo>
                  <a:cubicBezTo>
                    <a:pt x="3462" y="7858"/>
                    <a:pt x="4935" y="5082"/>
                    <a:pt x="6558" y="3083"/>
                  </a:cubicBezTo>
                  <a:cubicBezTo>
                    <a:pt x="8167" y="1104"/>
                    <a:pt x="9814" y="14"/>
                    <a:pt x="11197" y="14"/>
                  </a:cubicBezTo>
                  <a:cubicBezTo>
                    <a:pt x="11203" y="14"/>
                    <a:pt x="11210" y="14"/>
                    <a:pt x="11217" y="14"/>
                  </a:cubicBezTo>
                  <a:close/>
                  <a:moveTo>
                    <a:pt x="11197" y="0"/>
                  </a:moveTo>
                  <a:cubicBezTo>
                    <a:pt x="8350" y="0"/>
                    <a:pt x="4586" y="4565"/>
                    <a:pt x="2400" y="10894"/>
                  </a:cubicBezTo>
                  <a:cubicBezTo>
                    <a:pt x="1" y="17842"/>
                    <a:pt x="409" y="24284"/>
                    <a:pt x="3312" y="25286"/>
                  </a:cubicBezTo>
                  <a:cubicBezTo>
                    <a:pt x="3570" y="25374"/>
                    <a:pt x="3840" y="25417"/>
                    <a:pt x="4113" y="25417"/>
                  </a:cubicBezTo>
                  <a:cubicBezTo>
                    <a:pt x="6960" y="25417"/>
                    <a:pt x="10723" y="20855"/>
                    <a:pt x="12910" y="14524"/>
                  </a:cubicBezTo>
                  <a:cubicBezTo>
                    <a:pt x="15307" y="7578"/>
                    <a:pt x="14900" y="1136"/>
                    <a:pt x="11998" y="134"/>
                  </a:cubicBezTo>
                  <a:cubicBezTo>
                    <a:pt x="11739" y="44"/>
                    <a:pt x="11469" y="0"/>
                    <a:pt x="11197"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1"/>
            <p:cNvSpPr/>
            <p:nvPr/>
          </p:nvSpPr>
          <p:spPr>
            <a:xfrm>
              <a:off x="4120125" y="3272825"/>
              <a:ext cx="418300" cy="747900"/>
            </a:xfrm>
            <a:custGeom>
              <a:rect b="b" l="l" r="r" t="t"/>
              <a:pathLst>
                <a:path extrusionOk="0" fill="none" h="29916" w="16732">
                  <a:moveTo>
                    <a:pt x="13326" y="591"/>
                  </a:moveTo>
                  <a:cubicBezTo>
                    <a:pt x="15041" y="1185"/>
                    <a:pt x="16166" y="3267"/>
                    <a:pt x="16447" y="6380"/>
                  </a:cubicBezTo>
                  <a:cubicBezTo>
                    <a:pt x="16731" y="9492"/>
                    <a:pt x="16152" y="13381"/>
                    <a:pt x="14836" y="17193"/>
                  </a:cubicBezTo>
                  <a:cubicBezTo>
                    <a:pt x="13520" y="21003"/>
                    <a:pt x="11578" y="24420"/>
                    <a:pt x="9433" y="26694"/>
                  </a:cubicBezTo>
                  <a:cubicBezTo>
                    <a:pt x="7290" y="28971"/>
                    <a:pt x="5122" y="29915"/>
                    <a:pt x="3404" y="29322"/>
                  </a:cubicBezTo>
                  <a:cubicBezTo>
                    <a:pt x="1689" y="28731"/>
                    <a:pt x="566" y="26648"/>
                    <a:pt x="282" y="23536"/>
                  </a:cubicBezTo>
                  <a:cubicBezTo>
                    <a:pt x="1" y="20423"/>
                    <a:pt x="580" y="16533"/>
                    <a:pt x="1896" y="12723"/>
                  </a:cubicBezTo>
                  <a:cubicBezTo>
                    <a:pt x="3210" y="8913"/>
                    <a:pt x="5154" y="5496"/>
                    <a:pt x="7297" y="3219"/>
                  </a:cubicBezTo>
                  <a:cubicBezTo>
                    <a:pt x="9442" y="945"/>
                    <a:pt x="11610" y="0"/>
                    <a:pt x="13326" y="591"/>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1"/>
            <p:cNvSpPr/>
            <p:nvPr/>
          </p:nvSpPr>
          <p:spPr>
            <a:xfrm>
              <a:off x="4081975" y="3231825"/>
              <a:ext cx="608550" cy="622075"/>
            </a:xfrm>
            <a:custGeom>
              <a:rect b="b" l="l" r="r" t="t"/>
              <a:pathLst>
                <a:path extrusionOk="0" h="24883" w="24342">
                  <a:moveTo>
                    <a:pt x="20008" y="1"/>
                  </a:moveTo>
                  <a:lnTo>
                    <a:pt x="18283" y="1102"/>
                  </a:lnTo>
                  <a:lnTo>
                    <a:pt x="16073" y="2993"/>
                  </a:lnTo>
                  <a:lnTo>
                    <a:pt x="14593" y="4256"/>
                  </a:lnTo>
                  <a:lnTo>
                    <a:pt x="5669" y="11892"/>
                  </a:lnTo>
                  <a:lnTo>
                    <a:pt x="3709" y="13571"/>
                  </a:lnTo>
                  <a:lnTo>
                    <a:pt x="3709" y="13573"/>
                  </a:lnTo>
                  <a:lnTo>
                    <a:pt x="1527" y="15436"/>
                  </a:lnTo>
                  <a:lnTo>
                    <a:pt x="1527" y="15441"/>
                  </a:lnTo>
                  <a:cubicBezTo>
                    <a:pt x="508" y="18808"/>
                    <a:pt x="12" y="22059"/>
                    <a:pt x="0" y="24882"/>
                  </a:cubicBezTo>
                  <a:lnTo>
                    <a:pt x="1737" y="23395"/>
                  </a:lnTo>
                  <a:lnTo>
                    <a:pt x="2967" y="22345"/>
                  </a:lnTo>
                  <a:lnTo>
                    <a:pt x="8389" y="17706"/>
                  </a:lnTo>
                  <a:lnTo>
                    <a:pt x="8491" y="17618"/>
                  </a:lnTo>
                  <a:lnTo>
                    <a:pt x="9463" y="16789"/>
                  </a:lnTo>
                  <a:lnTo>
                    <a:pt x="9463" y="16787"/>
                  </a:lnTo>
                  <a:lnTo>
                    <a:pt x="11862" y="14734"/>
                  </a:lnTo>
                  <a:lnTo>
                    <a:pt x="16563" y="10717"/>
                  </a:lnTo>
                  <a:lnTo>
                    <a:pt x="18043" y="9449"/>
                  </a:lnTo>
                  <a:lnTo>
                    <a:pt x="19906" y="7856"/>
                  </a:lnTo>
                  <a:lnTo>
                    <a:pt x="24342" y="4420"/>
                  </a:lnTo>
                  <a:cubicBezTo>
                    <a:pt x="23266" y="2321"/>
                    <a:pt x="21829" y="832"/>
                    <a:pt x="20008"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1"/>
            <p:cNvSpPr/>
            <p:nvPr/>
          </p:nvSpPr>
          <p:spPr>
            <a:xfrm>
              <a:off x="4084750" y="3382550"/>
              <a:ext cx="630250" cy="619525"/>
            </a:xfrm>
            <a:custGeom>
              <a:rect b="b" l="l" r="r" t="t"/>
              <a:pathLst>
                <a:path extrusionOk="0" h="24781" w="25210">
                  <a:moveTo>
                    <a:pt x="24769" y="1"/>
                  </a:moveTo>
                  <a:lnTo>
                    <a:pt x="19712" y="4305"/>
                  </a:lnTo>
                  <a:lnTo>
                    <a:pt x="17807" y="5937"/>
                  </a:lnTo>
                  <a:lnTo>
                    <a:pt x="16182" y="7327"/>
                  </a:lnTo>
                  <a:lnTo>
                    <a:pt x="10388" y="12282"/>
                  </a:lnTo>
                  <a:lnTo>
                    <a:pt x="9158" y="13335"/>
                  </a:lnTo>
                  <a:lnTo>
                    <a:pt x="8694" y="13734"/>
                  </a:lnTo>
                  <a:lnTo>
                    <a:pt x="8694" y="13739"/>
                  </a:lnTo>
                  <a:lnTo>
                    <a:pt x="8068" y="14270"/>
                  </a:lnTo>
                  <a:lnTo>
                    <a:pt x="2905" y="18687"/>
                  </a:lnTo>
                  <a:lnTo>
                    <a:pt x="1755" y="19671"/>
                  </a:lnTo>
                  <a:lnTo>
                    <a:pt x="0" y="21169"/>
                  </a:lnTo>
                  <a:cubicBezTo>
                    <a:pt x="143" y="22534"/>
                    <a:pt x="423" y="23755"/>
                    <a:pt x="834" y="24781"/>
                  </a:cubicBezTo>
                  <a:lnTo>
                    <a:pt x="2787" y="23111"/>
                  </a:lnTo>
                  <a:lnTo>
                    <a:pt x="3979" y="22093"/>
                  </a:lnTo>
                  <a:lnTo>
                    <a:pt x="14718" y="12903"/>
                  </a:lnTo>
                  <a:lnTo>
                    <a:pt x="14718" y="12901"/>
                  </a:lnTo>
                  <a:lnTo>
                    <a:pt x="16777" y="11144"/>
                  </a:lnTo>
                  <a:lnTo>
                    <a:pt x="18932" y="9299"/>
                  </a:lnTo>
                  <a:lnTo>
                    <a:pt x="25210" y="3365"/>
                  </a:lnTo>
                  <a:cubicBezTo>
                    <a:pt x="25157" y="2233"/>
                    <a:pt x="25009" y="1107"/>
                    <a:pt x="24769"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 name="Google Shape;602;p31"/>
          <p:cNvGrpSpPr/>
          <p:nvPr/>
        </p:nvGrpSpPr>
        <p:grpSpPr>
          <a:xfrm rot="1439146">
            <a:off x="799429" y="1379203"/>
            <a:ext cx="549215" cy="531497"/>
            <a:chOff x="1785750" y="3413025"/>
            <a:chExt cx="785025" cy="759700"/>
          </a:xfrm>
        </p:grpSpPr>
        <p:sp>
          <p:nvSpPr>
            <p:cNvPr id="603" name="Google Shape;603;p31"/>
            <p:cNvSpPr/>
            <p:nvPr/>
          </p:nvSpPr>
          <p:spPr>
            <a:xfrm>
              <a:off x="1785750" y="3414125"/>
              <a:ext cx="739475" cy="758125"/>
            </a:xfrm>
            <a:custGeom>
              <a:rect b="b" l="l" r="r" t="t"/>
              <a:pathLst>
                <a:path extrusionOk="0" h="30325" w="29579">
                  <a:moveTo>
                    <a:pt x="9020" y="1"/>
                  </a:moveTo>
                  <a:cubicBezTo>
                    <a:pt x="7692" y="1"/>
                    <a:pt x="5740" y="539"/>
                    <a:pt x="3861" y="3055"/>
                  </a:cubicBezTo>
                  <a:cubicBezTo>
                    <a:pt x="2298" y="5150"/>
                    <a:pt x="1" y="7953"/>
                    <a:pt x="3376" y="15081"/>
                  </a:cubicBezTo>
                  <a:cubicBezTo>
                    <a:pt x="5324" y="19195"/>
                    <a:pt x="13615" y="30324"/>
                    <a:pt x="21398" y="30324"/>
                  </a:cubicBezTo>
                  <a:cubicBezTo>
                    <a:pt x="22382" y="30324"/>
                    <a:pt x="23358" y="30147"/>
                    <a:pt x="24312" y="29754"/>
                  </a:cubicBezTo>
                  <a:cubicBezTo>
                    <a:pt x="28992" y="27831"/>
                    <a:pt x="29579" y="23234"/>
                    <a:pt x="29579" y="23234"/>
                  </a:cubicBezTo>
                  <a:lnTo>
                    <a:pt x="29579" y="23234"/>
                  </a:lnTo>
                  <a:cubicBezTo>
                    <a:pt x="29578" y="23234"/>
                    <a:pt x="27493" y="25961"/>
                    <a:pt x="23856" y="25961"/>
                  </a:cubicBezTo>
                  <a:cubicBezTo>
                    <a:pt x="19899" y="25961"/>
                    <a:pt x="14105" y="22732"/>
                    <a:pt x="7161" y="9243"/>
                  </a:cubicBezTo>
                  <a:cubicBezTo>
                    <a:pt x="2674" y="532"/>
                    <a:pt x="10659" y="303"/>
                    <a:pt x="10659" y="303"/>
                  </a:cubicBezTo>
                  <a:cubicBezTo>
                    <a:pt x="10659" y="303"/>
                    <a:pt x="10015" y="1"/>
                    <a:pt x="9020"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1"/>
            <p:cNvSpPr/>
            <p:nvPr/>
          </p:nvSpPr>
          <p:spPr>
            <a:xfrm>
              <a:off x="1907725" y="3413150"/>
              <a:ext cx="621375" cy="676450"/>
            </a:xfrm>
            <a:custGeom>
              <a:rect b="b" l="l" r="r" t="t"/>
              <a:pathLst>
                <a:path extrusionOk="0" h="27058" w="24855">
                  <a:moveTo>
                    <a:pt x="4358" y="0"/>
                  </a:moveTo>
                  <a:cubicBezTo>
                    <a:pt x="3185" y="0"/>
                    <a:pt x="2222" y="319"/>
                    <a:pt x="1497" y="949"/>
                  </a:cubicBezTo>
                  <a:cubicBezTo>
                    <a:pt x="725" y="1619"/>
                    <a:pt x="266" y="2603"/>
                    <a:pt x="132" y="3870"/>
                  </a:cubicBezTo>
                  <a:cubicBezTo>
                    <a:pt x="0" y="5094"/>
                    <a:pt x="176" y="6532"/>
                    <a:pt x="656" y="8144"/>
                  </a:cubicBezTo>
                  <a:cubicBezTo>
                    <a:pt x="1640" y="11460"/>
                    <a:pt x="3789" y="15136"/>
                    <a:pt x="6710" y="18495"/>
                  </a:cubicBezTo>
                  <a:cubicBezTo>
                    <a:pt x="7537" y="19451"/>
                    <a:pt x="8417" y="20361"/>
                    <a:pt x="9343" y="21225"/>
                  </a:cubicBezTo>
                  <a:cubicBezTo>
                    <a:pt x="10504" y="22310"/>
                    <a:pt x="11700" y="23275"/>
                    <a:pt x="12898" y="24090"/>
                  </a:cubicBezTo>
                  <a:cubicBezTo>
                    <a:pt x="13538" y="24529"/>
                    <a:pt x="14178" y="24928"/>
                    <a:pt x="14803" y="25272"/>
                  </a:cubicBezTo>
                  <a:cubicBezTo>
                    <a:pt x="16911" y="26438"/>
                    <a:pt x="18881" y="27057"/>
                    <a:pt x="20497" y="27057"/>
                  </a:cubicBezTo>
                  <a:cubicBezTo>
                    <a:pt x="20606" y="27057"/>
                    <a:pt x="20714" y="27052"/>
                    <a:pt x="20818" y="27048"/>
                  </a:cubicBezTo>
                  <a:cubicBezTo>
                    <a:pt x="21848" y="26995"/>
                    <a:pt x="22702" y="26678"/>
                    <a:pt x="23358" y="26108"/>
                  </a:cubicBezTo>
                  <a:cubicBezTo>
                    <a:pt x="24129" y="25438"/>
                    <a:pt x="24589" y="24455"/>
                    <a:pt x="24723" y="23187"/>
                  </a:cubicBezTo>
                  <a:cubicBezTo>
                    <a:pt x="24854" y="21961"/>
                    <a:pt x="24677" y="20525"/>
                    <a:pt x="24199" y="18911"/>
                  </a:cubicBezTo>
                  <a:cubicBezTo>
                    <a:pt x="23215" y="15598"/>
                    <a:pt x="21063" y="11922"/>
                    <a:pt x="18144" y="8560"/>
                  </a:cubicBezTo>
                  <a:cubicBezTo>
                    <a:pt x="17800" y="8165"/>
                    <a:pt x="17477" y="7807"/>
                    <a:pt x="17154" y="7468"/>
                  </a:cubicBezTo>
                  <a:lnTo>
                    <a:pt x="17152" y="7465"/>
                  </a:lnTo>
                  <a:cubicBezTo>
                    <a:pt x="15041" y="5219"/>
                    <a:pt x="12723" y="3332"/>
                    <a:pt x="10449" y="2011"/>
                  </a:cubicBezTo>
                  <a:cubicBezTo>
                    <a:pt x="9846" y="1658"/>
                    <a:pt x="9223" y="1337"/>
                    <a:pt x="8585" y="1051"/>
                  </a:cubicBezTo>
                  <a:cubicBezTo>
                    <a:pt x="7442" y="543"/>
                    <a:pt x="6364" y="215"/>
                    <a:pt x="5385" y="74"/>
                  </a:cubicBezTo>
                  <a:cubicBezTo>
                    <a:pt x="5046" y="26"/>
                    <a:pt x="4702" y="0"/>
                    <a:pt x="4358"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1"/>
            <p:cNvSpPr/>
            <p:nvPr/>
          </p:nvSpPr>
          <p:spPr>
            <a:xfrm>
              <a:off x="1866050" y="3413025"/>
              <a:ext cx="704725" cy="676675"/>
            </a:xfrm>
            <a:custGeom>
              <a:rect b="b" l="l" r="r" t="t"/>
              <a:pathLst>
                <a:path extrusionOk="0" h="27067" w="28189">
                  <a:moveTo>
                    <a:pt x="6022" y="1"/>
                  </a:moveTo>
                  <a:cubicBezTo>
                    <a:pt x="6022" y="1"/>
                    <a:pt x="6022" y="1"/>
                    <a:pt x="6022" y="1"/>
                  </a:cubicBezTo>
                  <a:lnTo>
                    <a:pt x="6022" y="1"/>
                  </a:lnTo>
                  <a:cubicBezTo>
                    <a:pt x="6023" y="1"/>
                    <a:pt x="6024" y="1"/>
                    <a:pt x="6025" y="1"/>
                  </a:cubicBezTo>
                  <a:close/>
                  <a:moveTo>
                    <a:pt x="6025" y="12"/>
                  </a:moveTo>
                  <a:cubicBezTo>
                    <a:pt x="6369" y="12"/>
                    <a:pt x="6710" y="38"/>
                    <a:pt x="7052" y="86"/>
                  </a:cubicBezTo>
                  <a:cubicBezTo>
                    <a:pt x="8031" y="227"/>
                    <a:pt x="9107" y="555"/>
                    <a:pt x="10250" y="1063"/>
                  </a:cubicBezTo>
                  <a:cubicBezTo>
                    <a:pt x="10887" y="1349"/>
                    <a:pt x="11511" y="1668"/>
                    <a:pt x="12113" y="2021"/>
                  </a:cubicBezTo>
                  <a:cubicBezTo>
                    <a:pt x="14388" y="3344"/>
                    <a:pt x="16706" y="5231"/>
                    <a:pt x="18814" y="7475"/>
                  </a:cubicBezTo>
                  <a:lnTo>
                    <a:pt x="18816" y="7477"/>
                  </a:lnTo>
                  <a:cubicBezTo>
                    <a:pt x="19139" y="7817"/>
                    <a:pt x="19463" y="8172"/>
                    <a:pt x="19807" y="8569"/>
                  </a:cubicBezTo>
                  <a:cubicBezTo>
                    <a:pt x="21282" y="10266"/>
                    <a:pt x="22561" y="12047"/>
                    <a:pt x="23612" y="13855"/>
                  </a:cubicBezTo>
                  <a:cubicBezTo>
                    <a:pt x="24626" y="15605"/>
                    <a:pt x="25381" y="17307"/>
                    <a:pt x="25861" y="18918"/>
                  </a:cubicBezTo>
                  <a:cubicBezTo>
                    <a:pt x="26339" y="20530"/>
                    <a:pt x="26514" y="21966"/>
                    <a:pt x="26385" y="23190"/>
                  </a:cubicBezTo>
                  <a:cubicBezTo>
                    <a:pt x="26251" y="24458"/>
                    <a:pt x="25792" y="25439"/>
                    <a:pt x="25020" y="26108"/>
                  </a:cubicBezTo>
                  <a:cubicBezTo>
                    <a:pt x="24365" y="26676"/>
                    <a:pt x="23513" y="26993"/>
                    <a:pt x="22485" y="27046"/>
                  </a:cubicBezTo>
                  <a:cubicBezTo>
                    <a:pt x="22381" y="27051"/>
                    <a:pt x="22273" y="27055"/>
                    <a:pt x="22164" y="27055"/>
                  </a:cubicBezTo>
                  <a:cubicBezTo>
                    <a:pt x="20548" y="27055"/>
                    <a:pt x="18578" y="26439"/>
                    <a:pt x="16473" y="25270"/>
                  </a:cubicBezTo>
                  <a:cubicBezTo>
                    <a:pt x="15847" y="24926"/>
                    <a:pt x="15207" y="24529"/>
                    <a:pt x="14568" y="24088"/>
                  </a:cubicBezTo>
                  <a:cubicBezTo>
                    <a:pt x="13369" y="23273"/>
                    <a:pt x="12173" y="22310"/>
                    <a:pt x="11012" y="21225"/>
                  </a:cubicBezTo>
                  <a:cubicBezTo>
                    <a:pt x="10086" y="20361"/>
                    <a:pt x="9209" y="19452"/>
                    <a:pt x="8380" y="18496"/>
                  </a:cubicBezTo>
                  <a:cubicBezTo>
                    <a:pt x="6904" y="16799"/>
                    <a:pt x="5625" y="15018"/>
                    <a:pt x="4574" y="13210"/>
                  </a:cubicBezTo>
                  <a:cubicBezTo>
                    <a:pt x="3561" y="11463"/>
                    <a:pt x="2806" y="9759"/>
                    <a:pt x="2326" y="8147"/>
                  </a:cubicBezTo>
                  <a:cubicBezTo>
                    <a:pt x="1848" y="6535"/>
                    <a:pt x="1672" y="5099"/>
                    <a:pt x="1801" y="3875"/>
                  </a:cubicBezTo>
                  <a:cubicBezTo>
                    <a:pt x="1938" y="2610"/>
                    <a:pt x="2397" y="1629"/>
                    <a:pt x="3166" y="959"/>
                  </a:cubicBezTo>
                  <a:cubicBezTo>
                    <a:pt x="3889" y="331"/>
                    <a:pt x="4852" y="12"/>
                    <a:pt x="6025" y="12"/>
                  </a:cubicBezTo>
                  <a:close/>
                  <a:moveTo>
                    <a:pt x="6022" y="1"/>
                  </a:moveTo>
                  <a:lnTo>
                    <a:pt x="6022" y="1"/>
                  </a:lnTo>
                  <a:cubicBezTo>
                    <a:pt x="4880" y="1"/>
                    <a:pt x="3902" y="306"/>
                    <a:pt x="3159" y="950"/>
                  </a:cubicBezTo>
                  <a:cubicBezTo>
                    <a:pt x="0" y="3695"/>
                    <a:pt x="2335" y="11555"/>
                    <a:pt x="8370" y="18503"/>
                  </a:cubicBezTo>
                  <a:cubicBezTo>
                    <a:pt x="9199" y="19461"/>
                    <a:pt x="10079" y="20371"/>
                    <a:pt x="11005" y="21234"/>
                  </a:cubicBezTo>
                  <a:cubicBezTo>
                    <a:pt x="12180" y="22331"/>
                    <a:pt x="13379" y="23291"/>
                    <a:pt x="14561" y="24100"/>
                  </a:cubicBezTo>
                  <a:cubicBezTo>
                    <a:pt x="15203" y="24541"/>
                    <a:pt x="15840" y="24935"/>
                    <a:pt x="16466" y="25282"/>
                  </a:cubicBezTo>
                  <a:cubicBezTo>
                    <a:pt x="18553" y="26436"/>
                    <a:pt x="20527" y="27067"/>
                    <a:pt x="22162" y="27067"/>
                  </a:cubicBezTo>
                  <a:cubicBezTo>
                    <a:pt x="22273" y="27067"/>
                    <a:pt x="22379" y="27064"/>
                    <a:pt x="22485" y="27060"/>
                  </a:cubicBezTo>
                  <a:cubicBezTo>
                    <a:pt x="23490" y="27007"/>
                    <a:pt x="24355" y="26702"/>
                    <a:pt x="25027" y="26118"/>
                  </a:cubicBezTo>
                  <a:cubicBezTo>
                    <a:pt x="28188" y="23372"/>
                    <a:pt x="25854" y="15513"/>
                    <a:pt x="19814" y="8562"/>
                  </a:cubicBezTo>
                  <a:cubicBezTo>
                    <a:pt x="19486" y="8186"/>
                    <a:pt x="19160" y="7824"/>
                    <a:pt x="18825" y="7470"/>
                  </a:cubicBezTo>
                  <a:lnTo>
                    <a:pt x="18823" y="7468"/>
                  </a:lnTo>
                  <a:cubicBezTo>
                    <a:pt x="16643" y="5150"/>
                    <a:pt x="14323" y="3296"/>
                    <a:pt x="12118" y="2012"/>
                  </a:cubicBezTo>
                  <a:cubicBezTo>
                    <a:pt x="11515" y="1659"/>
                    <a:pt x="10892" y="1340"/>
                    <a:pt x="10255" y="1054"/>
                  </a:cubicBezTo>
                  <a:cubicBezTo>
                    <a:pt x="9121" y="550"/>
                    <a:pt x="8038" y="215"/>
                    <a:pt x="7050" y="77"/>
                  </a:cubicBezTo>
                  <a:cubicBezTo>
                    <a:pt x="6710" y="28"/>
                    <a:pt x="6366" y="3"/>
                    <a:pt x="6022"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1"/>
            <p:cNvSpPr/>
            <p:nvPr/>
          </p:nvSpPr>
          <p:spPr>
            <a:xfrm>
              <a:off x="1995350" y="3506475"/>
              <a:ext cx="474975" cy="482675"/>
            </a:xfrm>
            <a:custGeom>
              <a:rect b="b" l="l" r="r" t="t"/>
              <a:pathLst>
                <a:path extrusionOk="0" h="19307" w="18999">
                  <a:moveTo>
                    <a:pt x="2905" y="1"/>
                  </a:moveTo>
                  <a:cubicBezTo>
                    <a:pt x="2180" y="1"/>
                    <a:pt x="1587" y="197"/>
                    <a:pt x="1143" y="583"/>
                  </a:cubicBezTo>
                  <a:cubicBezTo>
                    <a:pt x="132" y="1460"/>
                    <a:pt x="0" y="3229"/>
                    <a:pt x="774" y="5566"/>
                  </a:cubicBezTo>
                  <a:cubicBezTo>
                    <a:pt x="1548" y="7900"/>
                    <a:pt x="3134" y="10521"/>
                    <a:pt x="5240" y="12945"/>
                  </a:cubicBezTo>
                  <a:cubicBezTo>
                    <a:pt x="6893" y="14848"/>
                    <a:pt x="8715" y="16455"/>
                    <a:pt x="10516" y="17598"/>
                  </a:cubicBezTo>
                  <a:cubicBezTo>
                    <a:pt x="12275" y="18715"/>
                    <a:pt x="13880" y="19306"/>
                    <a:pt x="15150" y="19306"/>
                  </a:cubicBezTo>
                  <a:cubicBezTo>
                    <a:pt x="15875" y="19306"/>
                    <a:pt x="16468" y="19112"/>
                    <a:pt x="16909" y="18727"/>
                  </a:cubicBezTo>
                  <a:cubicBezTo>
                    <a:pt x="18999" y="16912"/>
                    <a:pt x="17161" y="11366"/>
                    <a:pt x="12813" y="6362"/>
                  </a:cubicBezTo>
                  <a:cubicBezTo>
                    <a:pt x="11162" y="4462"/>
                    <a:pt x="9338" y="2853"/>
                    <a:pt x="7539" y="1710"/>
                  </a:cubicBezTo>
                  <a:cubicBezTo>
                    <a:pt x="5778" y="592"/>
                    <a:pt x="4175" y="1"/>
                    <a:pt x="2905"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1"/>
            <p:cNvSpPr/>
            <p:nvPr/>
          </p:nvSpPr>
          <p:spPr>
            <a:xfrm>
              <a:off x="1971500" y="3506375"/>
              <a:ext cx="499050" cy="482950"/>
            </a:xfrm>
            <a:custGeom>
              <a:rect b="b" l="l" r="r" t="t"/>
              <a:pathLst>
                <a:path extrusionOk="0" h="19318" w="19962">
                  <a:moveTo>
                    <a:pt x="3859" y="12"/>
                  </a:moveTo>
                  <a:cubicBezTo>
                    <a:pt x="4492" y="12"/>
                    <a:pt x="5212" y="160"/>
                    <a:pt x="6004" y="453"/>
                  </a:cubicBezTo>
                  <a:cubicBezTo>
                    <a:pt x="6787" y="744"/>
                    <a:pt x="7625" y="1169"/>
                    <a:pt x="8491" y="1721"/>
                  </a:cubicBezTo>
                  <a:cubicBezTo>
                    <a:pt x="10290" y="2861"/>
                    <a:pt x="12114" y="4471"/>
                    <a:pt x="13765" y="6371"/>
                  </a:cubicBezTo>
                  <a:cubicBezTo>
                    <a:pt x="14829" y="7595"/>
                    <a:pt x="15762" y="8871"/>
                    <a:pt x="16535" y="10160"/>
                  </a:cubicBezTo>
                  <a:cubicBezTo>
                    <a:pt x="17284" y="11407"/>
                    <a:pt x="17854" y="12614"/>
                    <a:pt x="18228" y="13750"/>
                  </a:cubicBezTo>
                  <a:cubicBezTo>
                    <a:pt x="18604" y="14886"/>
                    <a:pt x="18768" y="15891"/>
                    <a:pt x="18713" y="16738"/>
                  </a:cubicBezTo>
                  <a:cubicBezTo>
                    <a:pt x="18657" y="17613"/>
                    <a:pt x="18371" y="18283"/>
                    <a:pt x="17861" y="18726"/>
                  </a:cubicBezTo>
                  <a:cubicBezTo>
                    <a:pt x="17418" y="19110"/>
                    <a:pt x="16826" y="19306"/>
                    <a:pt x="16104" y="19306"/>
                  </a:cubicBezTo>
                  <a:cubicBezTo>
                    <a:pt x="15471" y="19306"/>
                    <a:pt x="14751" y="19156"/>
                    <a:pt x="13959" y="18862"/>
                  </a:cubicBezTo>
                  <a:cubicBezTo>
                    <a:pt x="13176" y="18574"/>
                    <a:pt x="12338" y="18147"/>
                    <a:pt x="11472" y="17597"/>
                  </a:cubicBezTo>
                  <a:cubicBezTo>
                    <a:pt x="9673" y="16454"/>
                    <a:pt x="7849" y="14847"/>
                    <a:pt x="6198" y="12947"/>
                  </a:cubicBezTo>
                  <a:cubicBezTo>
                    <a:pt x="5134" y="11721"/>
                    <a:pt x="4201" y="10446"/>
                    <a:pt x="3427" y="9155"/>
                  </a:cubicBezTo>
                  <a:cubicBezTo>
                    <a:pt x="2679" y="7909"/>
                    <a:pt x="2109" y="6703"/>
                    <a:pt x="1735" y="5567"/>
                  </a:cubicBezTo>
                  <a:cubicBezTo>
                    <a:pt x="1359" y="4431"/>
                    <a:pt x="1195" y="3427"/>
                    <a:pt x="1250" y="2579"/>
                  </a:cubicBezTo>
                  <a:cubicBezTo>
                    <a:pt x="1305" y="1702"/>
                    <a:pt x="1592" y="1035"/>
                    <a:pt x="2102" y="591"/>
                  </a:cubicBezTo>
                  <a:cubicBezTo>
                    <a:pt x="2545" y="206"/>
                    <a:pt x="3136" y="12"/>
                    <a:pt x="3859" y="12"/>
                  </a:cubicBezTo>
                  <a:close/>
                  <a:moveTo>
                    <a:pt x="3859" y="0"/>
                  </a:moveTo>
                  <a:cubicBezTo>
                    <a:pt x="3150" y="0"/>
                    <a:pt x="2548" y="187"/>
                    <a:pt x="2095" y="582"/>
                  </a:cubicBezTo>
                  <a:cubicBezTo>
                    <a:pt x="1" y="2402"/>
                    <a:pt x="1834" y="7941"/>
                    <a:pt x="6189" y="12954"/>
                  </a:cubicBezTo>
                  <a:cubicBezTo>
                    <a:pt x="9599" y="16879"/>
                    <a:pt x="13545" y="19317"/>
                    <a:pt x="16104" y="19317"/>
                  </a:cubicBezTo>
                  <a:cubicBezTo>
                    <a:pt x="16813" y="19317"/>
                    <a:pt x="17415" y="19130"/>
                    <a:pt x="17868" y="18735"/>
                  </a:cubicBezTo>
                  <a:cubicBezTo>
                    <a:pt x="19962" y="16914"/>
                    <a:pt x="18129" y="11374"/>
                    <a:pt x="13774" y="6364"/>
                  </a:cubicBezTo>
                  <a:cubicBezTo>
                    <a:pt x="10364" y="2439"/>
                    <a:pt x="6418" y="0"/>
                    <a:pt x="385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1"/>
            <p:cNvSpPr/>
            <p:nvPr/>
          </p:nvSpPr>
          <p:spPr>
            <a:xfrm>
              <a:off x="1957425" y="3464225"/>
              <a:ext cx="524275" cy="572250"/>
            </a:xfrm>
            <a:custGeom>
              <a:rect b="b" l="l" r="r" t="t"/>
              <a:pathLst>
                <a:path extrusionOk="0" fill="none" h="22890" w="20971">
                  <a:moveTo>
                    <a:pt x="15154" y="7387"/>
                  </a:moveTo>
                  <a:cubicBezTo>
                    <a:pt x="17544" y="10137"/>
                    <a:pt x="19343" y="13201"/>
                    <a:pt x="20158" y="15907"/>
                  </a:cubicBezTo>
                  <a:cubicBezTo>
                    <a:pt x="20971" y="18614"/>
                    <a:pt x="20733" y="20738"/>
                    <a:pt x="19495" y="21814"/>
                  </a:cubicBezTo>
                  <a:cubicBezTo>
                    <a:pt x="18255" y="22890"/>
                    <a:pt x="16119" y="22830"/>
                    <a:pt x="13554" y="21645"/>
                  </a:cubicBezTo>
                  <a:cubicBezTo>
                    <a:pt x="10989" y="20463"/>
                    <a:pt x="8204" y="18253"/>
                    <a:pt x="5817" y="15503"/>
                  </a:cubicBezTo>
                  <a:cubicBezTo>
                    <a:pt x="3427" y="12753"/>
                    <a:pt x="1626" y="9689"/>
                    <a:pt x="813" y="6983"/>
                  </a:cubicBezTo>
                  <a:cubicBezTo>
                    <a:pt x="0" y="4279"/>
                    <a:pt x="238" y="2155"/>
                    <a:pt x="1476" y="1077"/>
                  </a:cubicBezTo>
                  <a:cubicBezTo>
                    <a:pt x="2714" y="1"/>
                    <a:pt x="4852" y="63"/>
                    <a:pt x="7417" y="1245"/>
                  </a:cubicBezTo>
                  <a:cubicBezTo>
                    <a:pt x="9982" y="2428"/>
                    <a:pt x="12765" y="4637"/>
                    <a:pt x="15154" y="7387"/>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1"/>
            <p:cNvSpPr/>
            <p:nvPr/>
          </p:nvSpPr>
          <p:spPr>
            <a:xfrm>
              <a:off x="2169050" y="3463300"/>
              <a:ext cx="263475" cy="709425"/>
            </a:xfrm>
            <a:custGeom>
              <a:rect b="b" l="l" r="r" t="t"/>
              <a:pathLst>
                <a:path extrusionOk="0" h="28377" w="10539">
                  <a:moveTo>
                    <a:pt x="0" y="1"/>
                  </a:moveTo>
                  <a:lnTo>
                    <a:pt x="379" y="2030"/>
                  </a:lnTo>
                  <a:lnTo>
                    <a:pt x="644" y="3467"/>
                  </a:lnTo>
                  <a:lnTo>
                    <a:pt x="1831" y="9805"/>
                  </a:lnTo>
                  <a:lnTo>
                    <a:pt x="1854" y="9925"/>
                  </a:lnTo>
                  <a:lnTo>
                    <a:pt x="2064" y="11061"/>
                  </a:lnTo>
                  <a:lnTo>
                    <a:pt x="2067" y="11063"/>
                  </a:lnTo>
                  <a:lnTo>
                    <a:pt x="2591" y="13866"/>
                  </a:lnTo>
                  <a:lnTo>
                    <a:pt x="3616" y="19364"/>
                  </a:lnTo>
                  <a:lnTo>
                    <a:pt x="3939" y="21093"/>
                  </a:lnTo>
                  <a:lnTo>
                    <a:pt x="4348" y="23271"/>
                  </a:lnTo>
                  <a:lnTo>
                    <a:pt x="5285" y="28358"/>
                  </a:lnTo>
                  <a:cubicBezTo>
                    <a:pt x="5482" y="28370"/>
                    <a:pt x="5677" y="28376"/>
                    <a:pt x="5870" y="28376"/>
                  </a:cubicBezTo>
                  <a:cubicBezTo>
                    <a:pt x="7557" y="28376"/>
                    <a:pt x="9113" y="27897"/>
                    <a:pt x="10538" y="26940"/>
                  </a:cubicBezTo>
                  <a:lnTo>
                    <a:pt x="10365" y="25046"/>
                  </a:lnTo>
                  <a:lnTo>
                    <a:pt x="9885" y="22465"/>
                  </a:lnTo>
                  <a:lnTo>
                    <a:pt x="9562" y="20736"/>
                  </a:lnTo>
                  <a:lnTo>
                    <a:pt x="7611" y="10301"/>
                  </a:lnTo>
                  <a:lnTo>
                    <a:pt x="7181" y="8011"/>
                  </a:lnTo>
                  <a:lnTo>
                    <a:pt x="7179" y="8008"/>
                  </a:lnTo>
                  <a:lnTo>
                    <a:pt x="6705" y="5459"/>
                  </a:lnTo>
                  <a:lnTo>
                    <a:pt x="6703" y="5457"/>
                  </a:lnTo>
                  <a:cubicBezTo>
                    <a:pt x="4526" y="3139"/>
                    <a:pt x="2205" y="1285"/>
                    <a:pt x="0"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1"/>
            <p:cNvSpPr/>
            <p:nvPr/>
          </p:nvSpPr>
          <p:spPr>
            <a:xfrm>
              <a:off x="2042325" y="3414925"/>
              <a:ext cx="215000" cy="748150"/>
            </a:xfrm>
            <a:custGeom>
              <a:rect b="b" l="l" r="r" t="t"/>
              <a:pathLst>
                <a:path extrusionOk="0" h="29926" w="8600">
                  <a:moveTo>
                    <a:pt x="1" y="1"/>
                  </a:moveTo>
                  <a:lnTo>
                    <a:pt x="428" y="2282"/>
                  </a:lnTo>
                  <a:lnTo>
                    <a:pt x="687" y="3675"/>
                  </a:lnTo>
                  <a:lnTo>
                    <a:pt x="3035" y="16231"/>
                  </a:lnTo>
                  <a:lnTo>
                    <a:pt x="3035" y="16233"/>
                  </a:lnTo>
                  <a:lnTo>
                    <a:pt x="3483" y="18637"/>
                  </a:lnTo>
                  <a:lnTo>
                    <a:pt x="3954" y="21158"/>
                  </a:lnTo>
                  <a:lnTo>
                    <a:pt x="5069" y="28346"/>
                  </a:lnTo>
                  <a:lnTo>
                    <a:pt x="8600" y="29925"/>
                  </a:lnTo>
                  <a:lnTo>
                    <a:pt x="7512" y="24024"/>
                  </a:lnTo>
                  <a:lnTo>
                    <a:pt x="7094" y="21795"/>
                  </a:lnTo>
                  <a:lnTo>
                    <a:pt x="6739" y="19895"/>
                  </a:lnTo>
                  <a:lnTo>
                    <a:pt x="5473" y="13123"/>
                  </a:lnTo>
                  <a:lnTo>
                    <a:pt x="5205" y="11684"/>
                  </a:lnTo>
                  <a:lnTo>
                    <a:pt x="5102" y="11139"/>
                  </a:lnTo>
                  <a:lnTo>
                    <a:pt x="5099" y="11137"/>
                  </a:lnTo>
                  <a:lnTo>
                    <a:pt x="4965" y="10408"/>
                  </a:lnTo>
                  <a:lnTo>
                    <a:pt x="3836" y="4372"/>
                  </a:lnTo>
                  <a:lnTo>
                    <a:pt x="3585" y="3028"/>
                  </a:lnTo>
                  <a:lnTo>
                    <a:pt x="3204" y="975"/>
                  </a:lnTo>
                  <a:cubicBezTo>
                    <a:pt x="2070" y="472"/>
                    <a:pt x="989" y="139"/>
                    <a:pt x="1"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4" name="Shape 614"/>
        <p:cNvGrpSpPr/>
        <p:nvPr/>
      </p:nvGrpSpPr>
      <p:grpSpPr>
        <a:xfrm>
          <a:off x="0" y="0"/>
          <a:ext cx="0" cy="0"/>
          <a:chOff x="0" y="0"/>
          <a:chExt cx="0" cy="0"/>
        </a:xfrm>
      </p:grpSpPr>
      <p:sp>
        <p:nvSpPr>
          <p:cNvPr id="615" name="Google Shape;615;p32"/>
          <p:cNvSpPr txBox="1"/>
          <p:nvPr>
            <p:ph idx="1" type="subTitle"/>
          </p:nvPr>
        </p:nvSpPr>
        <p:spPr>
          <a:xfrm>
            <a:off x="720000" y="1657825"/>
            <a:ext cx="7704000" cy="241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
        <p:nvSpPr>
          <p:cNvPr id="616" name="Google Shape;616;p32"/>
          <p:cNvSpPr txBox="1"/>
          <p:nvPr>
            <p:ph type="title"/>
          </p:nvPr>
        </p:nvSpPr>
        <p:spPr>
          <a:xfrm>
            <a:off x="720000" y="5974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LET’S HAVE </a:t>
            </a:r>
            <a:r>
              <a:rPr lang="en">
                <a:solidFill>
                  <a:schemeClr val="accent3"/>
                </a:solidFill>
              </a:rPr>
              <a:t>A LOOK</a:t>
            </a:r>
            <a:endParaRPr>
              <a:solidFill>
                <a:schemeClr val="accent3"/>
              </a:solidFill>
            </a:endParaRPr>
          </a:p>
        </p:txBody>
      </p:sp>
      <p:grpSp>
        <p:nvGrpSpPr>
          <p:cNvPr id="617" name="Google Shape;617;p32"/>
          <p:cNvGrpSpPr/>
          <p:nvPr/>
        </p:nvGrpSpPr>
        <p:grpSpPr>
          <a:xfrm rot="4621808">
            <a:off x="839595" y="62643"/>
            <a:ext cx="933908" cy="1011918"/>
            <a:chOff x="2761250" y="617875"/>
            <a:chExt cx="1222900" cy="1325050"/>
          </a:xfrm>
        </p:grpSpPr>
        <p:sp>
          <p:nvSpPr>
            <p:cNvPr id="618" name="Google Shape;618;p32"/>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2"/>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2"/>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2"/>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2"/>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2"/>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2"/>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32"/>
          <p:cNvGrpSpPr/>
          <p:nvPr/>
        </p:nvGrpSpPr>
        <p:grpSpPr>
          <a:xfrm rot="1790401">
            <a:off x="7213920" y="3948601"/>
            <a:ext cx="701869" cy="1011948"/>
            <a:chOff x="1705850" y="434250"/>
            <a:chExt cx="978800" cy="1411225"/>
          </a:xfrm>
        </p:grpSpPr>
        <p:sp>
          <p:nvSpPr>
            <p:cNvPr id="626" name="Google Shape;626;p32"/>
            <p:cNvSpPr/>
            <p:nvPr/>
          </p:nvSpPr>
          <p:spPr>
            <a:xfrm>
              <a:off x="2039325" y="1468300"/>
              <a:ext cx="114225" cy="100025"/>
            </a:xfrm>
            <a:custGeom>
              <a:rect b="b" l="l" r="r" t="t"/>
              <a:pathLst>
                <a:path extrusionOk="0" h="4001" w="4569">
                  <a:moveTo>
                    <a:pt x="2278" y="0"/>
                  </a:moveTo>
                  <a:cubicBezTo>
                    <a:pt x="1467" y="0"/>
                    <a:pt x="714" y="508"/>
                    <a:pt x="400" y="1316"/>
                  </a:cubicBezTo>
                  <a:cubicBezTo>
                    <a:pt x="1" y="2353"/>
                    <a:pt x="474" y="3486"/>
                    <a:pt x="1516" y="3872"/>
                  </a:cubicBezTo>
                  <a:cubicBezTo>
                    <a:pt x="1751" y="3959"/>
                    <a:pt x="1995" y="4000"/>
                    <a:pt x="2236" y="4000"/>
                  </a:cubicBezTo>
                  <a:cubicBezTo>
                    <a:pt x="3064" y="4000"/>
                    <a:pt x="3861" y="3514"/>
                    <a:pt x="4169" y="2713"/>
                  </a:cubicBezTo>
                  <a:cubicBezTo>
                    <a:pt x="4568" y="1679"/>
                    <a:pt x="4005" y="510"/>
                    <a:pt x="2966" y="125"/>
                  </a:cubicBezTo>
                  <a:cubicBezTo>
                    <a:pt x="2738" y="40"/>
                    <a:pt x="2506" y="0"/>
                    <a:pt x="2278"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2"/>
            <p:cNvSpPr/>
            <p:nvPr/>
          </p:nvSpPr>
          <p:spPr>
            <a:xfrm>
              <a:off x="1705850" y="434250"/>
              <a:ext cx="978800" cy="1411225"/>
            </a:xfrm>
            <a:custGeom>
              <a:rect b="b" l="l" r="r" t="t"/>
              <a:pathLst>
                <a:path extrusionOk="0" h="56449" w="39152">
                  <a:moveTo>
                    <a:pt x="21401" y="3462"/>
                  </a:moveTo>
                  <a:lnTo>
                    <a:pt x="33255" y="7856"/>
                  </a:lnTo>
                  <a:cubicBezTo>
                    <a:pt x="32341" y="9216"/>
                    <a:pt x="32941" y="10814"/>
                    <a:pt x="34430" y="11366"/>
                  </a:cubicBezTo>
                  <a:cubicBezTo>
                    <a:pt x="27596" y="23744"/>
                    <a:pt x="28819" y="39106"/>
                    <a:pt x="21985" y="51484"/>
                  </a:cubicBezTo>
                  <a:cubicBezTo>
                    <a:pt x="21635" y="51355"/>
                    <a:pt x="21267" y="51294"/>
                    <a:pt x="20897" y="51294"/>
                  </a:cubicBezTo>
                  <a:cubicBezTo>
                    <a:pt x="19686" y="51294"/>
                    <a:pt x="18453" y="51948"/>
                    <a:pt x="17755" y="52990"/>
                  </a:cubicBezTo>
                  <a:cubicBezTo>
                    <a:pt x="13802" y="51526"/>
                    <a:pt x="9851" y="50062"/>
                    <a:pt x="5898" y="48598"/>
                  </a:cubicBezTo>
                  <a:cubicBezTo>
                    <a:pt x="6812" y="47238"/>
                    <a:pt x="6214" y="45640"/>
                    <a:pt x="4725" y="45089"/>
                  </a:cubicBezTo>
                  <a:cubicBezTo>
                    <a:pt x="11560" y="32710"/>
                    <a:pt x="10336" y="17346"/>
                    <a:pt x="17171" y="4970"/>
                  </a:cubicBezTo>
                  <a:cubicBezTo>
                    <a:pt x="17519" y="5099"/>
                    <a:pt x="17886" y="5160"/>
                    <a:pt x="18255" y="5160"/>
                  </a:cubicBezTo>
                  <a:cubicBezTo>
                    <a:pt x="19466" y="5160"/>
                    <a:pt x="20700" y="4504"/>
                    <a:pt x="21401" y="3462"/>
                  </a:cubicBezTo>
                  <a:close/>
                  <a:moveTo>
                    <a:pt x="18013" y="1"/>
                  </a:moveTo>
                  <a:cubicBezTo>
                    <a:pt x="6935" y="14326"/>
                    <a:pt x="11079" y="34292"/>
                    <a:pt x="1" y="48617"/>
                  </a:cubicBezTo>
                  <a:cubicBezTo>
                    <a:pt x="7046" y="51228"/>
                    <a:pt x="14095" y="53837"/>
                    <a:pt x="21142" y="56449"/>
                  </a:cubicBezTo>
                  <a:cubicBezTo>
                    <a:pt x="32218" y="42124"/>
                    <a:pt x="28076" y="22160"/>
                    <a:pt x="39152" y="7835"/>
                  </a:cubicBezTo>
                  <a:cubicBezTo>
                    <a:pt x="32105" y="5224"/>
                    <a:pt x="25060" y="2612"/>
                    <a:pt x="18013"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2"/>
            <p:cNvSpPr/>
            <p:nvPr/>
          </p:nvSpPr>
          <p:spPr>
            <a:xfrm>
              <a:off x="1865525" y="556650"/>
              <a:ext cx="659525" cy="1166525"/>
            </a:xfrm>
            <a:custGeom>
              <a:rect b="b" l="l" r="r" t="t"/>
              <a:pathLst>
                <a:path extrusionOk="0" h="46661" w="26381">
                  <a:moveTo>
                    <a:pt x="17195" y="6055"/>
                  </a:moveTo>
                  <a:cubicBezTo>
                    <a:pt x="17454" y="6055"/>
                    <a:pt x="17715" y="6099"/>
                    <a:pt x="17967" y="6193"/>
                  </a:cubicBezTo>
                  <a:cubicBezTo>
                    <a:pt x="19077" y="6606"/>
                    <a:pt x="19585" y="7816"/>
                    <a:pt x="19158" y="8922"/>
                  </a:cubicBezTo>
                  <a:cubicBezTo>
                    <a:pt x="18823" y="9787"/>
                    <a:pt x="18018" y="10330"/>
                    <a:pt x="17151" y="10330"/>
                  </a:cubicBezTo>
                  <a:cubicBezTo>
                    <a:pt x="16908" y="10330"/>
                    <a:pt x="16659" y="10287"/>
                    <a:pt x="16415" y="10196"/>
                  </a:cubicBezTo>
                  <a:cubicBezTo>
                    <a:pt x="15305" y="9785"/>
                    <a:pt x="14704" y="8539"/>
                    <a:pt x="15131" y="7433"/>
                  </a:cubicBezTo>
                  <a:cubicBezTo>
                    <a:pt x="15460" y="6575"/>
                    <a:pt x="16311" y="6055"/>
                    <a:pt x="17195" y="6055"/>
                  </a:cubicBezTo>
                  <a:close/>
                  <a:moveTo>
                    <a:pt x="12445" y="16581"/>
                  </a:moveTo>
                  <a:cubicBezTo>
                    <a:pt x="13126" y="16581"/>
                    <a:pt x="13832" y="16705"/>
                    <a:pt x="14538" y="16966"/>
                  </a:cubicBezTo>
                  <a:cubicBezTo>
                    <a:pt x="17865" y="18199"/>
                    <a:pt x="19922" y="22035"/>
                    <a:pt x="19223" y="25565"/>
                  </a:cubicBezTo>
                  <a:cubicBezTo>
                    <a:pt x="18671" y="28350"/>
                    <a:pt x="16474" y="30079"/>
                    <a:pt x="13933" y="30079"/>
                  </a:cubicBezTo>
                  <a:cubicBezTo>
                    <a:pt x="13252" y="30079"/>
                    <a:pt x="12546" y="29955"/>
                    <a:pt x="11841" y="29694"/>
                  </a:cubicBezTo>
                  <a:cubicBezTo>
                    <a:pt x="8514" y="28461"/>
                    <a:pt x="6457" y="24625"/>
                    <a:pt x="7156" y="21095"/>
                  </a:cubicBezTo>
                  <a:cubicBezTo>
                    <a:pt x="7706" y="18309"/>
                    <a:pt x="9903" y="16581"/>
                    <a:pt x="12445" y="16581"/>
                  </a:cubicBezTo>
                  <a:close/>
                  <a:moveTo>
                    <a:pt x="9231" y="36329"/>
                  </a:moveTo>
                  <a:cubicBezTo>
                    <a:pt x="9474" y="36329"/>
                    <a:pt x="9721" y="36371"/>
                    <a:pt x="9964" y="36461"/>
                  </a:cubicBezTo>
                  <a:cubicBezTo>
                    <a:pt x="11074" y="36875"/>
                    <a:pt x="11677" y="38121"/>
                    <a:pt x="11250" y="39227"/>
                  </a:cubicBezTo>
                  <a:cubicBezTo>
                    <a:pt x="10921" y="40084"/>
                    <a:pt x="10068" y="40604"/>
                    <a:pt x="9183" y="40604"/>
                  </a:cubicBezTo>
                  <a:cubicBezTo>
                    <a:pt x="8926" y="40604"/>
                    <a:pt x="8665" y="40560"/>
                    <a:pt x="8415" y="40467"/>
                  </a:cubicBezTo>
                  <a:cubicBezTo>
                    <a:pt x="7304" y="40054"/>
                    <a:pt x="6798" y="38842"/>
                    <a:pt x="7225" y="37736"/>
                  </a:cubicBezTo>
                  <a:cubicBezTo>
                    <a:pt x="7557" y="36872"/>
                    <a:pt x="8364" y="36329"/>
                    <a:pt x="9231" y="36329"/>
                  </a:cubicBezTo>
                  <a:close/>
                  <a:moveTo>
                    <a:pt x="15309" y="0"/>
                  </a:moveTo>
                  <a:cubicBezTo>
                    <a:pt x="14319" y="901"/>
                    <a:pt x="13006" y="1446"/>
                    <a:pt x="11714" y="1446"/>
                  </a:cubicBezTo>
                  <a:cubicBezTo>
                    <a:pt x="11625" y="1446"/>
                    <a:pt x="11537" y="1444"/>
                    <a:pt x="11449" y="1439"/>
                  </a:cubicBezTo>
                  <a:cubicBezTo>
                    <a:pt x="5327" y="13334"/>
                    <a:pt x="6119" y="27791"/>
                    <a:pt x="1" y="39687"/>
                  </a:cubicBezTo>
                  <a:cubicBezTo>
                    <a:pt x="1005" y="40488"/>
                    <a:pt x="1488" y="41753"/>
                    <a:pt x="1185" y="42996"/>
                  </a:cubicBezTo>
                  <a:lnTo>
                    <a:pt x="11070" y="46660"/>
                  </a:lnTo>
                  <a:cubicBezTo>
                    <a:pt x="12062" y="45757"/>
                    <a:pt x="13373" y="45212"/>
                    <a:pt x="14667" y="45212"/>
                  </a:cubicBezTo>
                  <a:cubicBezTo>
                    <a:pt x="14756" y="45212"/>
                    <a:pt x="14844" y="45214"/>
                    <a:pt x="14933" y="45219"/>
                  </a:cubicBezTo>
                  <a:cubicBezTo>
                    <a:pt x="21052" y="33323"/>
                    <a:pt x="20262" y="18869"/>
                    <a:pt x="26381" y="6973"/>
                  </a:cubicBezTo>
                  <a:cubicBezTo>
                    <a:pt x="25374" y="6170"/>
                    <a:pt x="24891" y="4904"/>
                    <a:pt x="25196" y="3664"/>
                  </a:cubicBezTo>
                  <a:cubicBezTo>
                    <a:pt x="21899" y="2443"/>
                    <a:pt x="18604" y="1221"/>
                    <a:pt x="15309" y="0"/>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2"/>
            <p:cNvSpPr/>
            <p:nvPr/>
          </p:nvSpPr>
          <p:spPr>
            <a:xfrm>
              <a:off x="1823975" y="520850"/>
              <a:ext cx="742650" cy="1238150"/>
            </a:xfrm>
            <a:custGeom>
              <a:rect b="b" l="l" r="r" t="t"/>
              <a:pathLst>
                <a:path extrusionOk="0" h="49526" w="29706">
                  <a:moveTo>
                    <a:pt x="16927" y="1123"/>
                  </a:moveTo>
                  <a:lnTo>
                    <a:pt x="27200" y="4928"/>
                  </a:lnTo>
                  <a:cubicBezTo>
                    <a:pt x="27191" y="4960"/>
                    <a:pt x="27181" y="4992"/>
                    <a:pt x="27172" y="5025"/>
                  </a:cubicBezTo>
                  <a:cubicBezTo>
                    <a:pt x="26833" y="6244"/>
                    <a:pt x="27306" y="7493"/>
                    <a:pt x="28317" y="8257"/>
                  </a:cubicBezTo>
                  <a:cubicBezTo>
                    <a:pt x="28343" y="8278"/>
                    <a:pt x="28371" y="8297"/>
                    <a:pt x="28396" y="8317"/>
                  </a:cubicBezTo>
                  <a:cubicBezTo>
                    <a:pt x="22141" y="20308"/>
                    <a:pt x="23011" y="34940"/>
                    <a:pt x="16756" y="46933"/>
                  </a:cubicBezTo>
                  <a:cubicBezTo>
                    <a:pt x="16722" y="46928"/>
                    <a:pt x="16685" y="46926"/>
                    <a:pt x="16650" y="46924"/>
                  </a:cubicBezTo>
                  <a:cubicBezTo>
                    <a:pt x="16531" y="46914"/>
                    <a:pt x="16412" y="46909"/>
                    <a:pt x="16292" y="46909"/>
                  </a:cubicBezTo>
                  <a:cubicBezTo>
                    <a:pt x="15051" y="46909"/>
                    <a:pt x="13789" y="47445"/>
                    <a:pt x="12857" y="48325"/>
                  </a:cubicBezTo>
                  <a:cubicBezTo>
                    <a:pt x="12829" y="48351"/>
                    <a:pt x="12803" y="48376"/>
                    <a:pt x="12776" y="48401"/>
                  </a:cubicBezTo>
                  <a:cubicBezTo>
                    <a:pt x="9354" y="47132"/>
                    <a:pt x="5930" y="45864"/>
                    <a:pt x="2503" y="44596"/>
                  </a:cubicBezTo>
                  <a:cubicBezTo>
                    <a:pt x="2512" y="44564"/>
                    <a:pt x="2522" y="44532"/>
                    <a:pt x="2531" y="44499"/>
                  </a:cubicBezTo>
                  <a:cubicBezTo>
                    <a:pt x="2873" y="43282"/>
                    <a:pt x="2399" y="42029"/>
                    <a:pt x="1386" y="41269"/>
                  </a:cubicBezTo>
                  <a:cubicBezTo>
                    <a:pt x="1360" y="41248"/>
                    <a:pt x="1335" y="41227"/>
                    <a:pt x="1307" y="41207"/>
                  </a:cubicBezTo>
                  <a:cubicBezTo>
                    <a:pt x="7562" y="29216"/>
                    <a:pt x="6692" y="14584"/>
                    <a:pt x="12947" y="2591"/>
                  </a:cubicBezTo>
                  <a:lnTo>
                    <a:pt x="13055" y="2600"/>
                  </a:lnTo>
                  <a:cubicBezTo>
                    <a:pt x="13172" y="2610"/>
                    <a:pt x="13290" y="2615"/>
                    <a:pt x="13408" y="2615"/>
                  </a:cubicBezTo>
                  <a:cubicBezTo>
                    <a:pt x="14649" y="2615"/>
                    <a:pt x="15912" y="2080"/>
                    <a:pt x="16846" y="1199"/>
                  </a:cubicBezTo>
                  <a:cubicBezTo>
                    <a:pt x="16874" y="1173"/>
                    <a:pt x="16900" y="1148"/>
                    <a:pt x="16927" y="1123"/>
                  </a:cubicBezTo>
                  <a:close/>
                  <a:moveTo>
                    <a:pt x="16676" y="0"/>
                  </a:moveTo>
                  <a:cubicBezTo>
                    <a:pt x="15975" y="1041"/>
                    <a:pt x="14741" y="1696"/>
                    <a:pt x="13531" y="1696"/>
                  </a:cubicBezTo>
                  <a:cubicBezTo>
                    <a:pt x="13161" y="1696"/>
                    <a:pt x="12795" y="1635"/>
                    <a:pt x="12446" y="1506"/>
                  </a:cubicBezTo>
                  <a:cubicBezTo>
                    <a:pt x="5611" y="13882"/>
                    <a:pt x="6835" y="29246"/>
                    <a:pt x="0" y="41625"/>
                  </a:cubicBezTo>
                  <a:cubicBezTo>
                    <a:pt x="1489" y="42176"/>
                    <a:pt x="2087" y="43774"/>
                    <a:pt x="1173" y="45134"/>
                  </a:cubicBezTo>
                  <a:cubicBezTo>
                    <a:pt x="5124" y="46598"/>
                    <a:pt x="9077" y="48062"/>
                    <a:pt x="13030" y="49526"/>
                  </a:cubicBezTo>
                  <a:cubicBezTo>
                    <a:pt x="13728" y="48484"/>
                    <a:pt x="14961" y="47830"/>
                    <a:pt x="16172" y="47830"/>
                  </a:cubicBezTo>
                  <a:cubicBezTo>
                    <a:pt x="16542" y="47830"/>
                    <a:pt x="16910" y="47891"/>
                    <a:pt x="17260" y="48020"/>
                  </a:cubicBezTo>
                  <a:cubicBezTo>
                    <a:pt x="24094" y="35640"/>
                    <a:pt x="22871" y="20278"/>
                    <a:pt x="29705" y="7902"/>
                  </a:cubicBezTo>
                  <a:cubicBezTo>
                    <a:pt x="28216" y="7350"/>
                    <a:pt x="27616" y="5752"/>
                    <a:pt x="28530" y="4392"/>
                  </a:cubicBezTo>
                  <a:lnTo>
                    <a:pt x="16676" y="0"/>
                  </a:ln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2"/>
            <p:cNvSpPr/>
            <p:nvPr/>
          </p:nvSpPr>
          <p:spPr>
            <a:xfrm>
              <a:off x="1856650" y="548900"/>
              <a:ext cx="677225" cy="1182000"/>
            </a:xfrm>
            <a:custGeom>
              <a:rect b="b" l="l" r="r" t="t"/>
              <a:pathLst>
                <a:path extrusionOk="0" h="47280" w="27089">
                  <a:moveTo>
                    <a:pt x="15664" y="310"/>
                  </a:moveTo>
                  <a:cubicBezTo>
                    <a:pt x="18959" y="1529"/>
                    <a:pt x="22254" y="2751"/>
                    <a:pt x="25551" y="3972"/>
                  </a:cubicBezTo>
                  <a:cubicBezTo>
                    <a:pt x="25246" y="5214"/>
                    <a:pt x="25729" y="6480"/>
                    <a:pt x="26736" y="7281"/>
                  </a:cubicBezTo>
                  <a:cubicBezTo>
                    <a:pt x="20617" y="19177"/>
                    <a:pt x="21407" y="33633"/>
                    <a:pt x="15288" y="45529"/>
                  </a:cubicBezTo>
                  <a:cubicBezTo>
                    <a:pt x="15199" y="45524"/>
                    <a:pt x="15111" y="45522"/>
                    <a:pt x="15022" y="45522"/>
                  </a:cubicBezTo>
                  <a:cubicBezTo>
                    <a:pt x="13728" y="45522"/>
                    <a:pt x="12417" y="46067"/>
                    <a:pt x="11425" y="46968"/>
                  </a:cubicBezTo>
                  <a:lnTo>
                    <a:pt x="1538" y="43306"/>
                  </a:lnTo>
                  <a:cubicBezTo>
                    <a:pt x="1843" y="42063"/>
                    <a:pt x="1360" y="40798"/>
                    <a:pt x="353" y="39997"/>
                  </a:cubicBezTo>
                  <a:lnTo>
                    <a:pt x="356" y="39997"/>
                  </a:lnTo>
                  <a:cubicBezTo>
                    <a:pt x="6474" y="28101"/>
                    <a:pt x="5682" y="13644"/>
                    <a:pt x="11804" y="1749"/>
                  </a:cubicBezTo>
                  <a:cubicBezTo>
                    <a:pt x="11892" y="1754"/>
                    <a:pt x="11980" y="1756"/>
                    <a:pt x="12069" y="1756"/>
                  </a:cubicBezTo>
                  <a:cubicBezTo>
                    <a:pt x="13361" y="1756"/>
                    <a:pt x="14674" y="1211"/>
                    <a:pt x="15664" y="310"/>
                  </a:cubicBezTo>
                  <a:close/>
                  <a:moveTo>
                    <a:pt x="15620" y="1"/>
                  </a:moveTo>
                  <a:cubicBezTo>
                    <a:pt x="15593" y="26"/>
                    <a:pt x="15567" y="51"/>
                    <a:pt x="15539" y="77"/>
                  </a:cubicBezTo>
                  <a:cubicBezTo>
                    <a:pt x="14607" y="958"/>
                    <a:pt x="13342" y="1493"/>
                    <a:pt x="12101" y="1493"/>
                  </a:cubicBezTo>
                  <a:cubicBezTo>
                    <a:pt x="11983" y="1493"/>
                    <a:pt x="11865" y="1488"/>
                    <a:pt x="11748" y="1478"/>
                  </a:cubicBezTo>
                  <a:lnTo>
                    <a:pt x="11640" y="1469"/>
                  </a:lnTo>
                  <a:cubicBezTo>
                    <a:pt x="5385" y="13462"/>
                    <a:pt x="6255" y="28094"/>
                    <a:pt x="0" y="40085"/>
                  </a:cubicBezTo>
                  <a:cubicBezTo>
                    <a:pt x="28" y="40105"/>
                    <a:pt x="53" y="40126"/>
                    <a:pt x="81" y="40147"/>
                  </a:cubicBezTo>
                  <a:cubicBezTo>
                    <a:pt x="1092" y="40909"/>
                    <a:pt x="1566" y="42160"/>
                    <a:pt x="1224" y="43380"/>
                  </a:cubicBezTo>
                  <a:cubicBezTo>
                    <a:pt x="1215" y="43412"/>
                    <a:pt x="1205" y="43444"/>
                    <a:pt x="1196" y="43474"/>
                  </a:cubicBezTo>
                  <a:cubicBezTo>
                    <a:pt x="4620" y="44744"/>
                    <a:pt x="8044" y="46012"/>
                    <a:pt x="11469" y="47279"/>
                  </a:cubicBezTo>
                  <a:cubicBezTo>
                    <a:pt x="11496" y="47256"/>
                    <a:pt x="11522" y="47231"/>
                    <a:pt x="11550" y="47206"/>
                  </a:cubicBezTo>
                  <a:cubicBezTo>
                    <a:pt x="12484" y="46324"/>
                    <a:pt x="13750" y="45787"/>
                    <a:pt x="14991" y="45787"/>
                  </a:cubicBezTo>
                  <a:cubicBezTo>
                    <a:pt x="15109" y="45787"/>
                    <a:pt x="15226" y="45792"/>
                    <a:pt x="15343" y="45802"/>
                  </a:cubicBezTo>
                  <a:cubicBezTo>
                    <a:pt x="15380" y="45806"/>
                    <a:pt x="15415" y="45809"/>
                    <a:pt x="15452" y="45811"/>
                  </a:cubicBezTo>
                  <a:cubicBezTo>
                    <a:pt x="21704" y="33820"/>
                    <a:pt x="20834" y="19188"/>
                    <a:pt x="27089" y="7195"/>
                  </a:cubicBezTo>
                  <a:cubicBezTo>
                    <a:pt x="27064" y="7175"/>
                    <a:pt x="27036" y="7156"/>
                    <a:pt x="27010" y="7135"/>
                  </a:cubicBezTo>
                  <a:cubicBezTo>
                    <a:pt x="25999" y="6371"/>
                    <a:pt x="25526" y="5120"/>
                    <a:pt x="25865" y="3903"/>
                  </a:cubicBezTo>
                  <a:cubicBezTo>
                    <a:pt x="25874" y="3870"/>
                    <a:pt x="25884" y="3838"/>
                    <a:pt x="25893" y="3806"/>
                  </a:cubicBezTo>
                  <a:lnTo>
                    <a:pt x="15620" y="1"/>
                  </a:ln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2"/>
            <p:cNvSpPr/>
            <p:nvPr/>
          </p:nvSpPr>
          <p:spPr>
            <a:xfrm>
              <a:off x="2026925" y="971175"/>
              <a:ext cx="336675" cy="337450"/>
            </a:xfrm>
            <a:custGeom>
              <a:rect b="b" l="l" r="r" t="t"/>
              <a:pathLst>
                <a:path extrusionOk="0" h="13498" w="13467">
                  <a:moveTo>
                    <a:pt x="5989" y="0"/>
                  </a:moveTo>
                  <a:cubicBezTo>
                    <a:pt x="3447" y="0"/>
                    <a:pt x="1250" y="1728"/>
                    <a:pt x="700" y="4514"/>
                  </a:cubicBezTo>
                  <a:cubicBezTo>
                    <a:pt x="1" y="8044"/>
                    <a:pt x="2058" y="11880"/>
                    <a:pt x="5385" y="13113"/>
                  </a:cubicBezTo>
                  <a:cubicBezTo>
                    <a:pt x="6090" y="13374"/>
                    <a:pt x="6796" y="13498"/>
                    <a:pt x="7477" y="13498"/>
                  </a:cubicBezTo>
                  <a:cubicBezTo>
                    <a:pt x="10018" y="13498"/>
                    <a:pt x="12215" y="11769"/>
                    <a:pt x="12767" y="8984"/>
                  </a:cubicBezTo>
                  <a:cubicBezTo>
                    <a:pt x="13466" y="5454"/>
                    <a:pt x="11409" y="1618"/>
                    <a:pt x="8082" y="385"/>
                  </a:cubicBezTo>
                  <a:cubicBezTo>
                    <a:pt x="7376" y="124"/>
                    <a:pt x="6670" y="0"/>
                    <a:pt x="5989"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2"/>
            <p:cNvSpPr/>
            <p:nvPr/>
          </p:nvSpPr>
          <p:spPr>
            <a:xfrm>
              <a:off x="2237275" y="711425"/>
              <a:ext cx="114200" cy="100075"/>
            </a:xfrm>
            <a:custGeom>
              <a:rect b="b" l="l" r="r" t="t"/>
              <a:pathLst>
                <a:path extrusionOk="0" h="4003" w="4568">
                  <a:moveTo>
                    <a:pt x="2275" y="1"/>
                  </a:moveTo>
                  <a:cubicBezTo>
                    <a:pt x="1465" y="1"/>
                    <a:pt x="712" y="509"/>
                    <a:pt x="400" y="1318"/>
                  </a:cubicBezTo>
                  <a:cubicBezTo>
                    <a:pt x="0" y="2355"/>
                    <a:pt x="474" y="3488"/>
                    <a:pt x="1515" y="3874"/>
                  </a:cubicBezTo>
                  <a:cubicBezTo>
                    <a:pt x="1750" y="3961"/>
                    <a:pt x="1994" y="4002"/>
                    <a:pt x="2236" y="4002"/>
                  </a:cubicBezTo>
                  <a:cubicBezTo>
                    <a:pt x="3063" y="4002"/>
                    <a:pt x="3861" y="3516"/>
                    <a:pt x="4168" y="2715"/>
                  </a:cubicBezTo>
                  <a:cubicBezTo>
                    <a:pt x="4568" y="1680"/>
                    <a:pt x="4004" y="512"/>
                    <a:pt x="2965" y="126"/>
                  </a:cubicBezTo>
                  <a:cubicBezTo>
                    <a:pt x="2736" y="41"/>
                    <a:pt x="2503" y="1"/>
                    <a:pt x="2275"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 name="Google Shape;633;p32"/>
          <p:cNvGrpSpPr/>
          <p:nvPr/>
        </p:nvGrpSpPr>
        <p:grpSpPr>
          <a:xfrm rot="-1388379">
            <a:off x="151192" y="227319"/>
            <a:ext cx="584864" cy="513483"/>
            <a:chOff x="2665925" y="2466150"/>
            <a:chExt cx="627625" cy="551025"/>
          </a:xfrm>
        </p:grpSpPr>
        <p:sp>
          <p:nvSpPr>
            <p:cNvPr id="634" name="Google Shape;634;p32"/>
            <p:cNvSpPr/>
            <p:nvPr/>
          </p:nvSpPr>
          <p:spPr>
            <a:xfrm>
              <a:off x="2700675" y="2466150"/>
              <a:ext cx="592875" cy="549500"/>
            </a:xfrm>
            <a:custGeom>
              <a:rect b="b" l="l" r="r" t="t"/>
              <a:pathLst>
                <a:path extrusionOk="0" h="21980" w="23715">
                  <a:moveTo>
                    <a:pt x="6323" y="0"/>
                  </a:moveTo>
                  <a:cubicBezTo>
                    <a:pt x="5320" y="0"/>
                    <a:pt x="4347" y="220"/>
                    <a:pt x="3434" y="722"/>
                  </a:cubicBezTo>
                  <a:cubicBezTo>
                    <a:pt x="52" y="2578"/>
                    <a:pt x="1" y="6111"/>
                    <a:pt x="1" y="6111"/>
                  </a:cubicBezTo>
                  <a:cubicBezTo>
                    <a:pt x="1" y="6111"/>
                    <a:pt x="1555" y="3520"/>
                    <a:pt x="4741" y="3520"/>
                  </a:cubicBezTo>
                  <a:cubicBezTo>
                    <a:pt x="7746" y="3520"/>
                    <a:pt x="12205" y="5827"/>
                    <a:pt x="18179" y="14795"/>
                  </a:cubicBezTo>
                  <a:cubicBezTo>
                    <a:pt x="22322" y="21011"/>
                    <a:pt x="16293" y="21867"/>
                    <a:pt x="16293" y="21867"/>
                  </a:cubicBezTo>
                  <a:cubicBezTo>
                    <a:pt x="16293" y="21867"/>
                    <a:pt x="16625" y="21980"/>
                    <a:pt x="17147" y="21980"/>
                  </a:cubicBezTo>
                  <a:cubicBezTo>
                    <a:pt x="18141" y="21980"/>
                    <a:pt x="19823" y="21572"/>
                    <a:pt x="21209" y="19201"/>
                  </a:cubicBezTo>
                  <a:cubicBezTo>
                    <a:pt x="22213" y="17480"/>
                    <a:pt x="23714" y="15162"/>
                    <a:pt x="20548" y="10050"/>
                  </a:cubicBezTo>
                  <a:cubicBezTo>
                    <a:pt x="18795" y="7221"/>
                    <a:pt x="12072" y="0"/>
                    <a:pt x="6323"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2"/>
            <p:cNvSpPr/>
            <p:nvPr/>
          </p:nvSpPr>
          <p:spPr>
            <a:xfrm>
              <a:off x="2700275" y="2537525"/>
              <a:ext cx="507325" cy="479550"/>
            </a:xfrm>
            <a:custGeom>
              <a:rect b="b" l="l" r="r" t="t"/>
              <a:pathLst>
                <a:path extrusionOk="0" h="19182" w="20293">
                  <a:moveTo>
                    <a:pt x="3446" y="0"/>
                  </a:moveTo>
                  <a:cubicBezTo>
                    <a:pt x="3175" y="0"/>
                    <a:pt x="2902" y="23"/>
                    <a:pt x="2633" y="67"/>
                  </a:cubicBezTo>
                  <a:cubicBezTo>
                    <a:pt x="1859" y="197"/>
                    <a:pt x="1241" y="508"/>
                    <a:pt x="793" y="995"/>
                  </a:cubicBezTo>
                  <a:cubicBezTo>
                    <a:pt x="264" y="1570"/>
                    <a:pt x="1" y="2353"/>
                    <a:pt x="8" y="3325"/>
                  </a:cubicBezTo>
                  <a:cubicBezTo>
                    <a:pt x="12" y="4263"/>
                    <a:pt x="269" y="5339"/>
                    <a:pt x="770" y="6519"/>
                  </a:cubicBezTo>
                  <a:cubicBezTo>
                    <a:pt x="1799" y="8945"/>
                    <a:pt x="3741" y="11545"/>
                    <a:pt x="6242" y="13843"/>
                  </a:cubicBezTo>
                  <a:cubicBezTo>
                    <a:pt x="6535" y="14113"/>
                    <a:pt x="6812" y="14355"/>
                    <a:pt x="7085" y="14586"/>
                  </a:cubicBezTo>
                  <a:cubicBezTo>
                    <a:pt x="8876" y="16108"/>
                    <a:pt x="10793" y="17338"/>
                    <a:pt x="12629" y="18147"/>
                  </a:cubicBezTo>
                  <a:cubicBezTo>
                    <a:pt x="13116" y="18361"/>
                    <a:pt x="13614" y="18551"/>
                    <a:pt x="14122" y="18712"/>
                  </a:cubicBezTo>
                  <a:cubicBezTo>
                    <a:pt x="15032" y="19001"/>
                    <a:pt x="15877" y="19158"/>
                    <a:pt x="16630" y="19179"/>
                  </a:cubicBezTo>
                  <a:cubicBezTo>
                    <a:pt x="16688" y="19181"/>
                    <a:pt x="16745" y="19181"/>
                    <a:pt x="16803" y="19181"/>
                  </a:cubicBezTo>
                  <a:cubicBezTo>
                    <a:pt x="17985" y="19181"/>
                    <a:pt x="18893" y="18846"/>
                    <a:pt x="19500" y="18186"/>
                  </a:cubicBezTo>
                  <a:cubicBezTo>
                    <a:pt x="20026" y="17613"/>
                    <a:pt x="20292" y="16828"/>
                    <a:pt x="20285" y="15856"/>
                  </a:cubicBezTo>
                  <a:cubicBezTo>
                    <a:pt x="20280" y="14919"/>
                    <a:pt x="20024" y="13845"/>
                    <a:pt x="19523" y="12665"/>
                  </a:cubicBezTo>
                  <a:cubicBezTo>
                    <a:pt x="18493" y="10238"/>
                    <a:pt x="16551" y="7636"/>
                    <a:pt x="14053" y="5341"/>
                  </a:cubicBezTo>
                  <a:cubicBezTo>
                    <a:pt x="13342" y="4688"/>
                    <a:pt x="12599" y="4071"/>
                    <a:pt x="11825" y="3498"/>
                  </a:cubicBezTo>
                  <a:cubicBezTo>
                    <a:pt x="10894" y="2801"/>
                    <a:pt x="9911" y="2178"/>
                    <a:pt x="8886" y="1630"/>
                  </a:cubicBezTo>
                  <a:cubicBezTo>
                    <a:pt x="8364" y="1353"/>
                    <a:pt x="7847" y="1106"/>
                    <a:pt x="7343" y="898"/>
                  </a:cubicBezTo>
                  <a:cubicBezTo>
                    <a:pt x="5928" y="310"/>
                    <a:pt x="4593" y="0"/>
                    <a:pt x="3485" y="0"/>
                  </a:cubicBezTo>
                  <a:cubicBezTo>
                    <a:pt x="3472" y="0"/>
                    <a:pt x="3459" y="0"/>
                    <a:pt x="3446"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2"/>
            <p:cNvSpPr/>
            <p:nvPr/>
          </p:nvSpPr>
          <p:spPr>
            <a:xfrm>
              <a:off x="2665925" y="2537350"/>
              <a:ext cx="575950" cy="479825"/>
            </a:xfrm>
            <a:custGeom>
              <a:rect b="b" l="l" r="r" t="t"/>
              <a:pathLst>
                <a:path extrusionOk="0" h="19193" w="23038">
                  <a:moveTo>
                    <a:pt x="4859" y="0"/>
                  </a:moveTo>
                  <a:cubicBezTo>
                    <a:pt x="4859" y="0"/>
                    <a:pt x="4860" y="0"/>
                    <a:pt x="4860" y="0"/>
                  </a:cubicBezTo>
                  <a:lnTo>
                    <a:pt x="4860" y="0"/>
                  </a:lnTo>
                  <a:cubicBezTo>
                    <a:pt x="4860" y="0"/>
                    <a:pt x="4861" y="0"/>
                    <a:pt x="4861" y="0"/>
                  </a:cubicBezTo>
                  <a:close/>
                  <a:moveTo>
                    <a:pt x="4861" y="12"/>
                  </a:moveTo>
                  <a:cubicBezTo>
                    <a:pt x="5967" y="12"/>
                    <a:pt x="7302" y="324"/>
                    <a:pt x="8717" y="910"/>
                  </a:cubicBezTo>
                  <a:cubicBezTo>
                    <a:pt x="9218" y="1118"/>
                    <a:pt x="9738" y="1365"/>
                    <a:pt x="10260" y="1642"/>
                  </a:cubicBezTo>
                  <a:cubicBezTo>
                    <a:pt x="11285" y="2189"/>
                    <a:pt x="12266" y="2813"/>
                    <a:pt x="13197" y="3508"/>
                  </a:cubicBezTo>
                  <a:cubicBezTo>
                    <a:pt x="13970" y="4083"/>
                    <a:pt x="14714" y="4697"/>
                    <a:pt x="15423" y="5350"/>
                  </a:cubicBezTo>
                  <a:cubicBezTo>
                    <a:pt x="16686" y="6509"/>
                    <a:pt x="17808" y="7749"/>
                    <a:pt x="18757" y="9028"/>
                  </a:cubicBezTo>
                  <a:cubicBezTo>
                    <a:pt x="19673" y="10266"/>
                    <a:pt x="20391" y="11492"/>
                    <a:pt x="20893" y="12672"/>
                  </a:cubicBezTo>
                  <a:cubicBezTo>
                    <a:pt x="21394" y="13852"/>
                    <a:pt x="21648" y="14926"/>
                    <a:pt x="21654" y="15863"/>
                  </a:cubicBezTo>
                  <a:cubicBezTo>
                    <a:pt x="21661" y="16833"/>
                    <a:pt x="21396" y="17616"/>
                    <a:pt x="20872" y="18188"/>
                  </a:cubicBezTo>
                  <a:cubicBezTo>
                    <a:pt x="20567" y="18518"/>
                    <a:pt x="20179" y="18770"/>
                    <a:pt x="19720" y="18939"/>
                  </a:cubicBezTo>
                  <a:cubicBezTo>
                    <a:pt x="19274" y="19100"/>
                    <a:pt x="18754" y="19183"/>
                    <a:pt x="18179" y="19183"/>
                  </a:cubicBezTo>
                  <a:cubicBezTo>
                    <a:pt x="18122" y="19183"/>
                    <a:pt x="18064" y="19183"/>
                    <a:pt x="18006" y="19181"/>
                  </a:cubicBezTo>
                  <a:cubicBezTo>
                    <a:pt x="17251" y="19158"/>
                    <a:pt x="16408" y="19001"/>
                    <a:pt x="15499" y="18715"/>
                  </a:cubicBezTo>
                  <a:cubicBezTo>
                    <a:pt x="14991" y="18553"/>
                    <a:pt x="14492" y="18364"/>
                    <a:pt x="14005" y="18147"/>
                  </a:cubicBezTo>
                  <a:cubicBezTo>
                    <a:pt x="12169" y="17339"/>
                    <a:pt x="10253" y="16110"/>
                    <a:pt x="8463" y="14589"/>
                  </a:cubicBezTo>
                  <a:lnTo>
                    <a:pt x="8461" y="14589"/>
                  </a:lnTo>
                  <a:cubicBezTo>
                    <a:pt x="8189" y="14358"/>
                    <a:pt x="7914" y="14115"/>
                    <a:pt x="7621" y="13845"/>
                  </a:cubicBezTo>
                  <a:cubicBezTo>
                    <a:pt x="6357" y="12684"/>
                    <a:pt x="5235" y="11446"/>
                    <a:pt x="4284" y="10165"/>
                  </a:cubicBezTo>
                  <a:cubicBezTo>
                    <a:pt x="3367" y="8927"/>
                    <a:pt x="2649" y="7701"/>
                    <a:pt x="2148" y="6521"/>
                  </a:cubicBezTo>
                  <a:cubicBezTo>
                    <a:pt x="1649" y="5341"/>
                    <a:pt x="1393" y="4270"/>
                    <a:pt x="1386" y="3330"/>
                  </a:cubicBezTo>
                  <a:cubicBezTo>
                    <a:pt x="1382" y="2360"/>
                    <a:pt x="1645" y="1577"/>
                    <a:pt x="2171" y="1007"/>
                  </a:cubicBezTo>
                  <a:cubicBezTo>
                    <a:pt x="2617" y="520"/>
                    <a:pt x="3238" y="208"/>
                    <a:pt x="4009" y="79"/>
                  </a:cubicBezTo>
                  <a:cubicBezTo>
                    <a:pt x="4291" y="33"/>
                    <a:pt x="4575" y="12"/>
                    <a:pt x="4861" y="12"/>
                  </a:cubicBezTo>
                  <a:close/>
                  <a:moveTo>
                    <a:pt x="4860" y="0"/>
                  </a:moveTo>
                  <a:cubicBezTo>
                    <a:pt x="4574" y="0"/>
                    <a:pt x="4288" y="21"/>
                    <a:pt x="4007" y="67"/>
                  </a:cubicBezTo>
                  <a:cubicBezTo>
                    <a:pt x="3252" y="194"/>
                    <a:pt x="2622" y="499"/>
                    <a:pt x="2160" y="998"/>
                  </a:cubicBezTo>
                  <a:cubicBezTo>
                    <a:pt x="1" y="3348"/>
                    <a:pt x="2441" y="9102"/>
                    <a:pt x="7611" y="13852"/>
                  </a:cubicBezTo>
                  <a:cubicBezTo>
                    <a:pt x="7891" y="14111"/>
                    <a:pt x="8170" y="14358"/>
                    <a:pt x="8454" y="14595"/>
                  </a:cubicBezTo>
                  <a:lnTo>
                    <a:pt x="8456" y="14595"/>
                  </a:lnTo>
                  <a:cubicBezTo>
                    <a:pt x="10304" y="16166"/>
                    <a:pt x="12220" y="17371"/>
                    <a:pt x="14000" y="18156"/>
                  </a:cubicBezTo>
                  <a:cubicBezTo>
                    <a:pt x="14487" y="18371"/>
                    <a:pt x="14986" y="18560"/>
                    <a:pt x="15494" y="18724"/>
                  </a:cubicBezTo>
                  <a:cubicBezTo>
                    <a:pt x="16397" y="19008"/>
                    <a:pt x="17244" y="19167"/>
                    <a:pt x="18004" y="19190"/>
                  </a:cubicBezTo>
                  <a:cubicBezTo>
                    <a:pt x="18062" y="19190"/>
                    <a:pt x="18119" y="19193"/>
                    <a:pt x="18177" y="19193"/>
                  </a:cubicBezTo>
                  <a:cubicBezTo>
                    <a:pt x="19320" y="19193"/>
                    <a:pt x="20255" y="18872"/>
                    <a:pt x="20879" y="18193"/>
                  </a:cubicBezTo>
                  <a:cubicBezTo>
                    <a:pt x="23038" y="15845"/>
                    <a:pt x="20597" y="10088"/>
                    <a:pt x="15429" y="5341"/>
                  </a:cubicBezTo>
                  <a:cubicBezTo>
                    <a:pt x="14721" y="4688"/>
                    <a:pt x="13977" y="4073"/>
                    <a:pt x="13201" y="3498"/>
                  </a:cubicBezTo>
                  <a:cubicBezTo>
                    <a:pt x="12271" y="2801"/>
                    <a:pt x="11287" y="2178"/>
                    <a:pt x="10262" y="1630"/>
                  </a:cubicBezTo>
                  <a:cubicBezTo>
                    <a:pt x="9738" y="1351"/>
                    <a:pt x="9223" y="1106"/>
                    <a:pt x="8717" y="899"/>
                  </a:cubicBezTo>
                  <a:cubicBezTo>
                    <a:pt x="7305" y="312"/>
                    <a:pt x="5982" y="1"/>
                    <a:pt x="4860"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2"/>
            <p:cNvSpPr/>
            <p:nvPr/>
          </p:nvSpPr>
          <p:spPr>
            <a:xfrm>
              <a:off x="2747900" y="2609975"/>
              <a:ext cx="408725" cy="340475"/>
            </a:xfrm>
            <a:custGeom>
              <a:rect b="b" l="l" r="r" t="t"/>
              <a:pathLst>
                <a:path extrusionOk="0" h="13619" w="16349">
                  <a:moveTo>
                    <a:pt x="3097" y="0"/>
                  </a:moveTo>
                  <a:cubicBezTo>
                    <a:pt x="2363" y="0"/>
                    <a:pt x="1799" y="206"/>
                    <a:pt x="1428" y="610"/>
                  </a:cubicBezTo>
                  <a:cubicBezTo>
                    <a:pt x="1" y="2164"/>
                    <a:pt x="1866" y="6207"/>
                    <a:pt x="5586" y="9624"/>
                  </a:cubicBezTo>
                  <a:cubicBezTo>
                    <a:pt x="8228" y="12051"/>
                    <a:pt x="11236" y="13618"/>
                    <a:pt x="13252" y="13618"/>
                  </a:cubicBezTo>
                  <a:cubicBezTo>
                    <a:pt x="13986" y="13618"/>
                    <a:pt x="14547" y="13413"/>
                    <a:pt x="14921" y="13007"/>
                  </a:cubicBezTo>
                  <a:cubicBezTo>
                    <a:pt x="16348" y="11455"/>
                    <a:pt x="14483" y="7410"/>
                    <a:pt x="10760" y="3992"/>
                  </a:cubicBezTo>
                  <a:cubicBezTo>
                    <a:pt x="8121" y="1568"/>
                    <a:pt x="5113" y="0"/>
                    <a:pt x="3097"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2"/>
            <p:cNvSpPr/>
            <p:nvPr/>
          </p:nvSpPr>
          <p:spPr>
            <a:xfrm>
              <a:off x="2747675" y="2609800"/>
              <a:ext cx="409125" cy="340775"/>
            </a:xfrm>
            <a:custGeom>
              <a:rect b="b" l="l" r="r" t="t"/>
              <a:pathLst>
                <a:path extrusionOk="0" h="13631" w="16365">
                  <a:moveTo>
                    <a:pt x="3106" y="12"/>
                  </a:moveTo>
                  <a:cubicBezTo>
                    <a:pt x="4080" y="12"/>
                    <a:pt x="5304" y="376"/>
                    <a:pt x="6646" y="1067"/>
                  </a:cubicBezTo>
                  <a:cubicBezTo>
                    <a:pt x="8019" y="1776"/>
                    <a:pt x="9444" y="2792"/>
                    <a:pt x="10767" y="4004"/>
                  </a:cubicBezTo>
                  <a:cubicBezTo>
                    <a:pt x="12568" y="5659"/>
                    <a:pt x="13993" y="7509"/>
                    <a:pt x="14778" y="9213"/>
                  </a:cubicBezTo>
                  <a:cubicBezTo>
                    <a:pt x="15159" y="10040"/>
                    <a:pt x="15369" y="10788"/>
                    <a:pt x="15401" y="11434"/>
                  </a:cubicBezTo>
                  <a:cubicBezTo>
                    <a:pt x="15434" y="12102"/>
                    <a:pt x="15272" y="12633"/>
                    <a:pt x="14926" y="13011"/>
                  </a:cubicBezTo>
                  <a:cubicBezTo>
                    <a:pt x="14554" y="13415"/>
                    <a:pt x="13993" y="13621"/>
                    <a:pt x="13261" y="13621"/>
                  </a:cubicBezTo>
                  <a:cubicBezTo>
                    <a:pt x="12286" y="13621"/>
                    <a:pt x="11063" y="13256"/>
                    <a:pt x="9721" y="12566"/>
                  </a:cubicBezTo>
                  <a:cubicBezTo>
                    <a:pt x="8345" y="11857"/>
                    <a:pt x="6923" y="10843"/>
                    <a:pt x="5600" y="9629"/>
                  </a:cubicBezTo>
                  <a:cubicBezTo>
                    <a:pt x="3799" y="7973"/>
                    <a:pt x="2374" y="6124"/>
                    <a:pt x="1589" y="4420"/>
                  </a:cubicBezTo>
                  <a:cubicBezTo>
                    <a:pt x="1206" y="3593"/>
                    <a:pt x="998" y="2845"/>
                    <a:pt x="966" y="2198"/>
                  </a:cubicBezTo>
                  <a:cubicBezTo>
                    <a:pt x="933" y="1531"/>
                    <a:pt x="1093" y="1000"/>
                    <a:pt x="1441" y="621"/>
                  </a:cubicBezTo>
                  <a:cubicBezTo>
                    <a:pt x="1813" y="217"/>
                    <a:pt x="2372" y="12"/>
                    <a:pt x="3106" y="12"/>
                  </a:cubicBezTo>
                  <a:close/>
                  <a:moveTo>
                    <a:pt x="3106" y="0"/>
                  </a:moveTo>
                  <a:cubicBezTo>
                    <a:pt x="2392" y="0"/>
                    <a:pt x="1815" y="196"/>
                    <a:pt x="1432" y="614"/>
                  </a:cubicBezTo>
                  <a:cubicBezTo>
                    <a:pt x="0" y="2173"/>
                    <a:pt x="1864" y="6211"/>
                    <a:pt x="5590" y="9636"/>
                  </a:cubicBezTo>
                  <a:cubicBezTo>
                    <a:pt x="8324" y="12148"/>
                    <a:pt x="11301" y="13630"/>
                    <a:pt x="13259" y="13630"/>
                  </a:cubicBezTo>
                  <a:cubicBezTo>
                    <a:pt x="13972" y="13630"/>
                    <a:pt x="14552" y="13434"/>
                    <a:pt x="14933" y="13018"/>
                  </a:cubicBezTo>
                  <a:cubicBezTo>
                    <a:pt x="16364" y="11460"/>
                    <a:pt x="14503" y="7421"/>
                    <a:pt x="10774" y="3995"/>
                  </a:cubicBezTo>
                  <a:cubicBezTo>
                    <a:pt x="8040" y="1485"/>
                    <a:pt x="5064" y="0"/>
                    <a:pt x="3106"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2"/>
            <p:cNvSpPr/>
            <p:nvPr/>
          </p:nvSpPr>
          <p:spPr>
            <a:xfrm>
              <a:off x="2716275" y="2553225"/>
              <a:ext cx="450800" cy="428675"/>
            </a:xfrm>
            <a:custGeom>
              <a:rect b="b" l="l" r="r" t="t"/>
              <a:pathLst>
                <a:path extrusionOk="0" fill="none" h="17147" w="18032">
                  <a:moveTo>
                    <a:pt x="12665" y="5530"/>
                  </a:moveTo>
                  <a:cubicBezTo>
                    <a:pt x="14711" y="7410"/>
                    <a:pt x="16336" y="9578"/>
                    <a:pt x="17184" y="11557"/>
                  </a:cubicBezTo>
                  <a:cubicBezTo>
                    <a:pt x="18031" y="13538"/>
                    <a:pt x="18031" y="15168"/>
                    <a:pt x="17184" y="16087"/>
                  </a:cubicBezTo>
                  <a:cubicBezTo>
                    <a:pt x="16339" y="17008"/>
                    <a:pt x="14713" y="17147"/>
                    <a:pt x="12670" y="16468"/>
                  </a:cubicBezTo>
                  <a:cubicBezTo>
                    <a:pt x="10626" y="15791"/>
                    <a:pt x="8329" y="14355"/>
                    <a:pt x="6283" y="12476"/>
                  </a:cubicBezTo>
                  <a:cubicBezTo>
                    <a:pt x="2025" y="8562"/>
                    <a:pt x="0" y="3836"/>
                    <a:pt x="1764" y="1917"/>
                  </a:cubicBezTo>
                  <a:cubicBezTo>
                    <a:pt x="3526" y="0"/>
                    <a:pt x="8407" y="1617"/>
                    <a:pt x="12665" y="553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2"/>
            <p:cNvSpPr/>
            <p:nvPr/>
          </p:nvSpPr>
          <p:spPr>
            <a:xfrm>
              <a:off x="2766075" y="2537900"/>
              <a:ext cx="249925" cy="453525"/>
            </a:xfrm>
            <a:custGeom>
              <a:rect b="b" l="l" r="r" t="t"/>
              <a:pathLst>
                <a:path extrusionOk="0" h="18141" w="9997">
                  <a:moveTo>
                    <a:pt x="859" y="0"/>
                  </a:moveTo>
                  <a:cubicBezTo>
                    <a:pt x="568" y="0"/>
                    <a:pt x="282" y="17"/>
                    <a:pt x="1" y="50"/>
                  </a:cubicBezTo>
                  <a:lnTo>
                    <a:pt x="587" y="1966"/>
                  </a:lnTo>
                  <a:lnTo>
                    <a:pt x="980" y="3248"/>
                  </a:lnTo>
                  <a:lnTo>
                    <a:pt x="3349" y="10985"/>
                  </a:lnTo>
                  <a:lnTo>
                    <a:pt x="3871" y="12685"/>
                  </a:lnTo>
                  <a:lnTo>
                    <a:pt x="4448" y="14576"/>
                  </a:lnTo>
                  <a:lnTo>
                    <a:pt x="4450" y="14576"/>
                  </a:lnTo>
                  <a:cubicBezTo>
                    <a:pt x="6298" y="16146"/>
                    <a:pt x="8216" y="17351"/>
                    <a:pt x="9997" y="18141"/>
                  </a:cubicBezTo>
                  <a:lnTo>
                    <a:pt x="9535" y="16635"/>
                  </a:lnTo>
                  <a:lnTo>
                    <a:pt x="9209" y="15566"/>
                  </a:lnTo>
                  <a:lnTo>
                    <a:pt x="7771" y="10868"/>
                  </a:lnTo>
                  <a:lnTo>
                    <a:pt x="7741" y="10777"/>
                  </a:lnTo>
                  <a:lnTo>
                    <a:pt x="7487" y="9937"/>
                  </a:lnTo>
                  <a:lnTo>
                    <a:pt x="7484" y="9935"/>
                  </a:lnTo>
                  <a:lnTo>
                    <a:pt x="6847" y="7857"/>
                  </a:lnTo>
                  <a:lnTo>
                    <a:pt x="5600" y="3781"/>
                  </a:lnTo>
                  <a:lnTo>
                    <a:pt x="5208" y="2497"/>
                  </a:lnTo>
                  <a:lnTo>
                    <a:pt x="4714" y="881"/>
                  </a:lnTo>
                  <a:cubicBezTo>
                    <a:pt x="3342" y="284"/>
                    <a:pt x="2059" y="0"/>
                    <a:pt x="859"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2"/>
            <p:cNvSpPr/>
            <p:nvPr/>
          </p:nvSpPr>
          <p:spPr>
            <a:xfrm>
              <a:off x="2922450" y="2578150"/>
              <a:ext cx="193575" cy="439025"/>
            </a:xfrm>
            <a:custGeom>
              <a:rect b="b" l="l" r="r" t="t"/>
              <a:pathLst>
                <a:path extrusionOk="0" h="17561" w="7743">
                  <a:moveTo>
                    <a:pt x="1" y="1"/>
                  </a:moveTo>
                  <a:lnTo>
                    <a:pt x="509" y="1652"/>
                  </a:lnTo>
                  <a:lnTo>
                    <a:pt x="941" y="3063"/>
                  </a:lnTo>
                  <a:lnTo>
                    <a:pt x="2479" y="8085"/>
                  </a:lnTo>
                  <a:lnTo>
                    <a:pt x="2804" y="9151"/>
                  </a:lnTo>
                  <a:lnTo>
                    <a:pt x="2929" y="9555"/>
                  </a:lnTo>
                  <a:lnTo>
                    <a:pt x="2931" y="9558"/>
                  </a:lnTo>
                  <a:lnTo>
                    <a:pt x="3095" y="10098"/>
                  </a:lnTo>
                  <a:lnTo>
                    <a:pt x="4467" y="14575"/>
                  </a:lnTo>
                  <a:lnTo>
                    <a:pt x="4769" y="15573"/>
                  </a:lnTo>
                  <a:lnTo>
                    <a:pt x="5235" y="17094"/>
                  </a:lnTo>
                  <a:cubicBezTo>
                    <a:pt x="6136" y="17378"/>
                    <a:pt x="6983" y="17538"/>
                    <a:pt x="7743" y="17561"/>
                  </a:cubicBezTo>
                  <a:lnTo>
                    <a:pt x="7226" y="15868"/>
                  </a:lnTo>
                  <a:lnTo>
                    <a:pt x="6912" y="14836"/>
                  </a:lnTo>
                  <a:lnTo>
                    <a:pt x="4058" y="5519"/>
                  </a:lnTo>
                  <a:lnTo>
                    <a:pt x="3513" y="3737"/>
                  </a:lnTo>
                  <a:lnTo>
                    <a:pt x="2940" y="1866"/>
                  </a:lnTo>
                  <a:lnTo>
                    <a:pt x="1767" y="1074"/>
                  </a:lnTo>
                  <a:lnTo>
                    <a:pt x="1"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 name="Google Shape;642;p32"/>
          <p:cNvGrpSpPr/>
          <p:nvPr/>
        </p:nvGrpSpPr>
        <p:grpSpPr>
          <a:xfrm rot="1135194">
            <a:off x="8293995" y="4186486"/>
            <a:ext cx="435970" cy="536160"/>
            <a:chOff x="4081850" y="3204400"/>
            <a:chExt cx="743225" cy="914025"/>
          </a:xfrm>
        </p:grpSpPr>
        <p:sp>
          <p:nvSpPr>
            <p:cNvPr id="643" name="Google Shape;643;p32"/>
            <p:cNvSpPr/>
            <p:nvPr/>
          </p:nvSpPr>
          <p:spPr>
            <a:xfrm>
              <a:off x="4106625" y="3204400"/>
              <a:ext cx="718450" cy="914025"/>
            </a:xfrm>
            <a:custGeom>
              <a:rect b="b" l="l" r="r" t="t"/>
              <a:pathLst>
                <a:path extrusionOk="0" h="36561" w="28738">
                  <a:moveTo>
                    <a:pt x="14832" y="0"/>
                  </a:moveTo>
                  <a:cubicBezTo>
                    <a:pt x="12888" y="0"/>
                    <a:pt x="11529" y="569"/>
                    <a:pt x="11529" y="569"/>
                  </a:cubicBezTo>
                  <a:cubicBezTo>
                    <a:pt x="11529" y="569"/>
                    <a:pt x="27955" y="2714"/>
                    <a:pt x="10506" y="29792"/>
                  </a:cubicBezTo>
                  <a:cubicBezTo>
                    <a:pt x="8291" y="33228"/>
                    <a:pt x="6253" y="34299"/>
                    <a:pt x="4573" y="34299"/>
                  </a:cubicBezTo>
                  <a:cubicBezTo>
                    <a:pt x="1798" y="34299"/>
                    <a:pt x="1" y="31378"/>
                    <a:pt x="0" y="31378"/>
                  </a:cubicBezTo>
                  <a:lnTo>
                    <a:pt x="0" y="31378"/>
                  </a:lnTo>
                  <a:cubicBezTo>
                    <a:pt x="0" y="31378"/>
                    <a:pt x="361" y="35656"/>
                    <a:pt x="6396" y="36372"/>
                  </a:cubicBezTo>
                  <a:cubicBezTo>
                    <a:pt x="7105" y="36457"/>
                    <a:pt x="7880" y="36561"/>
                    <a:pt x="8720" y="36561"/>
                  </a:cubicBezTo>
                  <a:cubicBezTo>
                    <a:pt x="11282" y="36561"/>
                    <a:pt x="14450" y="35596"/>
                    <a:pt x="18190" y="30193"/>
                  </a:cubicBezTo>
                  <a:cubicBezTo>
                    <a:pt x="21421" y="25527"/>
                    <a:pt x="28738" y="8230"/>
                    <a:pt x="20691" y="2014"/>
                  </a:cubicBezTo>
                  <a:cubicBezTo>
                    <a:pt x="18635" y="426"/>
                    <a:pt x="16515" y="0"/>
                    <a:pt x="14832"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2"/>
            <p:cNvSpPr/>
            <p:nvPr/>
          </p:nvSpPr>
          <p:spPr>
            <a:xfrm>
              <a:off x="4081975" y="3206200"/>
              <a:ext cx="497850" cy="882300"/>
            </a:xfrm>
            <a:custGeom>
              <a:rect b="b" l="l" r="r" t="t"/>
              <a:pathLst>
                <a:path extrusionOk="0" h="35292" w="19914">
                  <a:moveTo>
                    <a:pt x="14683" y="1"/>
                  </a:moveTo>
                  <a:cubicBezTo>
                    <a:pt x="14676" y="1"/>
                    <a:pt x="14669" y="1"/>
                    <a:pt x="14662" y="1"/>
                  </a:cubicBezTo>
                  <a:cubicBezTo>
                    <a:pt x="12598" y="1"/>
                    <a:pt x="10190" y="1490"/>
                    <a:pt x="7886" y="4191"/>
                  </a:cubicBezTo>
                  <a:cubicBezTo>
                    <a:pt x="5553" y="6925"/>
                    <a:pt x="3475" y="10730"/>
                    <a:pt x="2032" y="14912"/>
                  </a:cubicBezTo>
                  <a:cubicBezTo>
                    <a:pt x="1843" y="15459"/>
                    <a:pt x="1679" y="15967"/>
                    <a:pt x="1531" y="16464"/>
                  </a:cubicBezTo>
                  <a:lnTo>
                    <a:pt x="1531" y="16466"/>
                  </a:lnTo>
                  <a:cubicBezTo>
                    <a:pt x="545" y="19731"/>
                    <a:pt x="19" y="22996"/>
                    <a:pt x="7" y="25907"/>
                  </a:cubicBezTo>
                  <a:cubicBezTo>
                    <a:pt x="0" y="26681"/>
                    <a:pt x="37" y="27454"/>
                    <a:pt x="116" y="28223"/>
                  </a:cubicBezTo>
                  <a:cubicBezTo>
                    <a:pt x="261" y="29600"/>
                    <a:pt x="541" y="30814"/>
                    <a:pt x="949" y="31830"/>
                  </a:cubicBezTo>
                  <a:cubicBezTo>
                    <a:pt x="1284" y="32661"/>
                    <a:pt x="1704" y="33356"/>
                    <a:pt x="2196" y="33899"/>
                  </a:cubicBezTo>
                  <a:cubicBezTo>
                    <a:pt x="2702" y="34455"/>
                    <a:pt x="3286" y="34852"/>
                    <a:pt x="3935" y="35076"/>
                  </a:cubicBezTo>
                  <a:cubicBezTo>
                    <a:pt x="4351" y="35217"/>
                    <a:pt x="4787" y="35291"/>
                    <a:pt x="5226" y="35291"/>
                  </a:cubicBezTo>
                  <a:cubicBezTo>
                    <a:pt x="5233" y="35291"/>
                    <a:pt x="5240" y="35291"/>
                    <a:pt x="5246" y="35291"/>
                  </a:cubicBezTo>
                  <a:cubicBezTo>
                    <a:pt x="7311" y="35291"/>
                    <a:pt x="9717" y="33802"/>
                    <a:pt x="12023" y="31100"/>
                  </a:cubicBezTo>
                  <a:cubicBezTo>
                    <a:pt x="14353" y="28369"/>
                    <a:pt x="16431" y="24561"/>
                    <a:pt x="17874" y="20384"/>
                  </a:cubicBezTo>
                  <a:cubicBezTo>
                    <a:pt x="18334" y="19061"/>
                    <a:pt x="18722" y="17715"/>
                    <a:pt x="19036" y="16351"/>
                  </a:cubicBezTo>
                  <a:cubicBezTo>
                    <a:pt x="19435" y="14635"/>
                    <a:pt x="19698" y="12956"/>
                    <a:pt x="19818" y="11359"/>
                  </a:cubicBezTo>
                  <a:cubicBezTo>
                    <a:pt x="19888" y="10502"/>
                    <a:pt x="19913" y="9668"/>
                    <a:pt x="19899" y="8879"/>
                  </a:cubicBezTo>
                  <a:cubicBezTo>
                    <a:pt x="19851" y="6022"/>
                    <a:pt x="19290" y="3688"/>
                    <a:pt x="18276" y="2129"/>
                  </a:cubicBezTo>
                  <a:cubicBezTo>
                    <a:pt x="17657" y="1174"/>
                    <a:pt x="16881" y="529"/>
                    <a:pt x="15972" y="215"/>
                  </a:cubicBezTo>
                  <a:cubicBezTo>
                    <a:pt x="15558" y="74"/>
                    <a:pt x="15121" y="1"/>
                    <a:pt x="14683"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2"/>
            <p:cNvSpPr/>
            <p:nvPr/>
          </p:nvSpPr>
          <p:spPr>
            <a:xfrm>
              <a:off x="4081850" y="3206025"/>
              <a:ext cx="498125" cy="882575"/>
            </a:xfrm>
            <a:custGeom>
              <a:rect b="b" l="l" r="r" t="t"/>
              <a:pathLst>
                <a:path extrusionOk="0" h="35303" w="19925">
                  <a:moveTo>
                    <a:pt x="14667" y="12"/>
                  </a:moveTo>
                  <a:cubicBezTo>
                    <a:pt x="15113" y="12"/>
                    <a:pt x="15554" y="84"/>
                    <a:pt x="15977" y="229"/>
                  </a:cubicBezTo>
                  <a:cubicBezTo>
                    <a:pt x="16884" y="541"/>
                    <a:pt x="17660" y="1185"/>
                    <a:pt x="18279" y="2141"/>
                  </a:cubicBezTo>
                  <a:cubicBezTo>
                    <a:pt x="19288" y="3700"/>
                    <a:pt x="19851" y="6032"/>
                    <a:pt x="19900" y="8886"/>
                  </a:cubicBezTo>
                  <a:cubicBezTo>
                    <a:pt x="19913" y="9675"/>
                    <a:pt x="19888" y="10509"/>
                    <a:pt x="19819" y="11366"/>
                  </a:cubicBezTo>
                  <a:cubicBezTo>
                    <a:pt x="19699" y="12963"/>
                    <a:pt x="19435" y="14642"/>
                    <a:pt x="19036" y="16355"/>
                  </a:cubicBezTo>
                  <a:cubicBezTo>
                    <a:pt x="18722" y="17720"/>
                    <a:pt x="18334" y="19066"/>
                    <a:pt x="17877" y="20389"/>
                  </a:cubicBezTo>
                  <a:cubicBezTo>
                    <a:pt x="17140" y="22516"/>
                    <a:pt x="16251" y="24534"/>
                    <a:pt x="15231" y="26388"/>
                  </a:cubicBezTo>
                  <a:cubicBezTo>
                    <a:pt x="14245" y="28177"/>
                    <a:pt x="13167" y="29764"/>
                    <a:pt x="12024" y="31103"/>
                  </a:cubicBezTo>
                  <a:cubicBezTo>
                    <a:pt x="10890" y="32433"/>
                    <a:pt x="9733" y="33469"/>
                    <a:pt x="8588" y="34188"/>
                  </a:cubicBezTo>
                  <a:cubicBezTo>
                    <a:pt x="7415" y="34922"/>
                    <a:pt x="6293" y="35294"/>
                    <a:pt x="5251" y="35294"/>
                  </a:cubicBezTo>
                  <a:cubicBezTo>
                    <a:pt x="4806" y="35294"/>
                    <a:pt x="4365" y="35222"/>
                    <a:pt x="3942" y="35077"/>
                  </a:cubicBezTo>
                  <a:cubicBezTo>
                    <a:pt x="3296" y="34853"/>
                    <a:pt x="2709" y="34458"/>
                    <a:pt x="2204" y="33901"/>
                  </a:cubicBezTo>
                  <a:cubicBezTo>
                    <a:pt x="1714" y="33361"/>
                    <a:pt x="1294" y="32666"/>
                    <a:pt x="959" y="31837"/>
                  </a:cubicBezTo>
                  <a:cubicBezTo>
                    <a:pt x="553" y="30821"/>
                    <a:pt x="271" y="29607"/>
                    <a:pt x="128" y="28230"/>
                  </a:cubicBezTo>
                  <a:cubicBezTo>
                    <a:pt x="49" y="27459"/>
                    <a:pt x="12" y="26686"/>
                    <a:pt x="17" y="25914"/>
                  </a:cubicBezTo>
                  <a:cubicBezTo>
                    <a:pt x="28" y="23003"/>
                    <a:pt x="555" y="19738"/>
                    <a:pt x="1541" y="16475"/>
                  </a:cubicBezTo>
                  <a:lnTo>
                    <a:pt x="1543" y="16473"/>
                  </a:lnTo>
                  <a:cubicBezTo>
                    <a:pt x="1689" y="15977"/>
                    <a:pt x="1853" y="15469"/>
                    <a:pt x="2042" y="14921"/>
                  </a:cubicBezTo>
                  <a:cubicBezTo>
                    <a:pt x="2776" y="12792"/>
                    <a:pt x="3667" y="10774"/>
                    <a:pt x="4688" y="8920"/>
                  </a:cubicBezTo>
                  <a:cubicBezTo>
                    <a:pt x="5674" y="7129"/>
                    <a:pt x="6752" y="5542"/>
                    <a:pt x="7895" y="4203"/>
                  </a:cubicBezTo>
                  <a:cubicBezTo>
                    <a:pt x="9029" y="2873"/>
                    <a:pt x="10186" y="1834"/>
                    <a:pt x="11333" y="1118"/>
                  </a:cubicBezTo>
                  <a:cubicBezTo>
                    <a:pt x="12504" y="384"/>
                    <a:pt x="13626" y="12"/>
                    <a:pt x="14667" y="12"/>
                  </a:cubicBezTo>
                  <a:close/>
                  <a:moveTo>
                    <a:pt x="14667" y="1"/>
                  </a:moveTo>
                  <a:cubicBezTo>
                    <a:pt x="10426" y="1"/>
                    <a:pt x="5037" y="6214"/>
                    <a:pt x="2033" y="14917"/>
                  </a:cubicBezTo>
                  <a:cubicBezTo>
                    <a:pt x="1853" y="15439"/>
                    <a:pt x="1686" y="15953"/>
                    <a:pt x="1532" y="16468"/>
                  </a:cubicBezTo>
                  <a:lnTo>
                    <a:pt x="1532" y="16473"/>
                  </a:lnTo>
                  <a:cubicBezTo>
                    <a:pt x="513" y="19840"/>
                    <a:pt x="17" y="23091"/>
                    <a:pt x="8" y="25912"/>
                  </a:cubicBezTo>
                  <a:cubicBezTo>
                    <a:pt x="1" y="26688"/>
                    <a:pt x="38" y="27461"/>
                    <a:pt x="116" y="28230"/>
                  </a:cubicBezTo>
                  <a:cubicBezTo>
                    <a:pt x="262" y="29595"/>
                    <a:pt x="539" y="30816"/>
                    <a:pt x="950" y="31839"/>
                  </a:cubicBezTo>
                  <a:cubicBezTo>
                    <a:pt x="1615" y="33486"/>
                    <a:pt x="2615" y="34631"/>
                    <a:pt x="3940" y="35088"/>
                  </a:cubicBezTo>
                  <a:cubicBezTo>
                    <a:pt x="4356" y="35229"/>
                    <a:pt x="4792" y="35303"/>
                    <a:pt x="5231" y="35303"/>
                  </a:cubicBezTo>
                  <a:cubicBezTo>
                    <a:pt x="5238" y="35303"/>
                    <a:pt x="5245" y="35303"/>
                    <a:pt x="5251" y="35303"/>
                  </a:cubicBezTo>
                  <a:cubicBezTo>
                    <a:pt x="9493" y="35303"/>
                    <a:pt x="14882" y="29092"/>
                    <a:pt x="17886" y="20391"/>
                  </a:cubicBezTo>
                  <a:cubicBezTo>
                    <a:pt x="18346" y="19068"/>
                    <a:pt x="18734" y="17724"/>
                    <a:pt x="19048" y="16360"/>
                  </a:cubicBezTo>
                  <a:cubicBezTo>
                    <a:pt x="19449" y="14628"/>
                    <a:pt x="19713" y="12947"/>
                    <a:pt x="19830" y="11368"/>
                  </a:cubicBezTo>
                  <a:cubicBezTo>
                    <a:pt x="19897" y="10509"/>
                    <a:pt x="19925" y="9680"/>
                    <a:pt x="19911" y="8888"/>
                  </a:cubicBezTo>
                  <a:cubicBezTo>
                    <a:pt x="19863" y="6073"/>
                    <a:pt x="19311" y="3714"/>
                    <a:pt x="18288" y="2136"/>
                  </a:cubicBezTo>
                  <a:cubicBezTo>
                    <a:pt x="17681" y="1201"/>
                    <a:pt x="16912" y="541"/>
                    <a:pt x="15979" y="220"/>
                  </a:cubicBezTo>
                  <a:cubicBezTo>
                    <a:pt x="15563" y="77"/>
                    <a:pt x="15126" y="3"/>
                    <a:pt x="14688" y="3"/>
                  </a:cubicBezTo>
                  <a:cubicBezTo>
                    <a:pt x="14681" y="3"/>
                    <a:pt x="14674" y="3"/>
                    <a:pt x="14667" y="3"/>
                  </a:cubicBezTo>
                  <a:lnTo>
                    <a:pt x="14667"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2"/>
            <p:cNvSpPr/>
            <p:nvPr/>
          </p:nvSpPr>
          <p:spPr>
            <a:xfrm>
              <a:off x="4152175" y="3329225"/>
              <a:ext cx="347700" cy="635150"/>
            </a:xfrm>
            <a:custGeom>
              <a:rect b="b" l="l" r="r" t="t"/>
              <a:pathLst>
                <a:path extrusionOk="0" h="25406" w="13908">
                  <a:moveTo>
                    <a:pt x="10494" y="0"/>
                  </a:moveTo>
                  <a:cubicBezTo>
                    <a:pt x="9111" y="0"/>
                    <a:pt x="7463" y="1090"/>
                    <a:pt x="5853" y="3071"/>
                  </a:cubicBezTo>
                  <a:cubicBezTo>
                    <a:pt x="4228" y="5071"/>
                    <a:pt x="2755" y="7848"/>
                    <a:pt x="1704" y="10889"/>
                  </a:cubicBezTo>
                  <a:cubicBezTo>
                    <a:pt x="545" y="14249"/>
                    <a:pt x="0" y="17595"/>
                    <a:pt x="173" y="20312"/>
                  </a:cubicBezTo>
                  <a:cubicBezTo>
                    <a:pt x="256" y="21633"/>
                    <a:pt x="506" y="22732"/>
                    <a:pt x="912" y="23582"/>
                  </a:cubicBezTo>
                  <a:cubicBezTo>
                    <a:pt x="1332" y="24459"/>
                    <a:pt x="1905" y="25030"/>
                    <a:pt x="2612" y="25272"/>
                  </a:cubicBezTo>
                  <a:cubicBezTo>
                    <a:pt x="2870" y="25362"/>
                    <a:pt x="3140" y="25406"/>
                    <a:pt x="3413" y="25406"/>
                  </a:cubicBezTo>
                  <a:cubicBezTo>
                    <a:pt x="4796" y="25406"/>
                    <a:pt x="6444" y="24314"/>
                    <a:pt x="8052" y="22335"/>
                  </a:cubicBezTo>
                  <a:cubicBezTo>
                    <a:pt x="9677" y="20333"/>
                    <a:pt x="11152" y="17558"/>
                    <a:pt x="12203" y="14514"/>
                  </a:cubicBezTo>
                  <a:cubicBezTo>
                    <a:pt x="13362" y="11157"/>
                    <a:pt x="13907" y="7811"/>
                    <a:pt x="13734" y="5094"/>
                  </a:cubicBezTo>
                  <a:cubicBezTo>
                    <a:pt x="13651" y="3773"/>
                    <a:pt x="13401" y="2672"/>
                    <a:pt x="12995" y="1824"/>
                  </a:cubicBezTo>
                  <a:cubicBezTo>
                    <a:pt x="12575" y="944"/>
                    <a:pt x="12002" y="376"/>
                    <a:pt x="11293" y="132"/>
                  </a:cubicBezTo>
                  <a:cubicBezTo>
                    <a:pt x="11037" y="44"/>
                    <a:pt x="10767" y="0"/>
                    <a:pt x="1049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2"/>
            <p:cNvSpPr/>
            <p:nvPr/>
          </p:nvSpPr>
          <p:spPr>
            <a:xfrm>
              <a:off x="4134675" y="3329050"/>
              <a:ext cx="382675" cy="635450"/>
            </a:xfrm>
            <a:custGeom>
              <a:rect b="b" l="l" r="r" t="t"/>
              <a:pathLst>
                <a:path extrusionOk="0" h="25418" w="15307">
                  <a:moveTo>
                    <a:pt x="11217" y="14"/>
                  </a:moveTo>
                  <a:cubicBezTo>
                    <a:pt x="11480" y="14"/>
                    <a:pt x="11743" y="58"/>
                    <a:pt x="11993" y="143"/>
                  </a:cubicBezTo>
                  <a:cubicBezTo>
                    <a:pt x="12700" y="388"/>
                    <a:pt x="13270" y="956"/>
                    <a:pt x="13690" y="1833"/>
                  </a:cubicBezTo>
                  <a:cubicBezTo>
                    <a:pt x="14097" y="2681"/>
                    <a:pt x="14346" y="3780"/>
                    <a:pt x="14429" y="5101"/>
                  </a:cubicBezTo>
                  <a:cubicBezTo>
                    <a:pt x="14512" y="6421"/>
                    <a:pt x="14427" y="7897"/>
                    <a:pt x="14175" y="9483"/>
                  </a:cubicBezTo>
                  <a:cubicBezTo>
                    <a:pt x="13912" y="11129"/>
                    <a:pt x="13483" y="12822"/>
                    <a:pt x="12898" y="14519"/>
                  </a:cubicBezTo>
                  <a:cubicBezTo>
                    <a:pt x="11848" y="17562"/>
                    <a:pt x="10375" y="20338"/>
                    <a:pt x="8749" y="22337"/>
                  </a:cubicBezTo>
                  <a:cubicBezTo>
                    <a:pt x="7142" y="24316"/>
                    <a:pt x="5496" y="25406"/>
                    <a:pt x="4113" y="25406"/>
                  </a:cubicBezTo>
                  <a:cubicBezTo>
                    <a:pt x="3843" y="25406"/>
                    <a:pt x="3572" y="25362"/>
                    <a:pt x="3316" y="25274"/>
                  </a:cubicBezTo>
                  <a:cubicBezTo>
                    <a:pt x="2610" y="25032"/>
                    <a:pt x="2037" y="24464"/>
                    <a:pt x="1619" y="23586"/>
                  </a:cubicBezTo>
                  <a:cubicBezTo>
                    <a:pt x="1213" y="22737"/>
                    <a:pt x="963" y="21638"/>
                    <a:pt x="880" y="20319"/>
                  </a:cubicBezTo>
                  <a:cubicBezTo>
                    <a:pt x="797" y="18999"/>
                    <a:pt x="883" y="17523"/>
                    <a:pt x="1134" y="15934"/>
                  </a:cubicBezTo>
                  <a:cubicBezTo>
                    <a:pt x="1395" y="14290"/>
                    <a:pt x="1825" y="12596"/>
                    <a:pt x="2411" y="10899"/>
                  </a:cubicBezTo>
                  <a:cubicBezTo>
                    <a:pt x="3462" y="7858"/>
                    <a:pt x="4935" y="5082"/>
                    <a:pt x="6558" y="3083"/>
                  </a:cubicBezTo>
                  <a:cubicBezTo>
                    <a:pt x="8167" y="1104"/>
                    <a:pt x="9814" y="14"/>
                    <a:pt x="11197" y="14"/>
                  </a:cubicBezTo>
                  <a:cubicBezTo>
                    <a:pt x="11203" y="14"/>
                    <a:pt x="11210" y="14"/>
                    <a:pt x="11217" y="14"/>
                  </a:cubicBezTo>
                  <a:close/>
                  <a:moveTo>
                    <a:pt x="11197" y="0"/>
                  </a:moveTo>
                  <a:cubicBezTo>
                    <a:pt x="8350" y="0"/>
                    <a:pt x="4586" y="4565"/>
                    <a:pt x="2400" y="10894"/>
                  </a:cubicBezTo>
                  <a:cubicBezTo>
                    <a:pt x="1" y="17842"/>
                    <a:pt x="409" y="24284"/>
                    <a:pt x="3312" y="25286"/>
                  </a:cubicBezTo>
                  <a:cubicBezTo>
                    <a:pt x="3570" y="25374"/>
                    <a:pt x="3840" y="25417"/>
                    <a:pt x="4113" y="25417"/>
                  </a:cubicBezTo>
                  <a:cubicBezTo>
                    <a:pt x="6960" y="25417"/>
                    <a:pt x="10723" y="20855"/>
                    <a:pt x="12910" y="14524"/>
                  </a:cubicBezTo>
                  <a:cubicBezTo>
                    <a:pt x="15307" y="7578"/>
                    <a:pt x="14900" y="1136"/>
                    <a:pt x="11998" y="134"/>
                  </a:cubicBezTo>
                  <a:cubicBezTo>
                    <a:pt x="11739" y="44"/>
                    <a:pt x="11469" y="0"/>
                    <a:pt x="11197"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2"/>
            <p:cNvSpPr/>
            <p:nvPr/>
          </p:nvSpPr>
          <p:spPr>
            <a:xfrm>
              <a:off x="4120125" y="3272825"/>
              <a:ext cx="418300" cy="747900"/>
            </a:xfrm>
            <a:custGeom>
              <a:rect b="b" l="l" r="r" t="t"/>
              <a:pathLst>
                <a:path extrusionOk="0" fill="none" h="29916" w="16732">
                  <a:moveTo>
                    <a:pt x="13326" y="591"/>
                  </a:moveTo>
                  <a:cubicBezTo>
                    <a:pt x="15041" y="1185"/>
                    <a:pt x="16166" y="3267"/>
                    <a:pt x="16447" y="6380"/>
                  </a:cubicBezTo>
                  <a:cubicBezTo>
                    <a:pt x="16731" y="9492"/>
                    <a:pt x="16152" y="13381"/>
                    <a:pt x="14836" y="17193"/>
                  </a:cubicBezTo>
                  <a:cubicBezTo>
                    <a:pt x="13520" y="21003"/>
                    <a:pt x="11578" y="24420"/>
                    <a:pt x="9433" y="26694"/>
                  </a:cubicBezTo>
                  <a:cubicBezTo>
                    <a:pt x="7290" y="28971"/>
                    <a:pt x="5122" y="29915"/>
                    <a:pt x="3404" y="29322"/>
                  </a:cubicBezTo>
                  <a:cubicBezTo>
                    <a:pt x="1689" y="28731"/>
                    <a:pt x="566" y="26648"/>
                    <a:pt x="282" y="23536"/>
                  </a:cubicBezTo>
                  <a:cubicBezTo>
                    <a:pt x="1" y="20423"/>
                    <a:pt x="580" y="16533"/>
                    <a:pt x="1896" y="12723"/>
                  </a:cubicBezTo>
                  <a:cubicBezTo>
                    <a:pt x="3210" y="8913"/>
                    <a:pt x="5154" y="5496"/>
                    <a:pt x="7297" y="3219"/>
                  </a:cubicBezTo>
                  <a:cubicBezTo>
                    <a:pt x="9442" y="945"/>
                    <a:pt x="11610" y="0"/>
                    <a:pt x="13326" y="591"/>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2"/>
            <p:cNvSpPr/>
            <p:nvPr/>
          </p:nvSpPr>
          <p:spPr>
            <a:xfrm>
              <a:off x="4081975" y="3231825"/>
              <a:ext cx="608550" cy="622075"/>
            </a:xfrm>
            <a:custGeom>
              <a:rect b="b" l="l" r="r" t="t"/>
              <a:pathLst>
                <a:path extrusionOk="0" h="24883" w="24342">
                  <a:moveTo>
                    <a:pt x="20008" y="1"/>
                  </a:moveTo>
                  <a:lnTo>
                    <a:pt x="18283" y="1102"/>
                  </a:lnTo>
                  <a:lnTo>
                    <a:pt x="16073" y="2993"/>
                  </a:lnTo>
                  <a:lnTo>
                    <a:pt x="14593" y="4256"/>
                  </a:lnTo>
                  <a:lnTo>
                    <a:pt x="5669" y="11892"/>
                  </a:lnTo>
                  <a:lnTo>
                    <a:pt x="3709" y="13571"/>
                  </a:lnTo>
                  <a:lnTo>
                    <a:pt x="3709" y="13573"/>
                  </a:lnTo>
                  <a:lnTo>
                    <a:pt x="1527" y="15436"/>
                  </a:lnTo>
                  <a:lnTo>
                    <a:pt x="1527" y="15441"/>
                  </a:lnTo>
                  <a:cubicBezTo>
                    <a:pt x="508" y="18808"/>
                    <a:pt x="12" y="22059"/>
                    <a:pt x="0" y="24882"/>
                  </a:cubicBezTo>
                  <a:lnTo>
                    <a:pt x="1737" y="23395"/>
                  </a:lnTo>
                  <a:lnTo>
                    <a:pt x="2967" y="22345"/>
                  </a:lnTo>
                  <a:lnTo>
                    <a:pt x="8389" y="17706"/>
                  </a:lnTo>
                  <a:lnTo>
                    <a:pt x="8491" y="17618"/>
                  </a:lnTo>
                  <a:lnTo>
                    <a:pt x="9463" y="16789"/>
                  </a:lnTo>
                  <a:lnTo>
                    <a:pt x="9463" y="16787"/>
                  </a:lnTo>
                  <a:lnTo>
                    <a:pt x="11862" y="14734"/>
                  </a:lnTo>
                  <a:lnTo>
                    <a:pt x="16563" y="10717"/>
                  </a:lnTo>
                  <a:lnTo>
                    <a:pt x="18043" y="9449"/>
                  </a:lnTo>
                  <a:lnTo>
                    <a:pt x="19906" y="7856"/>
                  </a:lnTo>
                  <a:lnTo>
                    <a:pt x="24342" y="4420"/>
                  </a:lnTo>
                  <a:cubicBezTo>
                    <a:pt x="23266" y="2321"/>
                    <a:pt x="21829" y="832"/>
                    <a:pt x="20008"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2"/>
            <p:cNvSpPr/>
            <p:nvPr/>
          </p:nvSpPr>
          <p:spPr>
            <a:xfrm>
              <a:off x="4084750" y="3382550"/>
              <a:ext cx="630250" cy="619525"/>
            </a:xfrm>
            <a:custGeom>
              <a:rect b="b" l="l" r="r" t="t"/>
              <a:pathLst>
                <a:path extrusionOk="0" h="24781" w="25210">
                  <a:moveTo>
                    <a:pt x="24769" y="1"/>
                  </a:moveTo>
                  <a:lnTo>
                    <a:pt x="19712" y="4305"/>
                  </a:lnTo>
                  <a:lnTo>
                    <a:pt x="17807" y="5937"/>
                  </a:lnTo>
                  <a:lnTo>
                    <a:pt x="16182" y="7327"/>
                  </a:lnTo>
                  <a:lnTo>
                    <a:pt x="10388" y="12282"/>
                  </a:lnTo>
                  <a:lnTo>
                    <a:pt x="9158" y="13335"/>
                  </a:lnTo>
                  <a:lnTo>
                    <a:pt x="8694" y="13734"/>
                  </a:lnTo>
                  <a:lnTo>
                    <a:pt x="8694" y="13739"/>
                  </a:lnTo>
                  <a:lnTo>
                    <a:pt x="8068" y="14270"/>
                  </a:lnTo>
                  <a:lnTo>
                    <a:pt x="2905" y="18687"/>
                  </a:lnTo>
                  <a:lnTo>
                    <a:pt x="1755" y="19671"/>
                  </a:lnTo>
                  <a:lnTo>
                    <a:pt x="0" y="21169"/>
                  </a:lnTo>
                  <a:cubicBezTo>
                    <a:pt x="143" y="22534"/>
                    <a:pt x="423" y="23755"/>
                    <a:pt x="834" y="24781"/>
                  </a:cubicBezTo>
                  <a:lnTo>
                    <a:pt x="2787" y="23111"/>
                  </a:lnTo>
                  <a:lnTo>
                    <a:pt x="3979" y="22093"/>
                  </a:lnTo>
                  <a:lnTo>
                    <a:pt x="14718" y="12903"/>
                  </a:lnTo>
                  <a:lnTo>
                    <a:pt x="14718" y="12901"/>
                  </a:lnTo>
                  <a:lnTo>
                    <a:pt x="16777" y="11144"/>
                  </a:lnTo>
                  <a:lnTo>
                    <a:pt x="18932" y="9299"/>
                  </a:lnTo>
                  <a:lnTo>
                    <a:pt x="25210" y="3365"/>
                  </a:lnTo>
                  <a:cubicBezTo>
                    <a:pt x="25157" y="2233"/>
                    <a:pt x="25009" y="1107"/>
                    <a:pt x="24769"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32"/>
          <p:cNvGrpSpPr/>
          <p:nvPr/>
        </p:nvGrpSpPr>
        <p:grpSpPr>
          <a:xfrm flipH="1">
            <a:off x="283268" y="1137208"/>
            <a:ext cx="530159" cy="550985"/>
            <a:chOff x="2777975" y="4487350"/>
            <a:chExt cx="803150" cy="834825"/>
          </a:xfrm>
        </p:grpSpPr>
        <p:sp>
          <p:nvSpPr>
            <p:cNvPr id="652" name="Google Shape;652;p32"/>
            <p:cNvSpPr/>
            <p:nvPr/>
          </p:nvSpPr>
          <p:spPr>
            <a:xfrm>
              <a:off x="2801475" y="4545025"/>
              <a:ext cx="776425" cy="720275"/>
            </a:xfrm>
            <a:custGeom>
              <a:rect b="b" l="l" r="r" t="t"/>
              <a:pathLst>
                <a:path extrusionOk="0" h="28811" w="31057">
                  <a:moveTo>
                    <a:pt x="14617" y="0"/>
                  </a:moveTo>
                  <a:cubicBezTo>
                    <a:pt x="8672" y="0"/>
                    <a:pt x="3310" y="3412"/>
                    <a:pt x="718" y="8603"/>
                  </a:cubicBezTo>
                  <a:cubicBezTo>
                    <a:pt x="469" y="9391"/>
                    <a:pt x="287" y="10196"/>
                    <a:pt x="169" y="11012"/>
                  </a:cubicBezTo>
                  <a:cubicBezTo>
                    <a:pt x="53" y="11797"/>
                    <a:pt x="0" y="12589"/>
                    <a:pt x="5" y="13381"/>
                  </a:cubicBezTo>
                  <a:cubicBezTo>
                    <a:pt x="10" y="14161"/>
                    <a:pt x="77" y="14939"/>
                    <a:pt x="201" y="15710"/>
                  </a:cubicBezTo>
                  <a:cubicBezTo>
                    <a:pt x="284" y="16230"/>
                    <a:pt x="393" y="16747"/>
                    <a:pt x="527" y="17255"/>
                  </a:cubicBezTo>
                  <a:cubicBezTo>
                    <a:pt x="905" y="18673"/>
                    <a:pt x="1483" y="20028"/>
                    <a:pt x="2240" y="21282"/>
                  </a:cubicBezTo>
                  <a:cubicBezTo>
                    <a:pt x="4565" y="25133"/>
                    <a:pt x="8532" y="27950"/>
                    <a:pt x="13328" y="28648"/>
                  </a:cubicBezTo>
                  <a:cubicBezTo>
                    <a:pt x="14085" y="28757"/>
                    <a:pt x="14838" y="28811"/>
                    <a:pt x="15582" y="28811"/>
                  </a:cubicBezTo>
                  <a:cubicBezTo>
                    <a:pt x="22075" y="28811"/>
                    <a:pt x="27874" y="24745"/>
                    <a:pt x="30130" y="18733"/>
                  </a:cubicBezTo>
                  <a:cubicBezTo>
                    <a:pt x="30456" y="17802"/>
                    <a:pt x="30691" y="16842"/>
                    <a:pt x="30837" y="15865"/>
                  </a:cubicBezTo>
                  <a:cubicBezTo>
                    <a:pt x="30906" y="15389"/>
                    <a:pt x="30952" y="14916"/>
                    <a:pt x="30978" y="14445"/>
                  </a:cubicBezTo>
                  <a:cubicBezTo>
                    <a:pt x="31056" y="12953"/>
                    <a:pt x="30121" y="13422"/>
                    <a:pt x="29793" y="12021"/>
                  </a:cubicBezTo>
                  <a:cubicBezTo>
                    <a:pt x="29671" y="11506"/>
                    <a:pt x="29523" y="10998"/>
                    <a:pt x="29354" y="10504"/>
                  </a:cubicBezTo>
                  <a:cubicBezTo>
                    <a:pt x="29098" y="9765"/>
                    <a:pt x="28789" y="9047"/>
                    <a:pt x="28426" y="8356"/>
                  </a:cubicBezTo>
                  <a:cubicBezTo>
                    <a:pt x="26191" y="4085"/>
                    <a:pt x="22007" y="910"/>
                    <a:pt x="16874" y="164"/>
                  </a:cubicBezTo>
                  <a:cubicBezTo>
                    <a:pt x="16116" y="54"/>
                    <a:pt x="15362" y="0"/>
                    <a:pt x="14617"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2"/>
            <p:cNvSpPr/>
            <p:nvPr/>
          </p:nvSpPr>
          <p:spPr>
            <a:xfrm>
              <a:off x="2801650" y="4487525"/>
              <a:ext cx="779300" cy="777675"/>
            </a:xfrm>
            <a:custGeom>
              <a:rect b="b" l="l" r="r" t="t"/>
              <a:pathLst>
                <a:path extrusionOk="0" h="31107" w="31172">
                  <a:moveTo>
                    <a:pt x="15542" y="0"/>
                  </a:moveTo>
                  <a:cubicBezTo>
                    <a:pt x="8747" y="5"/>
                    <a:pt x="2743" y="4422"/>
                    <a:pt x="716" y="10908"/>
                  </a:cubicBezTo>
                  <a:cubicBezTo>
                    <a:pt x="469" y="11693"/>
                    <a:pt x="284" y="12499"/>
                    <a:pt x="169" y="13316"/>
                  </a:cubicBezTo>
                  <a:cubicBezTo>
                    <a:pt x="53" y="14099"/>
                    <a:pt x="0" y="14891"/>
                    <a:pt x="5" y="15683"/>
                  </a:cubicBezTo>
                  <a:cubicBezTo>
                    <a:pt x="10" y="16461"/>
                    <a:pt x="74" y="17239"/>
                    <a:pt x="199" y="18010"/>
                  </a:cubicBezTo>
                  <a:cubicBezTo>
                    <a:pt x="287" y="18546"/>
                    <a:pt x="395" y="19066"/>
                    <a:pt x="527" y="19555"/>
                  </a:cubicBezTo>
                  <a:cubicBezTo>
                    <a:pt x="905" y="20970"/>
                    <a:pt x="1480" y="22326"/>
                    <a:pt x="2240" y="23580"/>
                  </a:cubicBezTo>
                  <a:cubicBezTo>
                    <a:pt x="4657" y="27588"/>
                    <a:pt x="8696" y="30269"/>
                    <a:pt x="13321" y="30941"/>
                  </a:cubicBezTo>
                  <a:cubicBezTo>
                    <a:pt x="14069" y="31049"/>
                    <a:pt x="14822" y="31105"/>
                    <a:pt x="15577" y="31105"/>
                  </a:cubicBezTo>
                  <a:lnTo>
                    <a:pt x="15579" y="31107"/>
                  </a:lnTo>
                  <a:cubicBezTo>
                    <a:pt x="20354" y="31098"/>
                    <a:pt x="24861" y="28900"/>
                    <a:pt x="27807" y="25143"/>
                  </a:cubicBezTo>
                  <a:cubicBezTo>
                    <a:pt x="29479" y="23009"/>
                    <a:pt x="30564" y="20474"/>
                    <a:pt x="30950" y="17791"/>
                  </a:cubicBezTo>
                  <a:cubicBezTo>
                    <a:pt x="31019" y="17325"/>
                    <a:pt x="31068" y="16849"/>
                    <a:pt x="31091" y="16373"/>
                  </a:cubicBezTo>
                  <a:cubicBezTo>
                    <a:pt x="31171" y="14909"/>
                    <a:pt x="31042" y="13443"/>
                    <a:pt x="30710" y="12014"/>
                  </a:cubicBezTo>
                  <a:cubicBezTo>
                    <a:pt x="30587" y="11504"/>
                    <a:pt x="30442" y="10993"/>
                    <a:pt x="30271" y="10497"/>
                  </a:cubicBezTo>
                  <a:cubicBezTo>
                    <a:pt x="30015" y="9760"/>
                    <a:pt x="29705" y="9042"/>
                    <a:pt x="29343" y="8352"/>
                  </a:cubicBezTo>
                  <a:cubicBezTo>
                    <a:pt x="28218" y="6209"/>
                    <a:pt x="26614" y="4355"/>
                    <a:pt x="24656" y="2935"/>
                  </a:cubicBezTo>
                  <a:cubicBezTo>
                    <a:pt x="23660" y="2217"/>
                    <a:pt x="22584" y="1619"/>
                    <a:pt x="21451" y="1155"/>
                  </a:cubicBezTo>
                  <a:cubicBezTo>
                    <a:pt x="19573" y="393"/>
                    <a:pt x="17567" y="0"/>
                    <a:pt x="15542"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2"/>
            <p:cNvSpPr/>
            <p:nvPr/>
          </p:nvSpPr>
          <p:spPr>
            <a:xfrm>
              <a:off x="2801525" y="4487350"/>
              <a:ext cx="779600" cy="777975"/>
            </a:xfrm>
            <a:custGeom>
              <a:rect b="b" l="l" r="r" t="t"/>
              <a:pathLst>
                <a:path extrusionOk="0" h="31119" w="31184">
                  <a:moveTo>
                    <a:pt x="15547" y="10"/>
                  </a:moveTo>
                  <a:cubicBezTo>
                    <a:pt x="17572" y="12"/>
                    <a:pt x="19576" y="402"/>
                    <a:pt x="21453" y="1164"/>
                  </a:cubicBezTo>
                  <a:cubicBezTo>
                    <a:pt x="23714" y="2090"/>
                    <a:pt x="25723" y="3535"/>
                    <a:pt x="27318" y="5385"/>
                  </a:cubicBezTo>
                  <a:cubicBezTo>
                    <a:pt x="28106" y="6295"/>
                    <a:pt x="28784" y="7294"/>
                    <a:pt x="29343" y="8359"/>
                  </a:cubicBezTo>
                  <a:cubicBezTo>
                    <a:pt x="29706" y="9049"/>
                    <a:pt x="30015" y="9767"/>
                    <a:pt x="30271" y="10506"/>
                  </a:cubicBezTo>
                  <a:cubicBezTo>
                    <a:pt x="30442" y="11000"/>
                    <a:pt x="30588" y="11511"/>
                    <a:pt x="30710" y="12023"/>
                  </a:cubicBezTo>
                  <a:cubicBezTo>
                    <a:pt x="31043" y="13448"/>
                    <a:pt x="31170" y="14914"/>
                    <a:pt x="31091" y="16378"/>
                  </a:cubicBezTo>
                  <a:cubicBezTo>
                    <a:pt x="31066" y="16854"/>
                    <a:pt x="31019" y="17329"/>
                    <a:pt x="30950" y="17796"/>
                  </a:cubicBezTo>
                  <a:cubicBezTo>
                    <a:pt x="30562" y="20476"/>
                    <a:pt x="29479" y="23012"/>
                    <a:pt x="27810" y="25143"/>
                  </a:cubicBezTo>
                  <a:cubicBezTo>
                    <a:pt x="24866" y="28904"/>
                    <a:pt x="20357" y="31102"/>
                    <a:pt x="15584" y="31107"/>
                  </a:cubicBezTo>
                  <a:cubicBezTo>
                    <a:pt x="13640" y="31105"/>
                    <a:pt x="11712" y="30745"/>
                    <a:pt x="9902" y="30040"/>
                  </a:cubicBezTo>
                  <a:cubicBezTo>
                    <a:pt x="7773" y="29209"/>
                    <a:pt x="5856" y="27918"/>
                    <a:pt x="4286" y="26258"/>
                  </a:cubicBezTo>
                  <a:cubicBezTo>
                    <a:pt x="3513" y="25443"/>
                    <a:pt x="2831" y="24545"/>
                    <a:pt x="2250" y="23584"/>
                  </a:cubicBezTo>
                  <a:cubicBezTo>
                    <a:pt x="1492" y="22331"/>
                    <a:pt x="915" y="20977"/>
                    <a:pt x="539" y="19562"/>
                  </a:cubicBezTo>
                  <a:cubicBezTo>
                    <a:pt x="407" y="19070"/>
                    <a:pt x="299" y="18551"/>
                    <a:pt x="211" y="18017"/>
                  </a:cubicBezTo>
                  <a:cubicBezTo>
                    <a:pt x="86" y="17246"/>
                    <a:pt x="21" y="16468"/>
                    <a:pt x="17" y="15690"/>
                  </a:cubicBezTo>
                  <a:cubicBezTo>
                    <a:pt x="10" y="14898"/>
                    <a:pt x="65" y="14106"/>
                    <a:pt x="181" y="13323"/>
                  </a:cubicBezTo>
                  <a:cubicBezTo>
                    <a:pt x="296" y="12506"/>
                    <a:pt x="481" y="11702"/>
                    <a:pt x="728" y="10915"/>
                  </a:cubicBezTo>
                  <a:cubicBezTo>
                    <a:pt x="2755" y="4434"/>
                    <a:pt x="8756" y="16"/>
                    <a:pt x="15549" y="12"/>
                  </a:cubicBezTo>
                  <a:lnTo>
                    <a:pt x="15547" y="10"/>
                  </a:lnTo>
                  <a:close/>
                  <a:moveTo>
                    <a:pt x="15549" y="0"/>
                  </a:moveTo>
                  <a:cubicBezTo>
                    <a:pt x="8761" y="0"/>
                    <a:pt x="2732" y="4445"/>
                    <a:pt x="716" y="10913"/>
                  </a:cubicBezTo>
                  <a:cubicBezTo>
                    <a:pt x="469" y="11700"/>
                    <a:pt x="287" y="12503"/>
                    <a:pt x="169" y="13321"/>
                  </a:cubicBezTo>
                  <a:cubicBezTo>
                    <a:pt x="54" y="14106"/>
                    <a:pt x="1" y="14898"/>
                    <a:pt x="5" y="15690"/>
                  </a:cubicBezTo>
                  <a:cubicBezTo>
                    <a:pt x="10" y="16470"/>
                    <a:pt x="75" y="17248"/>
                    <a:pt x="199" y="18017"/>
                  </a:cubicBezTo>
                  <a:cubicBezTo>
                    <a:pt x="282" y="18539"/>
                    <a:pt x="393" y="19054"/>
                    <a:pt x="527" y="19564"/>
                  </a:cubicBezTo>
                  <a:cubicBezTo>
                    <a:pt x="906" y="20980"/>
                    <a:pt x="1483" y="22335"/>
                    <a:pt x="2240" y="23589"/>
                  </a:cubicBezTo>
                  <a:cubicBezTo>
                    <a:pt x="4563" y="27440"/>
                    <a:pt x="8530" y="30257"/>
                    <a:pt x="13326" y="30955"/>
                  </a:cubicBezTo>
                  <a:cubicBezTo>
                    <a:pt x="14074" y="31063"/>
                    <a:pt x="14829" y="31116"/>
                    <a:pt x="15584" y="31119"/>
                  </a:cubicBezTo>
                  <a:cubicBezTo>
                    <a:pt x="22077" y="31119"/>
                    <a:pt x="27875" y="27052"/>
                    <a:pt x="30131" y="21040"/>
                  </a:cubicBezTo>
                  <a:cubicBezTo>
                    <a:pt x="30525" y="19994"/>
                    <a:pt x="30805" y="18906"/>
                    <a:pt x="30964" y="17798"/>
                  </a:cubicBezTo>
                  <a:cubicBezTo>
                    <a:pt x="31033" y="17322"/>
                    <a:pt x="31080" y="16849"/>
                    <a:pt x="31105" y="16378"/>
                  </a:cubicBezTo>
                  <a:cubicBezTo>
                    <a:pt x="31183" y="14914"/>
                    <a:pt x="31054" y="13448"/>
                    <a:pt x="30722" y="12021"/>
                  </a:cubicBezTo>
                  <a:cubicBezTo>
                    <a:pt x="30602" y="11506"/>
                    <a:pt x="30454" y="10996"/>
                    <a:pt x="30283" y="10502"/>
                  </a:cubicBezTo>
                  <a:cubicBezTo>
                    <a:pt x="30029" y="9765"/>
                    <a:pt x="29717" y="9047"/>
                    <a:pt x="29355" y="8354"/>
                  </a:cubicBezTo>
                  <a:cubicBezTo>
                    <a:pt x="27120" y="4083"/>
                    <a:pt x="22936" y="908"/>
                    <a:pt x="17803" y="164"/>
                  </a:cubicBezTo>
                  <a:cubicBezTo>
                    <a:pt x="17057" y="56"/>
                    <a:pt x="16304" y="0"/>
                    <a:pt x="1554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2"/>
            <p:cNvSpPr/>
            <p:nvPr/>
          </p:nvSpPr>
          <p:spPr>
            <a:xfrm>
              <a:off x="2861275" y="4546975"/>
              <a:ext cx="658650" cy="658675"/>
            </a:xfrm>
            <a:custGeom>
              <a:rect b="b" l="l" r="r" t="t"/>
              <a:pathLst>
                <a:path extrusionOk="0" fill="none" h="26347" w="26346">
                  <a:moveTo>
                    <a:pt x="22488" y="3859"/>
                  </a:moveTo>
                  <a:cubicBezTo>
                    <a:pt x="24958" y="6329"/>
                    <a:pt x="26346" y="9680"/>
                    <a:pt x="26346" y="13173"/>
                  </a:cubicBezTo>
                  <a:cubicBezTo>
                    <a:pt x="26346" y="16667"/>
                    <a:pt x="24958" y="20017"/>
                    <a:pt x="22488" y="22488"/>
                  </a:cubicBezTo>
                  <a:cubicBezTo>
                    <a:pt x="20017" y="24958"/>
                    <a:pt x="16667" y="26346"/>
                    <a:pt x="13173" y="26346"/>
                  </a:cubicBezTo>
                  <a:cubicBezTo>
                    <a:pt x="9680" y="26346"/>
                    <a:pt x="6329" y="24958"/>
                    <a:pt x="3859" y="22488"/>
                  </a:cubicBezTo>
                  <a:cubicBezTo>
                    <a:pt x="1388" y="20017"/>
                    <a:pt x="0" y="16667"/>
                    <a:pt x="0" y="13173"/>
                  </a:cubicBezTo>
                  <a:cubicBezTo>
                    <a:pt x="0" y="9680"/>
                    <a:pt x="1388" y="6329"/>
                    <a:pt x="3859" y="3859"/>
                  </a:cubicBezTo>
                  <a:cubicBezTo>
                    <a:pt x="6329" y="1388"/>
                    <a:pt x="9680" y="1"/>
                    <a:pt x="13173" y="1"/>
                  </a:cubicBezTo>
                  <a:cubicBezTo>
                    <a:pt x="16667" y="1"/>
                    <a:pt x="20017" y="1388"/>
                    <a:pt x="22488" y="3859"/>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2"/>
            <p:cNvSpPr/>
            <p:nvPr/>
          </p:nvSpPr>
          <p:spPr>
            <a:xfrm>
              <a:off x="2892850" y="4588600"/>
              <a:ext cx="595500" cy="575475"/>
            </a:xfrm>
            <a:custGeom>
              <a:rect b="b" l="l" r="r" t="t"/>
              <a:pathLst>
                <a:path extrusionOk="0" h="23019" w="23820">
                  <a:moveTo>
                    <a:pt x="11896" y="0"/>
                  </a:moveTo>
                  <a:cubicBezTo>
                    <a:pt x="5865" y="7"/>
                    <a:pt x="864" y="4669"/>
                    <a:pt x="432" y="10684"/>
                  </a:cubicBezTo>
                  <a:cubicBezTo>
                    <a:pt x="0" y="16701"/>
                    <a:pt x="4286" y="22028"/>
                    <a:pt x="10255" y="22896"/>
                  </a:cubicBezTo>
                  <a:cubicBezTo>
                    <a:pt x="10809" y="22977"/>
                    <a:pt x="11365" y="23019"/>
                    <a:pt x="11924" y="23019"/>
                  </a:cubicBezTo>
                  <a:cubicBezTo>
                    <a:pt x="17955" y="23009"/>
                    <a:pt x="22959" y="18348"/>
                    <a:pt x="23388" y="12333"/>
                  </a:cubicBezTo>
                  <a:cubicBezTo>
                    <a:pt x="23820" y="6315"/>
                    <a:pt x="19534" y="989"/>
                    <a:pt x="13566" y="120"/>
                  </a:cubicBezTo>
                  <a:cubicBezTo>
                    <a:pt x="13014" y="40"/>
                    <a:pt x="12455" y="0"/>
                    <a:pt x="11896"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2"/>
            <p:cNvSpPr/>
            <p:nvPr/>
          </p:nvSpPr>
          <p:spPr>
            <a:xfrm>
              <a:off x="2882925" y="4588425"/>
              <a:ext cx="615425" cy="575775"/>
            </a:xfrm>
            <a:custGeom>
              <a:rect b="b" l="l" r="r" t="t"/>
              <a:pathLst>
                <a:path extrusionOk="0" h="23031" w="24617">
                  <a:moveTo>
                    <a:pt x="12293" y="10"/>
                  </a:moveTo>
                  <a:lnTo>
                    <a:pt x="12293" y="12"/>
                  </a:lnTo>
                  <a:cubicBezTo>
                    <a:pt x="12852" y="12"/>
                    <a:pt x="13409" y="53"/>
                    <a:pt x="13963" y="132"/>
                  </a:cubicBezTo>
                  <a:cubicBezTo>
                    <a:pt x="19927" y="1000"/>
                    <a:pt x="24210" y="6327"/>
                    <a:pt x="23780" y="12340"/>
                  </a:cubicBezTo>
                  <a:cubicBezTo>
                    <a:pt x="23349" y="18350"/>
                    <a:pt x="18350" y="23012"/>
                    <a:pt x="12321" y="23019"/>
                  </a:cubicBezTo>
                  <a:cubicBezTo>
                    <a:pt x="11765" y="23019"/>
                    <a:pt x="11206" y="22979"/>
                    <a:pt x="10654" y="22899"/>
                  </a:cubicBezTo>
                  <a:cubicBezTo>
                    <a:pt x="4685" y="22033"/>
                    <a:pt x="397" y="16706"/>
                    <a:pt x="829" y="10691"/>
                  </a:cubicBezTo>
                  <a:cubicBezTo>
                    <a:pt x="1261" y="4676"/>
                    <a:pt x="6262" y="17"/>
                    <a:pt x="12293" y="10"/>
                  </a:cubicBezTo>
                  <a:close/>
                  <a:moveTo>
                    <a:pt x="12293" y="0"/>
                  </a:moveTo>
                  <a:cubicBezTo>
                    <a:pt x="6669" y="0"/>
                    <a:pt x="1746" y="4127"/>
                    <a:pt x="915" y="9857"/>
                  </a:cubicBezTo>
                  <a:cubicBezTo>
                    <a:pt x="0" y="16149"/>
                    <a:pt x="4360" y="21993"/>
                    <a:pt x="10652" y="22908"/>
                  </a:cubicBezTo>
                  <a:cubicBezTo>
                    <a:pt x="11203" y="22989"/>
                    <a:pt x="11762" y="23028"/>
                    <a:pt x="12321" y="23030"/>
                  </a:cubicBezTo>
                  <a:cubicBezTo>
                    <a:pt x="17948" y="23030"/>
                    <a:pt x="22868" y="18902"/>
                    <a:pt x="23702" y="13171"/>
                  </a:cubicBezTo>
                  <a:cubicBezTo>
                    <a:pt x="24616" y="6879"/>
                    <a:pt x="20257" y="1035"/>
                    <a:pt x="13965" y="120"/>
                  </a:cubicBezTo>
                  <a:cubicBezTo>
                    <a:pt x="13411" y="40"/>
                    <a:pt x="12852" y="0"/>
                    <a:pt x="1229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2"/>
            <p:cNvSpPr/>
            <p:nvPr/>
          </p:nvSpPr>
          <p:spPr>
            <a:xfrm>
              <a:off x="2814700" y="4787800"/>
              <a:ext cx="766375" cy="289275"/>
            </a:xfrm>
            <a:custGeom>
              <a:rect b="b" l="l" r="r" t="t"/>
              <a:pathLst>
                <a:path extrusionOk="0" h="11571" w="30655">
                  <a:moveTo>
                    <a:pt x="30192" y="1"/>
                  </a:moveTo>
                  <a:lnTo>
                    <a:pt x="0" y="7546"/>
                  </a:lnTo>
                  <a:cubicBezTo>
                    <a:pt x="379" y="8962"/>
                    <a:pt x="956" y="10317"/>
                    <a:pt x="1713" y="11571"/>
                  </a:cubicBezTo>
                  <a:lnTo>
                    <a:pt x="30573" y="4360"/>
                  </a:lnTo>
                  <a:cubicBezTo>
                    <a:pt x="30654" y="2896"/>
                    <a:pt x="30525" y="1428"/>
                    <a:pt x="30192"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2"/>
            <p:cNvSpPr/>
            <p:nvPr/>
          </p:nvSpPr>
          <p:spPr>
            <a:xfrm>
              <a:off x="2801650" y="4696250"/>
              <a:ext cx="756850" cy="241550"/>
            </a:xfrm>
            <a:custGeom>
              <a:rect b="b" l="l" r="r" t="t"/>
              <a:pathLst>
                <a:path extrusionOk="0" h="9662" w="30274">
                  <a:moveTo>
                    <a:pt x="29347" y="1"/>
                  </a:moveTo>
                  <a:lnTo>
                    <a:pt x="0" y="7334"/>
                  </a:lnTo>
                  <a:cubicBezTo>
                    <a:pt x="5" y="8112"/>
                    <a:pt x="70" y="8890"/>
                    <a:pt x="194" y="9661"/>
                  </a:cubicBezTo>
                  <a:lnTo>
                    <a:pt x="30273" y="2143"/>
                  </a:lnTo>
                  <a:cubicBezTo>
                    <a:pt x="30019" y="1407"/>
                    <a:pt x="29710" y="691"/>
                    <a:pt x="293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2"/>
            <p:cNvSpPr/>
            <p:nvPr/>
          </p:nvSpPr>
          <p:spPr>
            <a:xfrm>
              <a:off x="2777975" y="4760150"/>
              <a:ext cx="776700" cy="562025"/>
            </a:xfrm>
            <a:custGeom>
              <a:rect b="b" l="l" r="r" t="t"/>
              <a:pathLst>
                <a:path extrusionOk="0" h="22481" w="31068">
                  <a:moveTo>
                    <a:pt x="1658" y="1"/>
                  </a:moveTo>
                  <a:lnTo>
                    <a:pt x="1658" y="1"/>
                  </a:lnTo>
                  <a:cubicBezTo>
                    <a:pt x="562" y="2201"/>
                    <a:pt x="1" y="4628"/>
                    <a:pt x="17" y="7087"/>
                  </a:cubicBezTo>
                  <a:cubicBezTo>
                    <a:pt x="21" y="7867"/>
                    <a:pt x="88" y="8645"/>
                    <a:pt x="213" y="9417"/>
                  </a:cubicBezTo>
                  <a:cubicBezTo>
                    <a:pt x="296" y="9936"/>
                    <a:pt x="405" y="10453"/>
                    <a:pt x="541" y="10961"/>
                  </a:cubicBezTo>
                  <a:cubicBezTo>
                    <a:pt x="917" y="12379"/>
                    <a:pt x="1495" y="13732"/>
                    <a:pt x="2252" y="14988"/>
                  </a:cubicBezTo>
                  <a:cubicBezTo>
                    <a:pt x="4577" y="18837"/>
                    <a:pt x="8542" y="21654"/>
                    <a:pt x="13340" y="22352"/>
                  </a:cubicBezTo>
                  <a:cubicBezTo>
                    <a:pt x="13938" y="22439"/>
                    <a:pt x="14538" y="22481"/>
                    <a:pt x="15137" y="22481"/>
                  </a:cubicBezTo>
                  <a:cubicBezTo>
                    <a:pt x="22061" y="22481"/>
                    <a:pt x="28760" y="16846"/>
                    <a:pt x="31068" y="10128"/>
                  </a:cubicBezTo>
                  <a:lnTo>
                    <a:pt x="31068" y="10128"/>
                  </a:lnTo>
                  <a:cubicBezTo>
                    <a:pt x="28814" y="16140"/>
                    <a:pt x="23015" y="20206"/>
                    <a:pt x="16520" y="20206"/>
                  </a:cubicBezTo>
                  <a:cubicBezTo>
                    <a:pt x="15776" y="20206"/>
                    <a:pt x="15023" y="20152"/>
                    <a:pt x="14265" y="20043"/>
                  </a:cubicBezTo>
                  <a:cubicBezTo>
                    <a:pt x="9470" y="19345"/>
                    <a:pt x="5503" y="16528"/>
                    <a:pt x="3180" y="12677"/>
                  </a:cubicBezTo>
                  <a:cubicBezTo>
                    <a:pt x="2423" y="11423"/>
                    <a:pt x="1845" y="10068"/>
                    <a:pt x="1467" y="8652"/>
                  </a:cubicBezTo>
                  <a:cubicBezTo>
                    <a:pt x="1333" y="8142"/>
                    <a:pt x="1224" y="7627"/>
                    <a:pt x="1141" y="7105"/>
                  </a:cubicBezTo>
                  <a:cubicBezTo>
                    <a:pt x="1017" y="6336"/>
                    <a:pt x="950" y="5558"/>
                    <a:pt x="945" y="4778"/>
                  </a:cubicBezTo>
                  <a:cubicBezTo>
                    <a:pt x="940" y="3984"/>
                    <a:pt x="993" y="3192"/>
                    <a:pt x="1109" y="2409"/>
                  </a:cubicBezTo>
                  <a:cubicBezTo>
                    <a:pt x="1227" y="1591"/>
                    <a:pt x="1409" y="786"/>
                    <a:pt x="1658"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 name="Google Shape;661;p32"/>
          <p:cNvGrpSpPr/>
          <p:nvPr/>
        </p:nvGrpSpPr>
        <p:grpSpPr>
          <a:xfrm rot="-297704">
            <a:off x="8137222" y="3485240"/>
            <a:ext cx="529816" cy="397428"/>
            <a:chOff x="2787100" y="3506250"/>
            <a:chExt cx="854925" cy="641300"/>
          </a:xfrm>
        </p:grpSpPr>
        <p:sp>
          <p:nvSpPr>
            <p:cNvPr id="662" name="Google Shape;662;p32"/>
            <p:cNvSpPr/>
            <p:nvPr/>
          </p:nvSpPr>
          <p:spPr>
            <a:xfrm>
              <a:off x="2787100" y="3512900"/>
              <a:ext cx="842975" cy="634650"/>
            </a:xfrm>
            <a:custGeom>
              <a:rect b="b" l="l" r="r" t="t"/>
              <a:pathLst>
                <a:path extrusionOk="0" h="25386" w="33719">
                  <a:moveTo>
                    <a:pt x="3124" y="1"/>
                  </a:moveTo>
                  <a:cubicBezTo>
                    <a:pt x="2995" y="1"/>
                    <a:pt x="2867" y="8"/>
                    <a:pt x="2741" y="23"/>
                  </a:cubicBezTo>
                  <a:lnTo>
                    <a:pt x="2478" y="397"/>
                  </a:lnTo>
                  <a:lnTo>
                    <a:pt x="818" y="2755"/>
                  </a:lnTo>
                  <a:cubicBezTo>
                    <a:pt x="169" y="3736"/>
                    <a:pt x="0" y="4937"/>
                    <a:pt x="432" y="5807"/>
                  </a:cubicBezTo>
                  <a:cubicBezTo>
                    <a:pt x="892" y="6726"/>
                    <a:pt x="1557" y="7680"/>
                    <a:pt x="2393" y="8657"/>
                  </a:cubicBezTo>
                  <a:cubicBezTo>
                    <a:pt x="3231" y="9645"/>
                    <a:pt x="4240" y="10656"/>
                    <a:pt x="5366" y="11668"/>
                  </a:cubicBezTo>
                  <a:lnTo>
                    <a:pt x="5371" y="11670"/>
                  </a:lnTo>
                  <a:cubicBezTo>
                    <a:pt x="6110" y="12333"/>
                    <a:pt x="6897" y="12993"/>
                    <a:pt x="7722" y="13656"/>
                  </a:cubicBezTo>
                  <a:cubicBezTo>
                    <a:pt x="9571" y="15124"/>
                    <a:pt x="11605" y="16574"/>
                    <a:pt x="13660" y="17932"/>
                  </a:cubicBezTo>
                  <a:cubicBezTo>
                    <a:pt x="14138" y="18246"/>
                    <a:pt x="14612" y="18560"/>
                    <a:pt x="15085" y="18865"/>
                  </a:cubicBezTo>
                  <a:lnTo>
                    <a:pt x="15087" y="18867"/>
                  </a:lnTo>
                  <a:cubicBezTo>
                    <a:pt x="19982" y="22040"/>
                    <a:pt x="24748" y="24785"/>
                    <a:pt x="28475" y="25360"/>
                  </a:cubicBezTo>
                  <a:cubicBezTo>
                    <a:pt x="28587" y="25377"/>
                    <a:pt x="28701" y="25385"/>
                    <a:pt x="28818" y="25385"/>
                  </a:cubicBezTo>
                  <a:cubicBezTo>
                    <a:pt x="29844" y="25385"/>
                    <a:pt x="31001" y="24740"/>
                    <a:pt x="31680" y="23714"/>
                  </a:cubicBezTo>
                  <a:lnTo>
                    <a:pt x="33718" y="20626"/>
                  </a:lnTo>
                  <a:cubicBezTo>
                    <a:pt x="32442" y="19537"/>
                    <a:pt x="30200" y="17895"/>
                    <a:pt x="27350" y="15914"/>
                  </a:cubicBezTo>
                  <a:cubicBezTo>
                    <a:pt x="25127" y="14371"/>
                    <a:pt x="22529" y="12624"/>
                    <a:pt x="19724" y="10765"/>
                  </a:cubicBezTo>
                  <a:lnTo>
                    <a:pt x="18971" y="10268"/>
                  </a:lnTo>
                  <a:cubicBezTo>
                    <a:pt x="18269" y="9804"/>
                    <a:pt x="17590" y="9342"/>
                    <a:pt x="16939" y="8885"/>
                  </a:cubicBezTo>
                  <a:lnTo>
                    <a:pt x="16934" y="8883"/>
                  </a:lnTo>
                  <a:cubicBezTo>
                    <a:pt x="15565" y="7913"/>
                    <a:pt x="14305" y="6966"/>
                    <a:pt x="13134" y="6073"/>
                  </a:cubicBezTo>
                  <a:cubicBezTo>
                    <a:pt x="8674" y="2661"/>
                    <a:pt x="5567" y="1"/>
                    <a:pt x="3124"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2"/>
            <p:cNvSpPr/>
            <p:nvPr/>
          </p:nvSpPr>
          <p:spPr>
            <a:xfrm>
              <a:off x="2847300" y="3506425"/>
              <a:ext cx="788375" cy="532075"/>
            </a:xfrm>
            <a:custGeom>
              <a:rect b="b" l="l" r="r" t="t"/>
              <a:pathLst>
                <a:path extrusionOk="0" h="21283" w="31535">
                  <a:moveTo>
                    <a:pt x="1194" y="1"/>
                  </a:moveTo>
                  <a:cubicBezTo>
                    <a:pt x="680" y="1"/>
                    <a:pt x="338" y="125"/>
                    <a:pt x="174" y="372"/>
                  </a:cubicBezTo>
                  <a:cubicBezTo>
                    <a:pt x="118" y="458"/>
                    <a:pt x="84" y="555"/>
                    <a:pt x="75" y="656"/>
                  </a:cubicBezTo>
                  <a:cubicBezTo>
                    <a:pt x="1" y="1224"/>
                    <a:pt x="502" y="2157"/>
                    <a:pt x="1527" y="3360"/>
                  </a:cubicBezTo>
                  <a:cubicBezTo>
                    <a:pt x="2527" y="4536"/>
                    <a:pt x="4025" y="5967"/>
                    <a:pt x="5861" y="7500"/>
                  </a:cubicBezTo>
                  <a:cubicBezTo>
                    <a:pt x="6962" y="8424"/>
                    <a:pt x="8184" y="9382"/>
                    <a:pt x="9491" y="10350"/>
                  </a:cubicBezTo>
                  <a:cubicBezTo>
                    <a:pt x="10333" y="10973"/>
                    <a:pt x="11234" y="11615"/>
                    <a:pt x="12167" y="12259"/>
                  </a:cubicBezTo>
                  <a:cubicBezTo>
                    <a:pt x="12679" y="12615"/>
                    <a:pt x="13227" y="12984"/>
                    <a:pt x="13889" y="13423"/>
                  </a:cubicBezTo>
                  <a:cubicBezTo>
                    <a:pt x="16041" y="14843"/>
                    <a:pt x="18184" y="16145"/>
                    <a:pt x="20257" y="17293"/>
                  </a:cubicBezTo>
                  <a:cubicBezTo>
                    <a:pt x="22474" y="18521"/>
                    <a:pt x="24557" y="19535"/>
                    <a:pt x="26281" y="20225"/>
                  </a:cubicBezTo>
                  <a:cubicBezTo>
                    <a:pt x="28015" y="20917"/>
                    <a:pt x="29393" y="21282"/>
                    <a:pt x="30263" y="21283"/>
                  </a:cubicBezTo>
                  <a:lnTo>
                    <a:pt x="30263" y="21283"/>
                  </a:lnTo>
                  <a:cubicBezTo>
                    <a:pt x="30775" y="21282"/>
                    <a:pt x="31119" y="21158"/>
                    <a:pt x="31280" y="20913"/>
                  </a:cubicBezTo>
                  <a:lnTo>
                    <a:pt x="31301" y="20881"/>
                  </a:lnTo>
                  <a:cubicBezTo>
                    <a:pt x="31534" y="20477"/>
                    <a:pt x="31315" y="19793"/>
                    <a:pt x="30650" y="18847"/>
                  </a:cubicBezTo>
                  <a:cubicBezTo>
                    <a:pt x="30008" y="17932"/>
                    <a:pt x="28981" y="16817"/>
                    <a:pt x="27600" y="15536"/>
                  </a:cubicBezTo>
                  <a:cubicBezTo>
                    <a:pt x="25776" y="13857"/>
                    <a:pt x="23465" y="12000"/>
                    <a:pt x="20911" y="10167"/>
                  </a:cubicBezTo>
                  <a:lnTo>
                    <a:pt x="20908" y="10165"/>
                  </a:lnTo>
                  <a:cubicBezTo>
                    <a:pt x="19925" y="9463"/>
                    <a:pt x="19029" y="8844"/>
                    <a:pt x="18170" y="8271"/>
                  </a:cubicBezTo>
                  <a:cubicBezTo>
                    <a:pt x="17971" y="8133"/>
                    <a:pt x="17764" y="7994"/>
                    <a:pt x="17560" y="7860"/>
                  </a:cubicBezTo>
                  <a:cubicBezTo>
                    <a:pt x="16404" y="7096"/>
                    <a:pt x="15180" y="6325"/>
                    <a:pt x="13924" y="5568"/>
                  </a:cubicBezTo>
                  <a:cubicBezTo>
                    <a:pt x="11132" y="3887"/>
                    <a:pt x="8470" y="2481"/>
                    <a:pt x="6221" y="1499"/>
                  </a:cubicBezTo>
                  <a:cubicBezTo>
                    <a:pt x="3979" y="520"/>
                    <a:pt x="2240" y="1"/>
                    <a:pt x="1194" y="1"/>
                  </a:cubicBezTo>
                  <a:close/>
                  <a:moveTo>
                    <a:pt x="30263" y="21283"/>
                  </a:moveTo>
                  <a:lnTo>
                    <a:pt x="30263" y="21283"/>
                  </a:lnTo>
                  <a:cubicBezTo>
                    <a:pt x="30263" y="21283"/>
                    <a:pt x="30263" y="21283"/>
                    <a:pt x="30262" y="21283"/>
                  </a:cubicBezTo>
                  <a:lnTo>
                    <a:pt x="30264" y="21283"/>
                  </a:lnTo>
                  <a:cubicBezTo>
                    <a:pt x="30264" y="21283"/>
                    <a:pt x="30264" y="21283"/>
                    <a:pt x="30263" y="21283"/>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2"/>
            <p:cNvSpPr/>
            <p:nvPr/>
          </p:nvSpPr>
          <p:spPr>
            <a:xfrm>
              <a:off x="2845175" y="3506250"/>
              <a:ext cx="796850" cy="532475"/>
            </a:xfrm>
            <a:custGeom>
              <a:rect b="b" l="l" r="r" t="t"/>
              <a:pathLst>
                <a:path extrusionOk="0" h="21299" w="31874">
                  <a:moveTo>
                    <a:pt x="1279" y="15"/>
                  </a:moveTo>
                  <a:cubicBezTo>
                    <a:pt x="2325" y="15"/>
                    <a:pt x="4064" y="534"/>
                    <a:pt x="6306" y="1513"/>
                  </a:cubicBezTo>
                  <a:cubicBezTo>
                    <a:pt x="8553" y="2494"/>
                    <a:pt x="11215" y="3901"/>
                    <a:pt x="14007" y="5579"/>
                  </a:cubicBezTo>
                  <a:cubicBezTo>
                    <a:pt x="15263" y="6339"/>
                    <a:pt x="16486" y="7110"/>
                    <a:pt x="17643" y="7874"/>
                  </a:cubicBezTo>
                  <a:cubicBezTo>
                    <a:pt x="17846" y="8008"/>
                    <a:pt x="18054" y="8145"/>
                    <a:pt x="18253" y="8283"/>
                  </a:cubicBezTo>
                  <a:cubicBezTo>
                    <a:pt x="19112" y="8856"/>
                    <a:pt x="20008" y="9477"/>
                    <a:pt x="20991" y="10176"/>
                  </a:cubicBezTo>
                  <a:lnTo>
                    <a:pt x="20993" y="10179"/>
                  </a:lnTo>
                  <a:cubicBezTo>
                    <a:pt x="23547" y="12014"/>
                    <a:pt x="25858" y="13871"/>
                    <a:pt x="27680" y="15547"/>
                  </a:cubicBezTo>
                  <a:cubicBezTo>
                    <a:pt x="29061" y="16829"/>
                    <a:pt x="30089" y="17944"/>
                    <a:pt x="30730" y="18858"/>
                  </a:cubicBezTo>
                  <a:cubicBezTo>
                    <a:pt x="31393" y="19800"/>
                    <a:pt x="31612" y="20481"/>
                    <a:pt x="31382" y="20883"/>
                  </a:cubicBezTo>
                  <a:lnTo>
                    <a:pt x="31361" y="20916"/>
                  </a:lnTo>
                  <a:cubicBezTo>
                    <a:pt x="31199" y="21158"/>
                    <a:pt x="30860" y="21283"/>
                    <a:pt x="30349" y="21283"/>
                  </a:cubicBezTo>
                  <a:cubicBezTo>
                    <a:pt x="29479" y="21283"/>
                    <a:pt x="28103" y="20916"/>
                    <a:pt x="26369" y="20223"/>
                  </a:cubicBezTo>
                  <a:cubicBezTo>
                    <a:pt x="24646" y="19535"/>
                    <a:pt x="22564" y="18521"/>
                    <a:pt x="20347" y="17293"/>
                  </a:cubicBezTo>
                  <a:cubicBezTo>
                    <a:pt x="18274" y="16145"/>
                    <a:pt x="16131" y="14843"/>
                    <a:pt x="13979" y="13423"/>
                  </a:cubicBezTo>
                  <a:cubicBezTo>
                    <a:pt x="13316" y="12984"/>
                    <a:pt x="12769" y="12615"/>
                    <a:pt x="12259" y="12259"/>
                  </a:cubicBezTo>
                  <a:cubicBezTo>
                    <a:pt x="11326" y="11615"/>
                    <a:pt x="10425" y="10973"/>
                    <a:pt x="9580" y="10350"/>
                  </a:cubicBezTo>
                  <a:cubicBezTo>
                    <a:pt x="8276" y="9382"/>
                    <a:pt x="7054" y="8424"/>
                    <a:pt x="5950" y="7500"/>
                  </a:cubicBezTo>
                  <a:cubicBezTo>
                    <a:pt x="4117" y="5967"/>
                    <a:pt x="2619" y="4536"/>
                    <a:pt x="1617" y="3360"/>
                  </a:cubicBezTo>
                  <a:cubicBezTo>
                    <a:pt x="596" y="2160"/>
                    <a:pt x="95" y="1229"/>
                    <a:pt x="169" y="663"/>
                  </a:cubicBezTo>
                  <a:cubicBezTo>
                    <a:pt x="178" y="564"/>
                    <a:pt x="210" y="467"/>
                    <a:pt x="266" y="384"/>
                  </a:cubicBezTo>
                  <a:cubicBezTo>
                    <a:pt x="427" y="139"/>
                    <a:pt x="769" y="15"/>
                    <a:pt x="1279" y="15"/>
                  </a:cubicBezTo>
                  <a:close/>
                  <a:moveTo>
                    <a:pt x="1279" y="1"/>
                  </a:moveTo>
                  <a:cubicBezTo>
                    <a:pt x="771" y="1"/>
                    <a:pt x="423" y="121"/>
                    <a:pt x="254" y="375"/>
                  </a:cubicBezTo>
                  <a:cubicBezTo>
                    <a:pt x="199" y="463"/>
                    <a:pt x="164" y="562"/>
                    <a:pt x="155" y="663"/>
                  </a:cubicBezTo>
                  <a:cubicBezTo>
                    <a:pt x="0" y="1836"/>
                    <a:pt x="2252" y="4429"/>
                    <a:pt x="5941" y="7514"/>
                  </a:cubicBezTo>
                  <a:cubicBezTo>
                    <a:pt x="7033" y="8429"/>
                    <a:pt x="8250" y="9387"/>
                    <a:pt x="9573" y="10363"/>
                  </a:cubicBezTo>
                  <a:cubicBezTo>
                    <a:pt x="10423" y="10992"/>
                    <a:pt x="11321" y="11633"/>
                    <a:pt x="12249" y="12273"/>
                  </a:cubicBezTo>
                  <a:cubicBezTo>
                    <a:pt x="12810" y="12663"/>
                    <a:pt x="13385" y="13051"/>
                    <a:pt x="13972" y="13437"/>
                  </a:cubicBezTo>
                  <a:cubicBezTo>
                    <a:pt x="16182" y="14894"/>
                    <a:pt x="18340" y="16201"/>
                    <a:pt x="20340" y="17307"/>
                  </a:cubicBezTo>
                  <a:cubicBezTo>
                    <a:pt x="24843" y="19803"/>
                    <a:pt x="28565" y="21299"/>
                    <a:pt x="30349" y="21299"/>
                  </a:cubicBezTo>
                  <a:cubicBezTo>
                    <a:pt x="30855" y="21299"/>
                    <a:pt x="31206" y="21179"/>
                    <a:pt x="31372" y="20925"/>
                  </a:cubicBezTo>
                  <a:lnTo>
                    <a:pt x="31393" y="20892"/>
                  </a:lnTo>
                  <a:cubicBezTo>
                    <a:pt x="31873" y="20061"/>
                    <a:pt x="30414" y="18064"/>
                    <a:pt x="27690" y="15540"/>
                  </a:cubicBezTo>
                  <a:cubicBezTo>
                    <a:pt x="25928" y="13915"/>
                    <a:pt x="23642" y="12065"/>
                    <a:pt x="21003" y="10170"/>
                  </a:cubicBezTo>
                  <a:lnTo>
                    <a:pt x="20998" y="10167"/>
                  </a:lnTo>
                  <a:cubicBezTo>
                    <a:pt x="20121" y="9541"/>
                    <a:pt x="19209" y="8907"/>
                    <a:pt x="18262" y="8274"/>
                  </a:cubicBezTo>
                  <a:cubicBezTo>
                    <a:pt x="18063" y="8135"/>
                    <a:pt x="17858" y="7999"/>
                    <a:pt x="17652" y="7863"/>
                  </a:cubicBezTo>
                  <a:cubicBezTo>
                    <a:pt x="16419" y="7050"/>
                    <a:pt x="15198" y="6283"/>
                    <a:pt x="14016" y="5568"/>
                  </a:cubicBezTo>
                  <a:cubicBezTo>
                    <a:pt x="8317" y="2141"/>
                    <a:pt x="3415" y="3"/>
                    <a:pt x="1282" y="3"/>
                  </a:cubicBezTo>
                  <a:lnTo>
                    <a:pt x="1279"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2"/>
            <p:cNvSpPr/>
            <p:nvPr/>
          </p:nvSpPr>
          <p:spPr>
            <a:xfrm>
              <a:off x="2981975" y="3601625"/>
              <a:ext cx="526600" cy="341800"/>
            </a:xfrm>
            <a:custGeom>
              <a:rect b="b" l="l" r="r" t="t"/>
              <a:pathLst>
                <a:path extrusionOk="0" h="13672" w="21064">
                  <a:moveTo>
                    <a:pt x="799" y="0"/>
                  </a:moveTo>
                  <a:cubicBezTo>
                    <a:pt x="559" y="0"/>
                    <a:pt x="393" y="69"/>
                    <a:pt x="303" y="206"/>
                  </a:cubicBezTo>
                  <a:cubicBezTo>
                    <a:pt x="1" y="663"/>
                    <a:pt x="790" y="1637"/>
                    <a:pt x="2718" y="3187"/>
                  </a:cubicBezTo>
                  <a:cubicBezTo>
                    <a:pt x="4270" y="4433"/>
                    <a:pt x="6516" y="6022"/>
                    <a:pt x="9786" y="8181"/>
                  </a:cubicBezTo>
                  <a:cubicBezTo>
                    <a:pt x="13896" y="10894"/>
                    <a:pt x="18313" y="13672"/>
                    <a:pt x="19872" y="13672"/>
                  </a:cubicBezTo>
                  <a:cubicBezTo>
                    <a:pt x="20119" y="13672"/>
                    <a:pt x="20290" y="13600"/>
                    <a:pt x="20382" y="13462"/>
                  </a:cubicBezTo>
                  <a:cubicBezTo>
                    <a:pt x="21063" y="12427"/>
                    <a:pt x="16023" y="8897"/>
                    <a:pt x="11001" y="5583"/>
                  </a:cubicBezTo>
                  <a:cubicBezTo>
                    <a:pt x="6821" y="2822"/>
                    <a:pt x="2342" y="0"/>
                    <a:pt x="799"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2"/>
            <p:cNvSpPr/>
            <p:nvPr/>
          </p:nvSpPr>
          <p:spPr>
            <a:xfrm>
              <a:off x="2973025" y="3601375"/>
              <a:ext cx="535025" cy="342175"/>
            </a:xfrm>
            <a:custGeom>
              <a:rect b="b" l="l" r="r" t="t"/>
              <a:pathLst>
                <a:path extrusionOk="0" h="13687" w="21401">
                  <a:moveTo>
                    <a:pt x="1157" y="15"/>
                  </a:moveTo>
                  <a:lnTo>
                    <a:pt x="1157" y="17"/>
                  </a:lnTo>
                  <a:cubicBezTo>
                    <a:pt x="1834" y="17"/>
                    <a:pt x="3095" y="544"/>
                    <a:pt x="5013" y="1629"/>
                  </a:cubicBezTo>
                  <a:cubicBezTo>
                    <a:pt x="6577" y="2511"/>
                    <a:pt x="8592" y="3774"/>
                    <a:pt x="11356" y="5598"/>
                  </a:cubicBezTo>
                  <a:cubicBezTo>
                    <a:pt x="14635" y="7764"/>
                    <a:pt x="16865" y="9334"/>
                    <a:pt x="18371" y="10541"/>
                  </a:cubicBezTo>
                  <a:cubicBezTo>
                    <a:pt x="19274" y="11267"/>
                    <a:pt x="19929" y="11874"/>
                    <a:pt x="20324" y="12347"/>
                  </a:cubicBezTo>
                  <a:cubicBezTo>
                    <a:pt x="20749" y="12857"/>
                    <a:pt x="20885" y="13234"/>
                    <a:pt x="20733" y="13467"/>
                  </a:cubicBezTo>
                  <a:cubicBezTo>
                    <a:pt x="20641" y="13603"/>
                    <a:pt x="20472" y="13672"/>
                    <a:pt x="20230" y="13672"/>
                  </a:cubicBezTo>
                  <a:cubicBezTo>
                    <a:pt x="19553" y="13672"/>
                    <a:pt x="18311" y="13160"/>
                    <a:pt x="16427" y="12102"/>
                  </a:cubicBezTo>
                  <a:cubicBezTo>
                    <a:pt x="14861" y="11225"/>
                    <a:pt x="12866" y="9980"/>
                    <a:pt x="10149" y="8184"/>
                  </a:cubicBezTo>
                  <a:cubicBezTo>
                    <a:pt x="6879" y="6025"/>
                    <a:pt x="4632" y="4439"/>
                    <a:pt x="3081" y="3190"/>
                  </a:cubicBezTo>
                  <a:cubicBezTo>
                    <a:pt x="2164" y="2453"/>
                    <a:pt x="1495" y="1837"/>
                    <a:pt x="1093" y="1352"/>
                  </a:cubicBezTo>
                  <a:cubicBezTo>
                    <a:pt x="656" y="832"/>
                    <a:pt x="516" y="451"/>
                    <a:pt x="668" y="218"/>
                  </a:cubicBezTo>
                  <a:cubicBezTo>
                    <a:pt x="756" y="84"/>
                    <a:pt x="922" y="15"/>
                    <a:pt x="1157" y="15"/>
                  </a:cubicBezTo>
                  <a:close/>
                  <a:moveTo>
                    <a:pt x="1157" y="1"/>
                  </a:moveTo>
                  <a:cubicBezTo>
                    <a:pt x="920" y="1"/>
                    <a:pt x="749" y="68"/>
                    <a:pt x="656" y="209"/>
                  </a:cubicBezTo>
                  <a:cubicBezTo>
                    <a:pt x="1" y="1202"/>
                    <a:pt x="4593" y="4531"/>
                    <a:pt x="10139" y="8196"/>
                  </a:cubicBezTo>
                  <a:cubicBezTo>
                    <a:pt x="14882" y="11324"/>
                    <a:pt x="18784" y="13686"/>
                    <a:pt x="20230" y="13686"/>
                  </a:cubicBezTo>
                  <a:cubicBezTo>
                    <a:pt x="20474" y="13686"/>
                    <a:pt x="20650" y="13617"/>
                    <a:pt x="20744" y="13474"/>
                  </a:cubicBezTo>
                  <a:cubicBezTo>
                    <a:pt x="21400" y="12481"/>
                    <a:pt x="16909" y="9246"/>
                    <a:pt x="11363" y="5584"/>
                  </a:cubicBezTo>
                  <a:cubicBezTo>
                    <a:pt x="6602" y="2442"/>
                    <a:pt x="2610" y="1"/>
                    <a:pt x="116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2"/>
            <p:cNvSpPr/>
            <p:nvPr/>
          </p:nvSpPr>
          <p:spPr>
            <a:xfrm>
              <a:off x="2980125" y="3760350"/>
              <a:ext cx="557300" cy="224250"/>
            </a:xfrm>
            <a:custGeom>
              <a:rect b="b" l="l" r="r" t="t"/>
              <a:pathLst>
                <a:path extrusionOk="0" h="8970" w="22292">
                  <a:moveTo>
                    <a:pt x="15600" y="1"/>
                  </a:moveTo>
                  <a:lnTo>
                    <a:pt x="12003" y="867"/>
                  </a:lnTo>
                  <a:lnTo>
                    <a:pt x="6851" y="2109"/>
                  </a:lnTo>
                  <a:lnTo>
                    <a:pt x="1" y="3758"/>
                  </a:lnTo>
                  <a:cubicBezTo>
                    <a:pt x="1850" y="5226"/>
                    <a:pt x="3884" y="6676"/>
                    <a:pt x="5939" y="8034"/>
                  </a:cubicBezTo>
                  <a:cubicBezTo>
                    <a:pt x="6417" y="8348"/>
                    <a:pt x="6891" y="8662"/>
                    <a:pt x="7364" y="8967"/>
                  </a:cubicBezTo>
                  <a:lnTo>
                    <a:pt x="7366" y="8969"/>
                  </a:lnTo>
                  <a:lnTo>
                    <a:pt x="14942" y="7143"/>
                  </a:lnTo>
                  <a:lnTo>
                    <a:pt x="19627" y="6016"/>
                  </a:lnTo>
                  <a:lnTo>
                    <a:pt x="22292" y="5374"/>
                  </a:lnTo>
                  <a:cubicBezTo>
                    <a:pt x="20530" y="3748"/>
                    <a:pt x="18244" y="1901"/>
                    <a:pt x="15605" y="3"/>
                  </a:cubicBezTo>
                  <a:lnTo>
                    <a:pt x="1560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2"/>
            <p:cNvSpPr/>
            <p:nvPr/>
          </p:nvSpPr>
          <p:spPr>
            <a:xfrm>
              <a:off x="2846900" y="3645425"/>
              <a:ext cx="454825" cy="159225"/>
            </a:xfrm>
            <a:custGeom>
              <a:rect b="b" l="l" r="r" t="t"/>
              <a:pathLst>
                <a:path extrusionOk="0" h="6369" w="18193">
                  <a:moveTo>
                    <a:pt x="13947" y="1"/>
                  </a:moveTo>
                  <a:lnTo>
                    <a:pt x="10740" y="772"/>
                  </a:lnTo>
                  <a:lnTo>
                    <a:pt x="5872" y="1945"/>
                  </a:lnTo>
                  <a:lnTo>
                    <a:pt x="1" y="3356"/>
                  </a:lnTo>
                  <a:cubicBezTo>
                    <a:pt x="839" y="4342"/>
                    <a:pt x="1845" y="5355"/>
                    <a:pt x="2974" y="6367"/>
                  </a:cubicBezTo>
                  <a:lnTo>
                    <a:pt x="2977" y="6369"/>
                  </a:lnTo>
                  <a:lnTo>
                    <a:pt x="9504" y="4796"/>
                  </a:lnTo>
                  <a:lnTo>
                    <a:pt x="14542" y="3582"/>
                  </a:lnTo>
                  <a:lnTo>
                    <a:pt x="14545" y="3584"/>
                  </a:lnTo>
                  <a:lnTo>
                    <a:pt x="18193" y="2705"/>
                  </a:lnTo>
                  <a:cubicBezTo>
                    <a:pt x="17994" y="2566"/>
                    <a:pt x="17789" y="2430"/>
                    <a:pt x="17583" y="2296"/>
                  </a:cubicBezTo>
                  <a:cubicBezTo>
                    <a:pt x="16348" y="1481"/>
                    <a:pt x="15129" y="716"/>
                    <a:pt x="139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2" name="Shape 672"/>
        <p:cNvGrpSpPr/>
        <p:nvPr/>
      </p:nvGrpSpPr>
      <p:grpSpPr>
        <a:xfrm>
          <a:off x="0" y="0"/>
          <a:ext cx="0" cy="0"/>
          <a:chOff x="0" y="0"/>
          <a:chExt cx="0" cy="0"/>
        </a:xfrm>
      </p:grpSpPr>
      <p:sp>
        <p:nvSpPr>
          <p:cNvPr id="673" name="Google Shape;673;p33"/>
          <p:cNvSpPr txBox="1"/>
          <p:nvPr>
            <p:ph type="title"/>
          </p:nvPr>
        </p:nvSpPr>
        <p:spPr>
          <a:xfrm>
            <a:off x="720000" y="5974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MAYBE YOU NEED TWO </a:t>
            </a:r>
            <a:r>
              <a:rPr lang="en">
                <a:solidFill>
                  <a:schemeClr val="accent3"/>
                </a:solidFill>
              </a:rPr>
              <a:t>COLUMNS</a:t>
            </a:r>
            <a:endParaRPr>
              <a:solidFill>
                <a:schemeClr val="accent3"/>
              </a:solidFill>
            </a:endParaRPr>
          </a:p>
        </p:txBody>
      </p:sp>
      <p:sp>
        <p:nvSpPr>
          <p:cNvPr id="674" name="Google Shape;674;p33"/>
          <p:cNvSpPr txBox="1"/>
          <p:nvPr>
            <p:ph idx="1" type="subTitle"/>
          </p:nvPr>
        </p:nvSpPr>
        <p:spPr>
          <a:xfrm>
            <a:off x="1101856" y="2343630"/>
            <a:ext cx="2907600" cy="43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75" name="Google Shape;675;p33"/>
          <p:cNvSpPr txBox="1"/>
          <p:nvPr>
            <p:ph idx="2" type="subTitle"/>
          </p:nvPr>
        </p:nvSpPr>
        <p:spPr>
          <a:xfrm>
            <a:off x="5134544" y="2343630"/>
            <a:ext cx="2907600" cy="43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76" name="Google Shape;676;p33"/>
          <p:cNvSpPr txBox="1"/>
          <p:nvPr>
            <p:ph idx="3" type="subTitle"/>
          </p:nvPr>
        </p:nvSpPr>
        <p:spPr>
          <a:xfrm>
            <a:off x="1278847" y="2760272"/>
            <a:ext cx="2556300" cy="101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677" name="Google Shape;677;p33"/>
          <p:cNvSpPr txBox="1"/>
          <p:nvPr>
            <p:ph idx="4" type="subTitle"/>
          </p:nvPr>
        </p:nvSpPr>
        <p:spPr>
          <a:xfrm>
            <a:off x="5254509" y="2769938"/>
            <a:ext cx="2639700" cy="101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very beautiful name and is the second planet from the Sun. It’s hot and has a poisonous atmosphere</a:t>
            </a:r>
            <a:endParaRPr/>
          </a:p>
        </p:txBody>
      </p:sp>
      <p:grpSp>
        <p:nvGrpSpPr>
          <p:cNvPr id="678" name="Google Shape;678;p33"/>
          <p:cNvGrpSpPr/>
          <p:nvPr/>
        </p:nvGrpSpPr>
        <p:grpSpPr>
          <a:xfrm>
            <a:off x="6356968" y="1754893"/>
            <a:ext cx="442256" cy="378756"/>
            <a:chOff x="6220900" y="4083025"/>
            <a:chExt cx="314975" cy="269750"/>
          </a:xfrm>
        </p:grpSpPr>
        <p:sp>
          <p:nvSpPr>
            <p:cNvPr id="679" name="Google Shape;679;p33"/>
            <p:cNvSpPr/>
            <p:nvPr/>
          </p:nvSpPr>
          <p:spPr>
            <a:xfrm>
              <a:off x="6285200" y="4131250"/>
              <a:ext cx="203050" cy="173375"/>
            </a:xfrm>
            <a:custGeom>
              <a:rect b="b" l="l" r="r" t="t"/>
              <a:pathLst>
                <a:path extrusionOk="0" h="6935" w="8122">
                  <a:moveTo>
                    <a:pt x="3073" y="3168"/>
                  </a:moveTo>
                  <a:lnTo>
                    <a:pt x="3073" y="3787"/>
                  </a:lnTo>
                  <a:lnTo>
                    <a:pt x="2430" y="3787"/>
                  </a:lnTo>
                  <a:lnTo>
                    <a:pt x="2430" y="3168"/>
                  </a:lnTo>
                  <a:close/>
                  <a:moveTo>
                    <a:pt x="6859" y="3168"/>
                  </a:moveTo>
                  <a:lnTo>
                    <a:pt x="6859" y="3787"/>
                  </a:lnTo>
                  <a:lnTo>
                    <a:pt x="6216" y="3787"/>
                  </a:lnTo>
                  <a:lnTo>
                    <a:pt x="6216" y="3168"/>
                  </a:lnTo>
                  <a:close/>
                  <a:moveTo>
                    <a:pt x="4954" y="1263"/>
                  </a:moveTo>
                  <a:lnTo>
                    <a:pt x="4954" y="1954"/>
                  </a:lnTo>
                  <a:cubicBezTo>
                    <a:pt x="5335" y="2073"/>
                    <a:pt x="5597" y="2430"/>
                    <a:pt x="5597" y="2835"/>
                  </a:cubicBezTo>
                  <a:lnTo>
                    <a:pt x="4954" y="2835"/>
                  </a:lnTo>
                  <a:cubicBezTo>
                    <a:pt x="4954" y="2644"/>
                    <a:pt x="4806" y="2517"/>
                    <a:pt x="4651" y="2517"/>
                  </a:cubicBezTo>
                  <a:cubicBezTo>
                    <a:pt x="4573" y="2517"/>
                    <a:pt x="4494" y="2549"/>
                    <a:pt x="4430" y="2620"/>
                  </a:cubicBezTo>
                  <a:cubicBezTo>
                    <a:pt x="4216" y="2811"/>
                    <a:pt x="4359" y="3144"/>
                    <a:pt x="4645" y="3144"/>
                  </a:cubicBezTo>
                  <a:cubicBezTo>
                    <a:pt x="5692" y="3168"/>
                    <a:pt x="5954" y="4621"/>
                    <a:pt x="4954" y="5002"/>
                  </a:cubicBezTo>
                  <a:lnTo>
                    <a:pt x="4954" y="5669"/>
                  </a:lnTo>
                  <a:lnTo>
                    <a:pt x="4335" y="5669"/>
                  </a:lnTo>
                  <a:lnTo>
                    <a:pt x="4335" y="5002"/>
                  </a:lnTo>
                  <a:cubicBezTo>
                    <a:pt x="3954" y="4859"/>
                    <a:pt x="3692" y="4502"/>
                    <a:pt x="3692" y="4097"/>
                  </a:cubicBezTo>
                  <a:lnTo>
                    <a:pt x="4335" y="4097"/>
                  </a:lnTo>
                  <a:cubicBezTo>
                    <a:pt x="4335" y="4287"/>
                    <a:pt x="4483" y="4414"/>
                    <a:pt x="4638" y="4414"/>
                  </a:cubicBezTo>
                  <a:cubicBezTo>
                    <a:pt x="4716" y="4414"/>
                    <a:pt x="4795" y="4383"/>
                    <a:pt x="4859" y="4311"/>
                  </a:cubicBezTo>
                  <a:cubicBezTo>
                    <a:pt x="5073" y="4121"/>
                    <a:pt x="4930" y="3787"/>
                    <a:pt x="4645" y="3787"/>
                  </a:cubicBezTo>
                  <a:cubicBezTo>
                    <a:pt x="3597" y="3763"/>
                    <a:pt x="3335" y="2311"/>
                    <a:pt x="4335" y="1954"/>
                  </a:cubicBezTo>
                  <a:lnTo>
                    <a:pt x="4335" y="1263"/>
                  </a:lnTo>
                  <a:close/>
                  <a:moveTo>
                    <a:pt x="4645" y="1"/>
                  </a:moveTo>
                  <a:cubicBezTo>
                    <a:pt x="1549" y="1"/>
                    <a:pt x="1" y="3740"/>
                    <a:pt x="2192" y="5907"/>
                  </a:cubicBezTo>
                  <a:cubicBezTo>
                    <a:pt x="2894" y="6617"/>
                    <a:pt x="3764" y="6934"/>
                    <a:pt x="4619" y="6934"/>
                  </a:cubicBezTo>
                  <a:cubicBezTo>
                    <a:pt x="6403" y="6934"/>
                    <a:pt x="8121" y="5554"/>
                    <a:pt x="8121" y="3478"/>
                  </a:cubicBezTo>
                  <a:cubicBezTo>
                    <a:pt x="8121" y="1549"/>
                    <a:pt x="6550" y="1"/>
                    <a:pt x="46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680" name="Google Shape;680;p33"/>
            <p:cNvSpPr/>
            <p:nvPr/>
          </p:nvSpPr>
          <p:spPr>
            <a:xfrm>
              <a:off x="6220900" y="4083025"/>
              <a:ext cx="314975" cy="269750"/>
            </a:xfrm>
            <a:custGeom>
              <a:rect b="b" l="l" r="r" t="t"/>
              <a:pathLst>
                <a:path extrusionOk="0" h="10790" w="12599">
                  <a:moveTo>
                    <a:pt x="7176" y="1278"/>
                  </a:moveTo>
                  <a:cubicBezTo>
                    <a:pt x="9289" y="1278"/>
                    <a:pt x="11313" y="2921"/>
                    <a:pt x="11313" y="5407"/>
                  </a:cubicBezTo>
                  <a:cubicBezTo>
                    <a:pt x="11313" y="7669"/>
                    <a:pt x="9479" y="9503"/>
                    <a:pt x="7217" y="9503"/>
                  </a:cubicBezTo>
                  <a:cubicBezTo>
                    <a:pt x="3549" y="9503"/>
                    <a:pt x="1715" y="5073"/>
                    <a:pt x="4311" y="2478"/>
                  </a:cubicBezTo>
                  <a:cubicBezTo>
                    <a:pt x="5148" y="1649"/>
                    <a:pt x="6172" y="1278"/>
                    <a:pt x="7176" y="1278"/>
                  </a:cubicBezTo>
                  <a:close/>
                  <a:moveTo>
                    <a:pt x="7217" y="1"/>
                  </a:moveTo>
                  <a:cubicBezTo>
                    <a:pt x="2406" y="1"/>
                    <a:pt x="1" y="5812"/>
                    <a:pt x="3406" y="9193"/>
                  </a:cubicBezTo>
                  <a:cubicBezTo>
                    <a:pt x="4501" y="10296"/>
                    <a:pt x="5850" y="10789"/>
                    <a:pt x="7175" y="10789"/>
                  </a:cubicBezTo>
                  <a:cubicBezTo>
                    <a:pt x="9941" y="10789"/>
                    <a:pt x="12599" y="8636"/>
                    <a:pt x="12599" y="5383"/>
                  </a:cubicBezTo>
                  <a:cubicBezTo>
                    <a:pt x="12599" y="2430"/>
                    <a:pt x="10193" y="25"/>
                    <a:pt x="72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681" name="Google Shape;681;p33"/>
          <p:cNvGrpSpPr/>
          <p:nvPr/>
        </p:nvGrpSpPr>
        <p:grpSpPr>
          <a:xfrm>
            <a:off x="2356882" y="1755753"/>
            <a:ext cx="377036" cy="377036"/>
            <a:chOff x="1064475" y="2369600"/>
            <a:chExt cx="268525" cy="268525"/>
          </a:xfrm>
        </p:grpSpPr>
        <p:sp>
          <p:nvSpPr>
            <p:cNvPr id="682" name="Google Shape;682;p33"/>
            <p:cNvSpPr/>
            <p:nvPr/>
          </p:nvSpPr>
          <p:spPr>
            <a:xfrm>
              <a:off x="1064475" y="2432100"/>
              <a:ext cx="268525" cy="206025"/>
            </a:xfrm>
            <a:custGeom>
              <a:rect b="b" l="l" r="r" t="t"/>
              <a:pathLst>
                <a:path extrusionOk="0" h="8241" w="10741">
                  <a:moveTo>
                    <a:pt x="3144" y="2549"/>
                  </a:moveTo>
                  <a:lnTo>
                    <a:pt x="3144" y="3168"/>
                  </a:lnTo>
                  <a:lnTo>
                    <a:pt x="2525" y="3168"/>
                  </a:lnTo>
                  <a:lnTo>
                    <a:pt x="2525" y="2549"/>
                  </a:lnTo>
                  <a:close/>
                  <a:moveTo>
                    <a:pt x="1790" y="1"/>
                  </a:moveTo>
                  <a:cubicBezTo>
                    <a:pt x="1227" y="1"/>
                    <a:pt x="667" y="215"/>
                    <a:pt x="239" y="644"/>
                  </a:cubicBezTo>
                  <a:lnTo>
                    <a:pt x="1" y="858"/>
                  </a:lnTo>
                  <a:lnTo>
                    <a:pt x="1191" y="2025"/>
                  </a:lnTo>
                  <a:cubicBezTo>
                    <a:pt x="1072" y="2192"/>
                    <a:pt x="977" y="2358"/>
                    <a:pt x="905" y="2525"/>
                  </a:cubicBezTo>
                  <a:lnTo>
                    <a:pt x="1" y="2525"/>
                  </a:lnTo>
                  <a:lnTo>
                    <a:pt x="1" y="5049"/>
                  </a:lnTo>
                  <a:lnTo>
                    <a:pt x="905" y="5049"/>
                  </a:lnTo>
                  <a:cubicBezTo>
                    <a:pt x="1239" y="5788"/>
                    <a:pt x="1810" y="6359"/>
                    <a:pt x="2525" y="6669"/>
                  </a:cubicBezTo>
                  <a:lnTo>
                    <a:pt x="2525" y="8240"/>
                  </a:lnTo>
                  <a:lnTo>
                    <a:pt x="4430" y="8240"/>
                  </a:lnTo>
                  <a:lnTo>
                    <a:pt x="4430" y="6954"/>
                  </a:lnTo>
                  <a:lnTo>
                    <a:pt x="6335" y="6954"/>
                  </a:lnTo>
                  <a:lnTo>
                    <a:pt x="6335" y="8240"/>
                  </a:lnTo>
                  <a:lnTo>
                    <a:pt x="8217" y="8240"/>
                  </a:lnTo>
                  <a:lnTo>
                    <a:pt x="8217" y="6669"/>
                  </a:lnTo>
                  <a:cubicBezTo>
                    <a:pt x="9360" y="6169"/>
                    <a:pt x="10098" y="5049"/>
                    <a:pt x="10122" y="3811"/>
                  </a:cubicBezTo>
                  <a:cubicBezTo>
                    <a:pt x="10098" y="3597"/>
                    <a:pt x="10074" y="3406"/>
                    <a:pt x="10050" y="3216"/>
                  </a:cubicBezTo>
                  <a:cubicBezTo>
                    <a:pt x="10479" y="2787"/>
                    <a:pt x="10741" y="2215"/>
                    <a:pt x="10741" y="1596"/>
                  </a:cubicBezTo>
                  <a:lnTo>
                    <a:pt x="10741" y="834"/>
                  </a:lnTo>
                  <a:lnTo>
                    <a:pt x="10193" y="1382"/>
                  </a:lnTo>
                  <a:cubicBezTo>
                    <a:pt x="9979" y="1596"/>
                    <a:pt x="9717" y="1739"/>
                    <a:pt x="9431" y="1834"/>
                  </a:cubicBezTo>
                  <a:cubicBezTo>
                    <a:pt x="8812" y="1072"/>
                    <a:pt x="7907" y="644"/>
                    <a:pt x="6931" y="644"/>
                  </a:cubicBezTo>
                  <a:lnTo>
                    <a:pt x="3787" y="644"/>
                  </a:lnTo>
                  <a:cubicBezTo>
                    <a:pt x="3644" y="644"/>
                    <a:pt x="3525" y="644"/>
                    <a:pt x="3382" y="667"/>
                  </a:cubicBezTo>
                  <a:lnTo>
                    <a:pt x="3358" y="644"/>
                  </a:lnTo>
                  <a:cubicBezTo>
                    <a:pt x="2918" y="215"/>
                    <a:pt x="2352" y="1"/>
                    <a:pt x="17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683" name="Google Shape;683;p33"/>
            <p:cNvSpPr/>
            <p:nvPr/>
          </p:nvSpPr>
          <p:spPr>
            <a:xfrm>
              <a:off x="1190700" y="2369600"/>
              <a:ext cx="16100" cy="31575"/>
            </a:xfrm>
            <a:custGeom>
              <a:rect b="b" l="l" r="r" t="t"/>
              <a:pathLst>
                <a:path extrusionOk="0" h="1263" w="644">
                  <a:moveTo>
                    <a:pt x="0" y="0"/>
                  </a:moveTo>
                  <a:lnTo>
                    <a:pt x="0" y="1262"/>
                  </a:lnTo>
                  <a:lnTo>
                    <a:pt x="643" y="1262"/>
                  </a:lnTo>
                  <a:lnTo>
                    <a:pt x="64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684" name="Google Shape;684;p33"/>
            <p:cNvSpPr/>
            <p:nvPr/>
          </p:nvSpPr>
          <p:spPr>
            <a:xfrm>
              <a:off x="1222250" y="2385075"/>
              <a:ext cx="16100" cy="32175"/>
            </a:xfrm>
            <a:custGeom>
              <a:rect b="b" l="l" r="r" t="t"/>
              <a:pathLst>
                <a:path extrusionOk="0" h="1287" w="644">
                  <a:moveTo>
                    <a:pt x="0" y="0"/>
                  </a:moveTo>
                  <a:lnTo>
                    <a:pt x="0" y="1286"/>
                  </a:lnTo>
                  <a:lnTo>
                    <a:pt x="643" y="1286"/>
                  </a:lnTo>
                  <a:lnTo>
                    <a:pt x="64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685" name="Google Shape;685;p33"/>
            <p:cNvSpPr/>
            <p:nvPr/>
          </p:nvSpPr>
          <p:spPr>
            <a:xfrm>
              <a:off x="1159150" y="2385075"/>
              <a:ext cx="15500" cy="32175"/>
            </a:xfrm>
            <a:custGeom>
              <a:rect b="b" l="l" r="r" t="t"/>
              <a:pathLst>
                <a:path extrusionOk="0" h="1287" w="620">
                  <a:moveTo>
                    <a:pt x="0" y="0"/>
                  </a:moveTo>
                  <a:lnTo>
                    <a:pt x="0" y="1286"/>
                  </a:lnTo>
                  <a:lnTo>
                    <a:pt x="619" y="1286"/>
                  </a:lnTo>
                  <a:lnTo>
                    <a:pt x="61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686" name="Google Shape;686;p33"/>
            <p:cNvSpPr/>
            <p:nvPr/>
          </p:nvSpPr>
          <p:spPr>
            <a:xfrm>
              <a:off x="1167475" y="2416625"/>
              <a:ext cx="62525" cy="16100"/>
            </a:xfrm>
            <a:custGeom>
              <a:rect b="b" l="l" r="r" t="t"/>
              <a:pathLst>
                <a:path extrusionOk="0" h="644" w="2501">
                  <a:moveTo>
                    <a:pt x="1251" y="0"/>
                  </a:moveTo>
                  <a:cubicBezTo>
                    <a:pt x="780" y="0"/>
                    <a:pt x="310" y="215"/>
                    <a:pt x="0" y="643"/>
                  </a:cubicBezTo>
                  <a:lnTo>
                    <a:pt x="2501" y="643"/>
                  </a:lnTo>
                  <a:cubicBezTo>
                    <a:pt x="2191" y="215"/>
                    <a:pt x="1721" y="0"/>
                    <a:pt x="12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cxnSp>
        <p:nvCxnSpPr>
          <p:cNvPr id="687" name="Google Shape;687;p33"/>
          <p:cNvCxnSpPr/>
          <p:nvPr/>
        </p:nvCxnSpPr>
        <p:spPr>
          <a:xfrm>
            <a:off x="2230300" y="2225350"/>
            <a:ext cx="650700" cy="0"/>
          </a:xfrm>
          <a:prstGeom prst="straightConnector1">
            <a:avLst/>
          </a:prstGeom>
          <a:noFill/>
          <a:ln cap="flat" cmpd="sng" w="19050">
            <a:solidFill>
              <a:schemeClr val="accent3"/>
            </a:solidFill>
            <a:prstDash val="solid"/>
            <a:round/>
            <a:headEnd len="med" w="med" type="none"/>
            <a:tailEnd len="med" w="med" type="none"/>
          </a:ln>
        </p:spPr>
      </p:cxnSp>
      <p:cxnSp>
        <p:nvCxnSpPr>
          <p:cNvPr id="688" name="Google Shape;688;p33"/>
          <p:cNvCxnSpPr/>
          <p:nvPr/>
        </p:nvCxnSpPr>
        <p:spPr>
          <a:xfrm>
            <a:off x="6259246" y="2225350"/>
            <a:ext cx="650700" cy="0"/>
          </a:xfrm>
          <a:prstGeom prst="straightConnector1">
            <a:avLst/>
          </a:prstGeom>
          <a:noFill/>
          <a:ln cap="flat" cmpd="sng" w="19050">
            <a:solidFill>
              <a:schemeClr val="accent3"/>
            </a:solidFill>
            <a:prstDash val="solid"/>
            <a:round/>
            <a:headEnd len="med" w="med" type="none"/>
            <a:tailEnd len="med" w="med" type="none"/>
          </a:ln>
        </p:spPr>
      </p:cxnSp>
      <p:grpSp>
        <p:nvGrpSpPr>
          <p:cNvPr id="689" name="Google Shape;689;p33"/>
          <p:cNvGrpSpPr/>
          <p:nvPr/>
        </p:nvGrpSpPr>
        <p:grpSpPr>
          <a:xfrm rot="-1392610">
            <a:off x="5183595" y="4249652"/>
            <a:ext cx="873799" cy="946788"/>
            <a:chOff x="2761250" y="617875"/>
            <a:chExt cx="1222900" cy="1325050"/>
          </a:xfrm>
        </p:grpSpPr>
        <p:sp>
          <p:nvSpPr>
            <p:cNvPr id="690" name="Google Shape;690;p33"/>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3"/>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3"/>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3"/>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3"/>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3"/>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3"/>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33"/>
          <p:cNvGrpSpPr/>
          <p:nvPr/>
        </p:nvGrpSpPr>
        <p:grpSpPr>
          <a:xfrm rot="-4281653">
            <a:off x="554392" y="1559866"/>
            <a:ext cx="584803" cy="513429"/>
            <a:chOff x="2665925" y="2466150"/>
            <a:chExt cx="627625" cy="551025"/>
          </a:xfrm>
        </p:grpSpPr>
        <p:sp>
          <p:nvSpPr>
            <p:cNvPr id="698" name="Google Shape;698;p33"/>
            <p:cNvSpPr/>
            <p:nvPr/>
          </p:nvSpPr>
          <p:spPr>
            <a:xfrm>
              <a:off x="2700675" y="2466150"/>
              <a:ext cx="592875" cy="549500"/>
            </a:xfrm>
            <a:custGeom>
              <a:rect b="b" l="l" r="r" t="t"/>
              <a:pathLst>
                <a:path extrusionOk="0" h="21980" w="23715">
                  <a:moveTo>
                    <a:pt x="6323" y="0"/>
                  </a:moveTo>
                  <a:cubicBezTo>
                    <a:pt x="5320" y="0"/>
                    <a:pt x="4347" y="220"/>
                    <a:pt x="3434" y="722"/>
                  </a:cubicBezTo>
                  <a:cubicBezTo>
                    <a:pt x="52" y="2578"/>
                    <a:pt x="1" y="6111"/>
                    <a:pt x="1" y="6111"/>
                  </a:cubicBezTo>
                  <a:cubicBezTo>
                    <a:pt x="1" y="6111"/>
                    <a:pt x="1555" y="3520"/>
                    <a:pt x="4741" y="3520"/>
                  </a:cubicBezTo>
                  <a:cubicBezTo>
                    <a:pt x="7746" y="3520"/>
                    <a:pt x="12205" y="5827"/>
                    <a:pt x="18179" y="14795"/>
                  </a:cubicBezTo>
                  <a:cubicBezTo>
                    <a:pt x="22322" y="21011"/>
                    <a:pt x="16293" y="21867"/>
                    <a:pt x="16293" y="21867"/>
                  </a:cubicBezTo>
                  <a:cubicBezTo>
                    <a:pt x="16293" y="21867"/>
                    <a:pt x="16625" y="21980"/>
                    <a:pt x="17147" y="21980"/>
                  </a:cubicBezTo>
                  <a:cubicBezTo>
                    <a:pt x="18141" y="21980"/>
                    <a:pt x="19823" y="21572"/>
                    <a:pt x="21209" y="19201"/>
                  </a:cubicBezTo>
                  <a:cubicBezTo>
                    <a:pt x="22213" y="17480"/>
                    <a:pt x="23714" y="15162"/>
                    <a:pt x="20548" y="10050"/>
                  </a:cubicBezTo>
                  <a:cubicBezTo>
                    <a:pt x="18795" y="7221"/>
                    <a:pt x="12072" y="0"/>
                    <a:pt x="6323"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3"/>
            <p:cNvSpPr/>
            <p:nvPr/>
          </p:nvSpPr>
          <p:spPr>
            <a:xfrm>
              <a:off x="2700275" y="2537525"/>
              <a:ext cx="507325" cy="479550"/>
            </a:xfrm>
            <a:custGeom>
              <a:rect b="b" l="l" r="r" t="t"/>
              <a:pathLst>
                <a:path extrusionOk="0" h="19182" w="20293">
                  <a:moveTo>
                    <a:pt x="3446" y="0"/>
                  </a:moveTo>
                  <a:cubicBezTo>
                    <a:pt x="3175" y="0"/>
                    <a:pt x="2902" y="23"/>
                    <a:pt x="2633" y="67"/>
                  </a:cubicBezTo>
                  <a:cubicBezTo>
                    <a:pt x="1859" y="197"/>
                    <a:pt x="1241" y="508"/>
                    <a:pt x="793" y="995"/>
                  </a:cubicBezTo>
                  <a:cubicBezTo>
                    <a:pt x="264" y="1570"/>
                    <a:pt x="1" y="2353"/>
                    <a:pt x="8" y="3325"/>
                  </a:cubicBezTo>
                  <a:cubicBezTo>
                    <a:pt x="12" y="4263"/>
                    <a:pt x="269" y="5339"/>
                    <a:pt x="770" y="6519"/>
                  </a:cubicBezTo>
                  <a:cubicBezTo>
                    <a:pt x="1799" y="8945"/>
                    <a:pt x="3741" y="11545"/>
                    <a:pt x="6242" y="13843"/>
                  </a:cubicBezTo>
                  <a:cubicBezTo>
                    <a:pt x="6535" y="14113"/>
                    <a:pt x="6812" y="14355"/>
                    <a:pt x="7085" y="14586"/>
                  </a:cubicBezTo>
                  <a:cubicBezTo>
                    <a:pt x="8876" y="16108"/>
                    <a:pt x="10793" y="17338"/>
                    <a:pt x="12629" y="18147"/>
                  </a:cubicBezTo>
                  <a:cubicBezTo>
                    <a:pt x="13116" y="18361"/>
                    <a:pt x="13614" y="18551"/>
                    <a:pt x="14122" y="18712"/>
                  </a:cubicBezTo>
                  <a:cubicBezTo>
                    <a:pt x="15032" y="19001"/>
                    <a:pt x="15877" y="19158"/>
                    <a:pt x="16630" y="19179"/>
                  </a:cubicBezTo>
                  <a:cubicBezTo>
                    <a:pt x="16688" y="19181"/>
                    <a:pt x="16745" y="19181"/>
                    <a:pt x="16803" y="19181"/>
                  </a:cubicBezTo>
                  <a:cubicBezTo>
                    <a:pt x="17985" y="19181"/>
                    <a:pt x="18893" y="18846"/>
                    <a:pt x="19500" y="18186"/>
                  </a:cubicBezTo>
                  <a:cubicBezTo>
                    <a:pt x="20026" y="17613"/>
                    <a:pt x="20292" y="16828"/>
                    <a:pt x="20285" y="15856"/>
                  </a:cubicBezTo>
                  <a:cubicBezTo>
                    <a:pt x="20280" y="14919"/>
                    <a:pt x="20024" y="13845"/>
                    <a:pt x="19523" y="12665"/>
                  </a:cubicBezTo>
                  <a:cubicBezTo>
                    <a:pt x="18493" y="10238"/>
                    <a:pt x="16551" y="7636"/>
                    <a:pt x="14053" y="5341"/>
                  </a:cubicBezTo>
                  <a:cubicBezTo>
                    <a:pt x="13342" y="4688"/>
                    <a:pt x="12599" y="4071"/>
                    <a:pt x="11825" y="3498"/>
                  </a:cubicBezTo>
                  <a:cubicBezTo>
                    <a:pt x="10894" y="2801"/>
                    <a:pt x="9911" y="2178"/>
                    <a:pt x="8886" y="1630"/>
                  </a:cubicBezTo>
                  <a:cubicBezTo>
                    <a:pt x="8364" y="1353"/>
                    <a:pt x="7847" y="1106"/>
                    <a:pt x="7343" y="898"/>
                  </a:cubicBezTo>
                  <a:cubicBezTo>
                    <a:pt x="5928" y="310"/>
                    <a:pt x="4593" y="0"/>
                    <a:pt x="3485" y="0"/>
                  </a:cubicBezTo>
                  <a:cubicBezTo>
                    <a:pt x="3472" y="0"/>
                    <a:pt x="3459" y="0"/>
                    <a:pt x="3446"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3"/>
            <p:cNvSpPr/>
            <p:nvPr/>
          </p:nvSpPr>
          <p:spPr>
            <a:xfrm>
              <a:off x="2665925" y="2537350"/>
              <a:ext cx="575950" cy="479825"/>
            </a:xfrm>
            <a:custGeom>
              <a:rect b="b" l="l" r="r" t="t"/>
              <a:pathLst>
                <a:path extrusionOk="0" h="19193" w="23038">
                  <a:moveTo>
                    <a:pt x="4859" y="0"/>
                  </a:moveTo>
                  <a:cubicBezTo>
                    <a:pt x="4859" y="0"/>
                    <a:pt x="4860" y="0"/>
                    <a:pt x="4860" y="0"/>
                  </a:cubicBezTo>
                  <a:lnTo>
                    <a:pt x="4860" y="0"/>
                  </a:lnTo>
                  <a:cubicBezTo>
                    <a:pt x="4860" y="0"/>
                    <a:pt x="4861" y="0"/>
                    <a:pt x="4861" y="0"/>
                  </a:cubicBezTo>
                  <a:close/>
                  <a:moveTo>
                    <a:pt x="4861" y="12"/>
                  </a:moveTo>
                  <a:cubicBezTo>
                    <a:pt x="5967" y="12"/>
                    <a:pt x="7302" y="324"/>
                    <a:pt x="8717" y="910"/>
                  </a:cubicBezTo>
                  <a:cubicBezTo>
                    <a:pt x="9218" y="1118"/>
                    <a:pt x="9738" y="1365"/>
                    <a:pt x="10260" y="1642"/>
                  </a:cubicBezTo>
                  <a:cubicBezTo>
                    <a:pt x="11285" y="2189"/>
                    <a:pt x="12266" y="2813"/>
                    <a:pt x="13197" y="3508"/>
                  </a:cubicBezTo>
                  <a:cubicBezTo>
                    <a:pt x="13970" y="4083"/>
                    <a:pt x="14714" y="4697"/>
                    <a:pt x="15423" y="5350"/>
                  </a:cubicBezTo>
                  <a:cubicBezTo>
                    <a:pt x="16686" y="6509"/>
                    <a:pt x="17808" y="7749"/>
                    <a:pt x="18757" y="9028"/>
                  </a:cubicBezTo>
                  <a:cubicBezTo>
                    <a:pt x="19673" y="10266"/>
                    <a:pt x="20391" y="11492"/>
                    <a:pt x="20893" y="12672"/>
                  </a:cubicBezTo>
                  <a:cubicBezTo>
                    <a:pt x="21394" y="13852"/>
                    <a:pt x="21648" y="14926"/>
                    <a:pt x="21654" y="15863"/>
                  </a:cubicBezTo>
                  <a:cubicBezTo>
                    <a:pt x="21661" y="16833"/>
                    <a:pt x="21396" y="17616"/>
                    <a:pt x="20872" y="18188"/>
                  </a:cubicBezTo>
                  <a:cubicBezTo>
                    <a:pt x="20567" y="18518"/>
                    <a:pt x="20179" y="18770"/>
                    <a:pt x="19720" y="18939"/>
                  </a:cubicBezTo>
                  <a:cubicBezTo>
                    <a:pt x="19274" y="19100"/>
                    <a:pt x="18754" y="19183"/>
                    <a:pt x="18179" y="19183"/>
                  </a:cubicBezTo>
                  <a:cubicBezTo>
                    <a:pt x="18122" y="19183"/>
                    <a:pt x="18064" y="19183"/>
                    <a:pt x="18006" y="19181"/>
                  </a:cubicBezTo>
                  <a:cubicBezTo>
                    <a:pt x="17251" y="19158"/>
                    <a:pt x="16408" y="19001"/>
                    <a:pt x="15499" y="18715"/>
                  </a:cubicBezTo>
                  <a:cubicBezTo>
                    <a:pt x="14991" y="18553"/>
                    <a:pt x="14492" y="18364"/>
                    <a:pt x="14005" y="18147"/>
                  </a:cubicBezTo>
                  <a:cubicBezTo>
                    <a:pt x="12169" y="17339"/>
                    <a:pt x="10253" y="16110"/>
                    <a:pt x="8463" y="14589"/>
                  </a:cubicBezTo>
                  <a:lnTo>
                    <a:pt x="8461" y="14589"/>
                  </a:lnTo>
                  <a:cubicBezTo>
                    <a:pt x="8189" y="14358"/>
                    <a:pt x="7914" y="14115"/>
                    <a:pt x="7621" y="13845"/>
                  </a:cubicBezTo>
                  <a:cubicBezTo>
                    <a:pt x="6357" y="12684"/>
                    <a:pt x="5235" y="11446"/>
                    <a:pt x="4284" y="10165"/>
                  </a:cubicBezTo>
                  <a:cubicBezTo>
                    <a:pt x="3367" y="8927"/>
                    <a:pt x="2649" y="7701"/>
                    <a:pt x="2148" y="6521"/>
                  </a:cubicBezTo>
                  <a:cubicBezTo>
                    <a:pt x="1649" y="5341"/>
                    <a:pt x="1393" y="4270"/>
                    <a:pt x="1386" y="3330"/>
                  </a:cubicBezTo>
                  <a:cubicBezTo>
                    <a:pt x="1382" y="2360"/>
                    <a:pt x="1645" y="1577"/>
                    <a:pt x="2171" y="1007"/>
                  </a:cubicBezTo>
                  <a:cubicBezTo>
                    <a:pt x="2617" y="520"/>
                    <a:pt x="3238" y="208"/>
                    <a:pt x="4009" y="79"/>
                  </a:cubicBezTo>
                  <a:cubicBezTo>
                    <a:pt x="4291" y="33"/>
                    <a:pt x="4575" y="12"/>
                    <a:pt x="4861" y="12"/>
                  </a:cubicBezTo>
                  <a:close/>
                  <a:moveTo>
                    <a:pt x="4860" y="0"/>
                  </a:moveTo>
                  <a:cubicBezTo>
                    <a:pt x="4574" y="0"/>
                    <a:pt x="4288" y="21"/>
                    <a:pt x="4007" y="67"/>
                  </a:cubicBezTo>
                  <a:cubicBezTo>
                    <a:pt x="3252" y="194"/>
                    <a:pt x="2622" y="499"/>
                    <a:pt x="2160" y="998"/>
                  </a:cubicBezTo>
                  <a:cubicBezTo>
                    <a:pt x="1" y="3348"/>
                    <a:pt x="2441" y="9102"/>
                    <a:pt x="7611" y="13852"/>
                  </a:cubicBezTo>
                  <a:cubicBezTo>
                    <a:pt x="7891" y="14111"/>
                    <a:pt x="8170" y="14358"/>
                    <a:pt x="8454" y="14595"/>
                  </a:cubicBezTo>
                  <a:lnTo>
                    <a:pt x="8456" y="14595"/>
                  </a:lnTo>
                  <a:cubicBezTo>
                    <a:pt x="10304" y="16166"/>
                    <a:pt x="12220" y="17371"/>
                    <a:pt x="14000" y="18156"/>
                  </a:cubicBezTo>
                  <a:cubicBezTo>
                    <a:pt x="14487" y="18371"/>
                    <a:pt x="14986" y="18560"/>
                    <a:pt x="15494" y="18724"/>
                  </a:cubicBezTo>
                  <a:cubicBezTo>
                    <a:pt x="16397" y="19008"/>
                    <a:pt x="17244" y="19167"/>
                    <a:pt x="18004" y="19190"/>
                  </a:cubicBezTo>
                  <a:cubicBezTo>
                    <a:pt x="18062" y="19190"/>
                    <a:pt x="18119" y="19193"/>
                    <a:pt x="18177" y="19193"/>
                  </a:cubicBezTo>
                  <a:cubicBezTo>
                    <a:pt x="19320" y="19193"/>
                    <a:pt x="20255" y="18872"/>
                    <a:pt x="20879" y="18193"/>
                  </a:cubicBezTo>
                  <a:cubicBezTo>
                    <a:pt x="23038" y="15845"/>
                    <a:pt x="20597" y="10088"/>
                    <a:pt x="15429" y="5341"/>
                  </a:cubicBezTo>
                  <a:cubicBezTo>
                    <a:pt x="14721" y="4688"/>
                    <a:pt x="13977" y="4073"/>
                    <a:pt x="13201" y="3498"/>
                  </a:cubicBezTo>
                  <a:cubicBezTo>
                    <a:pt x="12271" y="2801"/>
                    <a:pt x="11287" y="2178"/>
                    <a:pt x="10262" y="1630"/>
                  </a:cubicBezTo>
                  <a:cubicBezTo>
                    <a:pt x="9738" y="1351"/>
                    <a:pt x="9223" y="1106"/>
                    <a:pt x="8717" y="899"/>
                  </a:cubicBezTo>
                  <a:cubicBezTo>
                    <a:pt x="7305" y="312"/>
                    <a:pt x="5982" y="1"/>
                    <a:pt x="4860"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3"/>
            <p:cNvSpPr/>
            <p:nvPr/>
          </p:nvSpPr>
          <p:spPr>
            <a:xfrm>
              <a:off x="2747900" y="2609975"/>
              <a:ext cx="408725" cy="340475"/>
            </a:xfrm>
            <a:custGeom>
              <a:rect b="b" l="l" r="r" t="t"/>
              <a:pathLst>
                <a:path extrusionOk="0" h="13619" w="16349">
                  <a:moveTo>
                    <a:pt x="3097" y="0"/>
                  </a:moveTo>
                  <a:cubicBezTo>
                    <a:pt x="2363" y="0"/>
                    <a:pt x="1799" y="206"/>
                    <a:pt x="1428" y="610"/>
                  </a:cubicBezTo>
                  <a:cubicBezTo>
                    <a:pt x="1" y="2164"/>
                    <a:pt x="1866" y="6207"/>
                    <a:pt x="5586" y="9624"/>
                  </a:cubicBezTo>
                  <a:cubicBezTo>
                    <a:pt x="8228" y="12051"/>
                    <a:pt x="11236" y="13618"/>
                    <a:pt x="13252" y="13618"/>
                  </a:cubicBezTo>
                  <a:cubicBezTo>
                    <a:pt x="13986" y="13618"/>
                    <a:pt x="14547" y="13413"/>
                    <a:pt x="14921" y="13007"/>
                  </a:cubicBezTo>
                  <a:cubicBezTo>
                    <a:pt x="16348" y="11455"/>
                    <a:pt x="14483" y="7410"/>
                    <a:pt x="10760" y="3992"/>
                  </a:cubicBezTo>
                  <a:cubicBezTo>
                    <a:pt x="8121" y="1568"/>
                    <a:pt x="5113" y="0"/>
                    <a:pt x="3097"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3"/>
            <p:cNvSpPr/>
            <p:nvPr/>
          </p:nvSpPr>
          <p:spPr>
            <a:xfrm>
              <a:off x="2747675" y="2609800"/>
              <a:ext cx="409125" cy="340775"/>
            </a:xfrm>
            <a:custGeom>
              <a:rect b="b" l="l" r="r" t="t"/>
              <a:pathLst>
                <a:path extrusionOk="0" h="13631" w="16365">
                  <a:moveTo>
                    <a:pt x="3106" y="12"/>
                  </a:moveTo>
                  <a:cubicBezTo>
                    <a:pt x="4080" y="12"/>
                    <a:pt x="5304" y="376"/>
                    <a:pt x="6646" y="1067"/>
                  </a:cubicBezTo>
                  <a:cubicBezTo>
                    <a:pt x="8019" y="1776"/>
                    <a:pt x="9444" y="2792"/>
                    <a:pt x="10767" y="4004"/>
                  </a:cubicBezTo>
                  <a:cubicBezTo>
                    <a:pt x="12568" y="5659"/>
                    <a:pt x="13993" y="7509"/>
                    <a:pt x="14778" y="9213"/>
                  </a:cubicBezTo>
                  <a:cubicBezTo>
                    <a:pt x="15159" y="10040"/>
                    <a:pt x="15369" y="10788"/>
                    <a:pt x="15401" y="11434"/>
                  </a:cubicBezTo>
                  <a:cubicBezTo>
                    <a:pt x="15434" y="12102"/>
                    <a:pt x="15272" y="12633"/>
                    <a:pt x="14926" y="13011"/>
                  </a:cubicBezTo>
                  <a:cubicBezTo>
                    <a:pt x="14554" y="13415"/>
                    <a:pt x="13993" y="13621"/>
                    <a:pt x="13261" y="13621"/>
                  </a:cubicBezTo>
                  <a:cubicBezTo>
                    <a:pt x="12286" y="13621"/>
                    <a:pt x="11063" y="13256"/>
                    <a:pt x="9721" y="12566"/>
                  </a:cubicBezTo>
                  <a:cubicBezTo>
                    <a:pt x="8345" y="11857"/>
                    <a:pt x="6923" y="10843"/>
                    <a:pt x="5600" y="9629"/>
                  </a:cubicBezTo>
                  <a:cubicBezTo>
                    <a:pt x="3799" y="7973"/>
                    <a:pt x="2374" y="6124"/>
                    <a:pt x="1589" y="4420"/>
                  </a:cubicBezTo>
                  <a:cubicBezTo>
                    <a:pt x="1206" y="3593"/>
                    <a:pt x="998" y="2845"/>
                    <a:pt x="966" y="2198"/>
                  </a:cubicBezTo>
                  <a:cubicBezTo>
                    <a:pt x="933" y="1531"/>
                    <a:pt x="1093" y="1000"/>
                    <a:pt x="1441" y="621"/>
                  </a:cubicBezTo>
                  <a:cubicBezTo>
                    <a:pt x="1813" y="217"/>
                    <a:pt x="2372" y="12"/>
                    <a:pt x="3106" y="12"/>
                  </a:cubicBezTo>
                  <a:close/>
                  <a:moveTo>
                    <a:pt x="3106" y="0"/>
                  </a:moveTo>
                  <a:cubicBezTo>
                    <a:pt x="2392" y="0"/>
                    <a:pt x="1815" y="196"/>
                    <a:pt x="1432" y="614"/>
                  </a:cubicBezTo>
                  <a:cubicBezTo>
                    <a:pt x="0" y="2173"/>
                    <a:pt x="1864" y="6211"/>
                    <a:pt x="5590" y="9636"/>
                  </a:cubicBezTo>
                  <a:cubicBezTo>
                    <a:pt x="8324" y="12148"/>
                    <a:pt x="11301" y="13630"/>
                    <a:pt x="13259" y="13630"/>
                  </a:cubicBezTo>
                  <a:cubicBezTo>
                    <a:pt x="13972" y="13630"/>
                    <a:pt x="14552" y="13434"/>
                    <a:pt x="14933" y="13018"/>
                  </a:cubicBezTo>
                  <a:cubicBezTo>
                    <a:pt x="16364" y="11460"/>
                    <a:pt x="14503" y="7421"/>
                    <a:pt x="10774" y="3995"/>
                  </a:cubicBezTo>
                  <a:cubicBezTo>
                    <a:pt x="8040" y="1485"/>
                    <a:pt x="5064" y="0"/>
                    <a:pt x="3106"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3"/>
            <p:cNvSpPr/>
            <p:nvPr/>
          </p:nvSpPr>
          <p:spPr>
            <a:xfrm>
              <a:off x="2716275" y="2553225"/>
              <a:ext cx="450800" cy="428675"/>
            </a:xfrm>
            <a:custGeom>
              <a:rect b="b" l="l" r="r" t="t"/>
              <a:pathLst>
                <a:path extrusionOk="0" fill="none" h="17147" w="18032">
                  <a:moveTo>
                    <a:pt x="12665" y="5530"/>
                  </a:moveTo>
                  <a:cubicBezTo>
                    <a:pt x="14711" y="7410"/>
                    <a:pt x="16336" y="9578"/>
                    <a:pt x="17184" y="11557"/>
                  </a:cubicBezTo>
                  <a:cubicBezTo>
                    <a:pt x="18031" y="13538"/>
                    <a:pt x="18031" y="15168"/>
                    <a:pt x="17184" y="16087"/>
                  </a:cubicBezTo>
                  <a:cubicBezTo>
                    <a:pt x="16339" y="17008"/>
                    <a:pt x="14713" y="17147"/>
                    <a:pt x="12670" y="16468"/>
                  </a:cubicBezTo>
                  <a:cubicBezTo>
                    <a:pt x="10626" y="15791"/>
                    <a:pt x="8329" y="14355"/>
                    <a:pt x="6283" y="12476"/>
                  </a:cubicBezTo>
                  <a:cubicBezTo>
                    <a:pt x="2025" y="8562"/>
                    <a:pt x="0" y="3836"/>
                    <a:pt x="1764" y="1917"/>
                  </a:cubicBezTo>
                  <a:cubicBezTo>
                    <a:pt x="3526" y="0"/>
                    <a:pt x="8407" y="1617"/>
                    <a:pt x="12665" y="553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3"/>
            <p:cNvSpPr/>
            <p:nvPr/>
          </p:nvSpPr>
          <p:spPr>
            <a:xfrm>
              <a:off x="2766075" y="2537900"/>
              <a:ext cx="249925" cy="453525"/>
            </a:xfrm>
            <a:custGeom>
              <a:rect b="b" l="l" r="r" t="t"/>
              <a:pathLst>
                <a:path extrusionOk="0" h="18141" w="9997">
                  <a:moveTo>
                    <a:pt x="859" y="0"/>
                  </a:moveTo>
                  <a:cubicBezTo>
                    <a:pt x="568" y="0"/>
                    <a:pt x="282" y="17"/>
                    <a:pt x="1" y="50"/>
                  </a:cubicBezTo>
                  <a:lnTo>
                    <a:pt x="587" y="1966"/>
                  </a:lnTo>
                  <a:lnTo>
                    <a:pt x="980" y="3248"/>
                  </a:lnTo>
                  <a:lnTo>
                    <a:pt x="3349" y="10985"/>
                  </a:lnTo>
                  <a:lnTo>
                    <a:pt x="3871" y="12685"/>
                  </a:lnTo>
                  <a:lnTo>
                    <a:pt x="4448" y="14576"/>
                  </a:lnTo>
                  <a:lnTo>
                    <a:pt x="4450" y="14576"/>
                  </a:lnTo>
                  <a:cubicBezTo>
                    <a:pt x="6298" y="16146"/>
                    <a:pt x="8216" y="17351"/>
                    <a:pt x="9997" y="18141"/>
                  </a:cubicBezTo>
                  <a:lnTo>
                    <a:pt x="9535" y="16635"/>
                  </a:lnTo>
                  <a:lnTo>
                    <a:pt x="9209" y="15566"/>
                  </a:lnTo>
                  <a:lnTo>
                    <a:pt x="7771" y="10868"/>
                  </a:lnTo>
                  <a:lnTo>
                    <a:pt x="7741" y="10777"/>
                  </a:lnTo>
                  <a:lnTo>
                    <a:pt x="7487" y="9937"/>
                  </a:lnTo>
                  <a:lnTo>
                    <a:pt x="7484" y="9935"/>
                  </a:lnTo>
                  <a:lnTo>
                    <a:pt x="6847" y="7857"/>
                  </a:lnTo>
                  <a:lnTo>
                    <a:pt x="5600" y="3781"/>
                  </a:lnTo>
                  <a:lnTo>
                    <a:pt x="5208" y="2497"/>
                  </a:lnTo>
                  <a:lnTo>
                    <a:pt x="4714" y="881"/>
                  </a:lnTo>
                  <a:cubicBezTo>
                    <a:pt x="3342" y="284"/>
                    <a:pt x="2059" y="0"/>
                    <a:pt x="859"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3"/>
            <p:cNvSpPr/>
            <p:nvPr/>
          </p:nvSpPr>
          <p:spPr>
            <a:xfrm>
              <a:off x="2922450" y="2578150"/>
              <a:ext cx="193575" cy="439025"/>
            </a:xfrm>
            <a:custGeom>
              <a:rect b="b" l="l" r="r" t="t"/>
              <a:pathLst>
                <a:path extrusionOk="0" h="17561" w="7743">
                  <a:moveTo>
                    <a:pt x="1" y="1"/>
                  </a:moveTo>
                  <a:lnTo>
                    <a:pt x="509" y="1652"/>
                  </a:lnTo>
                  <a:lnTo>
                    <a:pt x="941" y="3063"/>
                  </a:lnTo>
                  <a:lnTo>
                    <a:pt x="2479" y="8085"/>
                  </a:lnTo>
                  <a:lnTo>
                    <a:pt x="2804" y="9151"/>
                  </a:lnTo>
                  <a:lnTo>
                    <a:pt x="2929" y="9555"/>
                  </a:lnTo>
                  <a:lnTo>
                    <a:pt x="2931" y="9558"/>
                  </a:lnTo>
                  <a:lnTo>
                    <a:pt x="3095" y="10098"/>
                  </a:lnTo>
                  <a:lnTo>
                    <a:pt x="4467" y="14575"/>
                  </a:lnTo>
                  <a:lnTo>
                    <a:pt x="4769" y="15573"/>
                  </a:lnTo>
                  <a:lnTo>
                    <a:pt x="5235" y="17094"/>
                  </a:lnTo>
                  <a:cubicBezTo>
                    <a:pt x="6136" y="17378"/>
                    <a:pt x="6983" y="17538"/>
                    <a:pt x="7743" y="17561"/>
                  </a:cubicBezTo>
                  <a:lnTo>
                    <a:pt x="7226" y="15868"/>
                  </a:lnTo>
                  <a:lnTo>
                    <a:pt x="6912" y="14836"/>
                  </a:lnTo>
                  <a:lnTo>
                    <a:pt x="4058" y="5519"/>
                  </a:lnTo>
                  <a:lnTo>
                    <a:pt x="3513" y="3737"/>
                  </a:lnTo>
                  <a:lnTo>
                    <a:pt x="2940" y="1866"/>
                  </a:lnTo>
                  <a:lnTo>
                    <a:pt x="1767" y="1074"/>
                  </a:lnTo>
                  <a:lnTo>
                    <a:pt x="1"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 name="Google Shape;706;p33"/>
          <p:cNvGrpSpPr/>
          <p:nvPr/>
        </p:nvGrpSpPr>
        <p:grpSpPr>
          <a:xfrm rot="-8988861">
            <a:off x="7657622" y="4249826"/>
            <a:ext cx="627351" cy="349167"/>
            <a:chOff x="2894700" y="2288100"/>
            <a:chExt cx="717875" cy="399550"/>
          </a:xfrm>
        </p:grpSpPr>
        <p:sp>
          <p:nvSpPr>
            <p:cNvPr id="707" name="Google Shape;707;p33"/>
            <p:cNvSpPr/>
            <p:nvPr/>
          </p:nvSpPr>
          <p:spPr>
            <a:xfrm>
              <a:off x="2913750" y="2383575"/>
              <a:ext cx="653175" cy="304050"/>
            </a:xfrm>
            <a:custGeom>
              <a:rect b="b" l="l" r="r" t="t"/>
              <a:pathLst>
                <a:path extrusionOk="0" h="12162" w="26127">
                  <a:moveTo>
                    <a:pt x="9599" y="12"/>
                  </a:moveTo>
                  <a:lnTo>
                    <a:pt x="9599" y="14"/>
                  </a:lnTo>
                  <a:cubicBezTo>
                    <a:pt x="10107" y="14"/>
                    <a:pt x="10631" y="30"/>
                    <a:pt x="11153" y="63"/>
                  </a:cubicBezTo>
                  <a:cubicBezTo>
                    <a:pt x="12116" y="123"/>
                    <a:pt x="13074" y="233"/>
                    <a:pt x="14025" y="395"/>
                  </a:cubicBezTo>
                  <a:cubicBezTo>
                    <a:pt x="15715" y="681"/>
                    <a:pt x="17329" y="1109"/>
                    <a:pt x="18825" y="1665"/>
                  </a:cubicBezTo>
                  <a:cubicBezTo>
                    <a:pt x="20269" y="2205"/>
                    <a:pt x="21538" y="2843"/>
                    <a:pt x="22598" y="3558"/>
                  </a:cubicBezTo>
                  <a:cubicBezTo>
                    <a:pt x="23660" y="4276"/>
                    <a:pt x="24459" y="5036"/>
                    <a:pt x="24974" y="5821"/>
                  </a:cubicBezTo>
                  <a:cubicBezTo>
                    <a:pt x="25508" y="6632"/>
                    <a:pt x="25713" y="7431"/>
                    <a:pt x="25584" y="8197"/>
                  </a:cubicBezTo>
                  <a:cubicBezTo>
                    <a:pt x="25505" y="8661"/>
                    <a:pt x="25302" y="9105"/>
                    <a:pt x="24981" y="9511"/>
                  </a:cubicBezTo>
                  <a:cubicBezTo>
                    <a:pt x="24669" y="9906"/>
                    <a:pt x="24245" y="10268"/>
                    <a:pt x="23720" y="10589"/>
                  </a:cubicBezTo>
                  <a:cubicBezTo>
                    <a:pt x="23076" y="10982"/>
                    <a:pt x="22284" y="11310"/>
                    <a:pt x="21363" y="11564"/>
                  </a:cubicBezTo>
                  <a:cubicBezTo>
                    <a:pt x="20850" y="11702"/>
                    <a:pt x="20329" y="11815"/>
                    <a:pt x="19802" y="11901"/>
                  </a:cubicBezTo>
                  <a:cubicBezTo>
                    <a:pt x="18745" y="12067"/>
                    <a:pt x="17678" y="12150"/>
                    <a:pt x="16608" y="12150"/>
                  </a:cubicBezTo>
                  <a:cubicBezTo>
                    <a:pt x="16579" y="12150"/>
                    <a:pt x="16550" y="12150"/>
                    <a:pt x="16521" y="12150"/>
                  </a:cubicBezTo>
                  <a:cubicBezTo>
                    <a:pt x="15417" y="12148"/>
                    <a:pt x="14314" y="12076"/>
                    <a:pt x="13217" y="11933"/>
                  </a:cubicBezTo>
                  <a:lnTo>
                    <a:pt x="13215" y="11933"/>
                  </a:lnTo>
                  <a:cubicBezTo>
                    <a:pt x="12861" y="11889"/>
                    <a:pt x="12497" y="11836"/>
                    <a:pt x="12104" y="11769"/>
                  </a:cubicBezTo>
                  <a:cubicBezTo>
                    <a:pt x="10412" y="11483"/>
                    <a:pt x="8798" y="11056"/>
                    <a:pt x="7304" y="10497"/>
                  </a:cubicBezTo>
                  <a:cubicBezTo>
                    <a:pt x="5861" y="9959"/>
                    <a:pt x="4591" y="9322"/>
                    <a:pt x="3528" y="8603"/>
                  </a:cubicBezTo>
                  <a:cubicBezTo>
                    <a:pt x="2466" y="7888"/>
                    <a:pt x="1667" y="7126"/>
                    <a:pt x="1150" y="6343"/>
                  </a:cubicBezTo>
                  <a:cubicBezTo>
                    <a:pt x="617" y="5533"/>
                    <a:pt x="414" y="4731"/>
                    <a:pt x="543" y="3967"/>
                  </a:cubicBezTo>
                  <a:cubicBezTo>
                    <a:pt x="654" y="3314"/>
                    <a:pt x="1002" y="2716"/>
                    <a:pt x="1582" y="2187"/>
                  </a:cubicBezTo>
                  <a:cubicBezTo>
                    <a:pt x="2526" y="1323"/>
                    <a:pt x="4048" y="679"/>
                    <a:pt x="5981" y="321"/>
                  </a:cubicBezTo>
                  <a:cubicBezTo>
                    <a:pt x="6516" y="222"/>
                    <a:pt x="7084" y="146"/>
                    <a:pt x="7675" y="97"/>
                  </a:cubicBezTo>
                  <a:cubicBezTo>
                    <a:pt x="8292" y="42"/>
                    <a:pt x="8941" y="12"/>
                    <a:pt x="9599" y="12"/>
                  </a:cubicBezTo>
                  <a:close/>
                  <a:moveTo>
                    <a:pt x="9599" y="0"/>
                  </a:moveTo>
                  <a:lnTo>
                    <a:pt x="9599" y="3"/>
                  </a:lnTo>
                  <a:cubicBezTo>
                    <a:pt x="8936" y="3"/>
                    <a:pt x="8290" y="30"/>
                    <a:pt x="7673" y="86"/>
                  </a:cubicBezTo>
                  <a:cubicBezTo>
                    <a:pt x="7082" y="136"/>
                    <a:pt x="6514" y="213"/>
                    <a:pt x="5978" y="312"/>
                  </a:cubicBezTo>
                  <a:cubicBezTo>
                    <a:pt x="4071" y="663"/>
                    <a:pt x="2529" y="1305"/>
                    <a:pt x="1575" y="2178"/>
                  </a:cubicBezTo>
                  <a:cubicBezTo>
                    <a:pt x="1007" y="2697"/>
                    <a:pt x="647" y="3295"/>
                    <a:pt x="534" y="3965"/>
                  </a:cubicBezTo>
                  <a:cubicBezTo>
                    <a:pt x="0" y="7110"/>
                    <a:pt x="5179" y="10610"/>
                    <a:pt x="12102" y="11778"/>
                  </a:cubicBezTo>
                  <a:cubicBezTo>
                    <a:pt x="12478" y="11843"/>
                    <a:pt x="12845" y="11898"/>
                    <a:pt x="13215" y="11945"/>
                  </a:cubicBezTo>
                  <a:lnTo>
                    <a:pt x="13217" y="11945"/>
                  </a:lnTo>
                  <a:cubicBezTo>
                    <a:pt x="14311" y="12088"/>
                    <a:pt x="15417" y="12159"/>
                    <a:pt x="16523" y="12162"/>
                  </a:cubicBezTo>
                  <a:cubicBezTo>
                    <a:pt x="16552" y="12162"/>
                    <a:pt x="16581" y="12162"/>
                    <a:pt x="16610" y="12162"/>
                  </a:cubicBezTo>
                  <a:cubicBezTo>
                    <a:pt x="17680" y="12162"/>
                    <a:pt x="18748" y="12079"/>
                    <a:pt x="19804" y="11910"/>
                  </a:cubicBezTo>
                  <a:cubicBezTo>
                    <a:pt x="20331" y="11827"/>
                    <a:pt x="20853" y="11714"/>
                    <a:pt x="21368" y="11573"/>
                  </a:cubicBezTo>
                  <a:cubicBezTo>
                    <a:pt x="22280" y="11321"/>
                    <a:pt x="23076" y="10993"/>
                    <a:pt x="23725" y="10598"/>
                  </a:cubicBezTo>
                  <a:cubicBezTo>
                    <a:pt x="24769" y="9961"/>
                    <a:pt x="25434" y="9151"/>
                    <a:pt x="25595" y="8199"/>
                  </a:cubicBezTo>
                  <a:cubicBezTo>
                    <a:pt x="26126" y="5052"/>
                    <a:pt x="20947" y="1554"/>
                    <a:pt x="14027" y="383"/>
                  </a:cubicBezTo>
                  <a:cubicBezTo>
                    <a:pt x="13076" y="222"/>
                    <a:pt x="12118" y="111"/>
                    <a:pt x="11155" y="51"/>
                  </a:cubicBezTo>
                  <a:cubicBezTo>
                    <a:pt x="10626" y="19"/>
                    <a:pt x="10107" y="0"/>
                    <a:pt x="959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 name="Google Shape;708;p33"/>
            <p:cNvGrpSpPr/>
            <p:nvPr/>
          </p:nvGrpSpPr>
          <p:grpSpPr>
            <a:xfrm>
              <a:off x="2894700" y="2288100"/>
              <a:ext cx="717875" cy="399550"/>
              <a:chOff x="2894700" y="2288100"/>
              <a:chExt cx="717875" cy="399550"/>
            </a:xfrm>
          </p:grpSpPr>
          <p:sp>
            <p:nvSpPr>
              <p:cNvPr id="709" name="Google Shape;709;p33"/>
              <p:cNvSpPr/>
              <p:nvPr/>
            </p:nvSpPr>
            <p:spPr>
              <a:xfrm>
                <a:off x="2894700" y="2288100"/>
                <a:ext cx="717875" cy="361250"/>
              </a:xfrm>
              <a:custGeom>
                <a:rect b="b" l="l" r="r" t="t"/>
                <a:pathLst>
                  <a:path extrusionOk="0" h="14450" w="28715">
                    <a:moveTo>
                      <a:pt x="10362" y="1"/>
                    </a:moveTo>
                    <a:cubicBezTo>
                      <a:pt x="6748" y="1"/>
                      <a:pt x="3330" y="909"/>
                      <a:pt x="1824" y="3713"/>
                    </a:cubicBezTo>
                    <a:cubicBezTo>
                      <a:pt x="0" y="7112"/>
                      <a:pt x="1880" y="10104"/>
                      <a:pt x="1880" y="10104"/>
                    </a:cubicBezTo>
                    <a:cubicBezTo>
                      <a:pt x="1880" y="10104"/>
                      <a:pt x="1669" y="4161"/>
                      <a:pt x="9216" y="4161"/>
                    </a:cubicBezTo>
                    <a:cubicBezTo>
                      <a:pt x="12125" y="4161"/>
                      <a:pt x="16187" y="5044"/>
                      <a:pt x="21857" y="7490"/>
                    </a:cubicBezTo>
                    <a:cubicBezTo>
                      <a:pt x="28715" y="10451"/>
                      <a:pt x="24125" y="14450"/>
                      <a:pt x="24125" y="14450"/>
                    </a:cubicBezTo>
                    <a:cubicBezTo>
                      <a:pt x="24125" y="14450"/>
                      <a:pt x="26992" y="13720"/>
                      <a:pt x="26796" y="9539"/>
                    </a:cubicBezTo>
                    <a:cubicBezTo>
                      <a:pt x="26701" y="7548"/>
                      <a:pt x="26699" y="4784"/>
                      <a:pt x="21259" y="2221"/>
                    </a:cubicBezTo>
                    <a:cubicBezTo>
                      <a:pt x="19329" y="1312"/>
                      <a:pt x="14704" y="1"/>
                      <a:pt x="10362"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3"/>
              <p:cNvSpPr/>
              <p:nvPr/>
            </p:nvSpPr>
            <p:spPr>
              <a:xfrm>
                <a:off x="2923900" y="2383750"/>
                <a:ext cx="632800" cy="303775"/>
              </a:xfrm>
              <a:custGeom>
                <a:rect b="b" l="l" r="r" t="t"/>
                <a:pathLst>
                  <a:path extrusionOk="0" h="12151" w="25312">
                    <a:moveTo>
                      <a:pt x="9193" y="0"/>
                    </a:moveTo>
                    <a:cubicBezTo>
                      <a:pt x="8532" y="0"/>
                      <a:pt x="7884" y="30"/>
                      <a:pt x="7265" y="86"/>
                    </a:cubicBezTo>
                    <a:cubicBezTo>
                      <a:pt x="6676" y="134"/>
                      <a:pt x="6108" y="210"/>
                      <a:pt x="5572" y="310"/>
                    </a:cubicBezTo>
                    <a:cubicBezTo>
                      <a:pt x="3637" y="667"/>
                      <a:pt x="2116" y="1312"/>
                      <a:pt x="1169" y="2178"/>
                    </a:cubicBezTo>
                    <a:cubicBezTo>
                      <a:pt x="592" y="2706"/>
                      <a:pt x="241" y="3307"/>
                      <a:pt x="130" y="3960"/>
                    </a:cubicBezTo>
                    <a:cubicBezTo>
                      <a:pt x="1" y="4727"/>
                      <a:pt x="206" y="5528"/>
                      <a:pt x="740" y="6338"/>
                    </a:cubicBezTo>
                    <a:cubicBezTo>
                      <a:pt x="1257" y="7123"/>
                      <a:pt x="2056" y="7885"/>
                      <a:pt x="3118" y="8603"/>
                    </a:cubicBezTo>
                    <a:cubicBezTo>
                      <a:pt x="5302" y="10079"/>
                      <a:pt x="8348" y="11203"/>
                      <a:pt x="11696" y="11769"/>
                    </a:cubicBezTo>
                    <a:cubicBezTo>
                      <a:pt x="12091" y="11834"/>
                      <a:pt x="12453" y="11889"/>
                      <a:pt x="12809" y="11933"/>
                    </a:cubicBezTo>
                    <a:cubicBezTo>
                      <a:pt x="13905" y="12076"/>
                      <a:pt x="15011" y="12148"/>
                      <a:pt x="16115" y="12150"/>
                    </a:cubicBezTo>
                    <a:cubicBezTo>
                      <a:pt x="16144" y="12150"/>
                      <a:pt x="16173" y="12150"/>
                      <a:pt x="16202" y="12150"/>
                    </a:cubicBezTo>
                    <a:cubicBezTo>
                      <a:pt x="17272" y="12150"/>
                      <a:pt x="18339" y="12067"/>
                      <a:pt x="19396" y="11901"/>
                    </a:cubicBezTo>
                    <a:cubicBezTo>
                      <a:pt x="19923" y="11815"/>
                      <a:pt x="20444" y="11702"/>
                      <a:pt x="20959" y="11564"/>
                    </a:cubicBezTo>
                    <a:cubicBezTo>
                      <a:pt x="21878" y="11310"/>
                      <a:pt x="22670" y="10979"/>
                      <a:pt x="23314" y="10587"/>
                    </a:cubicBezTo>
                    <a:cubicBezTo>
                      <a:pt x="24397" y="9929"/>
                      <a:pt x="25025" y="9121"/>
                      <a:pt x="25182" y="8192"/>
                    </a:cubicBezTo>
                    <a:cubicBezTo>
                      <a:pt x="25312" y="7424"/>
                      <a:pt x="25106" y="6625"/>
                      <a:pt x="24573" y="5812"/>
                    </a:cubicBezTo>
                    <a:cubicBezTo>
                      <a:pt x="24056" y="5027"/>
                      <a:pt x="23257" y="4267"/>
                      <a:pt x="22195" y="3549"/>
                    </a:cubicBezTo>
                    <a:cubicBezTo>
                      <a:pt x="20010" y="2074"/>
                      <a:pt x="16965" y="949"/>
                      <a:pt x="13619" y="383"/>
                    </a:cubicBezTo>
                    <a:cubicBezTo>
                      <a:pt x="12668" y="222"/>
                      <a:pt x="11710" y="111"/>
                      <a:pt x="10747" y="51"/>
                    </a:cubicBezTo>
                    <a:cubicBezTo>
                      <a:pt x="10223" y="19"/>
                      <a:pt x="9701" y="0"/>
                      <a:pt x="9193"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3"/>
              <p:cNvSpPr/>
              <p:nvPr/>
            </p:nvSpPr>
            <p:spPr>
              <a:xfrm>
                <a:off x="3005875" y="2437250"/>
                <a:ext cx="464700" cy="203500"/>
              </a:xfrm>
              <a:custGeom>
                <a:rect b="b" l="l" r="r" t="t"/>
                <a:pathLst>
                  <a:path extrusionOk="0" h="8140" w="18588">
                    <a:moveTo>
                      <a:pt x="6588" y="1"/>
                    </a:moveTo>
                    <a:cubicBezTo>
                      <a:pt x="4893" y="1"/>
                      <a:pt x="3406" y="236"/>
                      <a:pt x="2291" y="679"/>
                    </a:cubicBezTo>
                    <a:cubicBezTo>
                      <a:pt x="1153" y="1134"/>
                      <a:pt x="481" y="1778"/>
                      <a:pt x="351" y="2543"/>
                    </a:cubicBezTo>
                    <a:cubicBezTo>
                      <a:pt x="0" y="4623"/>
                      <a:pt x="3766" y="6999"/>
                      <a:pt x="8747" y="7840"/>
                    </a:cubicBezTo>
                    <a:cubicBezTo>
                      <a:pt x="9881" y="8036"/>
                      <a:pt x="11030" y="8135"/>
                      <a:pt x="12180" y="8140"/>
                    </a:cubicBezTo>
                    <a:cubicBezTo>
                      <a:pt x="13877" y="8140"/>
                      <a:pt x="15364" y="7904"/>
                      <a:pt x="16477" y="7461"/>
                    </a:cubicBezTo>
                    <a:cubicBezTo>
                      <a:pt x="17618" y="7006"/>
                      <a:pt x="18288" y="6362"/>
                      <a:pt x="18417" y="5595"/>
                    </a:cubicBezTo>
                    <a:cubicBezTo>
                      <a:pt x="18588" y="4591"/>
                      <a:pt x="17810" y="3487"/>
                      <a:pt x="16223" y="2485"/>
                    </a:cubicBezTo>
                    <a:cubicBezTo>
                      <a:pt x="14639" y="1483"/>
                      <a:pt x="12434" y="707"/>
                      <a:pt x="10021" y="298"/>
                    </a:cubicBezTo>
                    <a:cubicBezTo>
                      <a:pt x="8888" y="104"/>
                      <a:pt x="7740" y="5"/>
                      <a:pt x="6588"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3"/>
              <p:cNvSpPr/>
              <p:nvPr/>
            </p:nvSpPr>
            <p:spPr>
              <a:xfrm>
                <a:off x="3005700" y="2437125"/>
                <a:ext cx="469625" cy="203800"/>
              </a:xfrm>
              <a:custGeom>
                <a:rect b="b" l="l" r="r" t="t"/>
                <a:pathLst>
                  <a:path extrusionOk="0" h="8152" w="18785">
                    <a:moveTo>
                      <a:pt x="6597" y="12"/>
                    </a:moveTo>
                    <a:cubicBezTo>
                      <a:pt x="7747" y="17"/>
                      <a:pt x="8895" y="116"/>
                      <a:pt x="10026" y="310"/>
                    </a:cubicBezTo>
                    <a:cubicBezTo>
                      <a:pt x="12439" y="719"/>
                      <a:pt x="14642" y="1495"/>
                      <a:pt x="16228" y="2495"/>
                    </a:cubicBezTo>
                    <a:cubicBezTo>
                      <a:pt x="16997" y="2982"/>
                      <a:pt x="17581" y="3494"/>
                      <a:pt x="17960" y="4021"/>
                    </a:cubicBezTo>
                    <a:cubicBezTo>
                      <a:pt x="18350" y="4564"/>
                      <a:pt x="18505" y="5095"/>
                      <a:pt x="18419" y="5600"/>
                    </a:cubicBezTo>
                    <a:cubicBezTo>
                      <a:pt x="18290" y="6365"/>
                      <a:pt x="17620" y="7006"/>
                      <a:pt x="16482" y="7461"/>
                    </a:cubicBezTo>
                    <a:cubicBezTo>
                      <a:pt x="15367" y="7905"/>
                      <a:pt x="13882" y="8138"/>
                      <a:pt x="12187" y="8138"/>
                    </a:cubicBezTo>
                    <a:cubicBezTo>
                      <a:pt x="11037" y="8136"/>
                      <a:pt x="9890" y="8036"/>
                      <a:pt x="8756" y="7840"/>
                    </a:cubicBezTo>
                    <a:cubicBezTo>
                      <a:pt x="6341" y="7434"/>
                      <a:pt x="4141" y="6658"/>
                      <a:pt x="2554" y="5656"/>
                    </a:cubicBezTo>
                    <a:cubicBezTo>
                      <a:pt x="1785" y="5171"/>
                      <a:pt x="1201" y="4656"/>
                      <a:pt x="823" y="4132"/>
                    </a:cubicBezTo>
                    <a:cubicBezTo>
                      <a:pt x="432" y="3589"/>
                      <a:pt x="278" y="3056"/>
                      <a:pt x="363" y="2550"/>
                    </a:cubicBezTo>
                    <a:cubicBezTo>
                      <a:pt x="492" y="1788"/>
                      <a:pt x="1162" y="1144"/>
                      <a:pt x="2300" y="691"/>
                    </a:cubicBezTo>
                    <a:cubicBezTo>
                      <a:pt x="3413" y="248"/>
                      <a:pt x="4900" y="12"/>
                      <a:pt x="6597" y="12"/>
                    </a:cubicBezTo>
                    <a:close/>
                    <a:moveTo>
                      <a:pt x="6597" y="1"/>
                    </a:moveTo>
                    <a:cubicBezTo>
                      <a:pt x="3189" y="1"/>
                      <a:pt x="622" y="964"/>
                      <a:pt x="351" y="2548"/>
                    </a:cubicBezTo>
                    <a:cubicBezTo>
                      <a:pt x="1" y="4635"/>
                      <a:pt x="3762" y="7009"/>
                      <a:pt x="8754" y="7852"/>
                    </a:cubicBezTo>
                    <a:cubicBezTo>
                      <a:pt x="9888" y="8048"/>
                      <a:pt x="11037" y="8147"/>
                      <a:pt x="12187" y="8152"/>
                    </a:cubicBezTo>
                    <a:cubicBezTo>
                      <a:pt x="15595" y="8152"/>
                      <a:pt x="18163" y="7189"/>
                      <a:pt x="18431" y="5603"/>
                    </a:cubicBezTo>
                    <a:cubicBezTo>
                      <a:pt x="18784" y="3518"/>
                      <a:pt x="15023" y="1144"/>
                      <a:pt x="10031" y="299"/>
                    </a:cubicBezTo>
                    <a:cubicBezTo>
                      <a:pt x="8897" y="105"/>
                      <a:pt x="7747" y="6"/>
                      <a:pt x="6597"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3"/>
              <p:cNvSpPr/>
              <p:nvPr/>
            </p:nvSpPr>
            <p:spPr>
              <a:xfrm>
                <a:off x="2971125" y="2396325"/>
                <a:ext cx="532300" cy="280750"/>
              </a:xfrm>
              <a:custGeom>
                <a:rect b="b" l="l" r="r" t="t"/>
                <a:pathLst>
                  <a:path extrusionOk="0" fill="none" h="11230" w="21292">
                    <a:moveTo>
                      <a:pt x="11545" y="963"/>
                    </a:moveTo>
                    <a:cubicBezTo>
                      <a:pt x="14284" y="1427"/>
                      <a:pt x="16826" y="2360"/>
                      <a:pt x="18615" y="3559"/>
                    </a:cubicBezTo>
                    <a:cubicBezTo>
                      <a:pt x="20405" y="4759"/>
                      <a:pt x="21292" y="6126"/>
                      <a:pt x="21084" y="7359"/>
                    </a:cubicBezTo>
                    <a:cubicBezTo>
                      <a:pt x="20650" y="9927"/>
                      <a:pt x="15676" y="11229"/>
                      <a:pt x="9973" y="10264"/>
                    </a:cubicBezTo>
                    <a:cubicBezTo>
                      <a:pt x="4270" y="9301"/>
                      <a:pt x="0" y="6438"/>
                      <a:pt x="435" y="3870"/>
                    </a:cubicBezTo>
                    <a:cubicBezTo>
                      <a:pt x="869" y="1303"/>
                      <a:pt x="5842" y="0"/>
                      <a:pt x="11545" y="963"/>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3"/>
              <p:cNvSpPr/>
              <p:nvPr/>
            </p:nvSpPr>
            <p:spPr>
              <a:xfrm>
                <a:off x="2925350" y="2328325"/>
                <a:ext cx="483525" cy="359325"/>
              </a:xfrm>
              <a:custGeom>
                <a:rect b="b" l="l" r="r" t="t"/>
                <a:pathLst>
                  <a:path extrusionOk="0" h="14373" w="19341">
                    <a:moveTo>
                      <a:pt x="2522" y="1"/>
                    </a:moveTo>
                    <a:cubicBezTo>
                      <a:pt x="1270" y="963"/>
                      <a:pt x="377" y="2141"/>
                      <a:pt x="0" y="3633"/>
                    </a:cubicBezTo>
                    <a:lnTo>
                      <a:pt x="1109" y="4390"/>
                    </a:lnTo>
                    <a:lnTo>
                      <a:pt x="2644" y="5678"/>
                    </a:lnTo>
                    <a:lnTo>
                      <a:pt x="3669" y="6540"/>
                    </a:lnTo>
                    <a:lnTo>
                      <a:pt x="9871" y="11742"/>
                    </a:lnTo>
                    <a:lnTo>
                      <a:pt x="11234" y="12882"/>
                    </a:lnTo>
                    <a:lnTo>
                      <a:pt x="11236" y="12882"/>
                    </a:lnTo>
                    <a:lnTo>
                      <a:pt x="12748" y="14155"/>
                    </a:lnTo>
                    <a:lnTo>
                      <a:pt x="12751" y="14155"/>
                    </a:lnTo>
                    <a:cubicBezTo>
                      <a:pt x="13890" y="14302"/>
                      <a:pt x="14999" y="14373"/>
                      <a:pt x="16054" y="14373"/>
                    </a:cubicBezTo>
                    <a:cubicBezTo>
                      <a:pt x="17225" y="14373"/>
                      <a:pt x="18330" y="14286"/>
                      <a:pt x="19340" y="14122"/>
                    </a:cubicBezTo>
                    <a:lnTo>
                      <a:pt x="18135" y="13111"/>
                    </a:lnTo>
                    <a:lnTo>
                      <a:pt x="17281" y="12393"/>
                    </a:lnTo>
                    <a:lnTo>
                      <a:pt x="13515" y="9234"/>
                    </a:lnTo>
                    <a:lnTo>
                      <a:pt x="13441" y="9176"/>
                    </a:lnTo>
                    <a:lnTo>
                      <a:pt x="12769" y="8608"/>
                    </a:lnTo>
                    <a:lnTo>
                      <a:pt x="12767" y="8608"/>
                    </a:lnTo>
                    <a:lnTo>
                      <a:pt x="11102" y="7211"/>
                    </a:lnTo>
                    <a:lnTo>
                      <a:pt x="7837" y="4471"/>
                    </a:lnTo>
                    <a:lnTo>
                      <a:pt x="6807" y="3607"/>
                    </a:lnTo>
                    <a:lnTo>
                      <a:pt x="5514" y="2522"/>
                    </a:lnTo>
                    <a:lnTo>
                      <a:pt x="2522"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3"/>
              <p:cNvSpPr/>
              <p:nvPr/>
            </p:nvSpPr>
            <p:spPr>
              <a:xfrm>
                <a:off x="3022625" y="2294325"/>
                <a:ext cx="484325" cy="378650"/>
              </a:xfrm>
              <a:custGeom>
                <a:rect b="b" l="l" r="r" t="t"/>
                <a:pathLst>
                  <a:path extrusionOk="0" h="15146" w="19373">
                    <a:moveTo>
                      <a:pt x="2424" y="1"/>
                    </a:moveTo>
                    <a:lnTo>
                      <a:pt x="0" y="631"/>
                    </a:lnTo>
                    <a:lnTo>
                      <a:pt x="3316" y="3656"/>
                    </a:lnTo>
                    <a:lnTo>
                      <a:pt x="4641" y="4766"/>
                    </a:lnTo>
                    <a:lnTo>
                      <a:pt x="5770" y="5713"/>
                    </a:lnTo>
                    <a:lnTo>
                      <a:pt x="9795" y="9089"/>
                    </a:lnTo>
                    <a:lnTo>
                      <a:pt x="10649" y="9807"/>
                    </a:lnTo>
                    <a:lnTo>
                      <a:pt x="10972" y="10079"/>
                    </a:lnTo>
                    <a:lnTo>
                      <a:pt x="10975" y="10079"/>
                    </a:lnTo>
                    <a:lnTo>
                      <a:pt x="11409" y="10442"/>
                    </a:lnTo>
                    <a:lnTo>
                      <a:pt x="14997" y="13453"/>
                    </a:lnTo>
                    <a:lnTo>
                      <a:pt x="15793" y="14122"/>
                    </a:lnTo>
                    <a:lnTo>
                      <a:pt x="17013" y="15145"/>
                    </a:lnTo>
                    <a:cubicBezTo>
                      <a:pt x="17925" y="14893"/>
                      <a:pt x="18721" y="14566"/>
                      <a:pt x="19372" y="14168"/>
                    </a:cubicBezTo>
                    <a:lnTo>
                      <a:pt x="18015" y="13030"/>
                    </a:lnTo>
                    <a:lnTo>
                      <a:pt x="17188" y="12337"/>
                    </a:lnTo>
                    <a:lnTo>
                      <a:pt x="9728" y="6078"/>
                    </a:lnTo>
                    <a:lnTo>
                      <a:pt x="9725" y="6078"/>
                    </a:lnTo>
                    <a:lnTo>
                      <a:pt x="8299" y="4879"/>
                    </a:lnTo>
                    <a:lnTo>
                      <a:pt x="6800" y="3623"/>
                    </a:lnTo>
                    <a:lnTo>
                      <a:pt x="2424"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 name="Google Shape;716;p33"/>
          <p:cNvGrpSpPr/>
          <p:nvPr/>
        </p:nvGrpSpPr>
        <p:grpSpPr>
          <a:xfrm rot="1135194">
            <a:off x="4485371" y="3733211"/>
            <a:ext cx="435970" cy="536160"/>
            <a:chOff x="4081850" y="3204400"/>
            <a:chExt cx="743225" cy="914025"/>
          </a:xfrm>
        </p:grpSpPr>
        <p:sp>
          <p:nvSpPr>
            <p:cNvPr id="717" name="Google Shape;717;p33"/>
            <p:cNvSpPr/>
            <p:nvPr/>
          </p:nvSpPr>
          <p:spPr>
            <a:xfrm>
              <a:off x="4106625" y="3204400"/>
              <a:ext cx="718450" cy="914025"/>
            </a:xfrm>
            <a:custGeom>
              <a:rect b="b" l="l" r="r" t="t"/>
              <a:pathLst>
                <a:path extrusionOk="0" h="36561" w="28738">
                  <a:moveTo>
                    <a:pt x="14832" y="0"/>
                  </a:moveTo>
                  <a:cubicBezTo>
                    <a:pt x="12888" y="0"/>
                    <a:pt x="11529" y="569"/>
                    <a:pt x="11529" y="569"/>
                  </a:cubicBezTo>
                  <a:cubicBezTo>
                    <a:pt x="11529" y="569"/>
                    <a:pt x="27955" y="2714"/>
                    <a:pt x="10506" y="29792"/>
                  </a:cubicBezTo>
                  <a:cubicBezTo>
                    <a:pt x="8291" y="33228"/>
                    <a:pt x="6253" y="34299"/>
                    <a:pt x="4573" y="34299"/>
                  </a:cubicBezTo>
                  <a:cubicBezTo>
                    <a:pt x="1798" y="34299"/>
                    <a:pt x="1" y="31378"/>
                    <a:pt x="0" y="31378"/>
                  </a:cubicBezTo>
                  <a:lnTo>
                    <a:pt x="0" y="31378"/>
                  </a:lnTo>
                  <a:cubicBezTo>
                    <a:pt x="0" y="31378"/>
                    <a:pt x="361" y="35656"/>
                    <a:pt x="6396" y="36372"/>
                  </a:cubicBezTo>
                  <a:cubicBezTo>
                    <a:pt x="7105" y="36457"/>
                    <a:pt x="7880" y="36561"/>
                    <a:pt x="8720" y="36561"/>
                  </a:cubicBezTo>
                  <a:cubicBezTo>
                    <a:pt x="11282" y="36561"/>
                    <a:pt x="14450" y="35596"/>
                    <a:pt x="18190" y="30193"/>
                  </a:cubicBezTo>
                  <a:cubicBezTo>
                    <a:pt x="21421" y="25527"/>
                    <a:pt x="28738" y="8230"/>
                    <a:pt x="20691" y="2014"/>
                  </a:cubicBezTo>
                  <a:cubicBezTo>
                    <a:pt x="18635" y="426"/>
                    <a:pt x="16515" y="0"/>
                    <a:pt x="14832"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3"/>
            <p:cNvSpPr/>
            <p:nvPr/>
          </p:nvSpPr>
          <p:spPr>
            <a:xfrm>
              <a:off x="4081975" y="3206200"/>
              <a:ext cx="497850" cy="882300"/>
            </a:xfrm>
            <a:custGeom>
              <a:rect b="b" l="l" r="r" t="t"/>
              <a:pathLst>
                <a:path extrusionOk="0" h="35292" w="19914">
                  <a:moveTo>
                    <a:pt x="14683" y="1"/>
                  </a:moveTo>
                  <a:cubicBezTo>
                    <a:pt x="14676" y="1"/>
                    <a:pt x="14669" y="1"/>
                    <a:pt x="14662" y="1"/>
                  </a:cubicBezTo>
                  <a:cubicBezTo>
                    <a:pt x="12598" y="1"/>
                    <a:pt x="10190" y="1490"/>
                    <a:pt x="7886" y="4191"/>
                  </a:cubicBezTo>
                  <a:cubicBezTo>
                    <a:pt x="5553" y="6925"/>
                    <a:pt x="3475" y="10730"/>
                    <a:pt x="2032" y="14912"/>
                  </a:cubicBezTo>
                  <a:cubicBezTo>
                    <a:pt x="1843" y="15459"/>
                    <a:pt x="1679" y="15967"/>
                    <a:pt x="1531" y="16464"/>
                  </a:cubicBezTo>
                  <a:lnTo>
                    <a:pt x="1531" y="16466"/>
                  </a:lnTo>
                  <a:cubicBezTo>
                    <a:pt x="545" y="19731"/>
                    <a:pt x="19" y="22996"/>
                    <a:pt x="7" y="25907"/>
                  </a:cubicBezTo>
                  <a:cubicBezTo>
                    <a:pt x="0" y="26681"/>
                    <a:pt x="37" y="27454"/>
                    <a:pt x="116" y="28223"/>
                  </a:cubicBezTo>
                  <a:cubicBezTo>
                    <a:pt x="261" y="29600"/>
                    <a:pt x="541" y="30814"/>
                    <a:pt x="949" y="31830"/>
                  </a:cubicBezTo>
                  <a:cubicBezTo>
                    <a:pt x="1284" y="32661"/>
                    <a:pt x="1704" y="33356"/>
                    <a:pt x="2196" y="33899"/>
                  </a:cubicBezTo>
                  <a:cubicBezTo>
                    <a:pt x="2702" y="34455"/>
                    <a:pt x="3286" y="34852"/>
                    <a:pt x="3935" y="35076"/>
                  </a:cubicBezTo>
                  <a:cubicBezTo>
                    <a:pt x="4351" y="35217"/>
                    <a:pt x="4787" y="35291"/>
                    <a:pt x="5226" y="35291"/>
                  </a:cubicBezTo>
                  <a:cubicBezTo>
                    <a:pt x="5233" y="35291"/>
                    <a:pt x="5240" y="35291"/>
                    <a:pt x="5246" y="35291"/>
                  </a:cubicBezTo>
                  <a:cubicBezTo>
                    <a:pt x="7311" y="35291"/>
                    <a:pt x="9717" y="33802"/>
                    <a:pt x="12023" y="31100"/>
                  </a:cubicBezTo>
                  <a:cubicBezTo>
                    <a:pt x="14353" y="28369"/>
                    <a:pt x="16431" y="24561"/>
                    <a:pt x="17874" y="20384"/>
                  </a:cubicBezTo>
                  <a:cubicBezTo>
                    <a:pt x="18334" y="19061"/>
                    <a:pt x="18722" y="17715"/>
                    <a:pt x="19036" y="16351"/>
                  </a:cubicBezTo>
                  <a:cubicBezTo>
                    <a:pt x="19435" y="14635"/>
                    <a:pt x="19698" y="12956"/>
                    <a:pt x="19818" y="11359"/>
                  </a:cubicBezTo>
                  <a:cubicBezTo>
                    <a:pt x="19888" y="10502"/>
                    <a:pt x="19913" y="9668"/>
                    <a:pt x="19899" y="8879"/>
                  </a:cubicBezTo>
                  <a:cubicBezTo>
                    <a:pt x="19851" y="6022"/>
                    <a:pt x="19290" y="3688"/>
                    <a:pt x="18276" y="2129"/>
                  </a:cubicBezTo>
                  <a:cubicBezTo>
                    <a:pt x="17657" y="1174"/>
                    <a:pt x="16881" y="529"/>
                    <a:pt x="15972" y="215"/>
                  </a:cubicBezTo>
                  <a:cubicBezTo>
                    <a:pt x="15558" y="74"/>
                    <a:pt x="15121" y="1"/>
                    <a:pt x="14683"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3"/>
            <p:cNvSpPr/>
            <p:nvPr/>
          </p:nvSpPr>
          <p:spPr>
            <a:xfrm>
              <a:off x="4081850" y="3206025"/>
              <a:ext cx="498125" cy="882575"/>
            </a:xfrm>
            <a:custGeom>
              <a:rect b="b" l="l" r="r" t="t"/>
              <a:pathLst>
                <a:path extrusionOk="0" h="35303" w="19925">
                  <a:moveTo>
                    <a:pt x="14667" y="12"/>
                  </a:moveTo>
                  <a:cubicBezTo>
                    <a:pt x="15113" y="12"/>
                    <a:pt x="15554" y="84"/>
                    <a:pt x="15977" y="229"/>
                  </a:cubicBezTo>
                  <a:cubicBezTo>
                    <a:pt x="16884" y="541"/>
                    <a:pt x="17660" y="1185"/>
                    <a:pt x="18279" y="2141"/>
                  </a:cubicBezTo>
                  <a:cubicBezTo>
                    <a:pt x="19288" y="3700"/>
                    <a:pt x="19851" y="6032"/>
                    <a:pt x="19900" y="8886"/>
                  </a:cubicBezTo>
                  <a:cubicBezTo>
                    <a:pt x="19913" y="9675"/>
                    <a:pt x="19888" y="10509"/>
                    <a:pt x="19819" y="11366"/>
                  </a:cubicBezTo>
                  <a:cubicBezTo>
                    <a:pt x="19699" y="12963"/>
                    <a:pt x="19435" y="14642"/>
                    <a:pt x="19036" y="16355"/>
                  </a:cubicBezTo>
                  <a:cubicBezTo>
                    <a:pt x="18722" y="17720"/>
                    <a:pt x="18334" y="19066"/>
                    <a:pt x="17877" y="20389"/>
                  </a:cubicBezTo>
                  <a:cubicBezTo>
                    <a:pt x="17140" y="22516"/>
                    <a:pt x="16251" y="24534"/>
                    <a:pt x="15231" y="26388"/>
                  </a:cubicBezTo>
                  <a:cubicBezTo>
                    <a:pt x="14245" y="28177"/>
                    <a:pt x="13167" y="29764"/>
                    <a:pt x="12024" y="31103"/>
                  </a:cubicBezTo>
                  <a:cubicBezTo>
                    <a:pt x="10890" y="32433"/>
                    <a:pt x="9733" y="33469"/>
                    <a:pt x="8588" y="34188"/>
                  </a:cubicBezTo>
                  <a:cubicBezTo>
                    <a:pt x="7415" y="34922"/>
                    <a:pt x="6293" y="35294"/>
                    <a:pt x="5251" y="35294"/>
                  </a:cubicBezTo>
                  <a:cubicBezTo>
                    <a:pt x="4806" y="35294"/>
                    <a:pt x="4365" y="35222"/>
                    <a:pt x="3942" y="35077"/>
                  </a:cubicBezTo>
                  <a:cubicBezTo>
                    <a:pt x="3296" y="34853"/>
                    <a:pt x="2709" y="34458"/>
                    <a:pt x="2204" y="33901"/>
                  </a:cubicBezTo>
                  <a:cubicBezTo>
                    <a:pt x="1714" y="33361"/>
                    <a:pt x="1294" y="32666"/>
                    <a:pt x="959" y="31837"/>
                  </a:cubicBezTo>
                  <a:cubicBezTo>
                    <a:pt x="553" y="30821"/>
                    <a:pt x="271" y="29607"/>
                    <a:pt x="128" y="28230"/>
                  </a:cubicBezTo>
                  <a:cubicBezTo>
                    <a:pt x="49" y="27459"/>
                    <a:pt x="12" y="26686"/>
                    <a:pt x="17" y="25914"/>
                  </a:cubicBezTo>
                  <a:cubicBezTo>
                    <a:pt x="28" y="23003"/>
                    <a:pt x="555" y="19738"/>
                    <a:pt x="1541" y="16475"/>
                  </a:cubicBezTo>
                  <a:lnTo>
                    <a:pt x="1543" y="16473"/>
                  </a:lnTo>
                  <a:cubicBezTo>
                    <a:pt x="1689" y="15977"/>
                    <a:pt x="1853" y="15469"/>
                    <a:pt x="2042" y="14921"/>
                  </a:cubicBezTo>
                  <a:cubicBezTo>
                    <a:pt x="2776" y="12792"/>
                    <a:pt x="3667" y="10774"/>
                    <a:pt x="4688" y="8920"/>
                  </a:cubicBezTo>
                  <a:cubicBezTo>
                    <a:pt x="5674" y="7129"/>
                    <a:pt x="6752" y="5542"/>
                    <a:pt x="7895" y="4203"/>
                  </a:cubicBezTo>
                  <a:cubicBezTo>
                    <a:pt x="9029" y="2873"/>
                    <a:pt x="10186" y="1834"/>
                    <a:pt x="11333" y="1118"/>
                  </a:cubicBezTo>
                  <a:cubicBezTo>
                    <a:pt x="12504" y="384"/>
                    <a:pt x="13626" y="12"/>
                    <a:pt x="14667" y="12"/>
                  </a:cubicBezTo>
                  <a:close/>
                  <a:moveTo>
                    <a:pt x="14667" y="1"/>
                  </a:moveTo>
                  <a:cubicBezTo>
                    <a:pt x="10426" y="1"/>
                    <a:pt x="5037" y="6214"/>
                    <a:pt x="2033" y="14917"/>
                  </a:cubicBezTo>
                  <a:cubicBezTo>
                    <a:pt x="1853" y="15439"/>
                    <a:pt x="1686" y="15953"/>
                    <a:pt x="1532" y="16468"/>
                  </a:cubicBezTo>
                  <a:lnTo>
                    <a:pt x="1532" y="16473"/>
                  </a:lnTo>
                  <a:cubicBezTo>
                    <a:pt x="513" y="19840"/>
                    <a:pt x="17" y="23091"/>
                    <a:pt x="8" y="25912"/>
                  </a:cubicBezTo>
                  <a:cubicBezTo>
                    <a:pt x="1" y="26688"/>
                    <a:pt x="38" y="27461"/>
                    <a:pt x="116" y="28230"/>
                  </a:cubicBezTo>
                  <a:cubicBezTo>
                    <a:pt x="262" y="29595"/>
                    <a:pt x="539" y="30816"/>
                    <a:pt x="950" y="31839"/>
                  </a:cubicBezTo>
                  <a:cubicBezTo>
                    <a:pt x="1615" y="33486"/>
                    <a:pt x="2615" y="34631"/>
                    <a:pt x="3940" y="35088"/>
                  </a:cubicBezTo>
                  <a:cubicBezTo>
                    <a:pt x="4356" y="35229"/>
                    <a:pt x="4792" y="35303"/>
                    <a:pt x="5231" y="35303"/>
                  </a:cubicBezTo>
                  <a:cubicBezTo>
                    <a:pt x="5238" y="35303"/>
                    <a:pt x="5245" y="35303"/>
                    <a:pt x="5251" y="35303"/>
                  </a:cubicBezTo>
                  <a:cubicBezTo>
                    <a:pt x="9493" y="35303"/>
                    <a:pt x="14882" y="29092"/>
                    <a:pt x="17886" y="20391"/>
                  </a:cubicBezTo>
                  <a:cubicBezTo>
                    <a:pt x="18346" y="19068"/>
                    <a:pt x="18734" y="17724"/>
                    <a:pt x="19048" y="16360"/>
                  </a:cubicBezTo>
                  <a:cubicBezTo>
                    <a:pt x="19449" y="14628"/>
                    <a:pt x="19713" y="12947"/>
                    <a:pt x="19830" y="11368"/>
                  </a:cubicBezTo>
                  <a:cubicBezTo>
                    <a:pt x="19897" y="10509"/>
                    <a:pt x="19925" y="9680"/>
                    <a:pt x="19911" y="8888"/>
                  </a:cubicBezTo>
                  <a:cubicBezTo>
                    <a:pt x="19863" y="6073"/>
                    <a:pt x="19311" y="3714"/>
                    <a:pt x="18288" y="2136"/>
                  </a:cubicBezTo>
                  <a:cubicBezTo>
                    <a:pt x="17681" y="1201"/>
                    <a:pt x="16912" y="541"/>
                    <a:pt x="15979" y="220"/>
                  </a:cubicBezTo>
                  <a:cubicBezTo>
                    <a:pt x="15563" y="77"/>
                    <a:pt x="15126" y="3"/>
                    <a:pt x="14688" y="3"/>
                  </a:cubicBezTo>
                  <a:cubicBezTo>
                    <a:pt x="14681" y="3"/>
                    <a:pt x="14674" y="3"/>
                    <a:pt x="14667" y="3"/>
                  </a:cubicBezTo>
                  <a:lnTo>
                    <a:pt x="14667"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3"/>
            <p:cNvSpPr/>
            <p:nvPr/>
          </p:nvSpPr>
          <p:spPr>
            <a:xfrm>
              <a:off x="4152175" y="3329225"/>
              <a:ext cx="347700" cy="635150"/>
            </a:xfrm>
            <a:custGeom>
              <a:rect b="b" l="l" r="r" t="t"/>
              <a:pathLst>
                <a:path extrusionOk="0" h="25406" w="13908">
                  <a:moveTo>
                    <a:pt x="10494" y="0"/>
                  </a:moveTo>
                  <a:cubicBezTo>
                    <a:pt x="9111" y="0"/>
                    <a:pt x="7463" y="1090"/>
                    <a:pt x="5853" y="3071"/>
                  </a:cubicBezTo>
                  <a:cubicBezTo>
                    <a:pt x="4228" y="5071"/>
                    <a:pt x="2755" y="7848"/>
                    <a:pt x="1704" y="10889"/>
                  </a:cubicBezTo>
                  <a:cubicBezTo>
                    <a:pt x="545" y="14249"/>
                    <a:pt x="0" y="17595"/>
                    <a:pt x="173" y="20312"/>
                  </a:cubicBezTo>
                  <a:cubicBezTo>
                    <a:pt x="256" y="21633"/>
                    <a:pt x="506" y="22732"/>
                    <a:pt x="912" y="23582"/>
                  </a:cubicBezTo>
                  <a:cubicBezTo>
                    <a:pt x="1332" y="24459"/>
                    <a:pt x="1905" y="25030"/>
                    <a:pt x="2612" y="25272"/>
                  </a:cubicBezTo>
                  <a:cubicBezTo>
                    <a:pt x="2870" y="25362"/>
                    <a:pt x="3140" y="25406"/>
                    <a:pt x="3413" y="25406"/>
                  </a:cubicBezTo>
                  <a:cubicBezTo>
                    <a:pt x="4796" y="25406"/>
                    <a:pt x="6444" y="24314"/>
                    <a:pt x="8052" y="22335"/>
                  </a:cubicBezTo>
                  <a:cubicBezTo>
                    <a:pt x="9677" y="20333"/>
                    <a:pt x="11152" y="17558"/>
                    <a:pt x="12203" y="14514"/>
                  </a:cubicBezTo>
                  <a:cubicBezTo>
                    <a:pt x="13362" y="11157"/>
                    <a:pt x="13907" y="7811"/>
                    <a:pt x="13734" y="5094"/>
                  </a:cubicBezTo>
                  <a:cubicBezTo>
                    <a:pt x="13651" y="3773"/>
                    <a:pt x="13401" y="2672"/>
                    <a:pt x="12995" y="1824"/>
                  </a:cubicBezTo>
                  <a:cubicBezTo>
                    <a:pt x="12575" y="944"/>
                    <a:pt x="12002" y="376"/>
                    <a:pt x="11293" y="132"/>
                  </a:cubicBezTo>
                  <a:cubicBezTo>
                    <a:pt x="11037" y="44"/>
                    <a:pt x="10767" y="0"/>
                    <a:pt x="1049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3"/>
            <p:cNvSpPr/>
            <p:nvPr/>
          </p:nvSpPr>
          <p:spPr>
            <a:xfrm>
              <a:off x="4134675" y="3329050"/>
              <a:ext cx="382675" cy="635450"/>
            </a:xfrm>
            <a:custGeom>
              <a:rect b="b" l="l" r="r" t="t"/>
              <a:pathLst>
                <a:path extrusionOk="0" h="25418" w="15307">
                  <a:moveTo>
                    <a:pt x="11217" y="14"/>
                  </a:moveTo>
                  <a:cubicBezTo>
                    <a:pt x="11480" y="14"/>
                    <a:pt x="11743" y="58"/>
                    <a:pt x="11993" y="143"/>
                  </a:cubicBezTo>
                  <a:cubicBezTo>
                    <a:pt x="12700" y="388"/>
                    <a:pt x="13270" y="956"/>
                    <a:pt x="13690" y="1833"/>
                  </a:cubicBezTo>
                  <a:cubicBezTo>
                    <a:pt x="14097" y="2681"/>
                    <a:pt x="14346" y="3780"/>
                    <a:pt x="14429" y="5101"/>
                  </a:cubicBezTo>
                  <a:cubicBezTo>
                    <a:pt x="14512" y="6421"/>
                    <a:pt x="14427" y="7897"/>
                    <a:pt x="14175" y="9483"/>
                  </a:cubicBezTo>
                  <a:cubicBezTo>
                    <a:pt x="13912" y="11129"/>
                    <a:pt x="13483" y="12822"/>
                    <a:pt x="12898" y="14519"/>
                  </a:cubicBezTo>
                  <a:cubicBezTo>
                    <a:pt x="11848" y="17562"/>
                    <a:pt x="10375" y="20338"/>
                    <a:pt x="8749" y="22337"/>
                  </a:cubicBezTo>
                  <a:cubicBezTo>
                    <a:pt x="7142" y="24316"/>
                    <a:pt x="5496" y="25406"/>
                    <a:pt x="4113" y="25406"/>
                  </a:cubicBezTo>
                  <a:cubicBezTo>
                    <a:pt x="3843" y="25406"/>
                    <a:pt x="3572" y="25362"/>
                    <a:pt x="3316" y="25274"/>
                  </a:cubicBezTo>
                  <a:cubicBezTo>
                    <a:pt x="2610" y="25032"/>
                    <a:pt x="2037" y="24464"/>
                    <a:pt x="1619" y="23586"/>
                  </a:cubicBezTo>
                  <a:cubicBezTo>
                    <a:pt x="1213" y="22737"/>
                    <a:pt x="963" y="21638"/>
                    <a:pt x="880" y="20319"/>
                  </a:cubicBezTo>
                  <a:cubicBezTo>
                    <a:pt x="797" y="18999"/>
                    <a:pt x="883" y="17523"/>
                    <a:pt x="1134" y="15934"/>
                  </a:cubicBezTo>
                  <a:cubicBezTo>
                    <a:pt x="1395" y="14290"/>
                    <a:pt x="1825" y="12596"/>
                    <a:pt x="2411" y="10899"/>
                  </a:cubicBezTo>
                  <a:cubicBezTo>
                    <a:pt x="3462" y="7858"/>
                    <a:pt x="4935" y="5082"/>
                    <a:pt x="6558" y="3083"/>
                  </a:cubicBezTo>
                  <a:cubicBezTo>
                    <a:pt x="8167" y="1104"/>
                    <a:pt x="9814" y="14"/>
                    <a:pt x="11197" y="14"/>
                  </a:cubicBezTo>
                  <a:cubicBezTo>
                    <a:pt x="11203" y="14"/>
                    <a:pt x="11210" y="14"/>
                    <a:pt x="11217" y="14"/>
                  </a:cubicBezTo>
                  <a:close/>
                  <a:moveTo>
                    <a:pt x="11197" y="0"/>
                  </a:moveTo>
                  <a:cubicBezTo>
                    <a:pt x="8350" y="0"/>
                    <a:pt x="4586" y="4565"/>
                    <a:pt x="2400" y="10894"/>
                  </a:cubicBezTo>
                  <a:cubicBezTo>
                    <a:pt x="1" y="17842"/>
                    <a:pt x="409" y="24284"/>
                    <a:pt x="3312" y="25286"/>
                  </a:cubicBezTo>
                  <a:cubicBezTo>
                    <a:pt x="3570" y="25374"/>
                    <a:pt x="3840" y="25417"/>
                    <a:pt x="4113" y="25417"/>
                  </a:cubicBezTo>
                  <a:cubicBezTo>
                    <a:pt x="6960" y="25417"/>
                    <a:pt x="10723" y="20855"/>
                    <a:pt x="12910" y="14524"/>
                  </a:cubicBezTo>
                  <a:cubicBezTo>
                    <a:pt x="15307" y="7578"/>
                    <a:pt x="14900" y="1136"/>
                    <a:pt x="11998" y="134"/>
                  </a:cubicBezTo>
                  <a:cubicBezTo>
                    <a:pt x="11739" y="44"/>
                    <a:pt x="11469" y="0"/>
                    <a:pt x="11197"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3"/>
            <p:cNvSpPr/>
            <p:nvPr/>
          </p:nvSpPr>
          <p:spPr>
            <a:xfrm>
              <a:off x="4120125" y="3272825"/>
              <a:ext cx="418300" cy="747900"/>
            </a:xfrm>
            <a:custGeom>
              <a:rect b="b" l="l" r="r" t="t"/>
              <a:pathLst>
                <a:path extrusionOk="0" fill="none" h="29916" w="16732">
                  <a:moveTo>
                    <a:pt x="13326" y="591"/>
                  </a:moveTo>
                  <a:cubicBezTo>
                    <a:pt x="15041" y="1185"/>
                    <a:pt x="16166" y="3267"/>
                    <a:pt x="16447" y="6380"/>
                  </a:cubicBezTo>
                  <a:cubicBezTo>
                    <a:pt x="16731" y="9492"/>
                    <a:pt x="16152" y="13381"/>
                    <a:pt x="14836" y="17193"/>
                  </a:cubicBezTo>
                  <a:cubicBezTo>
                    <a:pt x="13520" y="21003"/>
                    <a:pt x="11578" y="24420"/>
                    <a:pt x="9433" y="26694"/>
                  </a:cubicBezTo>
                  <a:cubicBezTo>
                    <a:pt x="7290" y="28971"/>
                    <a:pt x="5122" y="29915"/>
                    <a:pt x="3404" y="29322"/>
                  </a:cubicBezTo>
                  <a:cubicBezTo>
                    <a:pt x="1689" y="28731"/>
                    <a:pt x="566" y="26648"/>
                    <a:pt x="282" y="23536"/>
                  </a:cubicBezTo>
                  <a:cubicBezTo>
                    <a:pt x="1" y="20423"/>
                    <a:pt x="580" y="16533"/>
                    <a:pt x="1896" y="12723"/>
                  </a:cubicBezTo>
                  <a:cubicBezTo>
                    <a:pt x="3210" y="8913"/>
                    <a:pt x="5154" y="5496"/>
                    <a:pt x="7297" y="3219"/>
                  </a:cubicBezTo>
                  <a:cubicBezTo>
                    <a:pt x="9442" y="945"/>
                    <a:pt x="11610" y="0"/>
                    <a:pt x="13326" y="591"/>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3"/>
            <p:cNvSpPr/>
            <p:nvPr/>
          </p:nvSpPr>
          <p:spPr>
            <a:xfrm>
              <a:off x="4081975" y="3231825"/>
              <a:ext cx="608550" cy="622075"/>
            </a:xfrm>
            <a:custGeom>
              <a:rect b="b" l="l" r="r" t="t"/>
              <a:pathLst>
                <a:path extrusionOk="0" h="24883" w="24342">
                  <a:moveTo>
                    <a:pt x="20008" y="1"/>
                  </a:moveTo>
                  <a:lnTo>
                    <a:pt x="18283" y="1102"/>
                  </a:lnTo>
                  <a:lnTo>
                    <a:pt x="16073" y="2993"/>
                  </a:lnTo>
                  <a:lnTo>
                    <a:pt x="14593" y="4256"/>
                  </a:lnTo>
                  <a:lnTo>
                    <a:pt x="5669" y="11892"/>
                  </a:lnTo>
                  <a:lnTo>
                    <a:pt x="3709" y="13571"/>
                  </a:lnTo>
                  <a:lnTo>
                    <a:pt x="3709" y="13573"/>
                  </a:lnTo>
                  <a:lnTo>
                    <a:pt x="1527" y="15436"/>
                  </a:lnTo>
                  <a:lnTo>
                    <a:pt x="1527" y="15441"/>
                  </a:lnTo>
                  <a:cubicBezTo>
                    <a:pt x="508" y="18808"/>
                    <a:pt x="12" y="22059"/>
                    <a:pt x="0" y="24882"/>
                  </a:cubicBezTo>
                  <a:lnTo>
                    <a:pt x="1737" y="23395"/>
                  </a:lnTo>
                  <a:lnTo>
                    <a:pt x="2967" y="22345"/>
                  </a:lnTo>
                  <a:lnTo>
                    <a:pt x="8389" y="17706"/>
                  </a:lnTo>
                  <a:lnTo>
                    <a:pt x="8491" y="17618"/>
                  </a:lnTo>
                  <a:lnTo>
                    <a:pt x="9463" y="16789"/>
                  </a:lnTo>
                  <a:lnTo>
                    <a:pt x="9463" y="16787"/>
                  </a:lnTo>
                  <a:lnTo>
                    <a:pt x="11862" y="14734"/>
                  </a:lnTo>
                  <a:lnTo>
                    <a:pt x="16563" y="10717"/>
                  </a:lnTo>
                  <a:lnTo>
                    <a:pt x="18043" y="9449"/>
                  </a:lnTo>
                  <a:lnTo>
                    <a:pt x="19906" y="7856"/>
                  </a:lnTo>
                  <a:lnTo>
                    <a:pt x="24342" y="4420"/>
                  </a:lnTo>
                  <a:cubicBezTo>
                    <a:pt x="23266" y="2321"/>
                    <a:pt x="21829" y="832"/>
                    <a:pt x="20008"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3"/>
            <p:cNvSpPr/>
            <p:nvPr/>
          </p:nvSpPr>
          <p:spPr>
            <a:xfrm>
              <a:off x="4084750" y="3382550"/>
              <a:ext cx="630250" cy="619525"/>
            </a:xfrm>
            <a:custGeom>
              <a:rect b="b" l="l" r="r" t="t"/>
              <a:pathLst>
                <a:path extrusionOk="0" h="24781" w="25210">
                  <a:moveTo>
                    <a:pt x="24769" y="1"/>
                  </a:moveTo>
                  <a:lnTo>
                    <a:pt x="19712" y="4305"/>
                  </a:lnTo>
                  <a:lnTo>
                    <a:pt x="17807" y="5937"/>
                  </a:lnTo>
                  <a:lnTo>
                    <a:pt x="16182" y="7327"/>
                  </a:lnTo>
                  <a:lnTo>
                    <a:pt x="10388" y="12282"/>
                  </a:lnTo>
                  <a:lnTo>
                    <a:pt x="9158" y="13335"/>
                  </a:lnTo>
                  <a:lnTo>
                    <a:pt x="8694" y="13734"/>
                  </a:lnTo>
                  <a:lnTo>
                    <a:pt x="8694" y="13739"/>
                  </a:lnTo>
                  <a:lnTo>
                    <a:pt x="8068" y="14270"/>
                  </a:lnTo>
                  <a:lnTo>
                    <a:pt x="2905" y="18687"/>
                  </a:lnTo>
                  <a:lnTo>
                    <a:pt x="1755" y="19671"/>
                  </a:lnTo>
                  <a:lnTo>
                    <a:pt x="0" y="21169"/>
                  </a:lnTo>
                  <a:cubicBezTo>
                    <a:pt x="143" y="22534"/>
                    <a:pt x="423" y="23755"/>
                    <a:pt x="834" y="24781"/>
                  </a:cubicBezTo>
                  <a:lnTo>
                    <a:pt x="2787" y="23111"/>
                  </a:lnTo>
                  <a:lnTo>
                    <a:pt x="3979" y="22093"/>
                  </a:lnTo>
                  <a:lnTo>
                    <a:pt x="14718" y="12903"/>
                  </a:lnTo>
                  <a:lnTo>
                    <a:pt x="14718" y="12901"/>
                  </a:lnTo>
                  <a:lnTo>
                    <a:pt x="16777" y="11144"/>
                  </a:lnTo>
                  <a:lnTo>
                    <a:pt x="18932" y="9299"/>
                  </a:lnTo>
                  <a:lnTo>
                    <a:pt x="25210" y="3365"/>
                  </a:lnTo>
                  <a:cubicBezTo>
                    <a:pt x="25157" y="2233"/>
                    <a:pt x="25009" y="1107"/>
                    <a:pt x="24769"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33"/>
          <p:cNvGrpSpPr/>
          <p:nvPr/>
        </p:nvGrpSpPr>
        <p:grpSpPr>
          <a:xfrm flipH="1">
            <a:off x="404695" y="1188567"/>
            <a:ext cx="530166" cy="502936"/>
            <a:chOff x="1717700" y="2254700"/>
            <a:chExt cx="781725" cy="741575"/>
          </a:xfrm>
        </p:grpSpPr>
        <p:sp>
          <p:nvSpPr>
            <p:cNvPr id="726" name="Google Shape;726;p33"/>
            <p:cNvSpPr/>
            <p:nvPr/>
          </p:nvSpPr>
          <p:spPr>
            <a:xfrm>
              <a:off x="1748125" y="2300200"/>
              <a:ext cx="717650" cy="650525"/>
            </a:xfrm>
            <a:custGeom>
              <a:rect b="b" l="l" r="r" t="t"/>
              <a:pathLst>
                <a:path extrusionOk="0" h="26021" w="28706">
                  <a:moveTo>
                    <a:pt x="15025" y="0"/>
                  </a:moveTo>
                  <a:cubicBezTo>
                    <a:pt x="11160" y="0"/>
                    <a:pt x="7313" y="1600"/>
                    <a:pt x="4560" y="4734"/>
                  </a:cubicBezTo>
                  <a:cubicBezTo>
                    <a:pt x="162" y="9743"/>
                    <a:pt x="0" y="17021"/>
                    <a:pt x="3801" y="22174"/>
                  </a:cubicBezTo>
                  <a:cubicBezTo>
                    <a:pt x="4341" y="22872"/>
                    <a:pt x="4946" y="23518"/>
                    <a:pt x="5609" y="24102"/>
                  </a:cubicBezTo>
                  <a:cubicBezTo>
                    <a:pt x="5932" y="24386"/>
                    <a:pt x="6264" y="24652"/>
                    <a:pt x="6604" y="24901"/>
                  </a:cubicBezTo>
                  <a:cubicBezTo>
                    <a:pt x="6953" y="25155"/>
                    <a:pt x="7201" y="25230"/>
                    <a:pt x="7416" y="25230"/>
                  </a:cubicBezTo>
                  <a:cubicBezTo>
                    <a:pt x="7729" y="25230"/>
                    <a:pt x="7975" y="25072"/>
                    <a:pt x="8368" y="25072"/>
                  </a:cubicBezTo>
                  <a:cubicBezTo>
                    <a:pt x="8543" y="25072"/>
                    <a:pt x="8748" y="25103"/>
                    <a:pt x="9001" y="25194"/>
                  </a:cubicBezTo>
                  <a:cubicBezTo>
                    <a:pt x="9444" y="25354"/>
                    <a:pt x="9896" y="25492"/>
                    <a:pt x="10354" y="25608"/>
                  </a:cubicBezTo>
                  <a:cubicBezTo>
                    <a:pt x="11030" y="25776"/>
                    <a:pt x="11721" y="25894"/>
                    <a:pt x="12416" y="25959"/>
                  </a:cubicBezTo>
                  <a:cubicBezTo>
                    <a:pt x="12854" y="26000"/>
                    <a:pt x="13293" y="26021"/>
                    <a:pt x="13732" y="26021"/>
                  </a:cubicBezTo>
                  <a:cubicBezTo>
                    <a:pt x="17598" y="26021"/>
                    <a:pt x="21444" y="24419"/>
                    <a:pt x="24196" y="21288"/>
                  </a:cubicBezTo>
                  <a:cubicBezTo>
                    <a:pt x="28262" y="16658"/>
                    <a:pt x="28705" y="10089"/>
                    <a:pt x="25745" y="5051"/>
                  </a:cubicBezTo>
                  <a:cubicBezTo>
                    <a:pt x="25277" y="4480"/>
                    <a:pt x="24762" y="3949"/>
                    <a:pt x="24205" y="3465"/>
                  </a:cubicBezTo>
                  <a:cubicBezTo>
                    <a:pt x="23674" y="2996"/>
                    <a:pt x="23106" y="2569"/>
                    <a:pt x="22508" y="2185"/>
                  </a:cubicBezTo>
                  <a:cubicBezTo>
                    <a:pt x="21922" y="1809"/>
                    <a:pt x="21305" y="1479"/>
                    <a:pt x="20668" y="1195"/>
                  </a:cubicBezTo>
                  <a:cubicBezTo>
                    <a:pt x="20236" y="1003"/>
                    <a:pt x="19795" y="835"/>
                    <a:pt x="19347" y="687"/>
                  </a:cubicBezTo>
                  <a:cubicBezTo>
                    <a:pt x="18100" y="280"/>
                    <a:pt x="16803" y="52"/>
                    <a:pt x="15491" y="8"/>
                  </a:cubicBezTo>
                  <a:cubicBezTo>
                    <a:pt x="15336" y="3"/>
                    <a:pt x="15180" y="0"/>
                    <a:pt x="15025"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3"/>
            <p:cNvSpPr/>
            <p:nvPr/>
          </p:nvSpPr>
          <p:spPr>
            <a:xfrm>
              <a:off x="1755500" y="2300325"/>
              <a:ext cx="740400" cy="695775"/>
            </a:xfrm>
            <a:custGeom>
              <a:rect b="b" l="l" r="r" t="t"/>
              <a:pathLst>
                <a:path extrusionOk="0" h="27831" w="29616">
                  <a:moveTo>
                    <a:pt x="14709" y="1"/>
                  </a:moveTo>
                  <a:cubicBezTo>
                    <a:pt x="10711" y="1"/>
                    <a:pt x="6906" y="1725"/>
                    <a:pt x="4270" y="4732"/>
                  </a:cubicBezTo>
                  <a:cubicBezTo>
                    <a:pt x="1084" y="8350"/>
                    <a:pt x="1" y="13360"/>
                    <a:pt x="1409" y="17972"/>
                  </a:cubicBezTo>
                  <a:cubicBezTo>
                    <a:pt x="2162" y="20449"/>
                    <a:pt x="3591" y="22666"/>
                    <a:pt x="5538" y="24372"/>
                  </a:cubicBezTo>
                  <a:cubicBezTo>
                    <a:pt x="5852" y="24649"/>
                    <a:pt x="6186" y="24919"/>
                    <a:pt x="6533" y="25169"/>
                  </a:cubicBezTo>
                  <a:cubicBezTo>
                    <a:pt x="7590" y="25942"/>
                    <a:pt x="8754" y="26561"/>
                    <a:pt x="9987" y="27009"/>
                  </a:cubicBezTo>
                  <a:cubicBezTo>
                    <a:pt x="10428" y="27166"/>
                    <a:pt x="10883" y="27304"/>
                    <a:pt x="11340" y="27418"/>
                  </a:cubicBezTo>
                  <a:cubicBezTo>
                    <a:pt x="12017" y="27586"/>
                    <a:pt x="12707" y="27704"/>
                    <a:pt x="13402" y="27769"/>
                  </a:cubicBezTo>
                  <a:cubicBezTo>
                    <a:pt x="13838" y="27810"/>
                    <a:pt x="14282" y="27831"/>
                    <a:pt x="14720" y="27831"/>
                  </a:cubicBezTo>
                  <a:cubicBezTo>
                    <a:pt x="14724" y="27831"/>
                    <a:pt x="14728" y="27831"/>
                    <a:pt x="14732" y="27831"/>
                  </a:cubicBezTo>
                  <a:cubicBezTo>
                    <a:pt x="20119" y="27831"/>
                    <a:pt x="25025" y="24719"/>
                    <a:pt x="27318" y="19844"/>
                  </a:cubicBezTo>
                  <a:cubicBezTo>
                    <a:pt x="29616" y="14965"/>
                    <a:pt x="28886" y="9200"/>
                    <a:pt x="25446" y="5048"/>
                  </a:cubicBezTo>
                  <a:cubicBezTo>
                    <a:pt x="24977" y="4478"/>
                    <a:pt x="24462" y="3947"/>
                    <a:pt x="23908" y="3462"/>
                  </a:cubicBezTo>
                  <a:cubicBezTo>
                    <a:pt x="23374" y="2993"/>
                    <a:pt x="22806" y="2566"/>
                    <a:pt x="22211" y="2185"/>
                  </a:cubicBezTo>
                  <a:cubicBezTo>
                    <a:pt x="21622" y="1809"/>
                    <a:pt x="21008" y="1476"/>
                    <a:pt x="20370" y="1194"/>
                  </a:cubicBezTo>
                  <a:cubicBezTo>
                    <a:pt x="19925" y="998"/>
                    <a:pt x="19484" y="827"/>
                    <a:pt x="19050" y="686"/>
                  </a:cubicBezTo>
                  <a:cubicBezTo>
                    <a:pt x="17803" y="280"/>
                    <a:pt x="16505" y="51"/>
                    <a:pt x="15196" y="10"/>
                  </a:cubicBezTo>
                  <a:cubicBezTo>
                    <a:pt x="15041" y="3"/>
                    <a:pt x="14882" y="1"/>
                    <a:pt x="14725" y="1"/>
                  </a:cubicBezTo>
                  <a:cubicBezTo>
                    <a:pt x="14720" y="1"/>
                    <a:pt x="14714" y="1"/>
                    <a:pt x="14709"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3"/>
            <p:cNvSpPr/>
            <p:nvPr/>
          </p:nvSpPr>
          <p:spPr>
            <a:xfrm>
              <a:off x="1748125" y="2300150"/>
              <a:ext cx="751300" cy="696125"/>
            </a:xfrm>
            <a:custGeom>
              <a:rect b="b" l="l" r="r" t="t"/>
              <a:pathLst>
                <a:path extrusionOk="0" h="27845" w="30052">
                  <a:moveTo>
                    <a:pt x="15005" y="15"/>
                  </a:moveTo>
                  <a:cubicBezTo>
                    <a:pt x="15010" y="15"/>
                    <a:pt x="15015" y="15"/>
                    <a:pt x="15020" y="15"/>
                  </a:cubicBezTo>
                  <a:cubicBezTo>
                    <a:pt x="15177" y="15"/>
                    <a:pt x="15334" y="17"/>
                    <a:pt x="15491" y="21"/>
                  </a:cubicBezTo>
                  <a:cubicBezTo>
                    <a:pt x="16800" y="65"/>
                    <a:pt x="18098" y="294"/>
                    <a:pt x="19342" y="700"/>
                  </a:cubicBezTo>
                  <a:cubicBezTo>
                    <a:pt x="19774" y="841"/>
                    <a:pt x="20218" y="1012"/>
                    <a:pt x="20663" y="1208"/>
                  </a:cubicBezTo>
                  <a:cubicBezTo>
                    <a:pt x="21300" y="1490"/>
                    <a:pt x="21915" y="1820"/>
                    <a:pt x="22503" y="2197"/>
                  </a:cubicBezTo>
                  <a:cubicBezTo>
                    <a:pt x="23099" y="2580"/>
                    <a:pt x="23667" y="3007"/>
                    <a:pt x="24198" y="3476"/>
                  </a:cubicBezTo>
                  <a:cubicBezTo>
                    <a:pt x="24752" y="3961"/>
                    <a:pt x="25267" y="4489"/>
                    <a:pt x="25736" y="5060"/>
                  </a:cubicBezTo>
                  <a:cubicBezTo>
                    <a:pt x="26789" y="6327"/>
                    <a:pt x="27606" y="7773"/>
                    <a:pt x="28147" y="9329"/>
                  </a:cubicBezTo>
                  <a:cubicBezTo>
                    <a:pt x="29638" y="13584"/>
                    <a:pt x="28973" y="18297"/>
                    <a:pt x="26364" y="21975"/>
                  </a:cubicBezTo>
                  <a:cubicBezTo>
                    <a:pt x="23756" y="25652"/>
                    <a:pt x="19529" y="27833"/>
                    <a:pt x="15023" y="27833"/>
                  </a:cubicBezTo>
                  <a:cubicBezTo>
                    <a:pt x="15020" y="27833"/>
                    <a:pt x="15018" y="27833"/>
                    <a:pt x="15015" y="27833"/>
                  </a:cubicBezTo>
                  <a:cubicBezTo>
                    <a:pt x="14577" y="27833"/>
                    <a:pt x="14133" y="27812"/>
                    <a:pt x="13697" y="27771"/>
                  </a:cubicBezTo>
                  <a:cubicBezTo>
                    <a:pt x="13002" y="27706"/>
                    <a:pt x="12312" y="27589"/>
                    <a:pt x="11635" y="27420"/>
                  </a:cubicBezTo>
                  <a:cubicBezTo>
                    <a:pt x="11180" y="27307"/>
                    <a:pt x="10725" y="27168"/>
                    <a:pt x="10282" y="27011"/>
                  </a:cubicBezTo>
                  <a:cubicBezTo>
                    <a:pt x="9051" y="26563"/>
                    <a:pt x="7888" y="25945"/>
                    <a:pt x="6830" y="25173"/>
                  </a:cubicBezTo>
                  <a:cubicBezTo>
                    <a:pt x="6486" y="24922"/>
                    <a:pt x="6151" y="24654"/>
                    <a:pt x="5835" y="24374"/>
                  </a:cubicBezTo>
                  <a:cubicBezTo>
                    <a:pt x="3888" y="22670"/>
                    <a:pt x="2459" y="20454"/>
                    <a:pt x="1706" y="17979"/>
                  </a:cubicBezTo>
                  <a:cubicBezTo>
                    <a:pt x="420" y="13760"/>
                    <a:pt x="1210" y="9184"/>
                    <a:pt x="3835" y="5642"/>
                  </a:cubicBezTo>
                  <a:cubicBezTo>
                    <a:pt x="6458" y="2103"/>
                    <a:pt x="10601" y="15"/>
                    <a:pt x="15005" y="15"/>
                  </a:cubicBezTo>
                  <a:close/>
                  <a:moveTo>
                    <a:pt x="15020" y="1"/>
                  </a:moveTo>
                  <a:lnTo>
                    <a:pt x="15020" y="3"/>
                  </a:lnTo>
                  <a:cubicBezTo>
                    <a:pt x="11155" y="3"/>
                    <a:pt x="7310" y="1603"/>
                    <a:pt x="4560" y="4736"/>
                  </a:cubicBezTo>
                  <a:cubicBezTo>
                    <a:pt x="159" y="9745"/>
                    <a:pt x="0" y="17023"/>
                    <a:pt x="3801" y="22176"/>
                  </a:cubicBezTo>
                  <a:cubicBezTo>
                    <a:pt x="4394" y="22984"/>
                    <a:pt x="5073" y="23723"/>
                    <a:pt x="5828" y="24384"/>
                  </a:cubicBezTo>
                  <a:cubicBezTo>
                    <a:pt x="6149" y="24668"/>
                    <a:pt x="6484" y="24933"/>
                    <a:pt x="6823" y="25180"/>
                  </a:cubicBezTo>
                  <a:cubicBezTo>
                    <a:pt x="7883" y="25954"/>
                    <a:pt x="9047" y="26575"/>
                    <a:pt x="10280" y="27021"/>
                  </a:cubicBezTo>
                  <a:cubicBezTo>
                    <a:pt x="10725" y="27180"/>
                    <a:pt x="11178" y="27318"/>
                    <a:pt x="11633" y="27432"/>
                  </a:cubicBezTo>
                  <a:cubicBezTo>
                    <a:pt x="12312" y="27600"/>
                    <a:pt x="13000" y="27718"/>
                    <a:pt x="13697" y="27782"/>
                  </a:cubicBezTo>
                  <a:cubicBezTo>
                    <a:pt x="14136" y="27824"/>
                    <a:pt x="14574" y="27845"/>
                    <a:pt x="15015" y="27845"/>
                  </a:cubicBezTo>
                  <a:cubicBezTo>
                    <a:pt x="18881" y="27845"/>
                    <a:pt x="22725" y="26245"/>
                    <a:pt x="25475" y="23111"/>
                  </a:cubicBezTo>
                  <a:cubicBezTo>
                    <a:pt x="30051" y="17900"/>
                    <a:pt x="30035" y="10227"/>
                    <a:pt x="25745" y="5050"/>
                  </a:cubicBezTo>
                  <a:cubicBezTo>
                    <a:pt x="25277" y="4482"/>
                    <a:pt x="24762" y="3951"/>
                    <a:pt x="24205" y="3464"/>
                  </a:cubicBezTo>
                  <a:cubicBezTo>
                    <a:pt x="23672" y="2995"/>
                    <a:pt x="23106" y="2568"/>
                    <a:pt x="22508" y="2185"/>
                  </a:cubicBezTo>
                  <a:cubicBezTo>
                    <a:pt x="21922" y="1809"/>
                    <a:pt x="21305" y="1478"/>
                    <a:pt x="20668" y="1197"/>
                  </a:cubicBezTo>
                  <a:cubicBezTo>
                    <a:pt x="20236" y="1005"/>
                    <a:pt x="19795" y="834"/>
                    <a:pt x="19347" y="689"/>
                  </a:cubicBezTo>
                  <a:cubicBezTo>
                    <a:pt x="18100" y="280"/>
                    <a:pt x="16803" y="52"/>
                    <a:pt x="15491" y="10"/>
                  </a:cubicBezTo>
                  <a:cubicBezTo>
                    <a:pt x="15334" y="5"/>
                    <a:pt x="15177" y="1"/>
                    <a:pt x="1502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3"/>
            <p:cNvSpPr/>
            <p:nvPr/>
          </p:nvSpPr>
          <p:spPr>
            <a:xfrm>
              <a:off x="1828875" y="2353550"/>
              <a:ext cx="589400" cy="589400"/>
            </a:xfrm>
            <a:custGeom>
              <a:rect b="b" l="l" r="r" t="t"/>
              <a:pathLst>
                <a:path extrusionOk="0" fill="none" h="23576" w="23576">
                  <a:moveTo>
                    <a:pt x="20123" y="3452"/>
                  </a:moveTo>
                  <a:cubicBezTo>
                    <a:pt x="22333" y="5662"/>
                    <a:pt x="23575" y="8662"/>
                    <a:pt x="23575" y="11788"/>
                  </a:cubicBezTo>
                  <a:cubicBezTo>
                    <a:pt x="23575" y="14914"/>
                    <a:pt x="22333" y="17911"/>
                    <a:pt x="20123" y="20121"/>
                  </a:cubicBezTo>
                  <a:cubicBezTo>
                    <a:pt x="17911" y="22333"/>
                    <a:pt x="14914" y="23575"/>
                    <a:pt x="11788" y="23575"/>
                  </a:cubicBezTo>
                  <a:cubicBezTo>
                    <a:pt x="8661" y="23575"/>
                    <a:pt x="5664" y="22333"/>
                    <a:pt x="3452" y="20121"/>
                  </a:cubicBezTo>
                  <a:cubicBezTo>
                    <a:pt x="1243" y="17911"/>
                    <a:pt x="0" y="14914"/>
                    <a:pt x="0" y="11788"/>
                  </a:cubicBezTo>
                  <a:cubicBezTo>
                    <a:pt x="0" y="8662"/>
                    <a:pt x="1243" y="5662"/>
                    <a:pt x="3452" y="3452"/>
                  </a:cubicBezTo>
                  <a:cubicBezTo>
                    <a:pt x="5664" y="1243"/>
                    <a:pt x="8661" y="1"/>
                    <a:pt x="11788" y="1"/>
                  </a:cubicBezTo>
                  <a:cubicBezTo>
                    <a:pt x="14914" y="1"/>
                    <a:pt x="17911" y="1243"/>
                    <a:pt x="20123" y="3452"/>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3"/>
            <p:cNvSpPr/>
            <p:nvPr/>
          </p:nvSpPr>
          <p:spPr>
            <a:xfrm>
              <a:off x="1854800" y="2392075"/>
              <a:ext cx="553825" cy="513575"/>
            </a:xfrm>
            <a:custGeom>
              <a:rect b="b" l="l" r="r" t="t"/>
              <a:pathLst>
                <a:path extrusionOk="0" h="20543" w="22153">
                  <a:moveTo>
                    <a:pt x="10769" y="1"/>
                  </a:moveTo>
                  <a:cubicBezTo>
                    <a:pt x="10066" y="1"/>
                    <a:pt x="9353" y="73"/>
                    <a:pt x="8640" y="224"/>
                  </a:cubicBezTo>
                  <a:cubicBezTo>
                    <a:pt x="3496" y="1311"/>
                    <a:pt x="0" y="6102"/>
                    <a:pt x="543" y="11330"/>
                  </a:cubicBezTo>
                  <a:cubicBezTo>
                    <a:pt x="1083" y="16560"/>
                    <a:pt x="5489" y="20536"/>
                    <a:pt x="10746" y="20543"/>
                  </a:cubicBezTo>
                  <a:cubicBezTo>
                    <a:pt x="10752" y="20543"/>
                    <a:pt x="10757" y="20543"/>
                    <a:pt x="10763" y="20543"/>
                  </a:cubicBezTo>
                  <a:cubicBezTo>
                    <a:pt x="12195" y="20543"/>
                    <a:pt x="13614" y="20243"/>
                    <a:pt x="14925" y="19661"/>
                  </a:cubicBezTo>
                  <a:cubicBezTo>
                    <a:pt x="19733" y="17529"/>
                    <a:pt x="22152" y="12113"/>
                    <a:pt x="20536" y="7111"/>
                  </a:cubicBezTo>
                  <a:cubicBezTo>
                    <a:pt x="19144" y="2803"/>
                    <a:pt x="15140" y="1"/>
                    <a:pt x="10769"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3"/>
            <p:cNvSpPr/>
            <p:nvPr/>
          </p:nvSpPr>
          <p:spPr>
            <a:xfrm>
              <a:off x="1836200" y="2390675"/>
              <a:ext cx="574725" cy="515125"/>
            </a:xfrm>
            <a:custGeom>
              <a:rect b="b" l="l" r="r" t="t"/>
              <a:pathLst>
                <a:path extrusionOk="0" h="20605" w="22989">
                  <a:moveTo>
                    <a:pt x="9338" y="226"/>
                  </a:moveTo>
                  <a:cubicBezTo>
                    <a:pt x="4666" y="1196"/>
                    <a:pt x="1150" y="5334"/>
                    <a:pt x="1148" y="10298"/>
                  </a:cubicBezTo>
                  <a:cubicBezTo>
                    <a:pt x="1146" y="15415"/>
                    <a:pt x="4876" y="19657"/>
                    <a:pt x="9761" y="20458"/>
                  </a:cubicBezTo>
                  <a:lnTo>
                    <a:pt x="9761" y="20458"/>
                  </a:lnTo>
                  <a:cubicBezTo>
                    <a:pt x="7896" y="20140"/>
                    <a:pt x="6139" y="19311"/>
                    <a:pt x="4695" y="18043"/>
                  </a:cubicBezTo>
                  <a:cubicBezTo>
                    <a:pt x="421" y="14286"/>
                    <a:pt x="1" y="7777"/>
                    <a:pt x="3755" y="3503"/>
                  </a:cubicBezTo>
                  <a:cubicBezTo>
                    <a:pt x="5228" y="1823"/>
                    <a:pt x="7191" y="684"/>
                    <a:pt x="9338" y="226"/>
                  </a:cubicBezTo>
                  <a:close/>
                  <a:moveTo>
                    <a:pt x="11483" y="0"/>
                  </a:moveTo>
                  <a:cubicBezTo>
                    <a:pt x="10756" y="0"/>
                    <a:pt x="10038" y="77"/>
                    <a:pt x="9338" y="226"/>
                  </a:cubicBezTo>
                  <a:lnTo>
                    <a:pt x="9338" y="226"/>
                  </a:lnTo>
                  <a:cubicBezTo>
                    <a:pt x="10017" y="86"/>
                    <a:pt x="10720" y="12"/>
                    <a:pt x="11440" y="12"/>
                  </a:cubicBezTo>
                  <a:cubicBezTo>
                    <a:pt x="11460" y="12"/>
                    <a:pt x="11479" y="12"/>
                    <a:pt x="11499" y="12"/>
                  </a:cubicBezTo>
                  <a:cubicBezTo>
                    <a:pt x="11501" y="12"/>
                    <a:pt x="11502" y="12"/>
                    <a:pt x="11504" y="12"/>
                  </a:cubicBezTo>
                  <a:cubicBezTo>
                    <a:pt x="16773" y="12"/>
                    <a:pt x="21193" y="3994"/>
                    <a:pt x="21740" y="9236"/>
                  </a:cubicBezTo>
                  <a:cubicBezTo>
                    <a:pt x="22285" y="14480"/>
                    <a:pt x="18780" y="19290"/>
                    <a:pt x="13619" y="20372"/>
                  </a:cubicBezTo>
                  <a:cubicBezTo>
                    <a:pt x="12919" y="20520"/>
                    <a:pt x="12206" y="20594"/>
                    <a:pt x="11490" y="20594"/>
                  </a:cubicBezTo>
                  <a:cubicBezTo>
                    <a:pt x="11473" y="20594"/>
                    <a:pt x="11456" y="20594"/>
                    <a:pt x="11439" y="20594"/>
                  </a:cubicBezTo>
                  <a:cubicBezTo>
                    <a:pt x="10868" y="20594"/>
                    <a:pt x="10307" y="20548"/>
                    <a:pt x="9761" y="20458"/>
                  </a:cubicBezTo>
                  <a:lnTo>
                    <a:pt x="9761" y="20458"/>
                  </a:lnTo>
                  <a:cubicBezTo>
                    <a:pt x="10329" y="20555"/>
                    <a:pt x="10907" y="20604"/>
                    <a:pt x="11490" y="20604"/>
                  </a:cubicBezTo>
                  <a:cubicBezTo>
                    <a:pt x="11713" y="20604"/>
                    <a:pt x="11936" y="20597"/>
                    <a:pt x="12160" y="20583"/>
                  </a:cubicBezTo>
                  <a:cubicBezTo>
                    <a:pt x="14887" y="20407"/>
                    <a:pt x="17431" y="19156"/>
                    <a:pt x="19234" y="17103"/>
                  </a:cubicBezTo>
                  <a:cubicBezTo>
                    <a:pt x="22989" y="12829"/>
                    <a:pt x="22569" y="6320"/>
                    <a:pt x="18295" y="2563"/>
                  </a:cubicBezTo>
                  <a:cubicBezTo>
                    <a:pt x="16420" y="912"/>
                    <a:pt x="14006" y="0"/>
                    <a:pt x="11509" y="0"/>
                  </a:cubicBezTo>
                  <a:cubicBezTo>
                    <a:pt x="11506" y="0"/>
                    <a:pt x="11503" y="0"/>
                    <a:pt x="11499" y="0"/>
                  </a:cubicBezTo>
                  <a:cubicBezTo>
                    <a:pt x="11494" y="0"/>
                    <a:pt x="11489" y="0"/>
                    <a:pt x="1148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3"/>
            <p:cNvSpPr/>
            <p:nvPr/>
          </p:nvSpPr>
          <p:spPr>
            <a:xfrm>
              <a:off x="1918750" y="2300450"/>
              <a:ext cx="313075" cy="675175"/>
            </a:xfrm>
            <a:custGeom>
              <a:rect b="b" l="l" r="r" t="t"/>
              <a:pathLst>
                <a:path extrusionOk="0" h="27007" w="12523">
                  <a:moveTo>
                    <a:pt x="8666" y="0"/>
                  </a:moveTo>
                  <a:lnTo>
                    <a:pt x="0" y="25168"/>
                  </a:lnTo>
                  <a:cubicBezTo>
                    <a:pt x="1058" y="25942"/>
                    <a:pt x="2222" y="26561"/>
                    <a:pt x="3455" y="27006"/>
                  </a:cubicBezTo>
                  <a:lnTo>
                    <a:pt x="12522" y="677"/>
                  </a:lnTo>
                  <a:cubicBezTo>
                    <a:pt x="11275" y="270"/>
                    <a:pt x="9978" y="42"/>
                    <a:pt x="8666"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3"/>
            <p:cNvSpPr/>
            <p:nvPr/>
          </p:nvSpPr>
          <p:spPr>
            <a:xfrm>
              <a:off x="2039000" y="2330125"/>
              <a:ext cx="271850" cy="664550"/>
            </a:xfrm>
            <a:custGeom>
              <a:rect b="b" l="l" r="r" t="t"/>
              <a:pathLst>
                <a:path extrusionOk="0" h="26582" w="10874">
                  <a:moveTo>
                    <a:pt x="9033" y="0"/>
                  </a:moveTo>
                  <a:lnTo>
                    <a:pt x="0" y="26233"/>
                  </a:lnTo>
                  <a:cubicBezTo>
                    <a:pt x="677" y="26401"/>
                    <a:pt x="1365" y="26517"/>
                    <a:pt x="2060" y="26581"/>
                  </a:cubicBezTo>
                  <a:lnTo>
                    <a:pt x="10873" y="988"/>
                  </a:lnTo>
                  <a:cubicBezTo>
                    <a:pt x="10287" y="612"/>
                    <a:pt x="9670" y="282"/>
                    <a:pt x="9033"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3"/>
            <p:cNvSpPr/>
            <p:nvPr/>
          </p:nvSpPr>
          <p:spPr>
            <a:xfrm>
              <a:off x="1717700" y="2254700"/>
              <a:ext cx="674075" cy="599875"/>
            </a:xfrm>
            <a:custGeom>
              <a:rect b="b" l="l" r="r" t="t"/>
              <a:pathLst>
                <a:path extrusionOk="0" h="23995" w="26963">
                  <a:moveTo>
                    <a:pt x="14948" y="0"/>
                  </a:moveTo>
                  <a:cubicBezTo>
                    <a:pt x="11086" y="0"/>
                    <a:pt x="7245" y="1602"/>
                    <a:pt x="4498" y="4730"/>
                  </a:cubicBezTo>
                  <a:cubicBezTo>
                    <a:pt x="0" y="9849"/>
                    <a:pt x="767" y="18552"/>
                    <a:pt x="5018" y="23994"/>
                  </a:cubicBezTo>
                  <a:cubicBezTo>
                    <a:pt x="1219" y="18841"/>
                    <a:pt x="1379" y="11563"/>
                    <a:pt x="5777" y="6554"/>
                  </a:cubicBezTo>
                  <a:cubicBezTo>
                    <a:pt x="8530" y="3420"/>
                    <a:pt x="12377" y="1820"/>
                    <a:pt x="16242" y="1820"/>
                  </a:cubicBezTo>
                  <a:cubicBezTo>
                    <a:pt x="16397" y="1820"/>
                    <a:pt x="16553" y="1823"/>
                    <a:pt x="16708" y="1828"/>
                  </a:cubicBezTo>
                  <a:cubicBezTo>
                    <a:pt x="18020" y="1872"/>
                    <a:pt x="19317" y="2100"/>
                    <a:pt x="20564" y="2507"/>
                  </a:cubicBezTo>
                  <a:cubicBezTo>
                    <a:pt x="21012" y="2655"/>
                    <a:pt x="21453" y="2823"/>
                    <a:pt x="21885" y="3015"/>
                  </a:cubicBezTo>
                  <a:cubicBezTo>
                    <a:pt x="22522" y="3299"/>
                    <a:pt x="23139" y="3629"/>
                    <a:pt x="23725" y="4005"/>
                  </a:cubicBezTo>
                  <a:cubicBezTo>
                    <a:pt x="24323" y="4389"/>
                    <a:pt x="24891" y="4816"/>
                    <a:pt x="25422" y="5285"/>
                  </a:cubicBezTo>
                  <a:cubicBezTo>
                    <a:pt x="25979" y="5769"/>
                    <a:pt x="26494" y="6300"/>
                    <a:pt x="26962" y="6871"/>
                  </a:cubicBezTo>
                  <a:cubicBezTo>
                    <a:pt x="26210" y="5592"/>
                    <a:pt x="25258" y="4439"/>
                    <a:pt x="24143" y="3463"/>
                  </a:cubicBezTo>
                  <a:cubicBezTo>
                    <a:pt x="23610" y="2994"/>
                    <a:pt x="23042" y="2567"/>
                    <a:pt x="22446" y="2184"/>
                  </a:cubicBezTo>
                  <a:cubicBezTo>
                    <a:pt x="21857" y="1807"/>
                    <a:pt x="21243" y="1477"/>
                    <a:pt x="20603" y="1193"/>
                  </a:cubicBezTo>
                  <a:cubicBezTo>
                    <a:pt x="20172" y="1001"/>
                    <a:pt x="19731" y="830"/>
                    <a:pt x="19283" y="685"/>
                  </a:cubicBezTo>
                  <a:cubicBezTo>
                    <a:pt x="18038" y="279"/>
                    <a:pt x="16740" y="50"/>
                    <a:pt x="15429" y="8"/>
                  </a:cubicBezTo>
                  <a:cubicBezTo>
                    <a:pt x="15269" y="3"/>
                    <a:pt x="15108" y="0"/>
                    <a:pt x="14948"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 name="Google Shape;735;p33"/>
          <p:cNvGrpSpPr/>
          <p:nvPr/>
        </p:nvGrpSpPr>
        <p:grpSpPr>
          <a:xfrm rot="-1142849">
            <a:off x="4113914" y="1556912"/>
            <a:ext cx="676095" cy="397557"/>
            <a:chOff x="3588600" y="2424575"/>
            <a:chExt cx="1002475" cy="589475"/>
          </a:xfrm>
        </p:grpSpPr>
        <p:sp>
          <p:nvSpPr>
            <p:cNvPr id="736" name="Google Shape;736;p33"/>
            <p:cNvSpPr/>
            <p:nvPr/>
          </p:nvSpPr>
          <p:spPr>
            <a:xfrm>
              <a:off x="3588600" y="2424575"/>
              <a:ext cx="1002475" cy="560325"/>
            </a:xfrm>
            <a:custGeom>
              <a:rect b="b" l="l" r="r" t="t"/>
              <a:pathLst>
                <a:path extrusionOk="0" h="22413" w="40099">
                  <a:moveTo>
                    <a:pt x="27641" y="1"/>
                  </a:moveTo>
                  <a:cubicBezTo>
                    <a:pt x="27012" y="1"/>
                    <a:pt x="26337" y="29"/>
                    <a:pt x="25612" y="87"/>
                  </a:cubicBezTo>
                  <a:cubicBezTo>
                    <a:pt x="20336" y="514"/>
                    <a:pt x="3522" y="5460"/>
                    <a:pt x="3792" y="14946"/>
                  </a:cubicBezTo>
                  <a:cubicBezTo>
                    <a:pt x="3942" y="20169"/>
                    <a:pt x="8167" y="22413"/>
                    <a:pt x="8167" y="22413"/>
                  </a:cubicBezTo>
                  <a:cubicBezTo>
                    <a:pt x="8167" y="22413"/>
                    <a:pt x="1" y="9286"/>
                    <a:pt x="29867" y="5871"/>
                  </a:cubicBezTo>
                  <a:cubicBezTo>
                    <a:pt x="30556" y="5793"/>
                    <a:pt x="31186" y="5756"/>
                    <a:pt x="31760" y="5756"/>
                  </a:cubicBezTo>
                  <a:cubicBezTo>
                    <a:pt x="39561" y="5756"/>
                    <a:pt x="37224" y="12517"/>
                    <a:pt x="37224" y="12517"/>
                  </a:cubicBezTo>
                  <a:cubicBezTo>
                    <a:pt x="37224" y="12517"/>
                    <a:pt x="40098" y="9727"/>
                    <a:pt x="37048" y="4948"/>
                  </a:cubicBezTo>
                  <a:cubicBezTo>
                    <a:pt x="35725" y="2876"/>
                    <a:pt x="34060" y="1"/>
                    <a:pt x="27641"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3"/>
            <p:cNvSpPr/>
            <p:nvPr/>
          </p:nvSpPr>
          <p:spPr>
            <a:xfrm>
              <a:off x="3728825" y="2541225"/>
              <a:ext cx="821900" cy="472725"/>
            </a:xfrm>
            <a:custGeom>
              <a:rect b="b" l="l" r="r" t="t"/>
              <a:pathLst>
                <a:path extrusionOk="0" h="18909" w="32876">
                  <a:moveTo>
                    <a:pt x="24519" y="0"/>
                  </a:moveTo>
                  <a:cubicBezTo>
                    <a:pt x="22919" y="0"/>
                    <a:pt x="21194" y="178"/>
                    <a:pt x="19393" y="527"/>
                  </a:cubicBezTo>
                  <a:cubicBezTo>
                    <a:pt x="17470" y="903"/>
                    <a:pt x="15581" y="1434"/>
                    <a:pt x="13743" y="2117"/>
                  </a:cubicBezTo>
                  <a:cubicBezTo>
                    <a:pt x="12517" y="2568"/>
                    <a:pt x="11316" y="3085"/>
                    <a:pt x="10146" y="3664"/>
                  </a:cubicBezTo>
                  <a:cubicBezTo>
                    <a:pt x="8673" y="4389"/>
                    <a:pt x="7303" y="5193"/>
                    <a:pt x="6080" y="6052"/>
                  </a:cubicBezTo>
                  <a:cubicBezTo>
                    <a:pt x="5422" y="6507"/>
                    <a:pt x="4803" y="6980"/>
                    <a:pt x="4242" y="7458"/>
                  </a:cubicBezTo>
                  <a:cubicBezTo>
                    <a:pt x="2210" y="9183"/>
                    <a:pt x="857" y="10968"/>
                    <a:pt x="330" y="12621"/>
                  </a:cubicBezTo>
                  <a:cubicBezTo>
                    <a:pt x="5" y="13632"/>
                    <a:pt x="0" y="14574"/>
                    <a:pt x="309" y="15415"/>
                  </a:cubicBezTo>
                  <a:cubicBezTo>
                    <a:pt x="1129" y="17636"/>
                    <a:pt x="4073" y="18908"/>
                    <a:pt x="8384" y="18908"/>
                  </a:cubicBezTo>
                  <a:cubicBezTo>
                    <a:pt x="9984" y="18908"/>
                    <a:pt x="11709" y="18731"/>
                    <a:pt x="13508" y="18382"/>
                  </a:cubicBezTo>
                  <a:cubicBezTo>
                    <a:pt x="15433" y="18006"/>
                    <a:pt x="17322" y="17472"/>
                    <a:pt x="19160" y="16789"/>
                  </a:cubicBezTo>
                  <a:cubicBezTo>
                    <a:pt x="19668" y="16602"/>
                    <a:pt x="20132" y="16419"/>
                    <a:pt x="20578" y="16232"/>
                  </a:cubicBezTo>
                  <a:lnTo>
                    <a:pt x="20580" y="16232"/>
                  </a:lnTo>
                  <a:cubicBezTo>
                    <a:pt x="23519" y="15015"/>
                    <a:pt x="26186" y="13466"/>
                    <a:pt x="28297" y="11753"/>
                  </a:cubicBezTo>
                  <a:cubicBezTo>
                    <a:pt x="28858" y="11298"/>
                    <a:pt x="29393" y="10813"/>
                    <a:pt x="29904" y="10303"/>
                  </a:cubicBezTo>
                  <a:cubicBezTo>
                    <a:pt x="30813" y="9384"/>
                    <a:pt x="31522" y="8462"/>
                    <a:pt x="32016" y="7567"/>
                  </a:cubicBezTo>
                  <a:cubicBezTo>
                    <a:pt x="32418" y="6835"/>
                    <a:pt x="32672" y="6121"/>
                    <a:pt x="32771" y="5447"/>
                  </a:cubicBezTo>
                  <a:cubicBezTo>
                    <a:pt x="32875" y="4752"/>
                    <a:pt x="32813" y="4094"/>
                    <a:pt x="32591" y="3494"/>
                  </a:cubicBezTo>
                  <a:cubicBezTo>
                    <a:pt x="31772" y="1275"/>
                    <a:pt x="28830" y="0"/>
                    <a:pt x="24519"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3"/>
            <p:cNvSpPr/>
            <p:nvPr/>
          </p:nvSpPr>
          <p:spPr>
            <a:xfrm>
              <a:off x="3728475" y="2541100"/>
              <a:ext cx="826625" cy="472950"/>
            </a:xfrm>
            <a:custGeom>
              <a:rect b="b" l="l" r="r" t="t"/>
              <a:pathLst>
                <a:path extrusionOk="0" h="18918" w="33065">
                  <a:moveTo>
                    <a:pt x="24533" y="12"/>
                  </a:moveTo>
                  <a:cubicBezTo>
                    <a:pt x="25568" y="12"/>
                    <a:pt x="26537" y="88"/>
                    <a:pt x="27422" y="236"/>
                  </a:cubicBezTo>
                  <a:cubicBezTo>
                    <a:pt x="28311" y="384"/>
                    <a:pt x="29112" y="605"/>
                    <a:pt x="29802" y="896"/>
                  </a:cubicBezTo>
                  <a:cubicBezTo>
                    <a:pt x="30506" y="1192"/>
                    <a:pt x="31100" y="1559"/>
                    <a:pt x="31566" y="1988"/>
                  </a:cubicBezTo>
                  <a:cubicBezTo>
                    <a:pt x="32044" y="2429"/>
                    <a:pt x="32393" y="2937"/>
                    <a:pt x="32601" y="3501"/>
                  </a:cubicBezTo>
                  <a:cubicBezTo>
                    <a:pt x="32822" y="4101"/>
                    <a:pt x="32882" y="4757"/>
                    <a:pt x="32781" y="5450"/>
                  </a:cubicBezTo>
                  <a:cubicBezTo>
                    <a:pt x="32679" y="6124"/>
                    <a:pt x="32425" y="6837"/>
                    <a:pt x="32026" y="7569"/>
                  </a:cubicBezTo>
                  <a:cubicBezTo>
                    <a:pt x="31532" y="8465"/>
                    <a:pt x="30823" y="9384"/>
                    <a:pt x="29915" y="10303"/>
                  </a:cubicBezTo>
                  <a:cubicBezTo>
                    <a:pt x="29405" y="10816"/>
                    <a:pt x="28869" y="11298"/>
                    <a:pt x="28308" y="11753"/>
                  </a:cubicBezTo>
                  <a:cubicBezTo>
                    <a:pt x="26200" y="13464"/>
                    <a:pt x="23531" y="15013"/>
                    <a:pt x="20594" y="16233"/>
                  </a:cubicBezTo>
                  <a:lnTo>
                    <a:pt x="20589" y="16235"/>
                  </a:lnTo>
                  <a:cubicBezTo>
                    <a:pt x="20144" y="16420"/>
                    <a:pt x="19682" y="16602"/>
                    <a:pt x="19174" y="16789"/>
                  </a:cubicBezTo>
                  <a:cubicBezTo>
                    <a:pt x="17336" y="17473"/>
                    <a:pt x="15447" y="18006"/>
                    <a:pt x="13522" y="18382"/>
                  </a:cubicBezTo>
                  <a:cubicBezTo>
                    <a:pt x="11721" y="18731"/>
                    <a:pt x="9998" y="18906"/>
                    <a:pt x="8398" y="18906"/>
                  </a:cubicBezTo>
                  <a:cubicBezTo>
                    <a:pt x="7364" y="18906"/>
                    <a:pt x="6391" y="18833"/>
                    <a:pt x="5509" y="18685"/>
                  </a:cubicBezTo>
                  <a:cubicBezTo>
                    <a:pt x="4620" y="18537"/>
                    <a:pt x="3819" y="18313"/>
                    <a:pt x="3129" y="18024"/>
                  </a:cubicBezTo>
                  <a:cubicBezTo>
                    <a:pt x="2425" y="17729"/>
                    <a:pt x="1831" y="17359"/>
                    <a:pt x="1365" y="16932"/>
                  </a:cubicBezTo>
                  <a:cubicBezTo>
                    <a:pt x="885" y="16491"/>
                    <a:pt x="538" y="15983"/>
                    <a:pt x="328" y="15420"/>
                  </a:cubicBezTo>
                  <a:cubicBezTo>
                    <a:pt x="19" y="14579"/>
                    <a:pt x="26" y="13640"/>
                    <a:pt x="349" y="12628"/>
                  </a:cubicBezTo>
                  <a:cubicBezTo>
                    <a:pt x="875" y="10977"/>
                    <a:pt x="2228" y="9193"/>
                    <a:pt x="4260" y="7468"/>
                  </a:cubicBezTo>
                  <a:cubicBezTo>
                    <a:pt x="4821" y="6992"/>
                    <a:pt x="5438" y="6519"/>
                    <a:pt x="6096" y="6062"/>
                  </a:cubicBezTo>
                  <a:cubicBezTo>
                    <a:pt x="7322" y="5203"/>
                    <a:pt x="8689" y="4401"/>
                    <a:pt x="10162" y="3674"/>
                  </a:cubicBezTo>
                  <a:cubicBezTo>
                    <a:pt x="11333" y="3094"/>
                    <a:pt x="12533" y="2580"/>
                    <a:pt x="13759" y="2129"/>
                  </a:cubicBezTo>
                  <a:cubicBezTo>
                    <a:pt x="15595" y="1446"/>
                    <a:pt x="17486" y="912"/>
                    <a:pt x="19407" y="536"/>
                  </a:cubicBezTo>
                  <a:cubicBezTo>
                    <a:pt x="21208" y="190"/>
                    <a:pt x="22933" y="12"/>
                    <a:pt x="24533" y="12"/>
                  </a:cubicBezTo>
                  <a:close/>
                  <a:moveTo>
                    <a:pt x="24533" y="0"/>
                  </a:moveTo>
                  <a:cubicBezTo>
                    <a:pt x="21377" y="0"/>
                    <a:pt x="17611" y="693"/>
                    <a:pt x="13755" y="2118"/>
                  </a:cubicBezTo>
                  <a:cubicBezTo>
                    <a:pt x="12529" y="2570"/>
                    <a:pt x="11328" y="3085"/>
                    <a:pt x="10157" y="3665"/>
                  </a:cubicBezTo>
                  <a:cubicBezTo>
                    <a:pt x="8668" y="4399"/>
                    <a:pt x="7301" y="5205"/>
                    <a:pt x="6091" y="6052"/>
                  </a:cubicBezTo>
                  <a:cubicBezTo>
                    <a:pt x="5431" y="6509"/>
                    <a:pt x="4814" y="6983"/>
                    <a:pt x="4253" y="7461"/>
                  </a:cubicBezTo>
                  <a:cubicBezTo>
                    <a:pt x="2249" y="9160"/>
                    <a:pt x="871" y="10952"/>
                    <a:pt x="340" y="12624"/>
                  </a:cubicBezTo>
                  <a:cubicBezTo>
                    <a:pt x="21" y="13614"/>
                    <a:pt x="0" y="14561"/>
                    <a:pt x="319" y="15424"/>
                  </a:cubicBezTo>
                  <a:cubicBezTo>
                    <a:pt x="1169" y="17724"/>
                    <a:pt x="4256" y="18918"/>
                    <a:pt x="8398" y="18918"/>
                  </a:cubicBezTo>
                  <a:cubicBezTo>
                    <a:pt x="11554" y="18918"/>
                    <a:pt x="15323" y="18225"/>
                    <a:pt x="19179" y="16801"/>
                  </a:cubicBezTo>
                  <a:cubicBezTo>
                    <a:pt x="19661" y="16623"/>
                    <a:pt x="20130" y="16438"/>
                    <a:pt x="20594" y="16244"/>
                  </a:cubicBezTo>
                  <a:lnTo>
                    <a:pt x="20596" y="16244"/>
                  </a:lnTo>
                  <a:cubicBezTo>
                    <a:pt x="23630" y="14986"/>
                    <a:pt x="26269" y="13425"/>
                    <a:pt x="28315" y="11762"/>
                  </a:cubicBezTo>
                  <a:cubicBezTo>
                    <a:pt x="28876" y="11308"/>
                    <a:pt x="29412" y="10825"/>
                    <a:pt x="29922" y="10312"/>
                  </a:cubicBezTo>
                  <a:cubicBezTo>
                    <a:pt x="30823" y="9400"/>
                    <a:pt x="31539" y="8479"/>
                    <a:pt x="32035" y="7576"/>
                  </a:cubicBezTo>
                  <a:cubicBezTo>
                    <a:pt x="32829" y="6126"/>
                    <a:pt x="33065" y="4725"/>
                    <a:pt x="32612" y="3499"/>
                  </a:cubicBezTo>
                  <a:cubicBezTo>
                    <a:pt x="31763" y="1196"/>
                    <a:pt x="28675" y="3"/>
                    <a:pt x="24533" y="3"/>
                  </a:cubicBezTo>
                  <a:lnTo>
                    <a:pt x="24533" y="0"/>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3"/>
            <p:cNvSpPr/>
            <p:nvPr/>
          </p:nvSpPr>
          <p:spPr>
            <a:xfrm>
              <a:off x="3839525" y="2619200"/>
              <a:ext cx="606025" cy="324450"/>
            </a:xfrm>
            <a:custGeom>
              <a:rect b="b" l="l" r="r" t="t"/>
              <a:pathLst>
                <a:path extrusionOk="0" h="12978" w="24241">
                  <a:moveTo>
                    <a:pt x="18484" y="0"/>
                  </a:moveTo>
                  <a:cubicBezTo>
                    <a:pt x="16067" y="0"/>
                    <a:pt x="13169" y="578"/>
                    <a:pt x="10324" y="1628"/>
                  </a:cubicBezTo>
                  <a:cubicBezTo>
                    <a:pt x="7216" y="2778"/>
                    <a:pt x="4478" y="4364"/>
                    <a:pt x="2619" y="6094"/>
                  </a:cubicBezTo>
                  <a:cubicBezTo>
                    <a:pt x="760" y="7823"/>
                    <a:pt x="1" y="9490"/>
                    <a:pt x="481" y="10788"/>
                  </a:cubicBezTo>
                  <a:cubicBezTo>
                    <a:pt x="742" y="11497"/>
                    <a:pt x="1351" y="12049"/>
                    <a:pt x="2291" y="12425"/>
                  </a:cubicBezTo>
                  <a:cubicBezTo>
                    <a:pt x="3199" y="12792"/>
                    <a:pt x="4367" y="12977"/>
                    <a:pt x="5757" y="12977"/>
                  </a:cubicBezTo>
                  <a:cubicBezTo>
                    <a:pt x="8177" y="12977"/>
                    <a:pt x="11072" y="12400"/>
                    <a:pt x="13917" y="11349"/>
                  </a:cubicBezTo>
                  <a:cubicBezTo>
                    <a:pt x="17025" y="10202"/>
                    <a:pt x="19763" y="8613"/>
                    <a:pt x="21622" y="6884"/>
                  </a:cubicBezTo>
                  <a:cubicBezTo>
                    <a:pt x="23481" y="5154"/>
                    <a:pt x="24240" y="3487"/>
                    <a:pt x="23762" y="2189"/>
                  </a:cubicBezTo>
                  <a:cubicBezTo>
                    <a:pt x="23499" y="1481"/>
                    <a:pt x="22892" y="931"/>
                    <a:pt x="21952" y="552"/>
                  </a:cubicBezTo>
                  <a:cubicBezTo>
                    <a:pt x="21042" y="185"/>
                    <a:pt x="19876" y="0"/>
                    <a:pt x="1848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3"/>
            <p:cNvSpPr/>
            <p:nvPr/>
          </p:nvSpPr>
          <p:spPr>
            <a:xfrm>
              <a:off x="3826550" y="2619025"/>
              <a:ext cx="632050" cy="324775"/>
            </a:xfrm>
            <a:custGeom>
              <a:rect b="b" l="l" r="r" t="t"/>
              <a:pathLst>
                <a:path extrusionOk="0" h="12991" w="25282">
                  <a:moveTo>
                    <a:pt x="19005" y="12"/>
                  </a:moveTo>
                  <a:cubicBezTo>
                    <a:pt x="20395" y="12"/>
                    <a:pt x="21561" y="199"/>
                    <a:pt x="22469" y="564"/>
                  </a:cubicBezTo>
                  <a:cubicBezTo>
                    <a:pt x="23406" y="943"/>
                    <a:pt x="24014" y="1492"/>
                    <a:pt x="24274" y="2199"/>
                  </a:cubicBezTo>
                  <a:cubicBezTo>
                    <a:pt x="24517" y="2852"/>
                    <a:pt x="24445" y="3600"/>
                    <a:pt x="24060" y="4420"/>
                  </a:cubicBezTo>
                  <a:cubicBezTo>
                    <a:pt x="23688" y="5214"/>
                    <a:pt x="23041" y="6046"/>
                    <a:pt x="22139" y="6886"/>
                  </a:cubicBezTo>
                  <a:cubicBezTo>
                    <a:pt x="21234" y="7726"/>
                    <a:pt x="20118" y="8537"/>
                    <a:pt x="18823" y="9294"/>
                  </a:cubicBezTo>
                  <a:cubicBezTo>
                    <a:pt x="17481" y="10077"/>
                    <a:pt x="16004" y="10770"/>
                    <a:pt x="14434" y="11349"/>
                  </a:cubicBezTo>
                  <a:cubicBezTo>
                    <a:pt x="11589" y="12400"/>
                    <a:pt x="8693" y="12977"/>
                    <a:pt x="6276" y="12977"/>
                  </a:cubicBezTo>
                  <a:cubicBezTo>
                    <a:pt x="4886" y="12977"/>
                    <a:pt x="3720" y="12792"/>
                    <a:pt x="2810" y="12428"/>
                  </a:cubicBezTo>
                  <a:cubicBezTo>
                    <a:pt x="1873" y="12049"/>
                    <a:pt x="1266" y="11499"/>
                    <a:pt x="1005" y="10793"/>
                  </a:cubicBezTo>
                  <a:cubicBezTo>
                    <a:pt x="762" y="10139"/>
                    <a:pt x="834" y="9391"/>
                    <a:pt x="1219" y="8569"/>
                  </a:cubicBezTo>
                  <a:cubicBezTo>
                    <a:pt x="1591" y="7775"/>
                    <a:pt x="2238" y="6946"/>
                    <a:pt x="3140" y="6106"/>
                  </a:cubicBezTo>
                  <a:cubicBezTo>
                    <a:pt x="4046" y="5265"/>
                    <a:pt x="5161" y="4452"/>
                    <a:pt x="6456" y="3697"/>
                  </a:cubicBezTo>
                  <a:cubicBezTo>
                    <a:pt x="7798" y="2912"/>
                    <a:pt x="9275" y="2222"/>
                    <a:pt x="10845" y="1640"/>
                  </a:cubicBezTo>
                  <a:cubicBezTo>
                    <a:pt x="13688" y="592"/>
                    <a:pt x="16586" y="12"/>
                    <a:pt x="19003" y="12"/>
                  </a:cubicBezTo>
                  <a:close/>
                  <a:moveTo>
                    <a:pt x="19003" y="1"/>
                  </a:moveTo>
                  <a:cubicBezTo>
                    <a:pt x="16669" y="1"/>
                    <a:pt x="13799" y="539"/>
                    <a:pt x="10843" y="1631"/>
                  </a:cubicBezTo>
                  <a:cubicBezTo>
                    <a:pt x="4410" y="4007"/>
                    <a:pt x="0" y="8110"/>
                    <a:pt x="993" y="10797"/>
                  </a:cubicBezTo>
                  <a:cubicBezTo>
                    <a:pt x="1529" y="12250"/>
                    <a:pt x="3533" y="12991"/>
                    <a:pt x="6276" y="12991"/>
                  </a:cubicBezTo>
                  <a:cubicBezTo>
                    <a:pt x="8610" y="12991"/>
                    <a:pt x="11480" y="12455"/>
                    <a:pt x="14438" y="11363"/>
                  </a:cubicBezTo>
                  <a:cubicBezTo>
                    <a:pt x="20871" y="8987"/>
                    <a:pt x="25281" y="4882"/>
                    <a:pt x="24288" y="2194"/>
                  </a:cubicBezTo>
                  <a:cubicBezTo>
                    <a:pt x="23750" y="742"/>
                    <a:pt x="21748" y="1"/>
                    <a:pt x="19003"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3"/>
            <p:cNvSpPr/>
            <p:nvPr/>
          </p:nvSpPr>
          <p:spPr>
            <a:xfrm>
              <a:off x="3793350" y="2581275"/>
              <a:ext cx="694500" cy="395675"/>
            </a:xfrm>
            <a:custGeom>
              <a:rect b="b" l="l" r="r" t="t"/>
              <a:pathLst>
                <a:path extrusionOk="0" fill="none" h="15827" w="27780">
                  <a:moveTo>
                    <a:pt x="27193" y="3000"/>
                  </a:moveTo>
                  <a:cubicBezTo>
                    <a:pt x="27780" y="4588"/>
                    <a:pt x="26942" y="6630"/>
                    <a:pt x="24861" y="8675"/>
                  </a:cubicBezTo>
                  <a:cubicBezTo>
                    <a:pt x="22783" y="10721"/>
                    <a:pt x="19631" y="12601"/>
                    <a:pt x="16103" y="13905"/>
                  </a:cubicBezTo>
                  <a:cubicBezTo>
                    <a:pt x="12575" y="15207"/>
                    <a:pt x="8957" y="15826"/>
                    <a:pt x="6048" y="15623"/>
                  </a:cubicBezTo>
                  <a:cubicBezTo>
                    <a:pt x="3138" y="15422"/>
                    <a:pt x="1173" y="14416"/>
                    <a:pt x="587" y="12827"/>
                  </a:cubicBezTo>
                  <a:cubicBezTo>
                    <a:pt x="1" y="11236"/>
                    <a:pt x="839" y="9195"/>
                    <a:pt x="2919" y="7149"/>
                  </a:cubicBezTo>
                  <a:cubicBezTo>
                    <a:pt x="4999" y="5106"/>
                    <a:pt x="8149" y="3224"/>
                    <a:pt x="11677" y="1922"/>
                  </a:cubicBezTo>
                  <a:cubicBezTo>
                    <a:pt x="15205" y="617"/>
                    <a:pt x="18823" y="0"/>
                    <a:pt x="21733" y="201"/>
                  </a:cubicBezTo>
                  <a:cubicBezTo>
                    <a:pt x="24642" y="405"/>
                    <a:pt x="26607" y="1411"/>
                    <a:pt x="27193" y="300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3"/>
            <p:cNvSpPr/>
            <p:nvPr/>
          </p:nvSpPr>
          <p:spPr>
            <a:xfrm>
              <a:off x="3681200" y="2703950"/>
              <a:ext cx="755175" cy="243275"/>
            </a:xfrm>
            <a:custGeom>
              <a:rect b="b" l="l" r="r" t="t"/>
              <a:pathLst>
                <a:path extrusionOk="0" h="9731" w="30207">
                  <a:moveTo>
                    <a:pt x="926" y="0"/>
                  </a:moveTo>
                  <a:cubicBezTo>
                    <a:pt x="129" y="1312"/>
                    <a:pt x="0" y="3260"/>
                    <a:pt x="259" y="5583"/>
                  </a:cubicBezTo>
                  <a:lnTo>
                    <a:pt x="2378" y="5980"/>
                  </a:lnTo>
                  <a:lnTo>
                    <a:pt x="4900" y="6585"/>
                  </a:lnTo>
                  <a:lnTo>
                    <a:pt x="6687" y="6906"/>
                  </a:lnTo>
                  <a:lnTo>
                    <a:pt x="17477" y="8832"/>
                  </a:lnTo>
                  <a:lnTo>
                    <a:pt x="19846" y="9255"/>
                  </a:lnTo>
                  <a:lnTo>
                    <a:pt x="19848" y="9255"/>
                  </a:lnTo>
                  <a:lnTo>
                    <a:pt x="22485" y="9730"/>
                  </a:lnTo>
                  <a:lnTo>
                    <a:pt x="22487" y="9730"/>
                  </a:lnTo>
                  <a:cubicBezTo>
                    <a:pt x="25521" y="8472"/>
                    <a:pt x="28160" y="6909"/>
                    <a:pt x="30206" y="5246"/>
                  </a:cubicBezTo>
                  <a:lnTo>
                    <a:pt x="28107" y="4872"/>
                  </a:lnTo>
                  <a:lnTo>
                    <a:pt x="26623" y="4604"/>
                  </a:lnTo>
                  <a:lnTo>
                    <a:pt x="20065" y="3434"/>
                  </a:lnTo>
                  <a:lnTo>
                    <a:pt x="19941" y="3413"/>
                  </a:lnTo>
                  <a:lnTo>
                    <a:pt x="18770" y="3200"/>
                  </a:lnTo>
                  <a:lnTo>
                    <a:pt x="18765" y="3200"/>
                  </a:lnTo>
                  <a:lnTo>
                    <a:pt x="15867" y="2683"/>
                  </a:lnTo>
                  <a:lnTo>
                    <a:pt x="10185" y="1665"/>
                  </a:lnTo>
                  <a:lnTo>
                    <a:pt x="8396" y="1349"/>
                  </a:lnTo>
                  <a:lnTo>
                    <a:pt x="6144" y="947"/>
                  </a:lnTo>
                  <a:lnTo>
                    <a:pt x="926"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3"/>
            <p:cNvSpPr/>
            <p:nvPr/>
          </p:nvSpPr>
          <p:spPr>
            <a:xfrm>
              <a:off x="3728300" y="2598600"/>
              <a:ext cx="801050" cy="200325"/>
            </a:xfrm>
            <a:custGeom>
              <a:rect b="b" l="l" r="r" t="t"/>
              <a:pathLst>
                <a:path extrusionOk="0" h="8013" w="32042">
                  <a:moveTo>
                    <a:pt x="2584" y="0"/>
                  </a:moveTo>
                  <a:lnTo>
                    <a:pt x="0" y="2649"/>
                  </a:lnTo>
                  <a:lnTo>
                    <a:pt x="6096" y="3752"/>
                  </a:lnTo>
                  <a:lnTo>
                    <a:pt x="8403" y="4163"/>
                  </a:lnTo>
                  <a:lnTo>
                    <a:pt x="10368" y="4512"/>
                  </a:lnTo>
                  <a:lnTo>
                    <a:pt x="17371" y="5763"/>
                  </a:lnTo>
                  <a:lnTo>
                    <a:pt x="18858" y="6031"/>
                  </a:lnTo>
                  <a:lnTo>
                    <a:pt x="19421" y="6131"/>
                  </a:lnTo>
                  <a:lnTo>
                    <a:pt x="19426" y="6131"/>
                  </a:lnTo>
                  <a:lnTo>
                    <a:pt x="20178" y="6267"/>
                  </a:lnTo>
                  <a:lnTo>
                    <a:pt x="26420" y="7382"/>
                  </a:lnTo>
                  <a:lnTo>
                    <a:pt x="27810" y="7631"/>
                  </a:lnTo>
                  <a:lnTo>
                    <a:pt x="29929" y="8012"/>
                  </a:lnTo>
                  <a:cubicBezTo>
                    <a:pt x="30830" y="7100"/>
                    <a:pt x="31546" y="6177"/>
                    <a:pt x="32042" y="5276"/>
                  </a:cubicBezTo>
                  <a:lnTo>
                    <a:pt x="29682" y="4854"/>
                  </a:lnTo>
                  <a:lnTo>
                    <a:pt x="28241" y="4595"/>
                  </a:lnTo>
                  <a:lnTo>
                    <a:pt x="15258" y="2277"/>
                  </a:lnTo>
                  <a:lnTo>
                    <a:pt x="15256" y="2277"/>
                  </a:lnTo>
                  <a:lnTo>
                    <a:pt x="12769" y="1829"/>
                  </a:lnTo>
                  <a:lnTo>
                    <a:pt x="10164" y="1365"/>
                  </a:lnTo>
                  <a:lnTo>
                    <a:pt x="2584"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 name="Google Shape;744;p33"/>
          <p:cNvGrpSpPr/>
          <p:nvPr/>
        </p:nvGrpSpPr>
        <p:grpSpPr>
          <a:xfrm flipH="1">
            <a:off x="404693" y="3901383"/>
            <a:ext cx="530159" cy="550985"/>
            <a:chOff x="2777975" y="4487350"/>
            <a:chExt cx="803150" cy="834825"/>
          </a:xfrm>
        </p:grpSpPr>
        <p:sp>
          <p:nvSpPr>
            <p:cNvPr id="745" name="Google Shape;745;p33"/>
            <p:cNvSpPr/>
            <p:nvPr/>
          </p:nvSpPr>
          <p:spPr>
            <a:xfrm>
              <a:off x="2801475" y="4545025"/>
              <a:ext cx="776425" cy="720275"/>
            </a:xfrm>
            <a:custGeom>
              <a:rect b="b" l="l" r="r" t="t"/>
              <a:pathLst>
                <a:path extrusionOk="0" h="28811" w="31057">
                  <a:moveTo>
                    <a:pt x="14617" y="0"/>
                  </a:moveTo>
                  <a:cubicBezTo>
                    <a:pt x="8672" y="0"/>
                    <a:pt x="3310" y="3412"/>
                    <a:pt x="718" y="8603"/>
                  </a:cubicBezTo>
                  <a:cubicBezTo>
                    <a:pt x="469" y="9391"/>
                    <a:pt x="287" y="10196"/>
                    <a:pt x="169" y="11012"/>
                  </a:cubicBezTo>
                  <a:cubicBezTo>
                    <a:pt x="53" y="11797"/>
                    <a:pt x="0" y="12589"/>
                    <a:pt x="5" y="13381"/>
                  </a:cubicBezTo>
                  <a:cubicBezTo>
                    <a:pt x="10" y="14161"/>
                    <a:pt x="77" y="14939"/>
                    <a:pt x="201" y="15710"/>
                  </a:cubicBezTo>
                  <a:cubicBezTo>
                    <a:pt x="284" y="16230"/>
                    <a:pt x="393" y="16747"/>
                    <a:pt x="527" y="17255"/>
                  </a:cubicBezTo>
                  <a:cubicBezTo>
                    <a:pt x="905" y="18673"/>
                    <a:pt x="1483" y="20028"/>
                    <a:pt x="2240" y="21282"/>
                  </a:cubicBezTo>
                  <a:cubicBezTo>
                    <a:pt x="4565" y="25133"/>
                    <a:pt x="8532" y="27950"/>
                    <a:pt x="13328" y="28648"/>
                  </a:cubicBezTo>
                  <a:cubicBezTo>
                    <a:pt x="14085" y="28757"/>
                    <a:pt x="14838" y="28811"/>
                    <a:pt x="15582" y="28811"/>
                  </a:cubicBezTo>
                  <a:cubicBezTo>
                    <a:pt x="22075" y="28811"/>
                    <a:pt x="27874" y="24745"/>
                    <a:pt x="30130" y="18733"/>
                  </a:cubicBezTo>
                  <a:cubicBezTo>
                    <a:pt x="30456" y="17802"/>
                    <a:pt x="30691" y="16842"/>
                    <a:pt x="30837" y="15865"/>
                  </a:cubicBezTo>
                  <a:cubicBezTo>
                    <a:pt x="30906" y="15389"/>
                    <a:pt x="30952" y="14916"/>
                    <a:pt x="30978" y="14445"/>
                  </a:cubicBezTo>
                  <a:cubicBezTo>
                    <a:pt x="31056" y="12953"/>
                    <a:pt x="30121" y="13422"/>
                    <a:pt x="29793" y="12021"/>
                  </a:cubicBezTo>
                  <a:cubicBezTo>
                    <a:pt x="29671" y="11506"/>
                    <a:pt x="29523" y="10998"/>
                    <a:pt x="29354" y="10504"/>
                  </a:cubicBezTo>
                  <a:cubicBezTo>
                    <a:pt x="29098" y="9765"/>
                    <a:pt x="28789" y="9047"/>
                    <a:pt x="28426" y="8356"/>
                  </a:cubicBezTo>
                  <a:cubicBezTo>
                    <a:pt x="26191" y="4085"/>
                    <a:pt x="22007" y="910"/>
                    <a:pt x="16874" y="164"/>
                  </a:cubicBezTo>
                  <a:cubicBezTo>
                    <a:pt x="16116" y="54"/>
                    <a:pt x="15362" y="0"/>
                    <a:pt x="14617"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3"/>
            <p:cNvSpPr/>
            <p:nvPr/>
          </p:nvSpPr>
          <p:spPr>
            <a:xfrm>
              <a:off x="2801650" y="4487525"/>
              <a:ext cx="779300" cy="777675"/>
            </a:xfrm>
            <a:custGeom>
              <a:rect b="b" l="l" r="r" t="t"/>
              <a:pathLst>
                <a:path extrusionOk="0" h="31107" w="31172">
                  <a:moveTo>
                    <a:pt x="15542" y="0"/>
                  </a:moveTo>
                  <a:cubicBezTo>
                    <a:pt x="8747" y="5"/>
                    <a:pt x="2743" y="4422"/>
                    <a:pt x="716" y="10908"/>
                  </a:cubicBezTo>
                  <a:cubicBezTo>
                    <a:pt x="469" y="11693"/>
                    <a:pt x="284" y="12499"/>
                    <a:pt x="169" y="13316"/>
                  </a:cubicBezTo>
                  <a:cubicBezTo>
                    <a:pt x="53" y="14099"/>
                    <a:pt x="0" y="14891"/>
                    <a:pt x="5" y="15683"/>
                  </a:cubicBezTo>
                  <a:cubicBezTo>
                    <a:pt x="10" y="16461"/>
                    <a:pt x="74" y="17239"/>
                    <a:pt x="199" y="18010"/>
                  </a:cubicBezTo>
                  <a:cubicBezTo>
                    <a:pt x="287" y="18546"/>
                    <a:pt x="395" y="19066"/>
                    <a:pt x="527" y="19555"/>
                  </a:cubicBezTo>
                  <a:cubicBezTo>
                    <a:pt x="905" y="20970"/>
                    <a:pt x="1480" y="22326"/>
                    <a:pt x="2240" y="23580"/>
                  </a:cubicBezTo>
                  <a:cubicBezTo>
                    <a:pt x="4657" y="27588"/>
                    <a:pt x="8696" y="30269"/>
                    <a:pt x="13321" y="30941"/>
                  </a:cubicBezTo>
                  <a:cubicBezTo>
                    <a:pt x="14069" y="31049"/>
                    <a:pt x="14822" y="31105"/>
                    <a:pt x="15577" y="31105"/>
                  </a:cubicBezTo>
                  <a:lnTo>
                    <a:pt x="15579" y="31107"/>
                  </a:lnTo>
                  <a:cubicBezTo>
                    <a:pt x="20354" y="31098"/>
                    <a:pt x="24861" y="28900"/>
                    <a:pt x="27807" y="25143"/>
                  </a:cubicBezTo>
                  <a:cubicBezTo>
                    <a:pt x="29479" y="23009"/>
                    <a:pt x="30564" y="20474"/>
                    <a:pt x="30950" y="17791"/>
                  </a:cubicBezTo>
                  <a:cubicBezTo>
                    <a:pt x="31019" y="17325"/>
                    <a:pt x="31068" y="16849"/>
                    <a:pt x="31091" y="16373"/>
                  </a:cubicBezTo>
                  <a:cubicBezTo>
                    <a:pt x="31171" y="14909"/>
                    <a:pt x="31042" y="13443"/>
                    <a:pt x="30710" y="12014"/>
                  </a:cubicBezTo>
                  <a:cubicBezTo>
                    <a:pt x="30587" y="11504"/>
                    <a:pt x="30442" y="10993"/>
                    <a:pt x="30271" y="10497"/>
                  </a:cubicBezTo>
                  <a:cubicBezTo>
                    <a:pt x="30015" y="9760"/>
                    <a:pt x="29705" y="9042"/>
                    <a:pt x="29343" y="8352"/>
                  </a:cubicBezTo>
                  <a:cubicBezTo>
                    <a:pt x="28218" y="6209"/>
                    <a:pt x="26614" y="4355"/>
                    <a:pt x="24656" y="2935"/>
                  </a:cubicBezTo>
                  <a:cubicBezTo>
                    <a:pt x="23660" y="2217"/>
                    <a:pt x="22584" y="1619"/>
                    <a:pt x="21451" y="1155"/>
                  </a:cubicBezTo>
                  <a:cubicBezTo>
                    <a:pt x="19573" y="393"/>
                    <a:pt x="17567" y="0"/>
                    <a:pt x="15542"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3"/>
            <p:cNvSpPr/>
            <p:nvPr/>
          </p:nvSpPr>
          <p:spPr>
            <a:xfrm>
              <a:off x="2801525" y="4487350"/>
              <a:ext cx="779600" cy="777975"/>
            </a:xfrm>
            <a:custGeom>
              <a:rect b="b" l="l" r="r" t="t"/>
              <a:pathLst>
                <a:path extrusionOk="0" h="31119" w="31184">
                  <a:moveTo>
                    <a:pt x="15547" y="10"/>
                  </a:moveTo>
                  <a:cubicBezTo>
                    <a:pt x="17572" y="12"/>
                    <a:pt x="19576" y="402"/>
                    <a:pt x="21453" y="1164"/>
                  </a:cubicBezTo>
                  <a:cubicBezTo>
                    <a:pt x="23714" y="2090"/>
                    <a:pt x="25723" y="3535"/>
                    <a:pt x="27318" y="5385"/>
                  </a:cubicBezTo>
                  <a:cubicBezTo>
                    <a:pt x="28106" y="6295"/>
                    <a:pt x="28784" y="7294"/>
                    <a:pt x="29343" y="8359"/>
                  </a:cubicBezTo>
                  <a:cubicBezTo>
                    <a:pt x="29706" y="9049"/>
                    <a:pt x="30015" y="9767"/>
                    <a:pt x="30271" y="10506"/>
                  </a:cubicBezTo>
                  <a:cubicBezTo>
                    <a:pt x="30442" y="11000"/>
                    <a:pt x="30588" y="11511"/>
                    <a:pt x="30710" y="12023"/>
                  </a:cubicBezTo>
                  <a:cubicBezTo>
                    <a:pt x="31043" y="13448"/>
                    <a:pt x="31170" y="14914"/>
                    <a:pt x="31091" y="16378"/>
                  </a:cubicBezTo>
                  <a:cubicBezTo>
                    <a:pt x="31066" y="16854"/>
                    <a:pt x="31019" y="17329"/>
                    <a:pt x="30950" y="17796"/>
                  </a:cubicBezTo>
                  <a:cubicBezTo>
                    <a:pt x="30562" y="20476"/>
                    <a:pt x="29479" y="23012"/>
                    <a:pt x="27810" y="25143"/>
                  </a:cubicBezTo>
                  <a:cubicBezTo>
                    <a:pt x="24866" y="28904"/>
                    <a:pt x="20357" y="31102"/>
                    <a:pt x="15584" y="31107"/>
                  </a:cubicBezTo>
                  <a:cubicBezTo>
                    <a:pt x="13640" y="31105"/>
                    <a:pt x="11712" y="30745"/>
                    <a:pt x="9902" y="30040"/>
                  </a:cubicBezTo>
                  <a:cubicBezTo>
                    <a:pt x="7773" y="29209"/>
                    <a:pt x="5856" y="27918"/>
                    <a:pt x="4286" y="26258"/>
                  </a:cubicBezTo>
                  <a:cubicBezTo>
                    <a:pt x="3513" y="25443"/>
                    <a:pt x="2831" y="24545"/>
                    <a:pt x="2250" y="23584"/>
                  </a:cubicBezTo>
                  <a:cubicBezTo>
                    <a:pt x="1492" y="22331"/>
                    <a:pt x="915" y="20977"/>
                    <a:pt x="539" y="19562"/>
                  </a:cubicBezTo>
                  <a:cubicBezTo>
                    <a:pt x="407" y="19070"/>
                    <a:pt x="299" y="18551"/>
                    <a:pt x="211" y="18017"/>
                  </a:cubicBezTo>
                  <a:cubicBezTo>
                    <a:pt x="86" y="17246"/>
                    <a:pt x="21" y="16468"/>
                    <a:pt x="17" y="15690"/>
                  </a:cubicBezTo>
                  <a:cubicBezTo>
                    <a:pt x="10" y="14898"/>
                    <a:pt x="65" y="14106"/>
                    <a:pt x="181" y="13323"/>
                  </a:cubicBezTo>
                  <a:cubicBezTo>
                    <a:pt x="296" y="12506"/>
                    <a:pt x="481" y="11702"/>
                    <a:pt x="728" y="10915"/>
                  </a:cubicBezTo>
                  <a:cubicBezTo>
                    <a:pt x="2755" y="4434"/>
                    <a:pt x="8756" y="16"/>
                    <a:pt x="15549" y="12"/>
                  </a:cubicBezTo>
                  <a:lnTo>
                    <a:pt x="15547" y="10"/>
                  </a:lnTo>
                  <a:close/>
                  <a:moveTo>
                    <a:pt x="15549" y="0"/>
                  </a:moveTo>
                  <a:cubicBezTo>
                    <a:pt x="8761" y="0"/>
                    <a:pt x="2732" y="4445"/>
                    <a:pt x="716" y="10913"/>
                  </a:cubicBezTo>
                  <a:cubicBezTo>
                    <a:pt x="469" y="11700"/>
                    <a:pt x="287" y="12503"/>
                    <a:pt x="169" y="13321"/>
                  </a:cubicBezTo>
                  <a:cubicBezTo>
                    <a:pt x="54" y="14106"/>
                    <a:pt x="1" y="14898"/>
                    <a:pt x="5" y="15690"/>
                  </a:cubicBezTo>
                  <a:cubicBezTo>
                    <a:pt x="10" y="16470"/>
                    <a:pt x="75" y="17248"/>
                    <a:pt x="199" y="18017"/>
                  </a:cubicBezTo>
                  <a:cubicBezTo>
                    <a:pt x="282" y="18539"/>
                    <a:pt x="393" y="19054"/>
                    <a:pt x="527" y="19564"/>
                  </a:cubicBezTo>
                  <a:cubicBezTo>
                    <a:pt x="906" y="20980"/>
                    <a:pt x="1483" y="22335"/>
                    <a:pt x="2240" y="23589"/>
                  </a:cubicBezTo>
                  <a:cubicBezTo>
                    <a:pt x="4563" y="27440"/>
                    <a:pt x="8530" y="30257"/>
                    <a:pt x="13326" y="30955"/>
                  </a:cubicBezTo>
                  <a:cubicBezTo>
                    <a:pt x="14074" y="31063"/>
                    <a:pt x="14829" y="31116"/>
                    <a:pt x="15584" y="31119"/>
                  </a:cubicBezTo>
                  <a:cubicBezTo>
                    <a:pt x="22077" y="31119"/>
                    <a:pt x="27875" y="27052"/>
                    <a:pt x="30131" y="21040"/>
                  </a:cubicBezTo>
                  <a:cubicBezTo>
                    <a:pt x="30525" y="19994"/>
                    <a:pt x="30805" y="18906"/>
                    <a:pt x="30964" y="17798"/>
                  </a:cubicBezTo>
                  <a:cubicBezTo>
                    <a:pt x="31033" y="17322"/>
                    <a:pt x="31080" y="16849"/>
                    <a:pt x="31105" y="16378"/>
                  </a:cubicBezTo>
                  <a:cubicBezTo>
                    <a:pt x="31183" y="14914"/>
                    <a:pt x="31054" y="13448"/>
                    <a:pt x="30722" y="12021"/>
                  </a:cubicBezTo>
                  <a:cubicBezTo>
                    <a:pt x="30602" y="11506"/>
                    <a:pt x="30454" y="10996"/>
                    <a:pt x="30283" y="10502"/>
                  </a:cubicBezTo>
                  <a:cubicBezTo>
                    <a:pt x="30029" y="9765"/>
                    <a:pt x="29717" y="9047"/>
                    <a:pt x="29355" y="8354"/>
                  </a:cubicBezTo>
                  <a:cubicBezTo>
                    <a:pt x="27120" y="4083"/>
                    <a:pt x="22936" y="908"/>
                    <a:pt x="17803" y="164"/>
                  </a:cubicBezTo>
                  <a:cubicBezTo>
                    <a:pt x="17057" y="56"/>
                    <a:pt x="16304" y="0"/>
                    <a:pt x="1554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3"/>
            <p:cNvSpPr/>
            <p:nvPr/>
          </p:nvSpPr>
          <p:spPr>
            <a:xfrm>
              <a:off x="2861275" y="4546975"/>
              <a:ext cx="658650" cy="658675"/>
            </a:xfrm>
            <a:custGeom>
              <a:rect b="b" l="l" r="r" t="t"/>
              <a:pathLst>
                <a:path extrusionOk="0" fill="none" h="26347" w="26346">
                  <a:moveTo>
                    <a:pt x="22488" y="3859"/>
                  </a:moveTo>
                  <a:cubicBezTo>
                    <a:pt x="24958" y="6329"/>
                    <a:pt x="26346" y="9680"/>
                    <a:pt x="26346" y="13173"/>
                  </a:cubicBezTo>
                  <a:cubicBezTo>
                    <a:pt x="26346" y="16667"/>
                    <a:pt x="24958" y="20017"/>
                    <a:pt x="22488" y="22488"/>
                  </a:cubicBezTo>
                  <a:cubicBezTo>
                    <a:pt x="20017" y="24958"/>
                    <a:pt x="16667" y="26346"/>
                    <a:pt x="13173" y="26346"/>
                  </a:cubicBezTo>
                  <a:cubicBezTo>
                    <a:pt x="9680" y="26346"/>
                    <a:pt x="6329" y="24958"/>
                    <a:pt x="3859" y="22488"/>
                  </a:cubicBezTo>
                  <a:cubicBezTo>
                    <a:pt x="1388" y="20017"/>
                    <a:pt x="0" y="16667"/>
                    <a:pt x="0" y="13173"/>
                  </a:cubicBezTo>
                  <a:cubicBezTo>
                    <a:pt x="0" y="9680"/>
                    <a:pt x="1388" y="6329"/>
                    <a:pt x="3859" y="3859"/>
                  </a:cubicBezTo>
                  <a:cubicBezTo>
                    <a:pt x="6329" y="1388"/>
                    <a:pt x="9680" y="1"/>
                    <a:pt x="13173" y="1"/>
                  </a:cubicBezTo>
                  <a:cubicBezTo>
                    <a:pt x="16667" y="1"/>
                    <a:pt x="20017" y="1388"/>
                    <a:pt x="22488" y="3859"/>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3"/>
            <p:cNvSpPr/>
            <p:nvPr/>
          </p:nvSpPr>
          <p:spPr>
            <a:xfrm>
              <a:off x="2892850" y="4588600"/>
              <a:ext cx="595500" cy="575475"/>
            </a:xfrm>
            <a:custGeom>
              <a:rect b="b" l="l" r="r" t="t"/>
              <a:pathLst>
                <a:path extrusionOk="0" h="23019" w="23820">
                  <a:moveTo>
                    <a:pt x="11896" y="0"/>
                  </a:moveTo>
                  <a:cubicBezTo>
                    <a:pt x="5865" y="7"/>
                    <a:pt x="864" y="4669"/>
                    <a:pt x="432" y="10684"/>
                  </a:cubicBezTo>
                  <a:cubicBezTo>
                    <a:pt x="0" y="16701"/>
                    <a:pt x="4286" y="22028"/>
                    <a:pt x="10255" y="22896"/>
                  </a:cubicBezTo>
                  <a:cubicBezTo>
                    <a:pt x="10809" y="22977"/>
                    <a:pt x="11365" y="23019"/>
                    <a:pt x="11924" y="23019"/>
                  </a:cubicBezTo>
                  <a:cubicBezTo>
                    <a:pt x="17955" y="23009"/>
                    <a:pt x="22959" y="18348"/>
                    <a:pt x="23388" y="12333"/>
                  </a:cubicBezTo>
                  <a:cubicBezTo>
                    <a:pt x="23820" y="6315"/>
                    <a:pt x="19534" y="989"/>
                    <a:pt x="13566" y="120"/>
                  </a:cubicBezTo>
                  <a:cubicBezTo>
                    <a:pt x="13014" y="40"/>
                    <a:pt x="12455" y="0"/>
                    <a:pt x="11896"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3"/>
            <p:cNvSpPr/>
            <p:nvPr/>
          </p:nvSpPr>
          <p:spPr>
            <a:xfrm>
              <a:off x="2882925" y="4588425"/>
              <a:ext cx="615425" cy="575775"/>
            </a:xfrm>
            <a:custGeom>
              <a:rect b="b" l="l" r="r" t="t"/>
              <a:pathLst>
                <a:path extrusionOk="0" h="23031" w="24617">
                  <a:moveTo>
                    <a:pt x="12293" y="10"/>
                  </a:moveTo>
                  <a:lnTo>
                    <a:pt x="12293" y="12"/>
                  </a:lnTo>
                  <a:cubicBezTo>
                    <a:pt x="12852" y="12"/>
                    <a:pt x="13409" y="53"/>
                    <a:pt x="13963" y="132"/>
                  </a:cubicBezTo>
                  <a:cubicBezTo>
                    <a:pt x="19927" y="1000"/>
                    <a:pt x="24210" y="6327"/>
                    <a:pt x="23780" y="12340"/>
                  </a:cubicBezTo>
                  <a:cubicBezTo>
                    <a:pt x="23349" y="18350"/>
                    <a:pt x="18350" y="23012"/>
                    <a:pt x="12321" y="23019"/>
                  </a:cubicBezTo>
                  <a:cubicBezTo>
                    <a:pt x="11765" y="23019"/>
                    <a:pt x="11206" y="22979"/>
                    <a:pt x="10654" y="22899"/>
                  </a:cubicBezTo>
                  <a:cubicBezTo>
                    <a:pt x="4685" y="22033"/>
                    <a:pt x="397" y="16706"/>
                    <a:pt x="829" y="10691"/>
                  </a:cubicBezTo>
                  <a:cubicBezTo>
                    <a:pt x="1261" y="4676"/>
                    <a:pt x="6262" y="17"/>
                    <a:pt x="12293" y="10"/>
                  </a:cubicBezTo>
                  <a:close/>
                  <a:moveTo>
                    <a:pt x="12293" y="0"/>
                  </a:moveTo>
                  <a:cubicBezTo>
                    <a:pt x="6669" y="0"/>
                    <a:pt x="1746" y="4127"/>
                    <a:pt x="915" y="9857"/>
                  </a:cubicBezTo>
                  <a:cubicBezTo>
                    <a:pt x="0" y="16149"/>
                    <a:pt x="4360" y="21993"/>
                    <a:pt x="10652" y="22908"/>
                  </a:cubicBezTo>
                  <a:cubicBezTo>
                    <a:pt x="11203" y="22989"/>
                    <a:pt x="11762" y="23028"/>
                    <a:pt x="12321" y="23030"/>
                  </a:cubicBezTo>
                  <a:cubicBezTo>
                    <a:pt x="17948" y="23030"/>
                    <a:pt x="22868" y="18902"/>
                    <a:pt x="23702" y="13171"/>
                  </a:cubicBezTo>
                  <a:cubicBezTo>
                    <a:pt x="24616" y="6879"/>
                    <a:pt x="20257" y="1035"/>
                    <a:pt x="13965" y="120"/>
                  </a:cubicBezTo>
                  <a:cubicBezTo>
                    <a:pt x="13411" y="40"/>
                    <a:pt x="12852" y="0"/>
                    <a:pt x="1229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3"/>
            <p:cNvSpPr/>
            <p:nvPr/>
          </p:nvSpPr>
          <p:spPr>
            <a:xfrm>
              <a:off x="2814700" y="4787800"/>
              <a:ext cx="766375" cy="289275"/>
            </a:xfrm>
            <a:custGeom>
              <a:rect b="b" l="l" r="r" t="t"/>
              <a:pathLst>
                <a:path extrusionOk="0" h="11571" w="30655">
                  <a:moveTo>
                    <a:pt x="30192" y="1"/>
                  </a:moveTo>
                  <a:lnTo>
                    <a:pt x="0" y="7546"/>
                  </a:lnTo>
                  <a:cubicBezTo>
                    <a:pt x="379" y="8962"/>
                    <a:pt x="956" y="10317"/>
                    <a:pt x="1713" y="11571"/>
                  </a:cubicBezTo>
                  <a:lnTo>
                    <a:pt x="30573" y="4360"/>
                  </a:lnTo>
                  <a:cubicBezTo>
                    <a:pt x="30654" y="2896"/>
                    <a:pt x="30525" y="1428"/>
                    <a:pt x="30192"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3"/>
            <p:cNvSpPr/>
            <p:nvPr/>
          </p:nvSpPr>
          <p:spPr>
            <a:xfrm>
              <a:off x="2801650" y="4696250"/>
              <a:ext cx="756850" cy="241550"/>
            </a:xfrm>
            <a:custGeom>
              <a:rect b="b" l="l" r="r" t="t"/>
              <a:pathLst>
                <a:path extrusionOk="0" h="9662" w="30274">
                  <a:moveTo>
                    <a:pt x="29347" y="1"/>
                  </a:moveTo>
                  <a:lnTo>
                    <a:pt x="0" y="7334"/>
                  </a:lnTo>
                  <a:cubicBezTo>
                    <a:pt x="5" y="8112"/>
                    <a:pt x="70" y="8890"/>
                    <a:pt x="194" y="9661"/>
                  </a:cubicBezTo>
                  <a:lnTo>
                    <a:pt x="30273" y="2143"/>
                  </a:lnTo>
                  <a:cubicBezTo>
                    <a:pt x="30019" y="1407"/>
                    <a:pt x="29710" y="691"/>
                    <a:pt x="293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3"/>
            <p:cNvSpPr/>
            <p:nvPr/>
          </p:nvSpPr>
          <p:spPr>
            <a:xfrm>
              <a:off x="2777975" y="4760150"/>
              <a:ext cx="776700" cy="562025"/>
            </a:xfrm>
            <a:custGeom>
              <a:rect b="b" l="l" r="r" t="t"/>
              <a:pathLst>
                <a:path extrusionOk="0" h="22481" w="31068">
                  <a:moveTo>
                    <a:pt x="1658" y="1"/>
                  </a:moveTo>
                  <a:lnTo>
                    <a:pt x="1658" y="1"/>
                  </a:lnTo>
                  <a:cubicBezTo>
                    <a:pt x="562" y="2201"/>
                    <a:pt x="1" y="4628"/>
                    <a:pt x="17" y="7087"/>
                  </a:cubicBezTo>
                  <a:cubicBezTo>
                    <a:pt x="21" y="7867"/>
                    <a:pt x="88" y="8645"/>
                    <a:pt x="213" y="9417"/>
                  </a:cubicBezTo>
                  <a:cubicBezTo>
                    <a:pt x="296" y="9936"/>
                    <a:pt x="405" y="10453"/>
                    <a:pt x="541" y="10961"/>
                  </a:cubicBezTo>
                  <a:cubicBezTo>
                    <a:pt x="917" y="12379"/>
                    <a:pt x="1495" y="13732"/>
                    <a:pt x="2252" y="14988"/>
                  </a:cubicBezTo>
                  <a:cubicBezTo>
                    <a:pt x="4577" y="18837"/>
                    <a:pt x="8542" y="21654"/>
                    <a:pt x="13340" y="22352"/>
                  </a:cubicBezTo>
                  <a:cubicBezTo>
                    <a:pt x="13938" y="22439"/>
                    <a:pt x="14538" y="22481"/>
                    <a:pt x="15137" y="22481"/>
                  </a:cubicBezTo>
                  <a:cubicBezTo>
                    <a:pt x="22061" y="22481"/>
                    <a:pt x="28760" y="16846"/>
                    <a:pt x="31068" y="10128"/>
                  </a:cubicBezTo>
                  <a:lnTo>
                    <a:pt x="31068" y="10128"/>
                  </a:lnTo>
                  <a:cubicBezTo>
                    <a:pt x="28814" y="16140"/>
                    <a:pt x="23015" y="20206"/>
                    <a:pt x="16520" y="20206"/>
                  </a:cubicBezTo>
                  <a:cubicBezTo>
                    <a:pt x="15776" y="20206"/>
                    <a:pt x="15023" y="20152"/>
                    <a:pt x="14265" y="20043"/>
                  </a:cubicBezTo>
                  <a:cubicBezTo>
                    <a:pt x="9470" y="19345"/>
                    <a:pt x="5503" y="16528"/>
                    <a:pt x="3180" y="12677"/>
                  </a:cubicBezTo>
                  <a:cubicBezTo>
                    <a:pt x="2423" y="11423"/>
                    <a:pt x="1845" y="10068"/>
                    <a:pt x="1467" y="8652"/>
                  </a:cubicBezTo>
                  <a:cubicBezTo>
                    <a:pt x="1333" y="8142"/>
                    <a:pt x="1224" y="7627"/>
                    <a:pt x="1141" y="7105"/>
                  </a:cubicBezTo>
                  <a:cubicBezTo>
                    <a:pt x="1017" y="6336"/>
                    <a:pt x="950" y="5558"/>
                    <a:pt x="945" y="4778"/>
                  </a:cubicBezTo>
                  <a:cubicBezTo>
                    <a:pt x="940" y="3984"/>
                    <a:pt x="993" y="3192"/>
                    <a:pt x="1109" y="2409"/>
                  </a:cubicBezTo>
                  <a:cubicBezTo>
                    <a:pt x="1227" y="1591"/>
                    <a:pt x="1409" y="786"/>
                    <a:pt x="1658"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 name="Google Shape;754;p33"/>
          <p:cNvGrpSpPr/>
          <p:nvPr/>
        </p:nvGrpSpPr>
        <p:grpSpPr>
          <a:xfrm rot="-4967820">
            <a:off x="8157594" y="3762036"/>
            <a:ext cx="529789" cy="397408"/>
            <a:chOff x="2787100" y="3506250"/>
            <a:chExt cx="854925" cy="641300"/>
          </a:xfrm>
        </p:grpSpPr>
        <p:sp>
          <p:nvSpPr>
            <p:cNvPr id="755" name="Google Shape;755;p33"/>
            <p:cNvSpPr/>
            <p:nvPr/>
          </p:nvSpPr>
          <p:spPr>
            <a:xfrm>
              <a:off x="2787100" y="3512900"/>
              <a:ext cx="842975" cy="634650"/>
            </a:xfrm>
            <a:custGeom>
              <a:rect b="b" l="l" r="r" t="t"/>
              <a:pathLst>
                <a:path extrusionOk="0" h="25386" w="33719">
                  <a:moveTo>
                    <a:pt x="3124" y="1"/>
                  </a:moveTo>
                  <a:cubicBezTo>
                    <a:pt x="2995" y="1"/>
                    <a:pt x="2867" y="8"/>
                    <a:pt x="2741" y="23"/>
                  </a:cubicBezTo>
                  <a:lnTo>
                    <a:pt x="2478" y="397"/>
                  </a:lnTo>
                  <a:lnTo>
                    <a:pt x="818" y="2755"/>
                  </a:lnTo>
                  <a:cubicBezTo>
                    <a:pt x="169" y="3736"/>
                    <a:pt x="0" y="4937"/>
                    <a:pt x="432" y="5807"/>
                  </a:cubicBezTo>
                  <a:cubicBezTo>
                    <a:pt x="892" y="6726"/>
                    <a:pt x="1557" y="7680"/>
                    <a:pt x="2393" y="8657"/>
                  </a:cubicBezTo>
                  <a:cubicBezTo>
                    <a:pt x="3231" y="9645"/>
                    <a:pt x="4240" y="10656"/>
                    <a:pt x="5366" y="11668"/>
                  </a:cubicBezTo>
                  <a:lnTo>
                    <a:pt x="5371" y="11670"/>
                  </a:lnTo>
                  <a:cubicBezTo>
                    <a:pt x="6110" y="12333"/>
                    <a:pt x="6897" y="12993"/>
                    <a:pt x="7722" y="13656"/>
                  </a:cubicBezTo>
                  <a:cubicBezTo>
                    <a:pt x="9571" y="15124"/>
                    <a:pt x="11605" y="16574"/>
                    <a:pt x="13660" y="17932"/>
                  </a:cubicBezTo>
                  <a:cubicBezTo>
                    <a:pt x="14138" y="18246"/>
                    <a:pt x="14612" y="18560"/>
                    <a:pt x="15085" y="18865"/>
                  </a:cubicBezTo>
                  <a:lnTo>
                    <a:pt x="15087" y="18867"/>
                  </a:lnTo>
                  <a:cubicBezTo>
                    <a:pt x="19982" y="22040"/>
                    <a:pt x="24748" y="24785"/>
                    <a:pt x="28475" y="25360"/>
                  </a:cubicBezTo>
                  <a:cubicBezTo>
                    <a:pt x="28587" y="25377"/>
                    <a:pt x="28701" y="25385"/>
                    <a:pt x="28818" y="25385"/>
                  </a:cubicBezTo>
                  <a:cubicBezTo>
                    <a:pt x="29844" y="25385"/>
                    <a:pt x="31001" y="24740"/>
                    <a:pt x="31680" y="23714"/>
                  </a:cubicBezTo>
                  <a:lnTo>
                    <a:pt x="33718" y="20626"/>
                  </a:lnTo>
                  <a:cubicBezTo>
                    <a:pt x="32442" y="19537"/>
                    <a:pt x="30200" y="17895"/>
                    <a:pt x="27350" y="15914"/>
                  </a:cubicBezTo>
                  <a:cubicBezTo>
                    <a:pt x="25127" y="14371"/>
                    <a:pt x="22529" y="12624"/>
                    <a:pt x="19724" y="10765"/>
                  </a:cubicBezTo>
                  <a:lnTo>
                    <a:pt x="18971" y="10268"/>
                  </a:lnTo>
                  <a:cubicBezTo>
                    <a:pt x="18269" y="9804"/>
                    <a:pt x="17590" y="9342"/>
                    <a:pt x="16939" y="8885"/>
                  </a:cubicBezTo>
                  <a:lnTo>
                    <a:pt x="16934" y="8883"/>
                  </a:lnTo>
                  <a:cubicBezTo>
                    <a:pt x="15565" y="7913"/>
                    <a:pt x="14305" y="6966"/>
                    <a:pt x="13134" y="6073"/>
                  </a:cubicBezTo>
                  <a:cubicBezTo>
                    <a:pt x="8674" y="2661"/>
                    <a:pt x="5567" y="1"/>
                    <a:pt x="3124"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3"/>
            <p:cNvSpPr/>
            <p:nvPr/>
          </p:nvSpPr>
          <p:spPr>
            <a:xfrm>
              <a:off x="2847300" y="3506425"/>
              <a:ext cx="788375" cy="532075"/>
            </a:xfrm>
            <a:custGeom>
              <a:rect b="b" l="l" r="r" t="t"/>
              <a:pathLst>
                <a:path extrusionOk="0" h="21283" w="31535">
                  <a:moveTo>
                    <a:pt x="1194" y="1"/>
                  </a:moveTo>
                  <a:cubicBezTo>
                    <a:pt x="680" y="1"/>
                    <a:pt x="338" y="125"/>
                    <a:pt x="174" y="372"/>
                  </a:cubicBezTo>
                  <a:cubicBezTo>
                    <a:pt x="118" y="458"/>
                    <a:pt x="84" y="555"/>
                    <a:pt x="75" y="656"/>
                  </a:cubicBezTo>
                  <a:cubicBezTo>
                    <a:pt x="1" y="1224"/>
                    <a:pt x="502" y="2157"/>
                    <a:pt x="1527" y="3360"/>
                  </a:cubicBezTo>
                  <a:cubicBezTo>
                    <a:pt x="2527" y="4536"/>
                    <a:pt x="4025" y="5967"/>
                    <a:pt x="5861" y="7500"/>
                  </a:cubicBezTo>
                  <a:cubicBezTo>
                    <a:pt x="6962" y="8424"/>
                    <a:pt x="8184" y="9382"/>
                    <a:pt x="9491" y="10350"/>
                  </a:cubicBezTo>
                  <a:cubicBezTo>
                    <a:pt x="10333" y="10973"/>
                    <a:pt x="11234" y="11615"/>
                    <a:pt x="12167" y="12259"/>
                  </a:cubicBezTo>
                  <a:cubicBezTo>
                    <a:pt x="12679" y="12615"/>
                    <a:pt x="13227" y="12984"/>
                    <a:pt x="13889" y="13423"/>
                  </a:cubicBezTo>
                  <a:cubicBezTo>
                    <a:pt x="16041" y="14843"/>
                    <a:pt x="18184" y="16145"/>
                    <a:pt x="20257" y="17293"/>
                  </a:cubicBezTo>
                  <a:cubicBezTo>
                    <a:pt x="22474" y="18521"/>
                    <a:pt x="24557" y="19535"/>
                    <a:pt x="26281" y="20225"/>
                  </a:cubicBezTo>
                  <a:cubicBezTo>
                    <a:pt x="28015" y="20917"/>
                    <a:pt x="29393" y="21282"/>
                    <a:pt x="30263" y="21283"/>
                  </a:cubicBezTo>
                  <a:lnTo>
                    <a:pt x="30263" y="21283"/>
                  </a:lnTo>
                  <a:cubicBezTo>
                    <a:pt x="30775" y="21282"/>
                    <a:pt x="31119" y="21158"/>
                    <a:pt x="31280" y="20913"/>
                  </a:cubicBezTo>
                  <a:lnTo>
                    <a:pt x="31301" y="20881"/>
                  </a:lnTo>
                  <a:cubicBezTo>
                    <a:pt x="31534" y="20477"/>
                    <a:pt x="31315" y="19793"/>
                    <a:pt x="30650" y="18847"/>
                  </a:cubicBezTo>
                  <a:cubicBezTo>
                    <a:pt x="30008" y="17932"/>
                    <a:pt x="28981" y="16817"/>
                    <a:pt x="27600" y="15536"/>
                  </a:cubicBezTo>
                  <a:cubicBezTo>
                    <a:pt x="25776" y="13857"/>
                    <a:pt x="23465" y="12000"/>
                    <a:pt x="20911" y="10167"/>
                  </a:cubicBezTo>
                  <a:lnTo>
                    <a:pt x="20908" y="10165"/>
                  </a:lnTo>
                  <a:cubicBezTo>
                    <a:pt x="19925" y="9463"/>
                    <a:pt x="19029" y="8844"/>
                    <a:pt x="18170" y="8271"/>
                  </a:cubicBezTo>
                  <a:cubicBezTo>
                    <a:pt x="17971" y="8133"/>
                    <a:pt x="17764" y="7994"/>
                    <a:pt x="17560" y="7860"/>
                  </a:cubicBezTo>
                  <a:cubicBezTo>
                    <a:pt x="16404" y="7096"/>
                    <a:pt x="15180" y="6325"/>
                    <a:pt x="13924" y="5568"/>
                  </a:cubicBezTo>
                  <a:cubicBezTo>
                    <a:pt x="11132" y="3887"/>
                    <a:pt x="8470" y="2481"/>
                    <a:pt x="6221" y="1499"/>
                  </a:cubicBezTo>
                  <a:cubicBezTo>
                    <a:pt x="3979" y="520"/>
                    <a:pt x="2240" y="1"/>
                    <a:pt x="1194" y="1"/>
                  </a:cubicBezTo>
                  <a:close/>
                  <a:moveTo>
                    <a:pt x="30263" y="21283"/>
                  </a:moveTo>
                  <a:lnTo>
                    <a:pt x="30263" y="21283"/>
                  </a:lnTo>
                  <a:cubicBezTo>
                    <a:pt x="30263" y="21283"/>
                    <a:pt x="30263" y="21283"/>
                    <a:pt x="30262" y="21283"/>
                  </a:cubicBezTo>
                  <a:lnTo>
                    <a:pt x="30264" y="21283"/>
                  </a:lnTo>
                  <a:cubicBezTo>
                    <a:pt x="30264" y="21283"/>
                    <a:pt x="30264" y="21283"/>
                    <a:pt x="30263" y="21283"/>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3"/>
            <p:cNvSpPr/>
            <p:nvPr/>
          </p:nvSpPr>
          <p:spPr>
            <a:xfrm>
              <a:off x="2845175" y="3506250"/>
              <a:ext cx="796850" cy="532475"/>
            </a:xfrm>
            <a:custGeom>
              <a:rect b="b" l="l" r="r" t="t"/>
              <a:pathLst>
                <a:path extrusionOk="0" h="21299" w="31874">
                  <a:moveTo>
                    <a:pt x="1279" y="15"/>
                  </a:moveTo>
                  <a:cubicBezTo>
                    <a:pt x="2325" y="15"/>
                    <a:pt x="4064" y="534"/>
                    <a:pt x="6306" y="1513"/>
                  </a:cubicBezTo>
                  <a:cubicBezTo>
                    <a:pt x="8553" y="2494"/>
                    <a:pt x="11215" y="3901"/>
                    <a:pt x="14007" y="5579"/>
                  </a:cubicBezTo>
                  <a:cubicBezTo>
                    <a:pt x="15263" y="6339"/>
                    <a:pt x="16486" y="7110"/>
                    <a:pt x="17643" y="7874"/>
                  </a:cubicBezTo>
                  <a:cubicBezTo>
                    <a:pt x="17846" y="8008"/>
                    <a:pt x="18054" y="8145"/>
                    <a:pt x="18253" y="8283"/>
                  </a:cubicBezTo>
                  <a:cubicBezTo>
                    <a:pt x="19112" y="8856"/>
                    <a:pt x="20008" y="9477"/>
                    <a:pt x="20991" y="10176"/>
                  </a:cubicBezTo>
                  <a:lnTo>
                    <a:pt x="20993" y="10179"/>
                  </a:lnTo>
                  <a:cubicBezTo>
                    <a:pt x="23547" y="12014"/>
                    <a:pt x="25858" y="13871"/>
                    <a:pt x="27680" y="15547"/>
                  </a:cubicBezTo>
                  <a:cubicBezTo>
                    <a:pt x="29061" y="16829"/>
                    <a:pt x="30089" y="17944"/>
                    <a:pt x="30730" y="18858"/>
                  </a:cubicBezTo>
                  <a:cubicBezTo>
                    <a:pt x="31393" y="19800"/>
                    <a:pt x="31612" y="20481"/>
                    <a:pt x="31382" y="20883"/>
                  </a:cubicBezTo>
                  <a:lnTo>
                    <a:pt x="31361" y="20916"/>
                  </a:lnTo>
                  <a:cubicBezTo>
                    <a:pt x="31199" y="21158"/>
                    <a:pt x="30860" y="21283"/>
                    <a:pt x="30349" y="21283"/>
                  </a:cubicBezTo>
                  <a:cubicBezTo>
                    <a:pt x="29479" y="21283"/>
                    <a:pt x="28103" y="20916"/>
                    <a:pt x="26369" y="20223"/>
                  </a:cubicBezTo>
                  <a:cubicBezTo>
                    <a:pt x="24646" y="19535"/>
                    <a:pt x="22564" y="18521"/>
                    <a:pt x="20347" y="17293"/>
                  </a:cubicBezTo>
                  <a:cubicBezTo>
                    <a:pt x="18274" y="16145"/>
                    <a:pt x="16131" y="14843"/>
                    <a:pt x="13979" y="13423"/>
                  </a:cubicBezTo>
                  <a:cubicBezTo>
                    <a:pt x="13316" y="12984"/>
                    <a:pt x="12769" y="12615"/>
                    <a:pt x="12259" y="12259"/>
                  </a:cubicBezTo>
                  <a:cubicBezTo>
                    <a:pt x="11326" y="11615"/>
                    <a:pt x="10425" y="10973"/>
                    <a:pt x="9580" y="10350"/>
                  </a:cubicBezTo>
                  <a:cubicBezTo>
                    <a:pt x="8276" y="9382"/>
                    <a:pt x="7054" y="8424"/>
                    <a:pt x="5950" y="7500"/>
                  </a:cubicBezTo>
                  <a:cubicBezTo>
                    <a:pt x="4117" y="5967"/>
                    <a:pt x="2619" y="4536"/>
                    <a:pt x="1617" y="3360"/>
                  </a:cubicBezTo>
                  <a:cubicBezTo>
                    <a:pt x="596" y="2160"/>
                    <a:pt x="95" y="1229"/>
                    <a:pt x="169" y="663"/>
                  </a:cubicBezTo>
                  <a:cubicBezTo>
                    <a:pt x="178" y="564"/>
                    <a:pt x="210" y="467"/>
                    <a:pt x="266" y="384"/>
                  </a:cubicBezTo>
                  <a:cubicBezTo>
                    <a:pt x="427" y="139"/>
                    <a:pt x="769" y="15"/>
                    <a:pt x="1279" y="15"/>
                  </a:cubicBezTo>
                  <a:close/>
                  <a:moveTo>
                    <a:pt x="1279" y="1"/>
                  </a:moveTo>
                  <a:cubicBezTo>
                    <a:pt x="771" y="1"/>
                    <a:pt x="423" y="121"/>
                    <a:pt x="254" y="375"/>
                  </a:cubicBezTo>
                  <a:cubicBezTo>
                    <a:pt x="199" y="463"/>
                    <a:pt x="164" y="562"/>
                    <a:pt x="155" y="663"/>
                  </a:cubicBezTo>
                  <a:cubicBezTo>
                    <a:pt x="0" y="1836"/>
                    <a:pt x="2252" y="4429"/>
                    <a:pt x="5941" y="7514"/>
                  </a:cubicBezTo>
                  <a:cubicBezTo>
                    <a:pt x="7033" y="8429"/>
                    <a:pt x="8250" y="9387"/>
                    <a:pt x="9573" y="10363"/>
                  </a:cubicBezTo>
                  <a:cubicBezTo>
                    <a:pt x="10423" y="10992"/>
                    <a:pt x="11321" y="11633"/>
                    <a:pt x="12249" y="12273"/>
                  </a:cubicBezTo>
                  <a:cubicBezTo>
                    <a:pt x="12810" y="12663"/>
                    <a:pt x="13385" y="13051"/>
                    <a:pt x="13972" y="13437"/>
                  </a:cubicBezTo>
                  <a:cubicBezTo>
                    <a:pt x="16182" y="14894"/>
                    <a:pt x="18340" y="16201"/>
                    <a:pt x="20340" y="17307"/>
                  </a:cubicBezTo>
                  <a:cubicBezTo>
                    <a:pt x="24843" y="19803"/>
                    <a:pt x="28565" y="21299"/>
                    <a:pt x="30349" y="21299"/>
                  </a:cubicBezTo>
                  <a:cubicBezTo>
                    <a:pt x="30855" y="21299"/>
                    <a:pt x="31206" y="21179"/>
                    <a:pt x="31372" y="20925"/>
                  </a:cubicBezTo>
                  <a:lnTo>
                    <a:pt x="31393" y="20892"/>
                  </a:lnTo>
                  <a:cubicBezTo>
                    <a:pt x="31873" y="20061"/>
                    <a:pt x="30414" y="18064"/>
                    <a:pt x="27690" y="15540"/>
                  </a:cubicBezTo>
                  <a:cubicBezTo>
                    <a:pt x="25928" y="13915"/>
                    <a:pt x="23642" y="12065"/>
                    <a:pt x="21003" y="10170"/>
                  </a:cubicBezTo>
                  <a:lnTo>
                    <a:pt x="20998" y="10167"/>
                  </a:lnTo>
                  <a:cubicBezTo>
                    <a:pt x="20121" y="9541"/>
                    <a:pt x="19209" y="8907"/>
                    <a:pt x="18262" y="8274"/>
                  </a:cubicBezTo>
                  <a:cubicBezTo>
                    <a:pt x="18063" y="8135"/>
                    <a:pt x="17858" y="7999"/>
                    <a:pt x="17652" y="7863"/>
                  </a:cubicBezTo>
                  <a:cubicBezTo>
                    <a:pt x="16419" y="7050"/>
                    <a:pt x="15198" y="6283"/>
                    <a:pt x="14016" y="5568"/>
                  </a:cubicBezTo>
                  <a:cubicBezTo>
                    <a:pt x="8317" y="2141"/>
                    <a:pt x="3415" y="3"/>
                    <a:pt x="1282" y="3"/>
                  </a:cubicBezTo>
                  <a:lnTo>
                    <a:pt x="1279"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3"/>
            <p:cNvSpPr/>
            <p:nvPr/>
          </p:nvSpPr>
          <p:spPr>
            <a:xfrm>
              <a:off x="2981975" y="3601625"/>
              <a:ext cx="526600" cy="341800"/>
            </a:xfrm>
            <a:custGeom>
              <a:rect b="b" l="l" r="r" t="t"/>
              <a:pathLst>
                <a:path extrusionOk="0" h="13672" w="21064">
                  <a:moveTo>
                    <a:pt x="799" y="0"/>
                  </a:moveTo>
                  <a:cubicBezTo>
                    <a:pt x="559" y="0"/>
                    <a:pt x="393" y="69"/>
                    <a:pt x="303" y="206"/>
                  </a:cubicBezTo>
                  <a:cubicBezTo>
                    <a:pt x="1" y="663"/>
                    <a:pt x="790" y="1637"/>
                    <a:pt x="2718" y="3187"/>
                  </a:cubicBezTo>
                  <a:cubicBezTo>
                    <a:pt x="4270" y="4433"/>
                    <a:pt x="6516" y="6022"/>
                    <a:pt x="9786" y="8181"/>
                  </a:cubicBezTo>
                  <a:cubicBezTo>
                    <a:pt x="13896" y="10894"/>
                    <a:pt x="18313" y="13672"/>
                    <a:pt x="19872" y="13672"/>
                  </a:cubicBezTo>
                  <a:cubicBezTo>
                    <a:pt x="20119" y="13672"/>
                    <a:pt x="20290" y="13600"/>
                    <a:pt x="20382" y="13462"/>
                  </a:cubicBezTo>
                  <a:cubicBezTo>
                    <a:pt x="21063" y="12427"/>
                    <a:pt x="16023" y="8897"/>
                    <a:pt x="11001" y="5583"/>
                  </a:cubicBezTo>
                  <a:cubicBezTo>
                    <a:pt x="6821" y="2822"/>
                    <a:pt x="2342" y="0"/>
                    <a:pt x="799"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3"/>
            <p:cNvSpPr/>
            <p:nvPr/>
          </p:nvSpPr>
          <p:spPr>
            <a:xfrm>
              <a:off x="2973025" y="3601375"/>
              <a:ext cx="535025" cy="342175"/>
            </a:xfrm>
            <a:custGeom>
              <a:rect b="b" l="l" r="r" t="t"/>
              <a:pathLst>
                <a:path extrusionOk="0" h="13687" w="21401">
                  <a:moveTo>
                    <a:pt x="1157" y="15"/>
                  </a:moveTo>
                  <a:lnTo>
                    <a:pt x="1157" y="17"/>
                  </a:lnTo>
                  <a:cubicBezTo>
                    <a:pt x="1834" y="17"/>
                    <a:pt x="3095" y="544"/>
                    <a:pt x="5013" y="1629"/>
                  </a:cubicBezTo>
                  <a:cubicBezTo>
                    <a:pt x="6577" y="2511"/>
                    <a:pt x="8592" y="3774"/>
                    <a:pt x="11356" y="5598"/>
                  </a:cubicBezTo>
                  <a:cubicBezTo>
                    <a:pt x="14635" y="7764"/>
                    <a:pt x="16865" y="9334"/>
                    <a:pt x="18371" y="10541"/>
                  </a:cubicBezTo>
                  <a:cubicBezTo>
                    <a:pt x="19274" y="11267"/>
                    <a:pt x="19929" y="11874"/>
                    <a:pt x="20324" y="12347"/>
                  </a:cubicBezTo>
                  <a:cubicBezTo>
                    <a:pt x="20749" y="12857"/>
                    <a:pt x="20885" y="13234"/>
                    <a:pt x="20733" y="13467"/>
                  </a:cubicBezTo>
                  <a:cubicBezTo>
                    <a:pt x="20641" y="13603"/>
                    <a:pt x="20472" y="13672"/>
                    <a:pt x="20230" y="13672"/>
                  </a:cubicBezTo>
                  <a:cubicBezTo>
                    <a:pt x="19553" y="13672"/>
                    <a:pt x="18311" y="13160"/>
                    <a:pt x="16427" y="12102"/>
                  </a:cubicBezTo>
                  <a:cubicBezTo>
                    <a:pt x="14861" y="11225"/>
                    <a:pt x="12866" y="9980"/>
                    <a:pt x="10149" y="8184"/>
                  </a:cubicBezTo>
                  <a:cubicBezTo>
                    <a:pt x="6879" y="6025"/>
                    <a:pt x="4632" y="4439"/>
                    <a:pt x="3081" y="3190"/>
                  </a:cubicBezTo>
                  <a:cubicBezTo>
                    <a:pt x="2164" y="2453"/>
                    <a:pt x="1495" y="1837"/>
                    <a:pt x="1093" y="1352"/>
                  </a:cubicBezTo>
                  <a:cubicBezTo>
                    <a:pt x="656" y="832"/>
                    <a:pt x="516" y="451"/>
                    <a:pt x="668" y="218"/>
                  </a:cubicBezTo>
                  <a:cubicBezTo>
                    <a:pt x="756" y="84"/>
                    <a:pt x="922" y="15"/>
                    <a:pt x="1157" y="15"/>
                  </a:cubicBezTo>
                  <a:close/>
                  <a:moveTo>
                    <a:pt x="1157" y="1"/>
                  </a:moveTo>
                  <a:cubicBezTo>
                    <a:pt x="920" y="1"/>
                    <a:pt x="749" y="68"/>
                    <a:pt x="656" y="209"/>
                  </a:cubicBezTo>
                  <a:cubicBezTo>
                    <a:pt x="1" y="1202"/>
                    <a:pt x="4593" y="4531"/>
                    <a:pt x="10139" y="8196"/>
                  </a:cubicBezTo>
                  <a:cubicBezTo>
                    <a:pt x="14882" y="11324"/>
                    <a:pt x="18784" y="13686"/>
                    <a:pt x="20230" y="13686"/>
                  </a:cubicBezTo>
                  <a:cubicBezTo>
                    <a:pt x="20474" y="13686"/>
                    <a:pt x="20650" y="13617"/>
                    <a:pt x="20744" y="13474"/>
                  </a:cubicBezTo>
                  <a:cubicBezTo>
                    <a:pt x="21400" y="12481"/>
                    <a:pt x="16909" y="9246"/>
                    <a:pt x="11363" y="5584"/>
                  </a:cubicBezTo>
                  <a:cubicBezTo>
                    <a:pt x="6602" y="2442"/>
                    <a:pt x="2610" y="1"/>
                    <a:pt x="116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3"/>
            <p:cNvSpPr/>
            <p:nvPr/>
          </p:nvSpPr>
          <p:spPr>
            <a:xfrm>
              <a:off x="2980125" y="3760350"/>
              <a:ext cx="557300" cy="224250"/>
            </a:xfrm>
            <a:custGeom>
              <a:rect b="b" l="l" r="r" t="t"/>
              <a:pathLst>
                <a:path extrusionOk="0" h="8970" w="22292">
                  <a:moveTo>
                    <a:pt x="15600" y="1"/>
                  </a:moveTo>
                  <a:lnTo>
                    <a:pt x="12003" y="867"/>
                  </a:lnTo>
                  <a:lnTo>
                    <a:pt x="6851" y="2109"/>
                  </a:lnTo>
                  <a:lnTo>
                    <a:pt x="1" y="3758"/>
                  </a:lnTo>
                  <a:cubicBezTo>
                    <a:pt x="1850" y="5226"/>
                    <a:pt x="3884" y="6676"/>
                    <a:pt x="5939" y="8034"/>
                  </a:cubicBezTo>
                  <a:cubicBezTo>
                    <a:pt x="6417" y="8348"/>
                    <a:pt x="6891" y="8662"/>
                    <a:pt x="7364" y="8967"/>
                  </a:cubicBezTo>
                  <a:lnTo>
                    <a:pt x="7366" y="8969"/>
                  </a:lnTo>
                  <a:lnTo>
                    <a:pt x="14942" y="7143"/>
                  </a:lnTo>
                  <a:lnTo>
                    <a:pt x="19627" y="6016"/>
                  </a:lnTo>
                  <a:lnTo>
                    <a:pt x="22292" y="5374"/>
                  </a:lnTo>
                  <a:cubicBezTo>
                    <a:pt x="20530" y="3748"/>
                    <a:pt x="18244" y="1901"/>
                    <a:pt x="15605" y="3"/>
                  </a:cubicBezTo>
                  <a:lnTo>
                    <a:pt x="1560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3"/>
            <p:cNvSpPr/>
            <p:nvPr/>
          </p:nvSpPr>
          <p:spPr>
            <a:xfrm>
              <a:off x="2846900" y="3645425"/>
              <a:ext cx="454825" cy="159225"/>
            </a:xfrm>
            <a:custGeom>
              <a:rect b="b" l="l" r="r" t="t"/>
              <a:pathLst>
                <a:path extrusionOk="0" h="6369" w="18193">
                  <a:moveTo>
                    <a:pt x="13947" y="1"/>
                  </a:moveTo>
                  <a:lnTo>
                    <a:pt x="10740" y="772"/>
                  </a:lnTo>
                  <a:lnTo>
                    <a:pt x="5872" y="1945"/>
                  </a:lnTo>
                  <a:lnTo>
                    <a:pt x="1" y="3356"/>
                  </a:lnTo>
                  <a:cubicBezTo>
                    <a:pt x="839" y="4342"/>
                    <a:pt x="1845" y="5355"/>
                    <a:pt x="2974" y="6367"/>
                  </a:cubicBezTo>
                  <a:lnTo>
                    <a:pt x="2977" y="6369"/>
                  </a:lnTo>
                  <a:lnTo>
                    <a:pt x="9504" y="4796"/>
                  </a:lnTo>
                  <a:lnTo>
                    <a:pt x="14542" y="3582"/>
                  </a:lnTo>
                  <a:lnTo>
                    <a:pt x="14545" y="3584"/>
                  </a:lnTo>
                  <a:lnTo>
                    <a:pt x="18193" y="2705"/>
                  </a:lnTo>
                  <a:cubicBezTo>
                    <a:pt x="17994" y="2566"/>
                    <a:pt x="17789" y="2430"/>
                    <a:pt x="17583" y="2296"/>
                  </a:cubicBezTo>
                  <a:cubicBezTo>
                    <a:pt x="16348" y="1481"/>
                    <a:pt x="15129" y="716"/>
                    <a:pt x="139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 name="Shape 765"/>
        <p:cNvGrpSpPr/>
        <p:nvPr/>
      </p:nvGrpSpPr>
      <p:grpSpPr>
        <a:xfrm>
          <a:off x="0" y="0"/>
          <a:ext cx="0" cy="0"/>
          <a:chOff x="0" y="0"/>
          <a:chExt cx="0" cy="0"/>
        </a:xfrm>
      </p:grpSpPr>
      <p:sp>
        <p:nvSpPr>
          <p:cNvPr id="766" name="Google Shape;766;p34"/>
          <p:cNvSpPr txBox="1"/>
          <p:nvPr>
            <p:ph idx="1" type="subTitle"/>
          </p:nvPr>
        </p:nvSpPr>
        <p:spPr>
          <a:xfrm>
            <a:off x="872400" y="2599854"/>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67" name="Google Shape;767;p34"/>
          <p:cNvSpPr txBox="1"/>
          <p:nvPr>
            <p:ph idx="5" type="subTitle"/>
          </p:nvPr>
        </p:nvSpPr>
        <p:spPr>
          <a:xfrm>
            <a:off x="3414046" y="2599854"/>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68" name="Google Shape;768;p34"/>
          <p:cNvSpPr txBox="1"/>
          <p:nvPr>
            <p:ph idx="6" type="subTitle"/>
          </p:nvPr>
        </p:nvSpPr>
        <p:spPr>
          <a:xfrm>
            <a:off x="5964648" y="2595376"/>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69" name="Google Shape;769;p34"/>
          <p:cNvSpPr txBox="1"/>
          <p:nvPr>
            <p:ph type="title"/>
          </p:nvPr>
        </p:nvSpPr>
        <p:spPr>
          <a:xfrm>
            <a:off x="720000" y="5974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USE THREE </a:t>
            </a:r>
            <a:r>
              <a:rPr lang="en">
                <a:solidFill>
                  <a:schemeClr val="accent3"/>
                </a:solidFill>
              </a:rPr>
              <a:t>COLUMNS</a:t>
            </a:r>
            <a:endParaRPr>
              <a:solidFill>
                <a:schemeClr val="accent3"/>
              </a:solidFill>
            </a:endParaRPr>
          </a:p>
        </p:txBody>
      </p:sp>
      <p:sp>
        <p:nvSpPr>
          <p:cNvPr id="770" name="Google Shape;770;p34"/>
          <p:cNvSpPr txBox="1"/>
          <p:nvPr>
            <p:ph idx="2" type="subTitle"/>
          </p:nvPr>
        </p:nvSpPr>
        <p:spPr>
          <a:xfrm>
            <a:off x="872400" y="2981800"/>
            <a:ext cx="23364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in the Solar System</a:t>
            </a:r>
            <a:endParaRPr/>
          </a:p>
        </p:txBody>
      </p:sp>
      <p:sp>
        <p:nvSpPr>
          <p:cNvPr id="771" name="Google Shape;771;p34"/>
          <p:cNvSpPr txBox="1"/>
          <p:nvPr>
            <p:ph idx="3" type="subTitle"/>
          </p:nvPr>
        </p:nvSpPr>
        <p:spPr>
          <a:xfrm>
            <a:off x="3418526" y="2981800"/>
            <a:ext cx="23364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772" name="Google Shape;772;p34"/>
          <p:cNvSpPr txBox="1"/>
          <p:nvPr>
            <p:ph idx="4" type="subTitle"/>
          </p:nvPr>
        </p:nvSpPr>
        <p:spPr>
          <a:xfrm>
            <a:off x="5964656" y="2987568"/>
            <a:ext cx="23364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cxnSp>
        <p:nvCxnSpPr>
          <p:cNvPr id="773" name="Google Shape;773;p34"/>
          <p:cNvCxnSpPr/>
          <p:nvPr/>
        </p:nvCxnSpPr>
        <p:spPr>
          <a:xfrm>
            <a:off x="1715250" y="2430275"/>
            <a:ext cx="650700" cy="0"/>
          </a:xfrm>
          <a:prstGeom prst="straightConnector1">
            <a:avLst/>
          </a:prstGeom>
          <a:noFill/>
          <a:ln cap="flat" cmpd="sng" w="19050">
            <a:solidFill>
              <a:schemeClr val="accent3"/>
            </a:solidFill>
            <a:prstDash val="solid"/>
            <a:round/>
            <a:headEnd len="med" w="med" type="none"/>
            <a:tailEnd len="med" w="med" type="none"/>
          </a:ln>
        </p:spPr>
      </p:cxnSp>
      <p:cxnSp>
        <p:nvCxnSpPr>
          <p:cNvPr id="774" name="Google Shape;774;p34"/>
          <p:cNvCxnSpPr/>
          <p:nvPr/>
        </p:nvCxnSpPr>
        <p:spPr>
          <a:xfrm>
            <a:off x="4261375" y="2430275"/>
            <a:ext cx="650700" cy="0"/>
          </a:xfrm>
          <a:prstGeom prst="straightConnector1">
            <a:avLst/>
          </a:prstGeom>
          <a:noFill/>
          <a:ln cap="flat" cmpd="sng" w="19050">
            <a:solidFill>
              <a:schemeClr val="accent3"/>
            </a:solidFill>
            <a:prstDash val="solid"/>
            <a:round/>
            <a:headEnd len="med" w="med" type="none"/>
            <a:tailEnd len="med" w="med" type="none"/>
          </a:ln>
        </p:spPr>
      </p:cxnSp>
      <p:cxnSp>
        <p:nvCxnSpPr>
          <p:cNvPr id="775" name="Google Shape;775;p34"/>
          <p:cNvCxnSpPr/>
          <p:nvPr/>
        </p:nvCxnSpPr>
        <p:spPr>
          <a:xfrm>
            <a:off x="6807500" y="2430275"/>
            <a:ext cx="650700" cy="0"/>
          </a:xfrm>
          <a:prstGeom prst="straightConnector1">
            <a:avLst/>
          </a:prstGeom>
          <a:noFill/>
          <a:ln cap="flat" cmpd="sng" w="19050">
            <a:solidFill>
              <a:schemeClr val="accent3"/>
            </a:solidFill>
            <a:prstDash val="solid"/>
            <a:round/>
            <a:headEnd len="med" w="med" type="none"/>
            <a:tailEnd len="med" w="med" type="none"/>
          </a:ln>
        </p:spPr>
      </p:cxnSp>
      <p:grpSp>
        <p:nvGrpSpPr>
          <p:cNvPr id="776" name="Google Shape;776;p34"/>
          <p:cNvGrpSpPr/>
          <p:nvPr/>
        </p:nvGrpSpPr>
        <p:grpSpPr>
          <a:xfrm>
            <a:off x="6943905" y="1930308"/>
            <a:ext cx="377878" cy="377878"/>
            <a:chOff x="6266750" y="3650200"/>
            <a:chExt cx="269125" cy="269125"/>
          </a:xfrm>
        </p:grpSpPr>
        <p:sp>
          <p:nvSpPr>
            <p:cNvPr id="777" name="Google Shape;777;p34"/>
            <p:cNvSpPr/>
            <p:nvPr/>
          </p:nvSpPr>
          <p:spPr>
            <a:xfrm>
              <a:off x="6266750" y="3805000"/>
              <a:ext cx="260200" cy="114325"/>
            </a:xfrm>
            <a:custGeom>
              <a:rect b="b" l="l" r="r" t="t"/>
              <a:pathLst>
                <a:path extrusionOk="0" h="4573" w="10408">
                  <a:moveTo>
                    <a:pt x="620" y="1"/>
                  </a:moveTo>
                  <a:lnTo>
                    <a:pt x="0" y="120"/>
                  </a:lnTo>
                  <a:cubicBezTo>
                    <a:pt x="501" y="2692"/>
                    <a:pt x="2739" y="4573"/>
                    <a:pt x="5359" y="4573"/>
                  </a:cubicBezTo>
                  <a:cubicBezTo>
                    <a:pt x="6669" y="4573"/>
                    <a:pt x="7955" y="4073"/>
                    <a:pt x="8931" y="3215"/>
                  </a:cubicBezTo>
                  <a:lnTo>
                    <a:pt x="9907" y="3906"/>
                  </a:lnTo>
                  <a:lnTo>
                    <a:pt x="10407" y="667"/>
                  </a:lnTo>
                  <a:lnTo>
                    <a:pt x="7526" y="2239"/>
                  </a:lnTo>
                  <a:lnTo>
                    <a:pt x="8407" y="2834"/>
                  </a:lnTo>
                  <a:cubicBezTo>
                    <a:pt x="7550" y="3549"/>
                    <a:pt x="6454" y="3930"/>
                    <a:pt x="5335" y="3954"/>
                  </a:cubicBezTo>
                  <a:cubicBezTo>
                    <a:pt x="3025" y="3930"/>
                    <a:pt x="1048" y="2263"/>
                    <a:pt x="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78" name="Google Shape;778;p34"/>
            <p:cNvSpPr/>
            <p:nvPr/>
          </p:nvSpPr>
          <p:spPr>
            <a:xfrm>
              <a:off x="6393150" y="3776625"/>
              <a:ext cx="18900" cy="15900"/>
            </a:xfrm>
            <a:custGeom>
              <a:rect b="b" l="l" r="r" t="t"/>
              <a:pathLst>
                <a:path extrusionOk="0" h="636" w="756">
                  <a:moveTo>
                    <a:pt x="329" y="1"/>
                  </a:moveTo>
                  <a:cubicBezTo>
                    <a:pt x="164" y="1"/>
                    <a:pt x="1" y="130"/>
                    <a:pt x="17" y="326"/>
                  </a:cubicBezTo>
                  <a:cubicBezTo>
                    <a:pt x="17" y="493"/>
                    <a:pt x="136" y="635"/>
                    <a:pt x="327" y="635"/>
                  </a:cubicBezTo>
                  <a:cubicBezTo>
                    <a:pt x="612" y="635"/>
                    <a:pt x="755" y="302"/>
                    <a:pt x="541" y="88"/>
                  </a:cubicBezTo>
                  <a:cubicBezTo>
                    <a:pt x="481" y="28"/>
                    <a:pt x="405" y="1"/>
                    <a:pt x="3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79" name="Google Shape;779;p34"/>
            <p:cNvSpPr/>
            <p:nvPr/>
          </p:nvSpPr>
          <p:spPr>
            <a:xfrm>
              <a:off x="6457275" y="3729400"/>
              <a:ext cx="31575" cy="31575"/>
            </a:xfrm>
            <a:custGeom>
              <a:rect b="b" l="l" r="r" t="t"/>
              <a:pathLst>
                <a:path extrusionOk="0" h="1263" w="1263">
                  <a:moveTo>
                    <a:pt x="0" y="0"/>
                  </a:moveTo>
                  <a:lnTo>
                    <a:pt x="0" y="643"/>
                  </a:lnTo>
                  <a:cubicBezTo>
                    <a:pt x="0" y="977"/>
                    <a:pt x="262" y="1262"/>
                    <a:pt x="619" y="1262"/>
                  </a:cubicBezTo>
                  <a:lnTo>
                    <a:pt x="1262" y="1262"/>
                  </a:lnTo>
                  <a:lnTo>
                    <a:pt x="1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80" name="Google Shape;780;p34"/>
            <p:cNvSpPr/>
            <p:nvPr/>
          </p:nvSpPr>
          <p:spPr>
            <a:xfrm>
              <a:off x="6313775" y="3729400"/>
              <a:ext cx="175075" cy="110750"/>
            </a:xfrm>
            <a:custGeom>
              <a:rect b="b" l="l" r="r" t="t"/>
              <a:pathLst>
                <a:path extrusionOk="0" h="4430" w="7003">
                  <a:moveTo>
                    <a:pt x="3502" y="1262"/>
                  </a:moveTo>
                  <a:cubicBezTo>
                    <a:pt x="4335" y="1262"/>
                    <a:pt x="4764" y="2286"/>
                    <a:pt x="4168" y="2882"/>
                  </a:cubicBezTo>
                  <a:cubicBezTo>
                    <a:pt x="3977" y="3073"/>
                    <a:pt x="3740" y="3159"/>
                    <a:pt x="3508" y="3159"/>
                  </a:cubicBezTo>
                  <a:cubicBezTo>
                    <a:pt x="3020" y="3159"/>
                    <a:pt x="2549" y="2780"/>
                    <a:pt x="2549" y="2215"/>
                  </a:cubicBezTo>
                  <a:cubicBezTo>
                    <a:pt x="2549" y="1691"/>
                    <a:pt x="2978" y="1262"/>
                    <a:pt x="3502" y="1262"/>
                  </a:cubicBezTo>
                  <a:close/>
                  <a:moveTo>
                    <a:pt x="1906" y="0"/>
                  </a:moveTo>
                  <a:lnTo>
                    <a:pt x="1906" y="643"/>
                  </a:lnTo>
                  <a:cubicBezTo>
                    <a:pt x="1906" y="1334"/>
                    <a:pt x="1334" y="1905"/>
                    <a:pt x="644" y="1905"/>
                  </a:cubicBezTo>
                  <a:lnTo>
                    <a:pt x="1" y="1905"/>
                  </a:lnTo>
                  <a:lnTo>
                    <a:pt x="1" y="2524"/>
                  </a:lnTo>
                  <a:lnTo>
                    <a:pt x="644" y="2524"/>
                  </a:lnTo>
                  <a:cubicBezTo>
                    <a:pt x="1334" y="2524"/>
                    <a:pt x="1906" y="3096"/>
                    <a:pt x="1906" y="3787"/>
                  </a:cubicBezTo>
                  <a:lnTo>
                    <a:pt x="1906" y="4430"/>
                  </a:lnTo>
                  <a:lnTo>
                    <a:pt x="5097" y="4430"/>
                  </a:lnTo>
                  <a:lnTo>
                    <a:pt x="5097" y="3787"/>
                  </a:lnTo>
                  <a:cubicBezTo>
                    <a:pt x="5097" y="3096"/>
                    <a:pt x="5669" y="2524"/>
                    <a:pt x="6359" y="2524"/>
                  </a:cubicBezTo>
                  <a:lnTo>
                    <a:pt x="7002" y="2524"/>
                  </a:lnTo>
                  <a:lnTo>
                    <a:pt x="7002" y="1905"/>
                  </a:lnTo>
                  <a:lnTo>
                    <a:pt x="6359" y="1905"/>
                  </a:lnTo>
                  <a:cubicBezTo>
                    <a:pt x="5669" y="1905"/>
                    <a:pt x="5097" y="1334"/>
                    <a:pt x="5097" y="643"/>
                  </a:cubicBezTo>
                  <a:lnTo>
                    <a:pt x="509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81" name="Google Shape;781;p34"/>
            <p:cNvSpPr/>
            <p:nvPr/>
          </p:nvSpPr>
          <p:spPr>
            <a:xfrm>
              <a:off x="6456675" y="3808575"/>
              <a:ext cx="32175" cy="31575"/>
            </a:xfrm>
            <a:custGeom>
              <a:rect b="b" l="l" r="r" t="t"/>
              <a:pathLst>
                <a:path extrusionOk="0" h="1263" w="1287">
                  <a:moveTo>
                    <a:pt x="643" y="0"/>
                  </a:moveTo>
                  <a:cubicBezTo>
                    <a:pt x="286" y="0"/>
                    <a:pt x="0" y="286"/>
                    <a:pt x="24" y="620"/>
                  </a:cubicBezTo>
                  <a:lnTo>
                    <a:pt x="24" y="1263"/>
                  </a:lnTo>
                  <a:lnTo>
                    <a:pt x="1286" y="1263"/>
                  </a:lnTo>
                  <a:lnTo>
                    <a:pt x="12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82" name="Google Shape;782;p34"/>
            <p:cNvSpPr/>
            <p:nvPr/>
          </p:nvSpPr>
          <p:spPr>
            <a:xfrm>
              <a:off x="6313775" y="3729400"/>
              <a:ext cx="31575" cy="31575"/>
            </a:xfrm>
            <a:custGeom>
              <a:rect b="b" l="l" r="r" t="t"/>
              <a:pathLst>
                <a:path extrusionOk="0" h="1263" w="1263">
                  <a:moveTo>
                    <a:pt x="1" y="0"/>
                  </a:moveTo>
                  <a:lnTo>
                    <a:pt x="1" y="1262"/>
                  </a:lnTo>
                  <a:lnTo>
                    <a:pt x="644" y="1262"/>
                  </a:lnTo>
                  <a:cubicBezTo>
                    <a:pt x="977" y="1262"/>
                    <a:pt x="1263" y="977"/>
                    <a:pt x="1263" y="643"/>
                  </a:cubicBezTo>
                  <a:lnTo>
                    <a:pt x="12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83" name="Google Shape;783;p34"/>
            <p:cNvSpPr/>
            <p:nvPr/>
          </p:nvSpPr>
          <p:spPr>
            <a:xfrm>
              <a:off x="6313775" y="3808575"/>
              <a:ext cx="31575" cy="31575"/>
            </a:xfrm>
            <a:custGeom>
              <a:rect b="b" l="l" r="r" t="t"/>
              <a:pathLst>
                <a:path extrusionOk="0" h="1263" w="1263">
                  <a:moveTo>
                    <a:pt x="1" y="0"/>
                  </a:moveTo>
                  <a:lnTo>
                    <a:pt x="1" y="1263"/>
                  </a:lnTo>
                  <a:lnTo>
                    <a:pt x="1263" y="1263"/>
                  </a:lnTo>
                  <a:lnTo>
                    <a:pt x="1263" y="620"/>
                  </a:lnTo>
                  <a:cubicBezTo>
                    <a:pt x="1263" y="286"/>
                    <a:pt x="977" y="0"/>
                    <a:pt x="6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84" name="Google Shape;784;p34"/>
            <p:cNvSpPr/>
            <p:nvPr/>
          </p:nvSpPr>
          <p:spPr>
            <a:xfrm>
              <a:off x="6273900" y="3650200"/>
              <a:ext cx="261975" cy="113750"/>
            </a:xfrm>
            <a:custGeom>
              <a:rect b="b" l="l" r="r" t="t"/>
              <a:pathLst>
                <a:path extrusionOk="0" h="4550" w="10479">
                  <a:moveTo>
                    <a:pt x="5097" y="1"/>
                  </a:moveTo>
                  <a:cubicBezTo>
                    <a:pt x="3715" y="1"/>
                    <a:pt x="2406" y="501"/>
                    <a:pt x="1429" y="1454"/>
                  </a:cubicBezTo>
                  <a:lnTo>
                    <a:pt x="477" y="787"/>
                  </a:lnTo>
                  <a:lnTo>
                    <a:pt x="0" y="4002"/>
                  </a:lnTo>
                  <a:lnTo>
                    <a:pt x="2858" y="2454"/>
                  </a:lnTo>
                  <a:lnTo>
                    <a:pt x="1953" y="1811"/>
                  </a:lnTo>
                  <a:cubicBezTo>
                    <a:pt x="2810" y="1049"/>
                    <a:pt x="3930" y="620"/>
                    <a:pt x="5097" y="620"/>
                  </a:cubicBezTo>
                  <a:cubicBezTo>
                    <a:pt x="7407" y="620"/>
                    <a:pt x="9407" y="2263"/>
                    <a:pt x="9859" y="4549"/>
                  </a:cubicBezTo>
                  <a:lnTo>
                    <a:pt x="10479" y="4454"/>
                  </a:lnTo>
                  <a:cubicBezTo>
                    <a:pt x="9955" y="1858"/>
                    <a:pt x="7716" y="1"/>
                    <a:pt x="50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785" name="Google Shape;785;p34"/>
          <p:cNvGrpSpPr/>
          <p:nvPr/>
        </p:nvGrpSpPr>
        <p:grpSpPr>
          <a:xfrm>
            <a:off x="1849996" y="1930394"/>
            <a:ext cx="381213" cy="377668"/>
            <a:chOff x="1641975" y="3650350"/>
            <a:chExt cx="271500" cy="268975"/>
          </a:xfrm>
        </p:grpSpPr>
        <p:sp>
          <p:nvSpPr>
            <p:cNvPr id="786" name="Google Shape;786;p34"/>
            <p:cNvSpPr/>
            <p:nvPr/>
          </p:nvSpPr>
          <p:spPr>
            <a:xfrm>
              <a:off x="1664000" y="3851450"/>
              <a:ext cx="45875" cy="45850"/>
            </a:xfrm>
            <a:custGeom>
              <a:rect b="b" l="l" r="r" t="t"/>
              <a:pathLst>
                <a:path extrusionOk="0" h="1834" w="1835">
                  <a:moveTo>
                    <a:pt x="1382" y="0"/>
                  </a:moveTo>
                  <a:lnTo>
                    <a:pt x="1" y="1381"/>
                  </a:lnTo>
                  <a:lnTo>
                    <a:pt x="453" y="1834"/>
                  </a:lnTo>
                  <a:lnTo>
                    <a:pt x="1834" y="453"/>
                  </a:lnTo>
                  <a:lnTo>
                    <a:pt x="13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87" name="Google Shape;787;p34"/>
            <p:cNvSpPr/>
            <p:nvPr/>
          </p:nvSpPr>
          <p:spPr>
            <a:xfrm>
              <a:off x="1664000" y="3818100"/>
              <a:ext cx="34550" cy="34550"/>
            </a:xfrm>
            <a:custGeom>
              <a:rect b="b" l="l" r="r" t="t"/>
              <a:pathLst>
                <a:path extrusionOk="0" h="1382" w="1382">
                  <a:moveTo>
                    <a:pt x="953" y="0"/>
                  </a:moveTo>
                  <a:lnTo>
                    <a:pt x="1" y="929"/>
                  </a:lnTo>
                  <a:lnTo>
                    <a:pt x="453" y="1382"/>
                  </a:lnTo>
                  <a:lnTo>
                    <a:pt x="1382" y="453"/>
                  </a:lnTo>
                  <a:lnTo>
                    <a:pt x="9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88" name="Google Shape;788;p34"/>
            <p:cNvSpPr/>
            <p:nvPr/>
          </p:nvSpPr>
          <p:spPr>
            <a:xfrm>
              <a:off x="1708650" y="3862750"/>
              <a:ext cx="34575" cy="34550"/>
            </a:xfrm>
            <a:custGeom>
              <a:rect b="b" l="l" r="r" t="t"/>
              <a:pathLst>
                <a:path extrusionOk="0" h="1382" w="1383">
                  <a:moveTo>
                    <a:pt x="953" y="1"/>
                  </a:moveTo>
                  <a:lnTo>
                    <a:pt x="1" y="929"/>
                  </a:lnTo>
                  <a:lnTo>
                    <a:pt x="453" y="1382"/>
                  </a:lnTo>
                  <a:lnTo>
                    <a:pt x="1382" y="429"/>
                  </a:lnTo>
                  <a:lnTo>
                    <a:pt x="9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89" name="Google Shape;789;p34"/>
            <p:cNvSpPr/>
            <p:nvPr/>
          </p:nvSpPr>
          <p:spPr>
            <a:xfrm>
              <a:off x="1641975" y="3897275"/>
              <a:ext cx="22050" cy="22050"/>
            </a:xfrm>
            <a:custGeom>
              <a:rect b="b" l="l" r="r" t="t"/>
              <a:pathLst>
                <a:path extrusionOk="0" h="882" w="882">
                  <a:moveTo>
                    <a:pt x="453" y="1"/>
                  </a:moveTo>
                  <a:lnTo>
                    <a:pt x="1" y="429"/>
                  </a:lnTo>
                  <a:lnTo>
                    <a:pt x="453" y="882"/>
                  </a:lnTo>
                  <a:lnTo>
                    <a:pt x="882" y="429"/>
                  </a:lnTo>
                  <a:lnTo>
                    <a:pt x="4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90" name="Google Shape;790;p34"/>
            <p:cNvSpPr/>
            <p:nvPr/>
          </p:nvSpPr>
          <p:spPr>
            <a:xfrm>
              <a:off x="1641975" y="3852625"/>
              <a:ext cx="22050" cy="22050"/>
            </a:xfrm>
            <a:custGeom>
              <a:rect b="b" l="l" r="r" t="t"/>
              <a:pathLst>
                <a:path extrusionOk="0" h="882" w="882">
                  <a:moveTo>
                    <a:pt x="453" y="1"/>
                  </a:moveTo>
                  <a:lnTo>
                    <a:pt x="1" y="453"/>
                  </a:lnTo>
                  <a:lnTo>
                    <a:pt x="453" y="882"/>
                  </a:lnTo>
                  <a:lnTo>
                    <a:pt x="882" y="453"/>
                  </a:lnTo>
                  <a:lnTo>
                    <a:pt x="4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91" name="Google Shape;791;p34"/>
            <p:cNvSpPr/>
            <p:nvPr/>
          </p:nvSpPr>
          <p:spPr>
            <a:xfrm>
              <a:off x="1686625" y="3897275"/>
              <a:ext cx="22050" cy="22050"/>
            </a:xfrm>
            <a:custGeom>
              <a:rect b="b" l="l" r="r" t="t"/>
              <a:pathLst>
                <a:path extrusionOk="0" h="882" w="882">
                  <a:moveTo>
                    <a:pt x="453" y="1"/>
                  </a:moveTo>
                  <a:lnTo>
                    <a:pt x="1" y="429"/>
                  </a:lnTo>
                  <a:lnTo>
                    <a:pt x="453" y="882"/>
                  </a:lnTo>
                  <a:lnTo>
                    <a:pt x="882" y="429"/>
                  </a:lnTo>
                  <a:lnTo>
                    <a:pt x="4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92" name="Google Shape;792;p34"/>
            <p:cNvSpPr/>
            <p:nvPr/>
          </p:nvSpPr>
          <p:spPr>
            <a:xfrm>
              <a:off x="1647325" y="3650350"/>
              <a:ext cx="110175" cy="106450"/>
            </a:xfrm>
            <a:custGeom>
              <a:rect b="b" l="l" r="r" t="t"/>
              <a:pathLst>
                <a:path extrusionOk="0" h="4258" w="4407">
                  <a:moveTo>
                    <a:pt x="3006" y="1"/>
                  </a:moveTo>
                  <a:cubicBezTo>
                    <a:pt x="2845" y="1"/>
                    <a:pt x="2683" y="30"/>
                    <a:pt x="2525" y="90"/>
                  </a:cubicBezTo>
                  <a:lnTo>
                    <a:pt x="1" y="924"/>
                  </a:lnTo>
                  <a:lnTo>
                    <a:pt x="549" y="1471"/>
                  </a:lnTo>
                  <a:lnTo>
                    <a:pt x="1906" y="1019"/>
                  </a:lnTo>
                  <a:lnTo>
                    <a:pt x="2097" y="1614"/>
                  </a:lnTo>
                  <a:lnTo>
                    <a:pt x="1049" y="1971"/>
                  </a:lnTo>
                  <a:lnTo>
                    <a:pt x="1073" y="1995"/>
                  </a:lnTo>
                  <a:cubicBezTo>
                    <a:pt x="1215" y="2138"/>
                    <a:pt x="1334" y="2305"/>
                    <a:pt x="1430" y="2519"/>
                  </a:cubicBezTo>
                  <a:lnTo>
                    <a:pt x="2311" y="2210"/>
                  </a:lnTo>
                  <a:lnTo>
                    <a:pt x="2525" y="2805"/>
                  </a:lnTo>
                  <a:lnTo>
                    <a:pt x="1596" y="3115"/>
                  </a:lnTo>
                  <a:cubicBezTo>
                    <a:pt x="1596" y="3162"/>
                    <a:pt x="1596" y="3210"/>
                    <a:pt x="1596" y="3281"/>
                  </a:cubicBezTo>
                  <a:cubicBezTo>
                    <a:pt x="1596" y="3615"/>
                    <a:pt x="1668" y="3948"/>
                    <a:pt x="1811" y="4258"/>
                  </a:cubicBezTo>
                  <a:cubicBezTo>
                    <a:pt x="1977" y="3805"/>
                    <a:pt x="2239" y="3400"/>
                    <a:pt x="2573" y="3067"/>
                  </a:cubicBezTo>
                  <a:cubicBezTo>
                    <a:pt x="3073" y="2567"/>
                    <a:pt x="3692" y="2233"/>
                    <a:pt x="4359" y="2114"/>
                  </a:cubicBezTo>
                  <a:cubicBezTo>
                    <a:pt x="4335" y="1924"/>
                    <a:pt x="4335" y="1733"/>
                    <a:pt x="4359" y="1567"/>
                  </a:cubicBezTo>
                  <a:cubicBezTo>
                    <a:pt x="4407" y="1138"/>
                    <a:pt x="4264" y="709"/>
                    <a:pt x="3954" y="400"/>
                  </a:cubicBezTo>
                  <a:cubicBezTo>
                    <a:pt x="3693" y="139"/>
                    <a:pt x="3354" y="1"/>
                    <a:pt x="30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93" name="Google Shape;793;p34"/>
            <p:cNvSpPr/>
            <p:nvPr/>
          </p:nvSpPr>
          <p:spPr>
            <a:xfrm>
              <a:off x="1804500" y="3804400"/>
              <a:ext cx="108975" cy="109575"/>
            </a:xfrm>
            <a:custGeom>
              <a:rect b="b" l="l" r="r" t="t"/>
              <a:pathLst>
                <a:path extrusionOk="0" h="4383" w="4359">
                  <a:moveTo>
                    <a:pt x="2168" y="1"/>
                  </a:moveTo>
                  <a:cubicBezTo>
                    <a:pt x="1930" y="1168"/>
                    <a:pt x="1120" y="2144"/>
                    <a:pt x="1" y="2573"/>
                  </a:cubicBezTo>
                  <a:cubicBezTo>
                    <a:pt x="311" y="2716"/>
                    <a:pt x="644" y="2787"/>
                    <a:pt x="977" y="2787"/>
                  </a:cubicBezTo>
                  <a:lnTo>
                    <a:pt x="1144" y="2787"/>
                  </a:lnTo>
                  <a:lnTo>
                    <a:pt x="1454" y="1858"/>
                  </a:lnTo>
                  <a:lnTo>
                    <a:pt x="2049" y="2073"/>
                  </a:lnTo>
                  <a:lnTo>
                    <a:pt x="1739" y="2954"/>
                  </a:lnTo>
                  <a:cubicBezTo>
                    <a:pt x="1930" y="3049"/>
                    <a:pt x="2120" y="3168"/>
                    <a:pt x="2263" y="3311"/>
                  </a:cubicBezTo>
                  <a:lnTo>
                    <a:pt x="2287" y="3335"/>
                  </a:lnTo>
                  <a:lnTo>
                    <a:pt x="2644" y="2287"/>
                  </a:lnTo>
                  <a:lnTo>
                    <a:pt x="3240" y="2477"/>
                  </a:lnTo>
                  <a:lnTo>
                    <a:pt x="2787" y="3835"/>
                  </a:lnTo>
                  <a:lnTo>
                    <a:pt x="3335" y="4383"/>
                  </a:lnTo>
                  <a:lnTo>
                    <a:pt x="4168" y="1858"/>
                  </a:lnTo>
                  <a:cubicBezTo>
                    <a:pt x="4359" y="1358"/>
                    <a:pt x="4216" y="810"/>
                    <a:pt x="3859" y="429"/>
                  </a:cubicBezTo>
                  <a:cubicBezTo>
                    <a:pt x="3588" y="159"/>
                    <a:pt x="3227" y="16"/>
                    <a:pt x="2854" y="16"/>
                  </a:cubicBezTo>
                  <a:cubicBezTo>
                    <a:pt x="2800" y="16"/>
                    <a:pt x="2746" y="19"/>
                    <a:pt x="2692" y="25"/>
                  </a:cubicBezTo>
                  <a:cubicBezTo>
                    <a:pt x="2636" y="32"/>
                    <a:pt x="2582" y="34"/>
                    <a:pt x="2530" y="34"/>
                  </a:cubicBezTo>
                  <a:cubicBezTo>
                    <a:pt x="2404" y="34"/>
                    <a:pt x="2286" y="18"/>
                    <a:pt x="21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94" name="Google Shape;794;p34"/>
            <p:cNvSpPr/>
            <p:nvPr/>
          </p:nvSpPr>
          <p:spPr>
            <a:xfrm>
              <a:off x="1677700" y="3716900"/>
              <a:ext cx="190550" cy="142450"/>
            </a:xfrm>
            <a:custGeom>
              <a:rect b="b" l="l" r="r" t="t"/>
              <a:pathLst>
                <a:path extrusionOk="0" h="5698" w="7622">
                  <a:moveTo>
                    <a:pt x="5144" y="1072"/>
                  </a:moveTo>
                  <a:lnTo>
                    <a:pt x="5597" y="1500"/>
                  </a:lnTo>
                  <a:lnTo>
                    <a:pt x="5121" y="2000"/>
                  </a:lnTo>
                  <a:cubicBezTo>
                    <a:pt x="5287" y="2358"/>
                    <a:pt x="5216" y="2786"/>
                    <a:pt x="4930" y="3072"/>
                  </a:cubicBezTo>
                  <a:lnTo>
                    <a:pt x="4478" y="2620"/>
                  </a:lnTo>
                  <a:cubicBezTo>
                    <a:pt x="4692" y="2429"/>
                    <a:pt x="4549" y="2096"/>
                    <a:pt x="4263" y="2096"/>
                  </a:cubicBezTo>
                  <a:cubicBezTo>
                    <a:pt x="3977" y="2096"/>
                    <a:pt x="3835" y="2429"/>
                    <a:pt x="4049" y="2620"/>
                  </a:cubicBezTo>
                  <a:cubicBezTo>
                    <a:pt x="4673" y="3264"/>
                    <a:pt x="4156" y="4250"/>
                    <a:pt x="3391" y="4250"/>
                  </a:cubicBezTo>
                  <a:cubicBezTo>
                    <a:pt x="3251" y="4250"/>
                    <a:pt x="3104" y="4217"/>
                    <a:pt x="2953" y="4144"/>
                  </a:cubicBezTo>
                  <a:lnTo>
                    <a:pt x="2477" y="4644"/>
                  </a:lnTo>
                  <a:lnTo>
                    <a:pt x="2025" y="4191"/>
                  </a:lnTo>
                  <a:lnTo>
                    <a:pt x="2525" y="3691"/>
                  </a:lnTo>
                  <a:cubicBezTo>
                    <a:pt x="2334" y="3334"/>
                    <a:pt x="2406" y="2905"/>
                    <a:pt x="2691" y="2620"/>
                  </a:cubicBezTo>
                  <a:lnTo>
                    <a:pt x="3144" y="3072"/>
                  </a:lnTo>
                  <a:cubicBezTo>
                    <a:pt x="2922" y="3294"/>
                    <a:pt x="3130" y="3616"/>
                    <a:pt x="3379" y="3616"/>
                  </a:cubicBezTo>
                  <a:cubicBezTo>
                    <a:pt x="3451" y="3616"/>
                    <a:pt x="3527" y="3589"/>
                    <a:pt x="3596" y="3525"/>
                  </a:cubicBezTo>
                  <a:cubicBezTo>
                    <a:pt x="3715" y="3405"/>
                    <a:pt x="3715" y="3191"/>
                    <a:pt x="3596" y="3072"/>
                  </a:cubicBezTo>
                  <a:cubicBezTo>
                    <a:pt x="2950" y="2446"/>
                    <a:pt x="3486" y="1443"/>
                    <a:pt x="4244" y="1443"/>
                  </a:cubicBezTo>
                  <a:cubicBezTo>
                    <a:pt x="4380" y="1443"/>
                    <a:pt x="4523" y="1476"/>
                    <a:pt x="4668" y="1548"/>
                  </a:cubicBezTo>
                  <a:lnTo>
                    <a:pt x="5144" y="1072"/>
                  </a:lnTo>
                  <a:close/>
                  <a:moveTo>
                    <a:pt x="3811" y="0"/>
                  </a:moveTo>
                  <a:cubicBezTo>
                    <a:pt x="1286" y="0"/>
                    <a:pt x="0" y="3072"/>
                    <a:pt x="1810" y="4858"/>
                  </a:cubicBezTo>
                  <a:cubicBezTo>
                    <a:pt x="2358" y="5418"/>
                    <a:pt x="3084" y="5698"/>
                    <a:pt x="3814" y="5698"/>
                  </a:cubicBezTo>
                  <a:cubicBezTo>
                    <a:pt x="4543" y="5698"/>
                    <a:pt x="5275" y="5418"/>
                    <a:pt x="5835" y="4858"/>
                  </a:cubicBezTo>
                  <a:cubicBezTo>
                    <a:pt x="7621" y="3072"/>
                    <a:pt x="6335" y="0"/>
                    <a:pt x="3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795" name="Google Shape;795;p34"/>
          <p:cNvGrpSpPr/>
          <p:nvPr/>
        </p:nvGrpSpPr>
        <p:grpSpPr>
          <a:xfrm>
            <a:off x="4364248" y="1930290"/>
            <a:ext cx="415508" cy="377878"/>
            <a:chOff x="5105200" y="3226900"/>
            <a:chExt cx="295925" cy="269125"/>
          </a:xfrm>
        </p:grpSpPr>
        <p:sp>
          <p:nvSpPr>
            <p:cNvPr id="796" name="Google Shape;796;p34"/>
            <p:cNvSpPr/>
            <p:nvPr/>
          </p:nvSpPr>
          <p:spPr>
            <a:xfrm>
              <a:off x="5105200" y="3226900"/>
              <a:ext cx="175050" cy="173875"/>
            </a:xfrm>
            <a:custGeom>
              <a:rect b="b" l="l" r="r" t="t"/>
              <a:pathLst>
                <a:path extrusionOk="0" h="6955" w="7002">
                  <a:moveTo>
                    <a:pt x="3835" y="1287"/>
                  </a:moveTo>
                  <a:lnTo>
                    <a:pt x="3835" y="1977"/>
                  </a:lnTo>
                  <a:cubicBezTo>
                    <a:pt x="4216" y="2096"/>
                    <a:pt x="4478" y="2454"/>
                    <a:pt x="4478" y="2859"/>
                  </a:cubicBezTo>
                  <a:lnTo>
                    <a:pt x="3835" y="2859"/>
                  </a:lnTo>
                  <a:cubicBezTo>
                    <a:pt x="3835" y="2668"/>
                    <a:pt x="3686" y="2541"/>
                    <a:pt x="3524" y="2541"/>
                  </a:cubicBezTo>
                  <a:cubicBezTo>
                    <a:pt x="3443" y="2541"/>
                    <a:pt x="3358" y="2573"/>
                    <a:pt x="3287" y="2644"/>
                  </a:cubicBezTo>
                  <a:cubicBezTo>
                    <a:pt x="3096" y="2835"/>
                    <a:pt x="3239" y="3168"/>
                    <a:pt x="3525" y="3168"/>
                  </a:cubicBezTo>
                  <a:cubicBezTo>
                    <a:pt x="4573" y="3192"/>
                    <a:pt x="4835" y="4645"/>
                    <a:pt x="3835" y="5026"/>
                  </a:cubicBezTo>
                  <a:lnTo>
                    <a:pt x="3835" y="5716"/>
                  </a:lnTo>
                  <a:lnTo>
                    <a:pt x="3215" y="5716"/>
                  </a:lnTo>
                  <a:lnTo>
                    <a:pt x="3215" y="5026"/>
                  </a:lnTo>
                  <a:cubicBezTo>
                    <a:pt x="2834" y="4883"/>
                    <a:pt x="2572" y="4526"/>
                    <a:pt x="2572" y="4121"/>
                  </a:cubicBezTo>
                  <a:lnTo>
                    <a:pt x="3215" y="4121"/>
                  </a:lnTo>
                  <a:cubicBezTo>
                    <a:pt x="3215" y="4311"/>
                    <a:pt x="3364" y="4438"/>
                    <a:pt x="3519" y="4438"/>
                  </a:cubicBezTo>
                  <a:cubicBezTo>
                    <a:pt x="3596" y="4438"/>
                    <a:pt x="3676" y="4406"/>
                    <a:pt x="3739" y="4335"/>
                  </a:cubicBezTo>
                  <a:cubicBezTo>
                    <a:pt x="3930" y="4145"/>
                    <a:pt x="3811" y="3811"/>
                    <a:pt x="3525" y="3811"/>
                  </a:cubicBezTo>
                  <a:cubicBezTo>
                    <a:pt x="2453" y="3787"/>
                    <a:pt x="2215" y="2335"/>
                    <a:pt x="3215" y="1977"/>
                  </a:cubicBezTo>
                  <a:lnTo>
                    <a:pt x="3215" y="1287"/>
                  </a:lnTo>
                  <a:close/>
                  <a:moveTo>
                    <a:pt x="3525" y="1"/>
                  </a:moveTo>
                  <a:cubicBezTo>
                    <a:pt x="1596" y="1"/>
                    <a:pt x="0" y="1549"/>
                    <a:pt x="0" y="3502"/>
                  </a:cubicBezTo>
                  <a:cubicBezTo>
                    <a:pt x="0" y="4359"/>
                    <a:pt x="334" y="5169"/>
                    <a:pt x="905" y="5812"/>
                  </a:cubicBezTo>
                  <a:lnTo>
                    <a:pt x="548" y="6955"/>
                  </a:lnTo>
                  <a:lnTo>
                    <a:pt x="3525" y="6955"/>
                  </a:lnTo>
                  <a:cubicBezTo>
                    <a:pt x="5454" y="6955"/>
                    <a:pt x="7002" y="5407"/>
                    <a:pt x="7002" y="3478"/>
                  </a:cubicBezTo>
                  <a:cubicBezTo>
                    <a:pt x="7002" y="1549"/>
                    <a:pt x="5454" y="1"/>
                    <a:pt x="3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97" name="Google Shape;797;p34"/>
            <p:cNvSpPr/>
            <p:nvPr/>
          </p:nvSpPr>
          <p:spPr>
            <a:xfrm>
              <a:off x="5201050" y="3322175"/>
              <a:ext cx="200075" cy="173850"/>
            </a:xfrm>
            <a:custGeom>
              <a:rect b="b" l="l" r="r" t="t"/>
              <a:pathLst>
                <a:path extrusionOk="0" h="6954" w="8003">
                  <a:moveTo>
                    <a:pt x="3787" y="0"/>
                  </a:moveTo>
                  <a:lnTo>
                    <a:pt x="3787" y="24"/>
                  </a:lnTo>
                  <a:lnTo>
                    <a:pt x="3787" y="1905"/>
                  </a:lnTo>
                  <a:lnTo>
                    <a:pt x="4097" y="1905"/>
                  </a:lnTo>
                  <a:cubicBezTo>
                    <a:pt x="4621" y="1905"/>
                    <a:pt x="5025" y="2310"/>
                    <a:pt x="5025" y="2834"/>
                  </a:cubicBezTo>
                  <a:cubicBezTo>
                    <a:pt x="5049" y="3072"/>
                    <a:pt x="4954" y="3310"/>
                    <a:pt x="4787" y="3477"/>
                  </a:cubicBezTo>
                  <a:cubicBezTo>
                    <a:pt x="5335" y="4072"/>
                    <a:pt x="4906" y="5049"/>
                    <a:pt x="4097" y="5049"/>
                  </a:cubicBezTo>
                  <a:lnTo>
                    <a:pt x="3763" y="5049"/>
                  </a:lnTo>
                  <a:lnTo>
                    <a:pt x="3763" y="5692"/>
                  </a:lnTo>
                  <a:lnTo>
                    <a:pt x="3144" y="5692"/>
                  </a:lnTo>
                  <a:lnTo>
                    <a:pt x="3144" y="5049"/>
                  </a:lnTo>
                  <a:lnTo>
                    <a:pt x="2501" y="5049"/>
                  </a:lnTo>
                  <a:lnTo>
                    <a:pt x="2501" y="4430"/>
                  </a:lnTo>
                  <a:lnTo>
                    <a:pt x="3144" y="4430"/>
                  </a:lnTo>
                  <a:lnTo>
                    <a:pt x="3144" y="2524"/>
                  </a:lnTo>
                  <a:lnTo>
                    <a:pt x="2620" y="2524"/>
                  </a:lnTo>
                  <a:cubicBezTo>
                    <a:pt x="1930" y="3239"/>
                    <a:pt x="1001" y="3691"/>
                    <a:pt x="1" y="3763"/>
                  </a:cubicBezTo>
                  <a:cubicBezTo>
                    <a:pt x="167" y="5573"/>
                    <a:pt x="1668" y="6954"/>
                    <a:pt x="3454" y="6954"/>
                  </a:cubicBezTo>
                  <a:lnTo>
                    <a:pt x="6430" y="6954"/>
                  </a:lnTo>
                  <a:lnTo>
                    <a:pt x="6049" y="5787"/>
                  </a:lnTo>
                  <a:cubicBezTo>
                    <a:pt x="6049" y="5763"/>
                    <a:pt x="6073" y="5763"/>
                    <a:pt x="6073" y="5763"/>
                  </a:cubicBezTo>
                  <a:cubicBezTo>
                    <a:pt x="8002" y="3620"/>
                    <a:pt x="6645" y="214"/>
                    <a:pt x="37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98" name="Google Shape;798;p34"/>
            <p:cNvSpPr/>
            <p:nvPr/>
          </p:nvSpPr>
          <p:spPr>
            <a:xfrm>
              <a:off x="5295125" y="3322750"/>
              <a:ext cx="25" cy="625"/>
            </a:xfrm>
            <a:custGeom>
              <a:rect b="b" l="l" r="r" t="t"/>
              <a:pathLst>
                <a:path extrusionOk="0" h="25" w="1">
                  <a:moveTo>
                    <a:pt x="0" y="1"/>
                  </a:moveTo>
                  <a:lnTo>
                    <a:pt x="0" y="1"/>
                  </a:lnTo>
                  <a:cubicBezTo>
                    <a:pt x="0" y="1"/>
                    <a:pt x="0" y="1"/>
                    <a:pt x="0" y="2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799" name="Google Shape;799;p34"/>
            <p:cNvSpPr/>
            <p:nvPr/>
          </p:nvSpPr>
          <p:spPr>
            <a:xfrm>
              <a:off x="5295725" y="3416825"/>
              <a:ext cx="17875" cy="15500"/>
            </a:xfrm>
            <a:custGeom>
              <a:rect b="b" l="l" r="r" t="t"/>
              <a:pathLst>
                <a:path extrusionOk="0" h="620" w="715">
                  <a:moveTo>
                    <a:pt x="0" y="1"/>
                  </a:moveTo>
                  <a:lnTo>
                    <a:pt x="0" y="620"/>
                  </a:lnTo>
                  <a:lnTo>
                    <a:pt x="310" y="620"/>
                  </a:lnTo>
                  <a:cubicBezTo>
                    <a:pt x="714" y="620"/>
                    <a:pt x="714" y="1"/>
                    <a:pt x="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800" name="Google Shape;800;p34"/>
            <p:cNvSpPr/>
            <p:nvPr/>
          </p:nvSpPr>
          <p:spPr>
            <a:xfrm>
              <a:off x="5295725" y="3385275"/>
              <a:ext cx="17875" cy="15500"/>
            </a:xfrm>
            <a:custGeom>
              <a:rect b="b" l="l" r="r" t="t"/>
              <a:pathLst>
                <a:path extrusionOk="0" h="620" w="715">
                  <a:moveTo>
                    <a:pt x="0" y="0"/>
                  </a:moveTo>
                  <a:lnTo>
                    <a:pt x="0" y="620"/>
                  </a:lnTo>
                  <a:lnTo>
                    <a:pt x="310" y="620"/>
                  </a:lnTo>
                  <a:cubicBezTo>
                    <a:pt x="714" y="620"/>
                    <a:pt x="714" y="0"/>
                    <a:pt x="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801" name="Google Shape;801;p34"/>
          <p:cNvGrpSpPr/>
          <p:nvPr/>
        </p:nvGrpSpPr>
        <p:grpSpPr>
          <a:xfrm rot="-472906">
            <a:off x="227433" y="863338"/>
            <a:ext cx="933700" cy="1011693"/>
            <a:chOff x="2761250" y="617875"/>
            <a:chExt cx="1222900" cy="1325050"/>
          </a:xfrm>
        </p:grpSpPr>
        <p:sp>
          <p:nvSpPr>
            <p:cNvPr id="802" name="Google Shape;802;p34"/>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4"/>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4"/>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4"/>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4"/>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4"/>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4"/>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34"/>
          <p:cNvGrpSpPr/>
          <p:nvPr/>
        </p:nvGrpSpPr>
        <p:grpSpPr>
          <a:xfrm rot="-793991">
            <a:off x="7739665" y="1274844"/>
            <a:ext cx="873979" cy="946983"/>
            <a:chOff x="2761250" y="617875"/>
            <a:chExt cx="1222900" cy="1325050"/>
          </a:xfrm>
        </p:grpSpPr>
        <p:sp>
          <p:nvSpPr>
            <p:cNvPr id="810" name="Google Shape;810;p34"/>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4"/>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4"/>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4"/>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4"/>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4"/>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4"/>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34"/>
          <p:cNvGrpSpPr/>
          <p:nvPr/>
        </p:nvGrpSpPr>
        <p:grpSpPr>
          <a:xfrm rot="-1113213">
            <a:off x="8059089" y="3985105"/>
            <a:ext cx="584840" cy="513462"/>
            <a:chOff x="2665925" y="2466150"/>
            <a:chExt cx="627625" cy="551025"/>
          </a:xfrm>
        </p:grpSpPr>
        <p:sp>
          <p:nvSpPr>
            <p:cNvPr id="818" name="Google Shape;818;p34"/>
            <p:cNvSpPr/>
            <p:nvPr/>
          </p:nvSpPr>
          <p:spPr>
            <a:xfrm>
              <a:off x="2700675" y="2466150"/>
              <a:ext cx="592875" cy="549500"/>
            </a:xfrm>
            <a:custGeom>
              <a:rect b="b" l="l" r="r" t="t"/>
              <a:pathLst>
                <a:path extrusionOk="0" h="21980" w="23715">
                  <a:moveTo>
                    <a:pt x="6323" y="0"/>
                  </a:moveTo>
                  <a:cubicBezTo>
                    <a:pt x="5320" y="0"/>
                    <a:pt x="4347" y="220"/>
                    <a:pt x="3434" y="722"/>
                  </a:cubicBezTo>
                  <a:cubicBezTo>
                    <a:pt x="52" y="2578"/>
                    <a:pt x="1" y="6111"/>
                    <a:pt x="1" y="6111"/>
                  </a:cubicBezTo>
                  <a:cubicBezTo>
                    <a:pt x="1" y="6111"/>
                    <a:pt x="1555" y="3520"/>
                    <a:pt x="4741" y="3520"/>
                  </a:cubicBezTo>
                  <a:cubicBezTo>
                    <a:pt x="7746" y="3520"/>
                    <a:pt x="12205" y="5827"/>
                    <a:pt x="18179" y="14795"/>
                  </a:cubicBezTo>
                  <a:cubicBezTo>
                    <a:pt x="22322" y="21011"/>
                    <a:pt x="16293" y="21867"/>
                    <a:pt x="16293" y="21867"/>
                  </a:cubicBezTo>
                  <a:cubicBezTo>
                    <a:pt x="16293" y="21867"/>
                    <a:pt x="16625" y="21980"/>
                    <a:pt x="17147" y="21980"/>
                  </a:cubicBezTo>
                  <a:cubicBezTo>
                    <a:pt x="18141" y="21980"/>
                    <a:pt x="19823" y="21572"/>
                    <a:pt x="21209" y="19201"/>
                  </a:cubicBezTo>
                  <a:cubicBezTo>
                    <a:pt x="22213" y="17480"/>
                    <a:pt x="23714" y="15162"/>
                    <a:pt x="20548" y="10050"/>
                  </a:cubicBezTo>
                  <a:cubicBezTo>
                    <a:pt x="18795" y="7221"/>
                    <a:pt x="12072" y="0"/>
                    <a:pt x="6323"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4"/>
            <p:cNvSpPr/>
            <p:nvPr/>
          </p:nvSpPr>
          <p:spPr>
            <a:xfrm>
              <a:off x="2700275" y="2537525"/>
              <a:ext cx="507325" cy="479550"/>
            </a:xfrm>
            <a:custGeom>
              <a:rect b="b" l="l" r="r" t="t"/>
              <a:pathLst>
                <a:path extrusionOk="0" h="19182" w="20293">
                  <a:moveTo>
                    <a:pt x="3446" y="0"/>
                  </a:moveTo>
                  <a:cubicBezTo>
                    <a:pt x="3175" y="0"/>
                    <a:pt x="2902" y="23"/>
                    <a:pt x="2633" y="67"/>
                  </a:cubicBezTo>
                  <a:cubicBezTo>
                    <a:pt x="1859" y="197"/>
                    <a:pt x="1241" y="508"/>
                    <a:pt x="793" y="995"/>
                  </a:cubicBezTo>
                  <a:cubicBezTo>
                    <a:pt x="264" y="1570"/>
                    <a:pt x="1" y="2353"/>
                    <a:pt x="8" y="3325"/>
                  </a:cubicBezTo>
                  <a:cubicBezTo>
                    <a:pt x="12" y="4263"/>
                    <a:pt x="269" y="5339"/>
                    <a:pt x="770" y="6519"/>
                  </a:cubicBezTo>
                  <a:cubicBezTo>
                    <a:pt x="1799" y="8945"/>
                    <a:pt x="3741" y="11545"/>
                    <a:pt x="6242" y="13843"/>
                  </a:cubicBezTo>
                  <a:cubicBezTo>
                    <a:pt x="6535" y="14113"/>
                    <a:pt x="6812" y="14355"/>
                    <a:pt x="7085" y="14586"/>
                  </a:cubicBezTo>
                  <a:cubicBezTo>
                    <a:pt x="8876" y="16108"/>
                    <a:pt x="10793" y="17338"/>
                    <a:pt x="12629" y="18147"/>
                  </a:cubicBezTo>
                  <a:cubicBezTo>
                    <a:pt x="13116" y="18361"/>
                    <a:pt x="13614" y="18551"/>
                    <a:pt x="14122" y="18712"/>
                  </a:cubicBezTo>
                  <a:cubicBezTo>
                    <a:pt x="15032" y="19001"/>
                    <a:pt x="15877" y="19158"/>
                    <a:pt x="16630" y="19179"/>
                  </a:cubicBezTo>
                  <a:cubicBezTo>
                    <a:pt x="16688" y="19181"/>
                    <a:pt x="16745" y="19181"/>
                    <a:pt x="16803" y="19181"/>
                  </a:cubicBezTo>
                  <a:cubicBezTo>
                    <a:pt x="17985" y="19181"/>
                    <a:pt x="18893" y="18846"/>
                    <a:pt x="19500" y="18186"/>
                  </a:cubicBezTo>
                  <a:cubicBezTo>
                    <a:pt x="20026" y="17613"/>
                    <a:pt x="20292" y="16828"/>
                    <a:pt x="20285" y="15856"/>
                  </a:cubicBezTo>
                  <a:cubicBezTo>
                    <a:pt x="20280" y="14919"/>
                    <a:pt x="20024" y="13845"/>
                    <a:pt x="19523" y="12665"/>
                  </a:cubicBezTo>
                  <a:cubicBezTo>
                    <a:pt x="18493" y="10238"/>
                    <a:pt x="16551" y="7636"/>
                    <a:pt x="14053" y="5341"/>
                  </a:cubicBezTo>
                  <a:cubicBezTo>
                    <a:pt x="13342" y="4688"/>
                    <a:pt x="12599" y="4071"/>
                    <a:pt x="11825" y="3498"/>
                  </a:cubicBezTo>
                  <a:cubicBezTo>
                    <a:pt x="10894" y="2801"/>
                    <a:pt x="9911" y="2178"/>
                    <a:pt x="8886" y="1630"/>
                  </a:cubicBezTo>
                  <a:cubicBezTo>
                    <a:pt x="8364" y="1353"/>
                    <a:pt x="7847" y="1106"/>
                    <a:pt x="7343" y="898"/>
                  </a:cubicBezTo>
                  <a:cubicBezTo>
                    <a:pt x="5928" y="310"/>
                    <a:pt x="4593" y="0"/>
                    <a:pt x="3485" y="0"/>
                  </a:cubicBezTo>
                  <a:cubicBezTo>
                    <a:pt x="3472" y="0"/>
                    <a:pt x="3459" y="0"/>
                    <a:pt x="3446"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4"/>
            <p:cNvSpPr/>
            <p:nvPr/>
          </p:nvSpPr>
          <p:spPr>
            <a:xfrm>
              <a:off x="2665925" y="2537350"/>
              <a:ext cx="575950" cy="479825"/>
            </a:xfrm>
            <a:custGeom>
              <a:rect b="b" l="l" r="r" t="t"/>
              <a:pathLst>
                <a:path extrusionOk="0" h="19193" w="23038">
                  <a:moveTo>
                    <a:pt x="4859" y="0"/>
                  </a:moveTo>
                  <a:cubicBezTo>
                    <a:pt x="4859" y="0"/>
                    <a:pt x="4860" y="0"/>
                    <a:pt x="4860" y="0"/>
                  </a:cubicBezTo>
                  <a:lnTo>
                    <a:pt x="4860" y="0"/>
                  </a:lnTo>
                  <a:cubicBezTo>
                    <a:pt x="4860" y="0"/>
                    <a:pt x="4861" y="0"/>
                    <a:pt x="4861" y="0"/>
                  </a:cubicBezTo>
                  <a:close/>
                  <a:moveTo>
                    <a:pt x="4861" y="12"/>
                  </a:moveTo>
                  <a:cubicBezTo>
                    <a:pt x="5967" y="12"/>
                    <a:pt x="7302" y="324"/>
                    <a:pt x="8717" y="910"/>
                  </a:cubicBezTo>
                  <a:cubicBezTo>
                    <a:pt x="9218" y="1118"/>
                    <a:pt x="9738" y="1365"/>
                    <a:pt x="10260" y="1642"/>
                  </a:cubicBezTo>
                  <a:cubicBezTo>
                    <a:pt x="11285" y="2189"/>
                    <a:pt x="12266" y="2813"/>
                    <a:pt x="13197" y="3508"/>
                  </a:cubicBezTo>
                  <a:cubicBezTo>
                    <a:pt x="13970" y="4083"/>
                    <a:pt x="14714" y="4697"/>
                    <a:pt x="15423" y="5350"/>
                  </a:cubicBezTo>
                  <a:cubicBezTo>
                    <a:pt x="16686" y="6509"/>
                    <a:pt x="17808" y="7749"/>
                    <a:pt x="18757" y="9028"/>
                  </a:cubicBezTo>
                  <a:cubicBezTo>
                    <a:pt x="19673" y="10266"/>
                    <a:pt x="20391" y="11492"/>
                    <a:pt x="20893" y="12672"/>
                  </a:cubicBezTo>
                  <a:cubicBezTo>
                    <a:pt x="21394" y="13852"/>
                    <a:pt x="21648" y="14926"/>
                    <a:pt x="21654" y="15863"/>
                  </a:cubicBezTo>
                  <a:cubicBezTo>
                    <a:pt x="21661" y="16833"/>
                    <a:pt x="21396" y="17616"/>
                    <a:pt x="20872" y="18188"/>
                  </a:cubicBezTo>
                  <a:cubicBezTo>
                    <a:pt x="20567" y="18518"/>
                    <a:pt x="20179" y="18770"/>
                    <a:pt x="19720" y="18939"/>
                  </a:cubicBezTo>
                  <a:cubicBezTo>
                    <a:pt x="19274" y="19100"/>
                    <a:pt x="18754" y="19183"/>
                    <a:pt x="18179" y="19183"/>
                  </a:cubicBezTo>
                  <a:cubicBezTo>
                    <a:pt x="18122" y="19183"/>
                    <a:pt x="18064" y="19183"/>
                    <a:pt x="18006" y="19181"/>
                  </a:cubicBezTo>
                  <a:cubicBezTo>
                    <a:pt x="17251" y="19158"/>
                    <a:pt x="16408" y="19001"/>
                    <a:pt x="15499" y="18715"/>
                  </a:cubicBezTo>
                  <a:cubicBezTo>
                    <a:pt x="14991" y="18553"/>
                    <a:pt x="14492" y="18364"/>
                    <a:pt x="14005" y="18147"/>
                  </a:cubicBezTo>
                  <a:cubicBezTo>
                    <a:pt x="12169" y="17339"/>
                    <a:pt x="10253" y="16110"/>
                    <a:pt x="8463" y="14589"/>
                  </a:cubicBezTo>
                  <a:lnTo>
                    <a:pt x="8461" y="14589"/>
                  </a:lnTo>
                  <a:cubicBezTo>
                    <a:pt x="8189" y="14358"/>
                    <a:pt x="7914" y="14115"/>
                    <a:pt x="7621" y="13845"/>
                  </a:cubicBezTo>
                  <a:cubicBezTo>
                    <a:pt x="6357" y="12684"/>
                    <a:pt x="5235" y="11446"/>
                    <a:pt x="4284" y="10165"/>
                  </a:cubicBezTo>
                  <a:cubicBezTo>
                    <a:pt x="3367" y="8927"/>
                    <a:pt x="2649" y="7701"/>
                    <a:pt x="2148" y="6521"/>
                  </a:cubicBezTo>
                  <a:cubicBezTo>
                    <a:pt x="1649" y="5341"/>
                    <a:pt x="1393" y="4270"/>
                    <a:pt x="1386" y="3330"/>
                  </a:cubicBezTo>
                  <a:cubicBezTo>
                    <a:pt x="1382" y="2360"/>
                    <a:pt x="1645" y="1577"/>
                    <a:pt x="2171" y="1007"/>
                  </a:cubicBezTo>
                  <a:cubicBezTo>
                    <a:pt x="2617" y="520"/>
                    <a:pt x="3238" y="208"/>
                    <a:pt x="4009" y="79"/>
                  </a:cubicBezTo>
                  <a:cubicBezTo>
                    <a:pt x="4291" y="33"/>
                    <a:pt x="4575" y="12"/>
                    <a:pt x="4861" y="12"/>
                  </a:cubicBezTo>
                  <a:close/>
                  <a:moveTo>
                    <a:pt x="4860" y="0"/>
                  </a:moveTo>
                  <a:cubicBezTo>
                    <a:pt x="4574" y="0"/>
                    <a:pt x="4288" y="21"/>
                    <a:pt x="4007" y="67"/>
                  </a:cubicBezTo>
                  <a:cubicBezTo>
                    <a:pt x="3252" y="194"/>
                    <a:pt x="2622" y="499"/>
                    <a:pt x="2160" y="998"/>
                  </a:cubicBezTo>
                  <a:cubicBezTo>
                    <a:pt x="1" y="3348"/>
                    <a:pt x="2441" y="9102"/>
                    <a:pt x="7611" y="13852"/>
                  </a:cubicBezTo>
                  <a:cubicBezTo>
                    <a:pt x="7891" y="14111"/>
                    <a:pt x="8170" y="14358"/>
                    <a:pt x="8454" y="14595"/>
                  </a:cubicBezTo>
                  <a:lnTo>
                    <a:pt x="8456" y="14595"/>
                  </a:lnTo>
                  <a:cubicBezTo>
                    <a:pt x="10304" y="16166"/>
                    <a:pt x="12220" y="17371"/>
                    <a:pt x="14000" y="18156"/>
                  </a:cubicBezTo>
                  <a:cubicBezTo>
                    <a:pt x="14487" y="18371"/>
                    <a:pt x="14986" y="18560"/>
                    <a:pt x="15494" y="18724"/>
                  </a:cubicBezTo>
                  <a:cubicBezTo>
                    <a:pt x="16397" y="19008"/>
                    <a:pt x="17244" y="19167"/>
                    <a:pt x="18004" y="19190"/>
                  </a:cubicBezTo>
                  <a:cubicBezTo>
                    <a:pt x="18062" y="19190"/>
                    <a:pt x="18119" y="19193"/>
                    <a:pt x="18177" y="19193"/>
                  </a:cubicBezTo>
                  <a:cubicBezTo>
                    <a:pt x="19320" y="19193"/>
                    <a:pt x="20255" y="18872"/>
                    <a:pt x="20879" y="18193"/>
                  </a:cubicBezTo>
                  <a:cubicBezTo>
                    <a:pt x="23038" y="15845"/>
                    <a:pt x="20597" y="10088"/>
                    <a:pt x="15429" y="5341"/>
                  </a:cubicBezTo>
                  <a:cubicBezTo>
                    <a:pt x="14721" y="4688"/>
                    <a:pt x="13977" y="4073"/>
                    <a:pt x="13201" y="3498"/>
                  </a:cubicBezTo>
                  <a:cubicBezTo>
                    <a:pt x="12271" y="2801"/>
                    <a:pt x="11287" y="2178"/>
                    <a:pt x="10262" y="1630"/>
                  </a:cubicBezTo>
                  <a:cubicBezTo>
                    <a:pt x="9738" y="1351"/>
                    <a:pt x="9223" y="1106"/>
                    <a:pt x="8717" y="899"/>
                  </a:cubicBezTo>
                  <a:cubicBezTo>
                    <a:pt x="7305" y="312"/>
                    <a:pt x="5982" y="1"/>
                    <a:pt x="4860"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4"/>
            <p:cNvSpPr/>
            <p:nvPr/>
          </p:nvSpPr>
          <p:spPr>
            <a:xfrm>
              <a:off x="2747900" y="2609975"/>
              <a:ext cx="408725" cy="340475"/>
            </a:xfrm>
            <a:custGeom>
              <a:rect b="b" l="l" r="r" t="t"/>
              <a:pathLst>
                <a:path extrusionOk="0" h="13619" w="16349">
                  <a:moveTo>
                    <a:pt x="3097" y="0"/>
                  </a:moveTo>
                  <a:cubicBezTo>
                    <a:pt x="2363" y="0"/>
                    <a:pt x="1799" y="206"/>
                    <a:pt x="1428" y="610"/>
                  </a:cubicBezTo>
                  <a:cubicBezTo>
                    <a:pt x="1" y="2164"/>
                    <a:pt x="1866" y="6207"/>
                    <a:pt x="5586" y="9624"/>
                  </a:cubicBezTo>
                  <a:cubicBezTo>
                    <a:pt x="8228" y="12051"/>
                    <a:pt x="11236" y="13618"/>
                    <a:pt x="13252" y="13618"/>
                  </a:cubicBezTo>
                  <a:cubicBezTo>
                    <a:pt x="13986" y="13618"/>
                    <a:pt x="14547" y="13413"/>
                    <a:pt x="14921" y="13007"/>
                  </a:cubicBezTo>
                  <a:cubicBezTo>
                    <a:pt x="16348" y="11455"/>
                    <a:pt x="14483" y="7410"/>
                    <a:pt x="10760" y="3992"/>
                  </a:cubicBezTo>
                  <a:cubicBezTo>
                    <a:pt x="8121" y="1568"/>
                    <a:pt x="5113" y="0"/>
                    <a:pt x="3097"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4"/>
            <p:cNvSpPr/>
            <p:nvPr/>
          </p:nvSpPr>
          <p:spPr>
            <a:xfrm>
              <a:off x="2747675" y="2609800"/>
              <a:ext cx="409125" cy="340775"/>
            </a:xfrm>
            <a:custGeom>
              <a:rect b="b" l="l" r="r" t="t"/>
              <a:pathLst>
                <a:path extrusionOk="0" h="13631" w="16365">
                  <a:moveTo>
                    <a:pt x="3106" y="12"/>
                  </a:moveTo>
                  <a:cubicBezTo>
                    <a:pt x="4080" y="12"/>
                    <a:pt x="5304" y="376"/>
                    <a:pt x="6646" y="1067"/>
                  </a:cubicBezTo>
                  <a:cubicBezTo>
                    <a:pt x="8019" y="1776"/>
                    <a:pt x="9444" y="2792"/>
                    <a:pt x="10767" y="4004"/>
                  </a:cubicBezTo>
                  <a:cubicBezTo>
                    <a:pt x="12568" y="5659"/>
                    <a:pt x="13993" y="7509"/>
                    <a:pt x="14778" y="9213"/>
                  </a:cubicBezTo>
                  <a:cubicBezTo>
                    <a:pt x="15159" y="10040"/>
                    <a:pt x="15369" y="10788"/>
                    <a:pt x="15401" y="11434"/>
                  </a:cubicBezTo>
                  <a:cubicBezTo>
                    <a:pt x="15434" y="12102"/>
                    <a:pt x="15272" y="12633"/>
                    <a:pt x="14926" y="13011"/>
                  </a:cubicBezTo>
                  <a:cubicBezTo>
                    <a:pt x="14554" y="13415"/>
                    <a:pt x="13993" y="13621"/>
                    <a:pt x="13261" y="13621"/>
                  </a:cubicBezTo>
                  <a:cubicBezTo>
                    <a:pt x="12286" y="13621"/>
                    <a:pt x="11063" y="13256"/>
                    <a:pt x="9721" y="12566"/>
                  </a:cubicBezTo>
                  <a:cubicBezTo>
                    <a:pt x="8345" y="11857"/>
                    <a:pt x="6923" y="10843"/>
                    <a:pt x="5600" y="9629"/>
                  </a:cubicBezTo>
                  <a:cubicBezTo>
                    <a:pt x="3799" y="7973"/>
                    <a:pt x="2374" y="6124"/>
                    <a:pt x="1589" y="4420"/>
                  </a:cubicBezTo>
                  <a:cubicBezTo>
                    <a:pt x="1206" y="3593"/>
                    <a:pt x="998" y="2845"/>
                    <a:pt x="966" y="2198"/>
                  </a:cubicBezTo>
                  <a:cubicBezTo>
                    <a:pt x="933" y="1531"/>
                    <a:pt x="1093" y="1000"/>
                    <a:pt x="1441" y="621"/>
                  </a:cubicBezTo>
                  <a:cubicBezTo>
                    <a:pt x="1813" y="217"/>
                    <a:pt x="2372" y="12"/>
                    <a:pt x="3106" y="12"/>
                  </a:cubicBezTo>
                  <a:close/>
                  <a:moveTo>
                    <a:pt x="3106" y="0"/>
                  </a:moveTo>
                  <a:cubicBezTo>
                    <a:pt x="2392" y="0"/>
                    <a:pt x="1815" y="196"/>
                    <a:pt x="1432" y="614"/>
                  </a:cubicBezTo>
                  <a:cubicBezTo>
                    <a:pt x="0" y="2173"/>
                    <a:pt x="1864" y="6211"/>
                    <a:pt x="5590" y="9636"/>
                  </a:cubicBezTo>
                  <a:cubicBezTo>
                    <a:pt x="8324" y="12148"/>
                    <a:pt x="11301" y="13630"/>
                    <a:pt x="13259" y="13630"/>
                  </a:cubicBezTo>
                  <a:cubicBezTo>
                    <a:pt x="13972" y="13630"/>
                    <a:pt x="14552" y="13434"/>
                    <a:pt x="14933" y="13018"/>
                  </a:cubicBezTo>
                  <a:cubicBezTo>
                    <a:pt x="16364" y="11460"/>
                    <a:pt x="14503" y="7421"/>
                    <a:pt x="10774" y="3995"/>
                  </a:cubicBezTo>
                  <a:cubicBezTo>
                    <a:pt x="8040" y="1485"/>
                    <a:pt x="5064" y="0"/>
                    <a:pt x="3106"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4"/>
            <p:cNvSpPr/>
            <p:nvPr/>
          </p:nvSpPr>
          <p:spPr>
            <a:xfrm>
              <a:off x="2716275" y="2553225"/>
              <a:ext cx="450800" cy="428675"/>
            </a:xfrm>
            <a:custGeom>
              <a:rect b="b" l="l" r="r" t="t"/>
              <a:pathLst>
                <a:path extrusionOk="0" fill="none" h="17147" w="18032">
                  <a:moveTo>
                    <a:pt x="12665" y="5530"/>
                  </a:moveTo>
                  <a:cubicBezTo>
                    <a:pt x="14711" y="7410"/>
                    <a:pt x="16336" y="9578"/>
                    <a:pt x="17184" y="11557"/>
                  </a:cubicBezTo>
                  <a:cubicBezTo>
                    <a:pt x="18031" y="13538"/>
                    <a:pt x="18031" y="15168"/>
                    <a:pt x="17184" y="16087"/>
                  </a:cubicBezTo>
                  <a:cubicBezTo>
                    <a:pt x="16339" y="17008"/>
                    <a:pt x="14713" y="17147"/>
                    <a:pt x="12670" y="16468"/>
                  </a:cubicBezTo>
                  <a:cubicBezTo>
                    <a:pt x="10626" y="15791"/>
                    <a:pt x="8329" y="14355"/>
                    <a:pt x="6283" y="12476"/>
                  </a:cubicBezTo>
                  <a:cubicBezTo>
                    <a:pt x="2025" y="8562"/>
                    <a:pt x="0" y="3836"/>
                    <a:pt x="1764" y="1917"/>
                  </a:cubicBezTo>
                  <a:cubicBezTo>
                    <a:pt x="3526" y="0"/>
                    <a:pt x="8407" y="1617"/>
                    <a:pt x="12665" y="553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4"/>
            <p:cNvSpPr/>
            <p:nvPr/>
          </p:nvSpPr>
          <p:spPr>
            <a:xfrm>
              <a:off x="2766075" y="2537900"/>
              <a:ext cx="249925" cy="453525"/>
            </a:xfrm>
            <a:custGeom>
              <a:rect b="b" l="l" r="r" t="t"/>
              <a:pathLst>
                <a:path extrusionOk="0" h="18141" w="9997">
                  <a:moveTo>
                    <a:pt x="859" y="0"/>
                  </a:moveTo>
                  <a:cubicBezTo>
                    <a:pt x="568" y="0"/>
                    <a:pt x="282" y="17"/>
                    <a:pt x="1" y="50"/>
                  </a:cubicBezTo>
                  <a:lnTo>
                    <a:pt x="587" y="1966"/>
                  </a:lnTo>
                  <a:lnTo>
                    <a:pt x="980" y="3248"/>
                  </a:lnTo>
                  <a:lnTo>
                    <a:pt x="3349" y="10985"/>
                  </a:lnTo>
                  <a:lnTo>
                    <a:pt x="3871" y="12685"/>
                  </a:lnTo>
                  <a:lnTo>
                    <a:pt x="4448" y="14576"/>
                  </a:lnTo>
                  <a:lnTo>
                    <a:pt x="4450" y="14576"/>
                  </a:lnTo>
                  <a:cubicBezTo>
                    <a:pt x="6298" y="16146"/>
                    <a:pt x="8216" y="17351"/>
                    <a:pt x="9997" y="18141"/>
                  </a:cubicBezTo>
                  <a:lnTo>
                    <a:pt x="9535" y="16635"/>
                  </a:lnTo>
                  <a:lnTo>
                    <a:pt x="9209" y="15566"/>
                  </a:lnTo>
                  <a:lnTo>
                    <a:pt x="7771" y="10868"/>
                  </a:lnTo>
                  <a:lnTo>
                    <a:pt x="7741" y="10777"/>
                  </a:lnTo>
                  <a:lnTo>
                    <a:pt x="7487" y="9937"/>
                  </a:lnTo>
                  <a:lnTo>
                    <a:pt x="7484" y="9935"/>
                  </a:lnTo>
                  <a:lnTo>
                    <a:pt x="6847" y="7857"/>
                  </a:lnTo>
                  <a:lnTo>
                    <a:pt x="5600" y="3781"/>
                  </a:lnTo>
                  <a:lnTo>
                    <a:pt x="5208" y="2497"/>
                  </a:lnTo>
                  <a:lnTo>
                    <a:pt x="4714" y="881"/>
                  </a:lnTo>
                  <a:cubicBezTo>
                    <a:pt x="3342" y="284"/>
                    <a:pt x="2059" y="0"/>
                    <a:pt x="859"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4"/>
            <p:cNvSpPr/>
            <p:nvPr/>
          </p:nvSpPr>
          <p:spPr>
            <a:xfrm>
              <a:off x="2922450" y="2578150"/>
              <a:ext cx="193575" cy="439025"/>
            </a:xfrm>
            <a:custGeom>
              <a:rect b="b" l="l" r="r" t="t"/>
              <a:pathLst>
                <a:path extrusionOk="0" h="17561" w="7743">
                  <a:moveTo>
                    <a:pt x="1" y="1"/>
                  </a:moveTo>
                  <a:lnTo>
                    <a:pt x="509" y="1652"/>
                  </a:lnTo>
                  <a:lnTo>
                    <a:pt x="941" y="3063"/>
                  </a:lnTo>
                  <a:lnTo>
                    <a:pt x="2479" y="8085"/>
                  </a:lnTo>
                  <a:lnTo>
                    <a:pt x="2804" y="9151"/>
                  </a:lnTo>
                  <a:lnTo>
                    <a:pt x="2929" y="9555"/>
                  </a:lnTo>
                  <a:lnTo>
                    <a:pt x="2931" y="9558"/>
                  </a:lnTo>
                  <a:lnTo>
                    <a:pt x="3095" y="10098"/>
                  </a:lnTo>
                  <a:lnTo>
                    <a:pt x="4467" y="14575"/>
                  </a:lnTo>
                  <a:lnTo>
                    <a:pt x="4769" y="15573"/>
                  </a:lnTo>
                  <a:lnTo>
                    <a:pt x="5235" y="17094"/>
                  </a:lnTo>
                  <a:cubicBezTo>
                    <a:pt x="6136" y="17378"/>
                    <a:pt x="6983" y="17538"/>
                    <a:pt x="7743" y="17561"/>
                  </a:cubicBezTo>
                  <a:lnTo>
                    <a:pt x="7226" y="15868"/>
                  </a:lnTo>
                  <a:lnTo>
                    <a:pt x="6912" y="14836"/>
                  </a:lnTo>
                  <a:lnTo>
                    <a:pt x="4058" y="5519"/>
                  </a:lnTo>
                  <a:lnTo>
                    <a:pt x="3513" y="3737"/>
                  </a:lnTo>
                  <a:lnTo>
                    <a:pt x="2940" y="1866"/>
                  </a:lnTo>
                  <a:lnTo>
                    <a:pt x="1767" y="1074"/>
                  </a:lnTo>
                  <a:lnTo>
                    <a:pt x="1"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34"/>
          <p:cNvGrpSpPr/>
          <p:nvPr/>
        </p:nvGrpSpPr>
        <p:grpSpPr>
          <a:xfrm rot="-2326443">
            <a:off x="8403682" y="2607069"/>
            <a:ext cx="536747" cy="385794"/>
            <a:chOff x="3958725" y="4285850"/>
            <a:chExt cx="926000" cy="665575"/>
          </a:xfrm>
        </p:grpSpPr>
        <p:sp>
          <p:nvSpPr>
            <p:cNvPr id="827" name="Google Shape;827;p34"/>
            <p:cNvSpPr/>
            <p:nvPr/>
          </p:nvSpPr>
          <p:spPr>
            <a:xfrm>
              <a:off x="3958725" y="4286250"/>
              <a:ext cx="926000" cy="665175"/>
            </a:xfrm>
            <a:custGeom>
              <a:rect b="b" l="l" r="r" t="t"/>
              <a:pathLst>
                <a:path extrusionOk="0" h="26607" w="37040">
                  <a:moveTo>
                    <a:pt x="32631" y="0"/>
                  </a:moveTo>
                  <a:cubicBezTo>
                    <a:pt x="32452" y="0"/>
                    <a:pt x="32270" y="51"/>
                    <a:pt x="32109" y="159"/>
                  </a:cubicBezTo>
                  <a:lnTo>
                    <a:pt x="626" y="19435"/>
                  </a:lnTo>
                  <a:cubicBezTo>
                    <a:pt x="149" y="19705"/>
                    <a:pt x="1" y="20324"/>
                    <a:pt x="306" y="20781"/>
                  </a:cubicBezTo>
                  <a:lnTo>
                    <a:pt x="3557" y="26142"/>
                  </a:lnTo>
                  <a:cubicBezTo>
                    <a:pt x="3746" y="26441"/>
                    <a:pt x="4071" y="26607"/>
                    <a:pt x="4403" y="26607"/>
                  </a:cubicBezTo>
                  <a:cubicBezTo>
                    <a:pt x="4576" y="26607"/>
                    <a:pt x="4751" y="26562"/>
                    <a:pt x="4910" y="26468"/>
                  </a:cubicBezTo>
                  <a:lnTo>
                    <a:pt x="36349" y="7169"/>
                  </a:lnTo>
                  <a:cubicBezTo>
                    <a:pt x="36870" y="6913"/>
                    <a:pt x="37039" y="6253"/>
                    <a:pt x="36704" y="5777"/>
                  </a:cubicBezTo>
                  <a:lnTo>
                    <a:pt x="33456" y="480"/>
                  </a:lnTo>
                  <a:cubicBezTo>
                    <a:pt x="33281" y="171"/>
                    <a:pt x="32960" y="0"/>
                    <a:pt x="32631"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4"/>
            <p:cNvSpPr/>
            <p:nvPr/>
          </p:nvSpPr>
          <p:spPr>
            <a:xfrm>
              <a:off x="4691775" y="4285850"/>
              <a:ext cx="192950" cy="223000"/>
            </a:xfrm>
            <a:custGeom>
              <a:rect b="b" l="l" r="r" t="t"/>
              <a:pathLst>
                <a:path extrusionOk="0" h="8920" w="7718">
                  <a:moveTo>
                    <a:pt x="3300" y="1"/>
                  </a:moveTo>
                  <a:cubicBezTo>
                    <a:pt x="3131" y="1"/>
                    <a:pt x="2959" y="47"/>
                    <a:pt x="2804" y="143"/>
                  </a:cubicBezTo>
                  <a:lnTo>
                    <a:pt x="0" y="1872"/>
                  </a:lnTo>
                  <a:lnTo>
                    <a:pt x="4230" y="8919"/>
                  </a:lnTo>
                  <a:lnTo>
                    <a:pt x="7027" y="7185"/>
                  </a:lnTo>
                  <a:cubicBezTo>
                    <a:pt x="7548" y="6929"/>
                    <a:pt x="7717" y="6269"/>
                    <a:pt x="7382" y="5793"/>
                  </a:cubicBezTo>
                  <a:lnTo>
                    <a:pt x="4134" y="496"/>
                  </a:lnTo>
                  <a:cubicBezTo>
                    <a:pt x="3962" y="179"/>
                    <a:pt x="3636" y="1"/>
                    <a:pt x="330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4"/>
            <p:cNvSpPr/>
            <p:nvPr/>
          </p:nvSpPr>
          <p:spPr>
            <a:xfrm>
              <a:off x="4538575" y="4330500"/>
              <a:ext cx="263475" cy="270350"/>
            </a:xfrm>
            <a:custGeom>
              <a:rect b="b" l="l" r="r" t="t"/>
              <a:pathLst>
                <a:path extrusionOk="0" h="10814" w="10539">
                  <a:moveTo>
                    <a:pt x="6269" y="1"/>
                  </a:moveTo>
                  <a:lnTo>
                    <a:pt x="0" y="3841"/>
                  </a:lnTo>
                  <a:lnTo>
                    <a:pt x="4272" y="10814"/>
                  </a:lnTo>
                  <a:lnTo>
                    <a:pt x="10539" y="6972"/>
                  </a:lnTo>
                  <a:lnTo>
                    <a:pt x="6269" y="1"/>
                  </a:ln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4"/>
            <p:cNvSpPr/>
            <p:nvPr/>
          </p:nvSpPr>
          <p:spPr>
            <a:xfrm>
              <a:off x="4319625" y="4512575"/>
              <a:ext cx="85175" cy="283575"/>
            </a:xfrm>
            <a:custGeom>
              <a:rect b="b" l="l" r="r" t="t"/>
              <a:pathLst>
                <a:path extrusionOk="0" h="11343" w="3407">
                  <a:moveTo>
                    <a:pt x="3138" y="0"/>
                  </a:moveTo>
                  <a:lnTo>
                    <a:pt x="0" y="1919"/>
                  </a:lnTo>
                  <a:lnTo>
                    <a:pt x="162" y="7389"/>
                  </a:lnTo>
                  <a:lnTo>
                    <a:pt x="278" y="11342"/>
                  </a:lnTo>
                  <a:lnTo>
                    <a:pt x="3406" y="9419"/>
                  </a:lnTo>
                  <a:lnTo>
                    <a:pt x="3325" y="6339"/>
                  </a:lnTo>
                  <a:lnTo>
                    <a:pt x="3138"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4"/>
            <p:cNvSpPr/>
            <p:nvPr/>
          </p:nvSpPr>
          <p:spPr>
            <a:xfrm>
              <a:off x="3978350" y="4721700"/>
              <a:ext cx="85125" cy="229075"/>
            </a:xfrm>
            <a:custGeom>
              <a:rect b="b" l="l" r="r" t="t"/>
              <a:pathLst>
                <a:path extrusionOk="0" h="9163" w="3405">
                  <a:moveTo>
                    <a:pt x="3139" y="1"/>
                  </a:moveTo>
                  <a:lnTo>
                    <a:pt x="1" y="1920"/>
                  </a:lnTo>
                  <a:lnTo>
                    <a:pt x="72" y="4326"/>
                  </a:lnTo>
                  <a:lnTo>
                    <a:pt x="2762" y="8720"/>
                  </a:lnTo>
                  <a:cubicBezTo>
                    <a:pt x="2903" y="8953"/>
                    <a:pt x="3136" y="9114"/>
                    <a:pt x="3404" y="9163"/>
                  </a:cubicBezTo>
                  <a:lnTo>
                    <a:pt x="3323" y="6325"/>
                  </a:lnTo>
                  <a:lnTo>
                    <a:pt x="3139"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4"/>
            <p:cNvSpPr/>
            <p:nvPr/>
          </p:nvSpPr>
          <p:spPr>
            <a:xfrm>
              <a:off x="4427750" y="4408782"/>
              <a:ext cx="147850" cy="321900"/>
            </a:xfrm>
            <a:custGeom>
              <a:rect b="b" l="l" r="r" t="t"/>
              <a:pathLst>
                <a:path extrusionOk="0" h="12876" w="5914">
                  <a:moveTo>
                    <a:pt x="5639" y="0"/>
                  </a:moveTo>
                  <a:lnTo>
                    <a:pt x="0" y="3457"/>
                  </a:lnTo>
                  <a:lnTo>
                    <a:pt x="69" y="6052"/>
                  </a:lnTo>
                  <a:lnTo>
                    <a:pt x="259" y="12571"/>
                  </a:lnTo>
                  <a:lnTo>
                    <a:pt x="270" y="12875"/>
                  </a:lnTo>
                  <a:lnTo>
                    <a:pt x="5913" y="9412"/>
                  </a:lnTo>
                  <a:lnTo>
                    <a:pt x="5909" y="9377"/>
                  </a:lnTo>
                  <a:lnTo>
                    <a:pt x="5722" y="2838"/>
                  </a:lnTo>
                  <a:lnTo>
                    <a:pt x="5639"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 name="Google Shape;833;p34"/>
          <p:cNvGrpSpPr/>
          <p:nvPr/>
        </p:nvGrpSpPr>
        <p:grpSpPr>
          <a:xfrm flipH="1">
            <a:off x="8242895" y="1108767"/>
            <a:ext cx="530166" cy="502936"/>
            <a:chOff x="1717700" y="2254700"/>
            <a:chExt cx="781725" cy="741575"/>
          </a:xfrm>
        </p:grpSpPr>
        <p:sp>
          <p:nvSpPr>
            <p:cNvPr id="834" name="Google Shape;834;p34"/>
            <p:cNvSpPr/>
            <p:nvPr/>
          </p:nvSpPr>
          <p:spPr>
            <a:xfrm>
              <a:off x="1748125" y="2300200"/>
              <a:ext cx="717650" cy="650525"/>
            </a:xfrm>
            <a:custGeom>
              <a:rect b="b" l="l" r="r" t="t"/>
              <a:pathLst>
                <a:path extrusionOk="0" h="26021" w="28706">
                  <a:moveTo>
                    <a:pt x="15025" y="0"/>
                  </a:moveTo>
                  <a:cubicBezTo>
                    <a:pt x="11160" y="0"/>
                    <a:pt x="7313" y="1600"/>
                    <a:pt x="4560" y="4734"/>
                  </a:cubicBezTo>
                  <a:cubicBezTo>
                    <a:pt x="162" y="9743"/>
                    <a:pt x="0" y="17021"/>
                    <a:pt x="3801" y="22174"/>
                  </a:cubicBezTo>
                  <a:cubicBezTo>
                    <a:pt x="4341" y="22872"/>
                    <a:pt x="4946" y="23518"/>
                    <a:pt x="5609" y="24102"/>
                  </a:cubicBezTo>
                  <a:cubicBezTo>
                    <a:pt x="5932" y="24386"/>
                    <a:pt x="6264" y="24652"/>
                    <a:pt x="6604" y="24901"/>
                  </a:cubicBezTo>
                  <a:cubicBezTo>
                    <a:pt x="6953" y="25155"/>
                    <a:pt x="7201" y="25230"/>
                    <a:pt x="7416" y="25230"/>
                  </a:cubicBezTo>
                  <a:cubicBezTo>
                    <a:pt x="7729" y="25230"/>
                    <a:pt x="7975" y="25072"/>
                    <a:pt x="8368" y="25072"/>
                  </a:cubicBezTo>
                  <a:cubicBezTo>
                    <a:pt x="8543" y="25072"/>
                    <a:pt x="8748" y="25103"/>
                    <a:pt x="9001" y="25194"/>
                  </a:cubicBezTo>
                  <a:cubicBezTo>
                    <a:pt x="9444" y="25354"/>
                    <a:pt x="9896" y="25492"/>
                    <a:pt x="10354" y="25608"/>
                  </a:cubicBezTo>
                  <a:cubicBezTo>
                    <a:pt x="11030" y="25776"/>
                    <a:pt x="11721" y="25894"/>
                    <a:pt x="12416" y="25959"/>
                  </a:cubicBezTo>
                  <a:cubicBezTo>
                    <a:pt x="12854" y="26000"/>
                    <a:pt x="13293" y="26021"/>
                    <a:pt x="13732" y="26021"/>
                  </a:cubicBezTo>
                  <a:cubicBezTo>
                    <a:pt x="17598" y="26021"/>
                    <a:pt x="21444" y="24419"/>
                    <a:pt x="24196" y="21288"/>
                  </a:cubicBezTo>
                  <a:cubicBezTo>
                    <a:pt x="28262" y="16658"/>
                    <a:pt x="28705" y="10089"/>
                    <a:pt x="25745" y="5051"/>
                  </a:cubicBezTo>
                  <a:cubicBezTo>
                    <a:pt x="25277" y="4480"/>
                    <a:pt x="24762" y="3949"/>
                    <a:pt x="24205" y="3465"/>
                  </a:cubicBezTo>
                  <a:cubicBezTo>
                    <a:pt x="23674" y="2996"/>
                    <a:pt x="23106" y="2569"/>
                    <a:pt x="22508" y="2185"/>
                  </a:cubicBezTo>
                  <a:cubicBezTo>
                    <a:pt x="21922" y="1809"/>
                    <a:pt x="21305" y="1479"/>
                    <a:pt x="20668" y="1195"/>
                  </a:cubicBezTo>
                  <a:cubicBezTo>
                    <a:pt x="20236" y="1003"/>
                    <a:pt x="19795" y="835"/>
                    <a:pt x="19347" y="687"/>
                  </a:cubicBezTo>
                  <a:cubicBezTo>
                    <a:pt x="18100" y="280"/>
                    <a:pt x="16803" y="52"/>
                    <a:pt x="15491" y="8"/>
                  </a:cubicBezTo>
                  <a:cubicBezTo>
                    <a:pt x="15336" y="3"/>
                    <a:pt x="15180" y="0"/>
                    <a:pt x="15025"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4"/>
            <p:cNvSpPr/>
            <p:nvPr/>
          </p:nvSpPr>
          <p:spPr>
            <a:xfrm>
              <a:off x="1755500" y="2300325"/>
              <a:ext cx="740400" cy="695775"/>
            </a:xfrm>
            <a:custGeom>
              <a:rect b="b" l="l" r="r" t="t"/>
              <a:pathLst>
                <a:path extrusionOk="0" h="27831" w="29616">
                  <a:moveTo>
                    <a:pt x="14709" y="1"/>
                  </a:moveTo>
                  <a:cubicBezTo>
                    <a:pt x="10711" y="1"/>
                    <a:pt x="6906" y="1725"/>
                    <a:pt x="4270" y="4732"/>
                  </a:cubicBezTo>
                  <a:cubicBezTo>
                    <a:pt x="1084" y="8350"/>
                    <a:pt x="1" y="13360"/>
                    <a:pt x="1409" y="17972"/>
                  </a:cubicBezTo>
                  <a:cubicBezTo>
                    <a:pt x="2162" y="20449"/>
                    <a:pt x="3591" y="22666"/>
                    <a:pt x="5538" y="24372"/>
                  </a:cubicBezTo>
                  <a:cubicBezTo>
                    <a:pt x="5852" y="24649"/>
                    <a:pt x="6186" y="24919"/>
                    <a:pt x="6533" y="25169"/>
                  </a:cubicBezTo>
                  <a:cubicBezTo>
                    <a:pt x="7590" y="25942"/>
                    <a:pt x="8754" y="26561"/>
                    <a:pt x="9987" y="27009"/>
                  </a:cubicBezTo>
                  <a:cubicBezTo>
                    <a:pt x="10428" y="27166"/>
                    <a:pt x="10883" y="27304"/>
                    <a:pt x="11340" y="27418"/>
                  </a:cubicBezTo>
                  <a:cubicBezTo>
                    <a:pt x="12017" y="27586"/>
                    <a:pt x="12707" y="27704"/>
                    <a:pt x="13402" y="27769"/>
                  </a:cubicBezTo>
                  <a:cubicBezTo>
                    <a:pt x="13838" y="27810"/>
                    <a:pt x="14282" y="27831"/>
                    <a:pt x="14720" y="27831"/>
                  </a:cubicBezTo>
                  <a:cubicBezTo>
                    <a:pt x="14724" y="27831"/>
                    <a:pt x="14728" y="27831"/>
                    <a:pt x="14732" y="27831"/>
                  </a:cubicBezTo>
                  <a:cubicBezTo>
                    <a:pt x="20119" y="27831"/>
                    <a:pt x="25025" y="24719"/>
                    <a:pt x="27318" y="19844"/>
                  </a:cubicBezTo>
                  <a:cubicBezTo>
                    <a:pt x="29616" y="14965"/>
                    <a:pt x="28886" y="9200"/>
                    <a:pt x="25446" y="5048"/>
                  </a:cubicBezTo>
                  <a:cubicBezTo>
                    <a:pt x="24977" y="4478"/>
                    <a:pt x="24462" y="3947"/>
                    <a:pt x="23908" y="3462"/>
                  </a:cubicBezTo>
                  <a:cubicBezTo>
                    <a:pt x="23374" y="2993"/>
                    <a:pt x="22806" y="2566"/>
                    <a:pt x="22211" y="2185"/>
                  </a:cubicBezTo>
                  <a:cubicBezTo>
                    <a:pt x="21622" y="1809"/>
                    <a:pt x="21008" y="1476"/>
                    <a:pt x="20370" y="1194"/>
                  </a:cubicBezTo>
                  <a:cubicBezTo>
                    <a:pt x="19925" y="998"/>
                    <a:pt x="19484" y="827"/>
                    <a:pt x="19050" y="686"/>
                  </a:cubicBezTo>
                  <a:cubicBezTo>
                    <a:pt x="17803" y="280"/>
                    <a:pt x="16505" y="51"/>
                    <a:pt x="15196" y="10"/>
                  </a:cubicBezTo>
                  <a:cubicBezTo>
                    <a:pt x="15041" y="3"/>
                    <a:pt x="14882" y="1"/>
                    <a:pt x="14725" y="1"/>
                  </a:cubicBezTo>
                  <a:cubicBezTo>
                    <a:pt x="14720" y="1"/>
                    <a:pt x="14714" y="1"/>
                    <a:pt x="14709"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4"/>
            <p:cNvSpPr/>
            <p:nvPr/>
          </p:nvSpPr>
          <p:spPr>
            <a:xfrm>
              <a:off x="1748125" y="2300150"/>
              <a:ext cx="751300" cy="696125"/>
            </a:xfrm>
            <a:custGeom>
              <a:rect b="b" l="l" r="r" t="t"/>
              <a:pathLst>
                <a:path extrusionOk="0" h="27845" w="30052">
                  <a:moveTo>
                    <a:pt x="15005" y="15"/>
                  </a:moveTo>
                  <a:cubicBezTo>
                    <a:pt x="15010" y="15"/>
                    <a:pt x="15015" y="15"/>
                    <a:pt x="15020" y="15"/>
                  </a:cubicBezTo>
                  <a:cubicBezTo>
                    <a:pt x="15177" y="15"/>
                    <a:pt x="15334" y="17"/>
                    <a:pt x="15491" y="21"/>
                  </a:cubicBezTo>
                  <a:cubicBezTo>
                    <a:pt x="16800" y="65"/>
                    <a:pt x="18098" y="294"/>
                    <a:pt x="19342" y="700"/>
                  </a:cubicBezTo>
                  <a:cubicBezTo>
                    <a:pt x="19774" y="841"/>
                    <a:pt x="20218" y="1012"/>
                    <a:pt x="20663" y="1208"/>
                  </a:cubicBezTo>
                  <a:cubicBezTo>
                    <a:pt x="21300" y="1490"/>
                    <a:pt x="21915" y="1820"/>
                    <a:pt x="22503" y="2197"/>
                  </a:cubicBezTo>
                  <a:cubicBezTo>
                    <a:pt x="23099" y="2580"/>
                    <a:pt x="23667" y="3007"/>
                    <a:pt x="24198" y="3476"/>
                  </a:cubicBezTo>
                  <a:cubicBezTo>
                    <a:pt x="24752" y="3961"/>
                    <a:pt x="25267" y="4489"/>
                    <a:pt x="25736" y="5060"/>
                  </a:cubicBezTo>
                  <a:cubicBezTo>
                    <a:pt x="26789" y="6327"/>
                    <a:pt x="27606" y="7773"/>
                    <a:pt x="28147" y="9329"/>
                  </a:cubicBezTo>
                  <a:cubicBezTo>
                    <a:pt x="29638" y="13584"/>
                    <a:pt x="28973" y="18297"/>
                    <a:pt x="26364" y="21975"/>
                  </a:cubicBezTo>
                  <a:cubicBezTo>
                    <a:pt x="23756" y="25652"/>
                    <a:pt x="19529" y="27833"/>
                    <a:pt x="15023" y="27833"/>
                  </a:cubicBezTo>
                  <a:cubicBezTo>
                    <a:pt x="15020" y="27833"/>
                    <a:pt x="15018" y="27833"/>
                    <a:pt x="15015" y="27833"/>
                  </a:cubicBezTo>
                  <a:cubicBezTo>
                    <a:pt x="14577" y="27833"/>
                    <a:pt x="14133" y="27812"/>
                    <a:pt x="13697" y="27771"/>
                  </a:cubicBezTo>
                  <a:cubicBezTo>
                    <a:pt x="13002" y="27706"/>
                    <a:pt x="12312" y="27589"/>
                    <a:pt x="11635" y="27420"/>
                  </a:cubicBezTo>
                  <a:cubicBezTo>
                    <a:pt x="11180" y="27307"/>
                    <a:pt x="10725" y="27168"/>
                    <a:pt x="10282" y="27011"/>
                  </a:cubicBezTo>
                  <a:cubicBezTo>
                    <a:pt x="9051" y="26563"/>
                    <a:pt x="7888" y="25945"/>
                    <a:pt x="6830" y="25173"/>
                  </a:cubicBezTo>
                  <a:cubicBezTo>
                    <a:pt x="6486" y="24922"/>
                    <a:pt x="6151" y="24654"/>
                    <a:pt x="5835" y="24374"/>
                  </a:cubicBezTo>
                  <a:cubicBezTo>
                    <a:pt x="3888" y="22670"/>
                    <a:pt x="2459" y="20454"/>
                    <a:pt x="1706" y="17979"/>
                  </a:cubicBezTo>
                  <a:cubicBezTo>
                    <a:pt x="420" y="13760"/>
                    <a:pt x="1210" y="9184"/>
                    <a:pt x="3835" y="5642"/>
                  </a:cubicBezTo>
                  <a:cubicBezTo>
                    <a:pt x="6458" y="2103"/>
                    <a:pt x="10601" y="15"/>
                    <a:pt x="15005" y="15"/>
                  </a:cubicBezTo>
                  <a:close/>
                  <a:moveTo>
                    <a:pt x="15020" y="1"/>
                  </a:moveTo>
                  <a:lnTo>
                    <a:pt x="15020" y="3"/>
                  </a:lnTo>
                  <a:cubicBezTo>
                    <a:pt x="11155" y="3"/>
                    <a:pt x="7310" y="1603"/>
                    <a:pt x="4560" y="4736"/>
                  </a:cubicBezTo>
                  <a:cubicBezTo>
                    <a:pt x="159" y="9745"/>
                    <a:pt x="0" y="17023"/>
                    <a:pt x="3801" y="22176"/>
                  </a:cubicBezTo>
                  <a:cubicBezTo>
                    <a:pt x="4394" y="22984"/>
                    <a:pt x="5073" y="23723"/>
                    <a:pt x="5828" y="24384"/>
                  </a:cubicBezTo>
                  <a:cubicBezTo>
                    <a:pt x="6149" y="24668"/>
                    <a:pt x="6484" y="24933"/>
                    <a:pt x="6823" y="25180"/>
                  </a:cubicBezTo>
                  <a:cubicBezTo>
                    <a:pt x="7883" y="25954"/>
                    <a:pt x="9047" y="26575"/>
                    <a:pt x="10280" y="27021"/>
                  </a:cubicBezTo>
                  <a:cubicBezTo>
                    <a:pt x="10725" y="27180"/>
                    <a:pt x="11178" y="27318"/>
                    <a:pt x="11633" y="27432"/>
                  </a:cubicBezTo>
                  <a:cubicBezTo>
                    <a:pt x="12312" y="27600"/>
                    <a:pt x="13000" y="27718"/>
                    <a:pt x="13697" y="27782"/>
                  </a:cubicBezTo>
                  <a:cubicBezTo>
                    <a:pt x="14136" y="27824"/>
                    <a:pt x="14574" y="27845"/>
                    <a:pt x="15015" y="27845"/>
                  </a:cubicBezTo>
                  <a:cubicBezTo>
                    <a:pt x="18881" y="27845"/>
                    <a:pt x="22725" y="26245"/>
                    <a:pt x="25475" y="23111"/>
                  </a:cubicBezTo>
                  <a:cubicBezTo>
                    <a:pt x="30051" y="17900"/>
                    <a:pt x="30035" y="10227"/>
                    <a:pt x="25745" y="5050"/>
                  </a:cubicBezTo>
                  <a:cubicBezTo>
                    <a:pt x="25277" y="4482"/>
                    <a:pt x="24762" y="3951"/>
                    <a:pt x="24205" y="3464"/>
                  </a:cubicBezTo>
                  <a:cubicBezTo>
                    <a:pt x="23672" y="2995"/>
                    <a:pt x="23106" y="2568"/>
                    <a:pt x="22508" y="2185"/>
                  </a:cubicBezTo>
                  <a:cubicBezTo>
                    <a:pt x="21922" y="1809"/>
                    <a:pt x="21305" y="1478"/>
                    <a:pt x="20668" y="1197"/>
                  </a:cubicBezTo>
                  <a:cubicBezTo>
                    <a:pt x="20236" y="1005"/>
                    <a:pt x="19795" y="834"/>
                    <a:pt x="19347" y="689"/>
                  </a:cubicBezTo>
                  <a:cubicBezTo>
                    <a:pt x="18100" y="280"/>
                    <a:pt x="16803" y="52"/>
                    <a:pt x="15491" y="10"/>
                  </a:cubicBezTo>
                  <a:cubicBezTo>
                    <a:pt x="15334" y="5"/>
                    <a:pt x="15177" y="1"/>
                    <a:pt x="1502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4"/>
            <p:cNvSpPr/>
            <p:nvPr/>
          </p:nvSpPr>
          <p:spPr>
            <a:xfrm>
              <a:off x="1828875" y="2353550"/>
              <a:ext cx="589400" cy="589400"/>
            </a:xfrm>
            <a:custGeom>
              <a:rect b="b" l="l" r="r" t="t"/>
              <a:pathLst>
                <a:path extrusionOk="0" fill="none" h="23576" w="23576">
                  <a:moveTo>
                    <a:pt x="20123" y="3452"/>
                  </a:moveTo>
                  <a:cubicBezTo>
                    <a:pt x="22333" y="5662"/>
                    <a:pt x="23575" y="8662"/>
                    <a:pt x="23575" y="11788"/>
                  </a:cubicBezTo>
                  <a:cubicBezTo>
                    <a:pt x="23575" y="14914"/>
                    <a:pt x="22333" y="17911"/>
                    <a:pt x="20123" y="20121"/>
                  </a:cubicBezTo>
                  <a:cubicBezTo>
                    <a:pt x="17911" y="22333"/>
                    <a:pt x="14914" y="23575"/>
                    <a:pt x="11788" y="23575"/>
                  </a:cubicBezTo>
                  <a:cubicBezTo>
                    <a:pt x="8661" y="23575"/>
                    <a:pt x="5664" y="22333"/>
                    <a:pt x="3452" y="20121"/>
                  </a:cubicBezTo>
                  <a:cubicBezTo>
                    <a:pt x="1243" y="17911"/>
                    <a:pt x="0" y="14914"/>
                    <a:pt x="0" y="11788"/>
                  </a:cubicBezTo>
                  <a:cubicBezTo>
                    <a:pt x="0" y="8662"/>
                    <a:pt x="1243" y="5662"/>
                    <a:pt x="3452" y="3452"/>
                  </a:cubicBezTo>
                  <a:cubicBezTo>
                    <a:pt x="5664" y="1243"/>
                    <a:pt x="8661" y="1"/>
                    <a:pt x="11788" y="1"/>
                  </a:cubicBezTo>
                  <a:cubicBezTo>
                    <a:pt x="14914" y="1"/>
                    <a:pt x="17911" y="1243"/>
                    <a:pt x="20123" y="3452"/>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4"/>
            <p:cNvSpPr/>
            <p:nvPr/>
          </p:nvSpPr>
          <p:spPr>
            <a:xfrm>
              <a:off x="1854800" y="2392075"/>
              <a:ext cx="553825" cy="513575"/>
            </a:xfrm>
            <a:custGeom>
              <a:rect b="b" l="l" r="r" t="t"/>
              <a:pathLst>
                <a:path extrusionOk="0" h="20543" w="22153">
                  <a:moveTo>
                    <a:pt x="10769" y="1"/>
                  </a:moveTo>
                  <a:cubicBezTo>
                    <a:pt x="10066" y="1"/>
                    <a:pt x="9353" y="73"/>
                    <a:pt x="8640" y="224"/>
                  </a:cubicBezTo>
                  <a:cubicBezTo>
                    <a:pt x="3496" y="1311"/>
                    <a:pt x="0" y="6102"/>
                    <a:pt x="543" y="11330"/>
                  </a:cubicBezTo>
                  <a:cubicBezTo>
                    <a:pt x="1083" y="16560"/>
                    <a:pt x="5489" y="20536"/>
                    <a:pt x="10746" y="20543"/>
                  </a:cubicBezTo>
                  <a:cubicBezTo>
                    <a:pt x="10752" y="20543"/>
                    <a:pt x="10757" y="20543"/>
                    <a:pt x="10763" y="20543"/>
                  </a:cubicBezTo>
                  <a:cubicBezTo>
                    <a:pt x="12195" y="20543"/>
                    <a:pt x="13614" y="20243"/>
                    <a:pt x="14925" y="19661"/>
                  </a:cubicBezTo>
                  <a:cubicBezTo>
                    <a:pt x="19733" y="17529"/>
                    <a:pt x="22152" y="12113"/>
                    <a:pt x="20536" y="7111"/>
                  </a:cubicBezTo>
                  <a:cubicBezTo>
                    <a:pt x="19144" y="2803"/>
                    <a:pt x="15140" y="1"/>
                    <a:pt x="10769"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4"/>
            <p:cNvSpPr/>
            <p:nvPr/>
          </p:nvSpPr>
          <p:spPr>
            <a:xfrm>
              <a:off x="1836200" y="2390675"/>
              <a:ext cx="574725" cy="515125"/>
            </a:xfrm>
            <a:custGeom>
              <a:rect b="b" l="l" r="r" t="t"/>
              <a:pathLst>
                <a:path extrusionOk="0" h="20605" w="22989">
                  <a:moveTo>
                    <a:pt x="9338" y="226"/>
                  </a:moveTo>
                  <a:cubicBezTo>
                    <a:pt x="4666" y="1196"/>
                    <a:pt x="1150" y="5334"/>
                    <a:pt x="1148" y="10298"/>
                  </a:cubicBezTo>
                  <a:cubicBezTo>
                    <a:pt x="1146" y="15415"/>
                    <a:pt x="4876" y="19657"/>
                    <a:pt x="9761" y="20458"/>
                  </a:cubicBezTo>
                  <a:lnTo>
                    <a:pt x="9761" y="20458"/>
                  </a:lnTo>
                  <a:cubicBezTo>
                    <a:pt x="7896" y="20140"/>
                    <a:pt x="6139" y="19311"/>
                    <a:pt x="4695" y="18043"/>
                  </a:cubicBezTo>
                  <a:cubicBezTo>
                    <a:pt x="421" y="14286"/>
                    <a:pt x="1" y="7777"/>
                    <a:pt x="3755" y="3503"/>
                  </a:cubicBezTo>
                  <a:cubicBezTo>
                    <a:pt x="5228" y="1823"/>
                    <a:pt x="7191" y="684"/>
                    <a:pt x="9338" y="226"/>
                  </a:cubicBezTo>
                  <a:close/>
                  <a:moveTo>
                    <a:pt x="11483" y="0"/>
                  </a:moveTo>
                  <a:cubicBezTo>
                    <a:pt x="10756" y="0"/>
                    <a:pt x="10038" y="77"/>
                    <a:pt x="9338" y="226"/>
                  </a:cubicBezTo>
                  <a:lnTo>
                    <a:pt x="9338" y="226"/>
                  </a:lnTo>
                  <a:cubicBezTo>
                    <a:pt x="10017" y="86"/>
                    <a:pt x="10720" y="12"/>
                    <a:pt x="11440" y="12"/>
                  </a:cubicBezTo>
                  <a:cubicBezTo>
                    <a:pt x="11460" y="12"/>
                    <a:pt x="11479" y="12"/>
                    <a:pt x="11499" y="12"/>
                  </a:cubicBezTo>
                  <a:cubicBezTo>
                    <a:pt x="11501" y="12"/>
                    <a:pt x="11502" y="12"/>
                    <a:pt x="11504" y="12"/>
                  </a:cubicBezTo>
                  <a:cubicBezTo>
                    <a:pt x="16773" y="12"/>
                    <a:pt x="21193" y="3994"/>
                    <a:pt x="21740" y="9236"/>
                  </a:cubicBezTo>
                  <a:cubicBezTo>
                    <a:pt x="22285" y="14480"/>
                    <a:pt x="18780" y="19290"/>
                    <a:pt x="13619" y="20372"/>
                  </a:cubicBezTo>
                  <a:cubicBezTo>
                    <a:pt x="12919" y="20520"/>
                    <a:pt x="12206" y="20594"/>
                    <a:pt x="11490" y="20594"/>
                  </a:cubicBezTo>
                  <a:cubicBezTo>
                    <a:pt x="11473" y="20594"/>
                    <a:pt x="11456" y="20594"/>
                    <a:pt x="11439" y="20594"/>
                  </a:cubicBezTo>
                  <a:cubicBezTo>
                    <a:pt x="10868" y="20594"/>
                    <a:pt x="10307" y="20548"/>
                    <a:pt x="9761" y="20458"/>
                  </a:cubicBezTo>
                  <a:lnTo>
                    <a:pt x="9761" y="20458"/>
                  </a:lnTo>
                  <a:cubicBezTo>
                    <a:pt x="10329" y="20555"/>
                    <a:pt x="10907" y="20604"/>
                    <a:pt x="11490" y="20604"/>
                  </a:cubicBezTo>
                  <a:cubicBezTo>
                    <a:pt x="11713" y="20604"/>
                    <a:pt x="11936" y="20597"/>
                    <a:pt x="12160" y="20583"/>
                  </a:cubicBezTo>
                  <a:cubicBezTo>
                    <a:pt x="14887" y="20407"/>
                    <a:pt x="17431" y="19156"/>
                    <a:pt x="19234" y="17103"/>
                  </a:cubicBezTo>
                  <a:cubicBezTo>
                    <a:pt x="22989" y="12829"/>
                    <a:pt x="22569" y="6320"/>
                    <a:pt x="18295" y="2563"/>
                  </a:cubicBezTo>
                  <a:cubicBezTo>
                    <a:pt x="16420" y="912"/>
                    <a:pt x="14006" y="0"/>
                    <a:pt x="11509" y="0"/>
                  </a:cubicBezTo>
                  <a:cubicBezTo>
                    <a:pt x="11506" y="0"/>
                    <a:pt x="11503" y="0"/>
                    <a:pt x="11499" y="0"/>
                  </a:cubicBezTo>
                  <a:cubicBezTo>
                    <a:pt x="11494" y="0"/>
                    <a:pt x="11489" y="0"/>
                    <a:pt x="1148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4"/>
            <p:cNvSpPr/>
            <p:nvPr/>
          </p:nvSpPr>
          <p:spPr>
            <a:xfrm>
              <a:off x="1918750" y="2300450"/>
              <a:ext cx="313075" cy="675175"/>
            </a:xfrm>
            <a:custGeom>
              <a:rect b="b" l="l" r="r" t="t"/>
              <a:pathLst>
                <a:path extrusionOk="0" h="27007" w="12523">
                  <a:moveTo>
                    <a:pt x="8666" y="0"/>
                  </a:moveTo>
                  <a:lnTo>
                    <a:pt x="0" y="25168"/>
                  </a:lnTo>
                  <a:cubicBezTo>
                    <a:pt x="1058" y="25942"/>
                    <a:pt x="2222" y="26561"/>
                    <a:pt x="3455" y="27006"/>
                  </a:cubicBezTo>
                  <a:lnTo>
                    <a:pt x="12522" y="677"/>
                  </a:lnTo>
                  <a:cubicBezTo>
                    <a:pt x="11275" y="270"/>
                    <a:pt x="9978" y="42"/>
                    <a:pt x="8666"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4"/>
            <p:cNvSpPr/>
            <p:nvPr/>
          </p:nvSpPr>
          <p:spPr>
            <a:xfrm>
              <a:off x="2039000" y="2330125"/>
              <a:ext cx="271850" cy="664550"/>
            </a:xfrm>
            <a:custGeom>
              <a:rect b="b" l="l" r="r" t="t"/>
              <a:pathLst>
                <a:path extrusionOk="0" h="26582" w="10874">
                  <a:moveTo>
                    <a:pt x="9033" y="0"/>
                  </a:moveTo>
                  <a:lnTo>
                    <a:pt x="0" y="26233"/>
                  </a:lnTo>
                  <a:cubicBezTo>
                    <a:pt x="677" y="26401"/>
                    <a:pt x="1365" y="26517"/>
                    <a:pt x="2060" y="26581"/>
                  </a:cubicBezTo>
                  <a:lnTo>
                    <a:pt x="10873" y="988"/>
                  </a:lnTo>
                  <a:cubicBezTo>
                    <a:pt x="10287" y="612"/>
                    <a:pt x="9670" y="282"/>
                    <a:pt x="9033"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4"/>
            <p:cNvSpPr/>
            <p:nvPr/>
          </p:nvSpPr>
          <p:spPr>
            <a:xfrm>
              <a:off x="1717700" y="2254700"/>
              <a:ext cx="674075" cy="599875"/>
            </a:xfrm>
            <a:custGeom>
              <a:rect b="b" l="l" r="r" t="t"/>
              <a:pathLst>
                <a:path extrusionOk="0" h="23995" w="26963">
                  <a:moveTo>
                    <a:pt x="14948" y="0"/>
                  </a:moveTo>
                  <a:cubicBezTo>
                    <a:pt x="11086" y="0"/>
                    <a:pt x="7245" y="1602"/>
                    <a:pt x="4498" y="4730"/>
                  </a:cubicBezTo>
                  <a:cubicBezTo>
                    <a:pt x="0" y="9849"/>
                    <a:pt x="767" y="18552"/>
                    <a:pt x="5018" y="23994"/>
                  </a:cubicBezTo>
                  <a:cubicBezTo>
                    <a:pt x="1219" y="18841"/>
                    <a:pt x="1379" y="11563"/>
                    <a:pt x="5777" y="6554"/>
                  </a:cubicBezTo>
                  <a:cubicBezTo>
                    <a:pt x="8530" y="3420"/>
                    <a:pt x="12377" y="1820"/>
                    <a:pt x="16242" y="1820"/>
                  </a:cubicBezTo>
                  <a:cubicBezTo>
                    <a:pt x="16397" y="1820"/>
                    <a:pt x="16553" y="1823"/>
                    <a:pt x="16708" y="1828"/>
                  </a:cubicBezTo>
                  <a:cubicBezTo>
                    <a:pt x="18020" y="1872"/>
                    <a:pt x="19317" y="2100"/>
                    <a:pt x="20564" y="2507"/>
                  </a:cubicBezTo>
                  <a:cubicBezTo>
                    <a:pt x="21012" y="2655"/>
                    <a:pt x="21453" y="2823"/>
                    <a:pt x="21885" y="3015"/>
                  </a:cubicBezTo>
                  <a:cubicBezTo>
                    <a:pt x="22522" y="3299"/>
                    <a:pt x="23139" y="3629"/>
                    <a:pt x="23725" y="4005"/>
                  </a:cubicBezTo>
                  <a:cubicBezTo>
                    <a:pt x="24323" y="4389"/>
                    <a:pt x="24891" y="4816"/>
                    <a:pt x="25422" y="5285"/>
                  </a:cubicBezTo>
                  <a:cubicBezTo>
                    <a:pt x="25979" y="5769"/>
                    <a:pt x="26494" y="6300"/>
                    <a:pt x="26962" y="6871"/>
                  </a:cubicBezTo>
                  <a:cubicBezTo>
                    <a:pt x="26210" y="5592"/>
                    <a:pt x="25258" y="4439"/>
                    <a:pt x="24143" y="3463"/>
                  </a:cubicBezTo>
                  <a:cubicBezTo>
                    <a:pt x="23610" y="2994"/>
                    <a:pt x="23042" y="2567"/>
                    <a:pt x="22446" y="2184"/>
                  </a:cubicBezTo>
                  <a:cubicBezTo>
                    <a:pt x="21857" y="1807"/>
                    <a:pt x="21243" y="1477"/>
                    <a:pt x="20603" y="1193"/>
                  </a:cubicBezTo>
                  <a:cubicBezTo>
                    <a:pt x="20172" y="1001"/>
                    <a:pt x="19731" y="830"/>
                    <a:pt x="19283" y="685"/>
                  </a:cubicBezTo>
                  <a:cubicBezTo>
                    <a:pt x="18038" y="279"/>
                    <a:pt x="16740" y="50"/>
                    <a:pt x="15429" y="8"/>
                  </a:cubicBezTo>
                  <a:cubicBezTo>
                    <a:pt x="15269" y="3"/>
                    <a:pt x="15108" y="0"/>
                    <a:pt x="14948"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34"/>
          <p:cNvGrpSpPr/>
          <p:nvPr/>
        </p:nvGrpSpPr>
        <p:grpSpPr>
          <a:xfrm rot="-1142849">
            <a:off x="5618501" y="1761512"/>
            <a:ext cx="676095" cy="397557"/>
            <a:chOff x="3588600" y="2424575"/>
            <a:chExt cx="1002475" cy="589475"/>
          </a:xfrm>
        </p:grpSpPr>
        <p:sp>
          <p:nvSpPr>
            <p:cNvPr id="844" name="Google Shape;844;p34"/>
            <p:cNvSpPr/>
            <p:nvPr/>
          </p:nvSpPr>
          <p:spPr>
            <a:xfrm>
              <a:off x="3588600" y="2424575"/>
              <a:ext cx="1002475" cy="560325"/>
            </a:xfrm>
            <a:custGeom>
              <a:rect b="b" l="l" r="r" t="t"/>
              <a:pathLst>
                <a:path extrusionOk="0" h="22413" w="40099">
                  <a:moveTo>
                    <a:pt x="27641" y="1"/>
                  </a:moveTo>
                  <a:cubicBezTo>
                    <a:pt x="27012" y="1"/>
                    <a:pt x="26337" y="29"/>
                    <a:pt x="25612" y="87"/>
                  </a:cubicBezTo>
                  <a:cubicBezTo>
                    <a:pt x="20336" y="514"/>
                    <a:pt x="3522" y="5460"/>
                    <a:pt x="3792" y="14946"/>
                  </a:cubicBezTo>
                  <a:cubicBezTo>
                    <a:pt x="3942" y="20169"/>
                    <a:pt x="8167" y="22413"/>
                    <a:pt x="8167" y="22413"/>
                  </a:cubicBezTo>
                  <a:cubicBezTo>
                    <a:pt x="8167" y="22413"/>
                    <a:pt x="1" y="9286"/>
                    <a:pt x="29867" y="5871"/>
                  </a:cubicBezTo>
                  <a:cubicBezTo>
                    <a:pt x="30556" y="5793"/>
                    <a:pt x="31186" y="5756"/>
                    <a:pt x="31760" y="5756"/>
                  </a:cubicBezTo>
                  <a:cubicBezTo>
                    <a:pt x="39561" y="5756"/>
                    <a:pt x="37224" y="12517"/>
                    <a:pt x="37224" y="12517"/>
                  </a:cubicBezTo>
                  <a:cubicBezTo>
                    <a:pt x="37224" y="12517"/>
                    <a:pt x="40098" y="9727"/>
                    <a:pt x="37048" y="4948"/>
                  </a:cubicBezTo>
                  <a:cubicBezTo>
                    <a:pt x="35725" y="2876"/>
                    <a:pt x="34060" y="1"/>
                    <a:pt x="27641"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4"/>
            <p:cNvSpPr/>
            <p:nvPr/>
          </p:nvSpPr>
          <p:spPr>
            <a:xfrm>
              <a:off x="3728825" y="2541225"/>
              <a:ext cx="821900" cy="472725"/>
            </a:xfrm>
            <a:custGeom>
              <a:rect b="b" l="l" r="r" t="t"/>
              <a:pathLst>
                <a:path extrusionOk="0" h="18909" w="32876">
                  <a:moveTo>
                    <a:pt x="24519" y="0"/>
                  </a:moveTo>
                  <a:cubicBezTo>
                    <a:pt x="22919" y="0"/>
                    <a:pt x="21194" y="178"/>
                    <a:pt x="19393" y="527"/>
                  </a:cubicBezTo>
                  <a:cubicBezTo>
                    <a:pt x="17470" y="903"/>
                    <a:pt x="15581" y="1434"/>
                    <a:pt x="13743" y="2117"/>
                  </a:cubicBezTo>
                  <a:cubicBezTo>
                    <a:pt x="12517" y="2568"/>
                    <a:pt x="11316" y="3085"/>
                    <a:pt x="10146" y="3664"/>
                  </a:cubicBezTo>
                  <a:cubicBezTo>
                    <a:pt x="8673" y="4389"/>
                    <a:pt x="7303" y="5193"/>
                    <a:pt x="6080" y="6052"/>
                  </a:cubicBezTo>
                  <a:cubicBezTo>
                    <a:pt x="5422" y="6507"/>
                    <a:pt x="4803" y="6980"/>
                    <a:pt x="4242" y="7458"/>
                  </a:cubicBezTo>
                  <a:cubicBezTo>
                    <a:pt x="2210" y="9183"/>
                    <a:pt x="857" y="10968"/>
                    <a:pt x="330" y="12621"/>
                  </a:cubicBezTo>
                  <a:cubicBezTo>
                    <a:pt x="5" y="13632"/>
                    <a:pt x="0" y="14574"/>
                    <a:pt x="309" y="15415"/>
                  </a:cubicBezTo>
                  <a:cubicBezTo>
                    <a:pt x="1129" y="17636"/>
                    <a:pt x="4073" y="18908"/>
                    <a:pt x="8384" y="18908"/>
                  </a:cubicBezTo>
                  <a:cubicBezTo>
                    <a:pt x="9984" y="18908"/>
                    <a:pt x="11709" y="18731"/>
                    <a:pt x="13508" y="18382"/>
                  </a:cubicBezTo>
                  <a:cubicBezTo>
                    <a:pt x="15433" y="18006"/>
                    <a:pt x="17322" y="17472"/>
                    <a:pt x="19160" y="16789"/>
                  </a:cubicBezTo>
                  <a:cubicBezTo>
                    <a:pt x="19668" y="16602"/>
                    <a:pt x="20132" y="16419"/>
                    <a:pt x="20578" y="16232"/>
                  </a:cubicBezTo>
                  <a:lnTo>
                    <a:pt x="20580" y="16232"/>
                  </a:lnTo>
                  <a:cubicBezTo>
                    <a:pt x="23519" y="15015"/>
                    <a:pt x="26186" y="13466"/>
                    <a:pt x="28297" y="11753"/>
                  </a:cubicBezTo>
                  <a:cubicBezTo>
                    <a:pt x="28858" y="11298"/>
                    <a:pt x="29393" y="10813"/>
                    <a:pt x="29904" y="10303"/>
                  </a:cubicBezTo>
                  <a:cubicBezTo>
                    <a:pt x="30813" y="9384"/>
                    <a:pt x="31522" y="8462"/>
                    <a:pt x="32016" y="7567"/>
                  </a:cubicBezTo>
                  <a:cubicBezTo>
                    <a:pt x="32418" y="6835"/>
                    <a:pt x="32672" y="6121"/>
                    <a:pt x="32771" y="5447"/>
                  </a:cubicBezTo>
                  <a:cubicBezTo>
                    <a:pt x="32875" y="4752"/>
                    <a:pt x="32813" y="4094"/>
                    <a:pt x="32591" y="3494"/>
                  </a:cubicBezTo>
                  <a:cubicBezTo>
                    <a:pt x="31772" y="1275"/>
                    <a:pt x="28830" y="0"/>
                    <a:pt x="24519"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4"/>
            <p:cNvSpPr/>
            <p:nvPr/>
          </p:nvSpPr>
          <p:spPr>
            <a:xfrm>
              <a:off x="3728475" y="2541100"/>
              <a:ext cx="826625" cy="472950"/>
            </a:xfrm>
            <a:custGeom>
              <a:rect b="b" l="l" r="r" t="t"/>
              <a:pathLst>
                <a:path extrusionOk="0" h="18918" w="33065">
                  <a:moveTo>
                    <a:pt x="24533" y="12"/>
                  </a:moveTo>
                  <a:cubicBezTo>
                    <a:pt x="25568" y="12"/>
                    <a:pt x="26537" y="88"/>
                    <a:pt x="27422" y="236"/>
                  </a:cubicBezTo>
                  <a:cubicBezTo>
                    <a:pt x="28311" y="384"/>
                    <a:pt x="29112" y="605"/>
                    <a:pt x="29802" y="896"/>
                  </a:cubicBezTo>
                  <a:cubicBezTo>
                    <a:pt x="30506" y="1192"/>
                    <a:pt x="31100" y="1559"/>
                    <a:pt x="31566" y="1988"/>
                  </a:cubicBezTo>
                  <a:cubicBezTo>
                    <a:pt x="32044" y="2429"/>
                    <a:pt x="32393" y="2937"/>
                    <a:pt x="32601" y="3501"/>
                  </a:cubicBezTo>
                  <a:cubicBezTo>
                    <a:pt x="32822" y="4101"/>
                    <a:pt x="32882" y="4757"/>
                    <a:pt x="32781" y="5450"/>
                  </a:cubicBezTo>
                  <a:cubicBezTo>
                    <a:pt x="32679" y="6124"/>
                    <a:pt x="32425" y="6837"/>
                    <a:pt x="32026" y="7569"/>
                  </a:cubicBezTo>
                  <a:cubicBezTo>
                    <a:pt x="31532" y="8465"/>
                    <a:pt x="30823" y="9384"/>
                    <a:pt x="29915" y="10303"/>
                  </a:cubicBezTo>
                  <a:cubicBezTo>
                    <a:pt x="29405" y="10816"/>
                    <a:pt x="28869" y="11298"/>
                    <a:pt x="28308" y="11753"/>
                  </a:cubicBezTo>
                  <a:cubicBezTo>
                    <a:pt x="26200" y="13464"/>
                    <a:pt x="23531" y="15013"/>
                    <a:pt x="20594" y="16233"/>
                  </a:cubicBezTo>
                  <a:lnTo>
                    <a:pt x="20589" y="16235"/>
                  </a:lnTo>
                  <a:cubicBezTo>
                    <a:pt x="20144" y="16420"/>
                    <a:pt x="19682" y="16602"/>
                    <a:pt x="19174" y="16789"/>
                  </a:cubicBezTo>
                  <a:cubicBezTo>
                    <a:pt x="17336" y="17473"/>
                    <a:pt x="15447" y="18006"/>
                    <a:pt x="13522" y="18382"/>
                  </a:cubicBezTo>
                  <a:cubicBezTo>
                    <a:pt x="11721" y="18731"/>
                    <a:pt x="9998" y="18906"/>
                    <a:pt x="8398" y="18906"/>
                  </a:cubicBezTo>
                  <a:cubicBezTo>
                    <a:pt x="7364" y="18906"/>
                    <a:pt x="6391" y="18833"/>
                    <a:pt x="5509" y="18685"/>
                  </a:cubicBezTo>
                  <a:cubicBezTo>
                    <a:pt x="4620" y="18537"/>
                    <a:pt x="3819" y="18313"/>
                    <a:pt x="3129" y="18024"/>
                  </a:cubicBezTo>
                  <a:cubicBezTo>
                    <a:pt x="2425" y="17729"/>
                    <a:pt x="1831" y="17359"/>
                    <a:pt x="1365" y="16932"/>
                  </a:cubicBezTo>
                  <a:cubicBezTo>
                    <a:pt x="885" y="16491"/>
                    <a:pt x="538" y="15983"/>
                    <a:pt x="328" y="15420"/>
                  </a:cubicBezTo>
                  <a:cubicBezTo>
                    <a:pt x="19" y="14579"/>
                    <a:pt x="26" y="13640"/>
                    <a:pt x="349" y="12628"/>
                  </a:cubicBezTo>
                  <a:cubicBezTo>
                    <a:pt x="875" y="10977"/>
                    <a:pt x="2228" y="9193"/>
                    <a:pt x="4260" y="7468"/>
                  </a:cubicBezTo>
                  <a:cubicBezTo>
                    <a:pt x="4821" y="6992"/>
                    <a:pt x="5438" y="6519"/>
                    <a:pt x="6096" y="6062"/>
                  </a:cubicBezTo>
                  <a:cubicBezTo>
                    <a:pt x="7322" y="5203"/>
                    <a:pt x="8689" y="4401"/>
                    <a:pt x="10162" y="3674"/>
                  </a:cubicBezTo>
                  <a:cubicBezTo>
                    <a:pt x="11333" y="3094"/>
                    <a:pt x="12533" y="2580"/>
                    <a:pt x="13759" y="2129"/>
                  </a:cubicBezTo>
                  <a:cubicBezTo>
                    <a:pt x="15595" y="1446"/>
                    <a:pt x="17486" y="912"/>
                    <a:pt x="19407" y="536"/>
                  </a:cubicBezTo>
                  <a:cubicBezTo>
                    <a:pt x="21208" y="190"/>
                    <a:pt x="22933" y="12"/>
                    <a:pt x="24533" y="12"/>
                  </a:cubicBezTo>
                  <a:close/>
                  <a:moveTo>
                    <a:pt x="24533" y="0"/>
                  </a:moveTo>
                  <a:cubicBezTo>
                    <a:pt x="21377" y="0"/>
                    <a:pt x="17611" y="693"/>
                    <a:pt x="13755" y="2118"/>
                  </a:cubicBezTo>
                  <a:cubicBezTo>
                    <a:pt x="12529" y="2570"/>
                    <a:pt x="11328" y="3085"/>
                    <a:pt x="10157" y="3665"/>
                  </a:cubicBezTo>
                  <a:cubicBezTo>
                    <a:pt x="8668" y="4399"/>
                    <a:pt x="7301" y="5205"/>
                    <a:pt x="6091" y="6052"/>
                  </a:cubicBezTo>
                  <a:cubicBezTo>
                    <a:pt x="5431" y="6509"/>
                    <a:pt x="4814" y="6983"/>
                    <a:pt x="4253" y="7461"/>
                  </a:cubicBezTo>
                  <a:cubicBezTo>
                    <a:pt x="2249" y="9160"/>
                    <a:pt x="871" y="10952"/>
                    <a:pt x="340" y="12624"/>
                  </a:cubicBezTo>
                  <a:cubicBezTo>
                    <a:pt x="21" y="13614"/>
                    <a:pt x="0" y="14561"/>
                    <a:pt x="319" y="15424"/>
                  </a:cubicBezTo>
                  <a:cubicBezTo>
                    <a:pt x="1169" y="17724"/>
                    <a:pt x="4256" y="18918"/>
                    <a:pt x="8398" y="18918"/>
                  </a:cubicBezTo>
                  <a:cubicBezTo>
                    <a:pt x="11554" y="18918"/>
                    <a:pt x="15323" y="18225"/>
                    <a:pt x="19179" y="16801"/>
                  </a:cubicBezTo>
                  <a:cubicBezTo>
                    <a:pt x="19661" y="16623"/>
                    <a:pt x="20130" y="16438"/>
                    <a:pt x="20594" y="16244"/>
                  </a:cubicBezTo>
                  <a:lnTo>
                    <a:pt x="20596" y="16244"/>
                  </a:lnTo>
                  <a:cubicBezTo>
                    <a:pt x="23630" y="14986"/>
                    <a:pt x="26269" y="13425"/>
                    <a:pt x="28315" y="11762"/>
                  </a:cubicBezTo>
                  <a:cubicBezTo>
                    <a:pt x="28876" y="11308"/>
                    <a:pt x="29412" y="10825"/>
                    <a:pt x="29922" y="10312"/>
                  </a:cubicBezTo>
                  <a:cubicBezTo>
                    <a:pt x="30823" y="9400"/>
                    <a:pt x="31539" y="8479"/>
                    <a:pt x="32035" y="7576"/>
                  </a:cubicBezTo>
                  <a:cubicBezTo>
                    <a:pt x="32829" y="6126"/>
                    <a:pt x="33065" y="4725"/>
                    <a:pt x="32612" y="3499"/>
                  </a:cubicBezTo>
                  <a:cubicBezTo>
                    <a:pt x="31763" y="1196"/>
                    <a:pt x="28675" y="3"/>
                    <a:pt x="24533" y="3"/>
                  </a:cubicBezTo>
                  <a:lnTo>
                    <a:pt x="24533" y="0"/>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4"/>
            <p:cNvSpPr/>
            <p:nvPr/>
          </p:nvSpPr>
          <p:spPr>
            <a:xfrm>
              <a:off x="3839525" y="2619200"/>
              <a:ext cx="606025" cy="324450"/>
            </a:xfrm>
            <a:custGeom>
              <a:rect b="b" l="l" r="r" t="t"/>
              <a:pathLst>
                <a:path extrusionOk="0" h="12978" w="24241">
                  <a:moveTo>
                    <a:pt x="18484" y="0"/>
                  </a:moveTo>
                  <a:cubicBezTo>
                    <a:pt x="16067" y="0"/>
                    <a:pt x="13169" y="578"/>
                    <a:pt x="10324" y="1628"/>
                  </a:cubicBezTo>
                  <a:cubicBezTo>
                    <a:pt x="7216" y="2778"/>
                    <a:pt x="4478" y="4364"/>
                    <a:pt x="2619" y="6094"/>
                  </a:cubicBezTo>
                  <a:cubicBezTo>
                    <a:pt x="760" y="7823"/>
                    <a:pt x="1" y="9490"/>
                    <a:pt x="481" y="10788"/>
                  </a:cubicBezTo>
                  <a:cubicBezTo>
                    <a:pt x="742" y="11497"/>
                    <a:pt x="1351" y="12049"/>
                    <a:pt x="2291" y="12425"/>
                  </a:cubicBezTo>
                  <a:cubicBezTo>
                    <a:pt x="3199" y="12792"/>
                    <a:pt x="4367" y="12977"/>
                    <a:pt x="5757" y="12977"/>
                  </a:cubicBezTo>
                  <a:cubicBezTo>
                    <a:pt x="8177" y="12977"/>
                    <a:pt x="11072" y="12400"/>
                    <a:pt x="13917" y="11349"/>
                  </a:cubicBezTo>
                  <a:cubicBezTo>
                    <a:pt x="17025" y="10202"/>
                    <a:pt x="19763" y="8613"/>
                    <a:pt x="21622" y="6884"/>
                  </a:cubicBezTo>
                  <a:cubicBezTo>
                    <a:pt x="23481" y="5154"/>
                    <a:pt x="24240" y="3487"/>
                    <a:pt x="23762" y="2189"/>
                  </a:cubicBezTo>
                  <a:cubicBezTo>
                    <a:pt x="23499" y="1481"/>
                    <a:pt x="22892" y="931"/>
                    <a:pt x="21952" y="552"/>
                  </a:cubicBezTo>
                  <a:cubicBezTo>
                    <a:pt x="21042" y="185"/>
                    <a:pt x="19876" y="0"/>
                    <a:pt x="1848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4"/>
            <p:cNvSpPr/>
            <p:nvPr/>
          </p:nvSpPr>
          <p:spPr>
            <a:xfrm>
              <a:off x="3826550" y="2619025"/>
              <a:ext cx="632050" cy="324775"/>
            </a:xfrm>
            <a:custGeom>
              <a:rect b="b" l="l" r="r" t="t"/>
              <a:pathLst>
                <a:path extrusionOk="0" h="12991" w="25282">
                  <a:moveTo>
                    <a:pt x="19005" y="12"/>
                  </a:moveTo>
                  <a:cubicBezTo>
                    <a:pt x="20395" y="12"/>
                    <a:pt x="21561" y="199"/>
                    <a:pt x="22469" y="564"/>
                  </a:cubicBezTo>
                  <a:cubicBezTo>
                    <a:pt x="23406" y="943"/>
                    <a:pt x="24014" y="1492"/>
                    <a:pt x="24274" y="2199"/>
                  </a:cubicBezTo>
                  <a:cubicBezTo>
                    <a:pt x="24517" y="2852"/>
                    <a:pt x="24445" y="3600"/>
                    <a:pt x="24060" y="4420"/>
                  </a:cubicBezTo>
                  <a:cubicBezTo>
                    <a:pt x="23688" y="5214"/>
                    <a:pt x="23041" y="6046"/>
                    <a:pt x="22139" y="6886"/>
                  </a:cubicBezTo>
                  <a:cubicBezTo>
                    <a:pt x="21234" y="7726"/>
                    <a:pt x="20118" y="8537"/>
                    <a:pt x="18823" y="9294"/>
                  </a:cubicBezTo>
                  <a:cubicBezTo>
                    <a:pt x="17481" y="10077"/>
                    <a:pt x="16004" y="10770"/>
                    <a:pt x="14434" y="11349"/>
                  </a:cubicBezTo>
                  <a:cubicBezTo>
                    <a:pt x="11589" y="12400"/>
                    <a:pt x="8693" y="12977"/>
                    <a:pt x="6276" y="12977"/>
                  </a:cubicBezTo>
                  <a:cubicBezTo>
                    <a:pt x="4886" y="12977"/>
                    <a:pt x="3720" y="12792"/>
                    <a:pt x="2810" y="12428"/>
                  </a:cubicBezTo>
                  <a:cubicBezTo>
                    <a:pt x="1873" y="12049"/>
                    <a:pt x="1266" y="11499"/>
                    <a:pt x="1005" y="10793"/>
                  </a:cubicBezTo>
                  <a:cubicBezTo>
                    <a:pt x="762" y="10139"/>
                    <a:pt x="834" y="9391"/>
                    <a:pt x="1219" y="8569"/>
                  </a:cubicBezTo>
                  <a:cubicBezTo>
                    <a:pt x="1591" y="7775"/>
                    <a:pt x="2238" y="6946"/>
                    <a:pt x="3140" y="6106"/>
                  </a:cubicBezTo>
                  <a:cubicBezTo>
                    <a:pt x="4046" y="5265"/>
                    <a:pt x="5161" y="4452"/>
                    <a:pt x="6456" y="3697"/>
                  </a:cubicBezTo>
                  <a:cubicBezTo>
                    <a:pt x="7798" y="2912"/>
                    <a:pt x="9275" y="2222"/>
                    <a:pt x="10845" y="1640"/>
                  </a:cubicBezTo>
                  <a:cubicBezTo>
                    <a:pt x="13688" y="592"/>
                    <a:pt x="16586" y="12"/>
                    <a:pt x="19003" y="12"/>
                  </a:cubicBezTo>
                  <a:close/>
                  <a:moveTo>
                    <a:pt x="19003" y="1"/>
                  </a:moveTo>
                  <a:cubicBezTo>
                    <a:pt x="16669" y="1"/>
                    <a:pt x="13799" y="539"/>
                    <a:pt x="10843" y="1631"/>
                  </a:cubicBezTo>
                  <a:cubicBezTo>
                    <a:pt x="4410" y="4007"/>
                    <a:pt x="0" y="8110"/>
                    <a:pt x="993" y="10797"/>
                  </a:cubicBezTo>
                  <a:cubicBezTo>
                    <a:pt x="1529" y="12250"/>
                    <a:pt x="3533" y="12991"/>
                    <a:pt x="6276" y="12991"/>
                  </a:cubicBezTo>
                  <a:cubicBezTo>
                    <a:pt x="8610" y="12991"/>
                    <a:pt x="11480" y="12455"/>
                    <a:pt x="14438" y="11363"/>
                  </a:cubicBezTo>
                  <a:cubicBezTo>
                    <a:pt x="20871" y="8987"/>
                    <a:pt x="25281" y="4882"/>
                    <a:pt x="24288" y="2194"/>
                  </a:cubicBezTo>
                  <a:cubicBezTo>
                    <a:pt x="23750" y="742"/>
                    <a:pt x="21748" y="1"/>
                    <a:pt x="19003"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4"/>
            <p:cNvSpPr/>
            <p:nvPr/>
          </p:nvSpPr>
          <p:spPr>
            <a:xfrm>
              <a:off x="3793350" y="2581275"/>
              <a:ext cx="694500" cy="395675"/>
            </a:xfrm>
            <a:custGeom>
              <a:rect b="b" l="l" r="r" t="t"/>
              <a:pathLst>
                <a:path extrusionOk="0" fill="none" h="15827" w="27780">
                  <a:moveTo>
                    <a:pt x="27193" y="3000"/>
                  </a:moveTo>
                  <a:cubicBezTo>
                    <a:pt x="27780" y="4588"/>
                    <a:pt x="26942" y="6630"/>
                    <a:pt x="24861" y="8675"/>
                  </a:cubicBezTo>
                  <a:cubicBezTo>
                    <a:pt x="22783" y="10721"/>
                    <a:pt x="19631" y="12601"/>
                    <a:pt x="16103" y="13905"/>
                  </a:cubicBezTo>
                  <a:cubicBezTo>
                    <a:pt x="12575" y="15207"/>
                    <a:pt x="8957" y="15826"/>
                    <a:pt x="6048" y="15623"/>
                  </a:cubicBezTo>
                  <a:cubicBezTo>
                    <a:pt x="3138" y="15422"/>
                    <a:pt x="1173" y="14416"/>
                    <a:pt x="587" y="12827"/>
                  </a:cubicBezTo>
                  <a:cubicBezTo>
                    <a:pt x="1" y="11236"/>
                    <a:pt x="839" y="9195"/>
                    <a:pt x="2919" y="7149"/>
                  </a:cubicBezTo>
                  <a:cubicBezTo>
                    <a:pt x="4999" y="5106"/>
                    <a:pt x="8149" y="3224"/>
                    <a:pt x="11677" y="1922"/>
                  </a:cubicBezTo>
                  <a:cubicBezTo>
                    <a:pt x="15205" y="617"/>
                    <a:pt x="18823" y="0"/>
                    <a:pt x="21733" y="201"/>
                  </a:cubicBezTo>
                  <a:cubicBezTo>
                    <a:pt x="24642" y="405"/>
                    <a:pt x="26607" y="1411"/>
                    <a:pt x="27193" y="300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4"/>
            <p:cNvSpPr/>
            <p:nvPr/>
          </p:nvSpPr>
          <p:spPr>
            <a:xfrm>
              <a:off x="3681200" y="2703950"/>
              <a:ext cx="755175" cy="243275"/>
            </a:xfrm>
            <a:custGeom>
              <a:rect b="b" l="l" r="r" t="t"/>
              <a:pathLst>
                <a:path extrusionOk="0" h="9731" w="30207">
                  <a:moveTo>
                    <a:pt x="926" y="0"/>
                  </a:moveTo>
                  <a:cubicBezTo>
                    <a:pt x="129" y="1312"/>
                    <a:pt x="0" y="3260"/>
                    <a:pt x="259" y="5583"/>
                  </a:cubicBezTo>
                  <a:lnTo>
                    <a:pt x="2378" y="5980"/>
                  </a:lnTo>
                  <a:lnTo>
                    <a:pt x="4900" y="6585"/>
                  </a:lnTo>
                  <a:lnTo>
                    <a:pt x="6687" y="6906"/>
                  </a:lnTo>
                  <a:lnTo>
                    <a:pt x="17477" y="8832"/>
                  </a:lnTo>
                  <a:lnTo>
                    <a:pt x="19846" y="9255"/>
                  </a:lnTo>
                  <a:lnTo>
                    <a:pt x="19848" y="9255"/>
                  </a:lnTo>
                  <a:lnTo>
                    <a:pt x="22485" y="9730"/>
                  </a:lnTo>
                  <a:lnTo>
                    <a:pt x="22487" y="9730"/>
                  </a:lnTo>
                  <a:cubicBezTo>
                    <a:pt x="25521" y="8472"/>
                    <a:pt x="28160" y="6909"/>
                    <a:pt x="30206" y="5246"/>
                  </a:cubicBezTo>
                  <a:lnTo>
                    <a:pt x="28107" y="4872"/>
                  </a:lnTo>
                  <a:lnTo>
                    <a:pt x="26623" y="4604"/>
                  </a:lnTo>
                  <a:lnTo>
                    <a:pt x="20065" y="3434"/>
                  </a:lnTo>
                  <a:lnTo>
                    <a:pt x="19941" y="3413"/>
                  </a:lnTo>
                  <a:lnTo>
                    <a:pt x="18770" y="3200"/>
                  </a:lnTo>
                  <a:lnTo>
                    <a:pt x="18765" y="3200"/>
                  </a:lnTo>
                  <a:lnTo>
                    <a:pt x="15867" y="2683"/>
                  </a:lnTo>
                  <a:lnTo>
                    <a:pt x="10185" y="1665"/>
                  </a:lnTo>
                  <a:lnTo>
                    <a:pt x="8396" y="1349"/>
                  </a:lnTo>
                  <a:lnTo>
                    <a:pt x="6144" y="947"/>
                  </a:lnTo>
                  <a:lnTo>
                    <a:pt x="926"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4"/>
            <p:cNvSpPr/>
            <p:nvPr/>
          </p:nvSpPr>
          <p:spPr>
            <a:xfrm>
              <a:off x="3728300" y="2598600"/>
              <a:ext cx="801050" cy="200325"/>
            </a:xfrm>
            <a:custGeom>
              <a:rect b="b" l="l" r="r" t="t"/>
              <a:pathLst>
                <a:path extrusionOk="0" h="8013" w="32042">
                  <a:moveTo>
                    <a:pt x="2584" y="0"/>
                  </a:moveTo>
                  <a:lnTo>
                    <a:pt x="0" y="2649"/>
                  </a:lnTo>
                  <a:lnTo>
                    <a:pt x="6096" y="3752"/>
                  </a:lnTo>
                  <a:lnTo>
                    <a:pt x="8403" y="4163"/>
                  </a:lnTo>
                  <a:lnTo>
                    <a:pt x="10368" y="4512"/>
                  </a:lnTo>
                  <a:lnTo>
                    <a:pt x="17371" y="5763"/>
                  </a:lnTo>
                  <a:lnTo>
                    <a:pt x="18858" y="6031"/>
                  </a:lnTo>
                  <a:lnTo>
                    <a:pt x="19421" y="6131"/>
                  </a:lnTo>
                  <a:lnTo>
                    <a:pt x="19426" y="6131"/>
                  </a:lnTo>
                  <a:lnTo>
                    <a:pt x="20178" y="6267"/>
                  </a:lnTo>
                  <a:lnTo>
                    <a:pt x="26420" y="7382"/>
                  </a:lnTo>
                  <a:lnTo>
                    <a:pt x="27810" y="7631"/>
                  </a:lnTo>
                  <a:lnTo>
                    <a:pt x="29929" y="8012"/>
                  </a:lnTo>
                  <a:cubicBezTo>
                    <a:pt x="30830" y="7100"/>
                    <a:pt x="31546" y="6177"/>
                    <a:pt x="32042" y="5276"/>
                  </a:cubicBezTo>
                  <a:lnTo>
                    <a:pt x="29682" y="4854"/>
                  </a:lnTo>
                  <a:lnTo>
                    <a:pt x="28241" y="4595"/>
                  </a:lnTo>
                  <a:lnTo>
                    <a:pt x="15258" y="2277"/>
                  </a:lnTo>
                  <a:lnTo>
                    <a:pt x="15256" y="2277"/>
                  </a:lnTo>
                  <a:lnTo>
                    <a:pt x="12769" y="1829"/>
                  </a:lnTo>
                  <a:lnTo>
                    <a:pt x="10164" y="1365"/>
                  </a:lnTo>
                  <a:lnTo>
                    <a:pt x="2584"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 name="Google Shape;852;p34"/>
          <p:cNvGrpSpPr/>
          <p:nvPr/>
        </p:nvGrpSpPr>
        <p:grpSpPr>
          <a:xfrm rot="1233075">
            <a:off x="2732903" y="1482577"/>
            <a:ext cx="549223" cy="531505"/>
            <a:chOff x="1785750" y="3413025"/>
            <a:chExt cx="785025" cy="759700"/>
          </a:xfrm>
        </p:grpSpPr>
        <p:sp>
          <p:nvSpPr>
            <p:cNvPr id="853" name="Google Shape;853;p34"/>
            <p:cNvSpPr/>
            <p:nvPr/>
          </p:nvSpPr>
          <p:spPr>
            <a:xfrm>
              <a:off x="1785750" y="3414125"/>
              <a:ext cx="739475" cy="758125"/>
            </a:xfrm>
            <a:custGeom>
              <a:rect b="b" l="l" r="r" t="t"/>
              <a:pathLst>
                <a:path extrusionOk="0" h="30325" w="29579">
                  <a:moveTo>
                    <a:pt x="9020" y="1"/>
                  </a:moveTo>
                  <a:cubicBezTo>
                    <a:pt x="7692" y="1"/>
                    <a:pt x="5740" y="539"/>
                    <a:pt x="3861" y="3055"/>
                  </a:cubicBezTo>
                  <a:cubicBezTo>
                    <a:pt x="2298" y="5150"/>
                    <a:pt x="1" y="7953"/>
                    <a:pt x="3376" y="15081"/>
                  </a:cubicBezTo>
                  <a:cubicBezTo>
                    <a:pt x="5324" y="19195"/>
                    <a:pt x="13615" y="30324"/>
                    <a:pt x="21398" y="30324"/>
                  </a:cubicBezTo>
                  <a:cubicBezTo>
                    <a:pt x="22382" y="30324"/>
                    <a:pt x="23358" y="30147"/>
                    <a:pt x="24312" y="29754"/>
                  </a:cubicBezTo>
                  <a:cubicBezTo>
                    <a:pt x="28992" y="27831"/>
                    <a:pt x="29579" y="23234"/>
                    <a:pt x="29579" y="23234"/>
                  </a:cubicBezTo>
                  <a:lnTo>
                    <a:pt x="29579" y="23234"/>
                  </a:lnTo>
                  <a:cubicBezTo>
                    <a:pt x="29578" y="23234"/>
                    <a:pt x="27493" y="25961"/>
                    <a:pt x="23856" y="25961"/>
                  </a:cubicBezTo>
                  <a:cubicBezTo>
                    <a:pt x="19899" y="25961"/>
                    <a:pt x="14105" y="22732"/>
                    <a:pt x="7161" y="9243"/>
                  </a:cubicBezTo>
                  <a:cubicBezTo>
                    <a:pt x="2674" y="532"/>
                    <a:pt x="10659" y="303"/>
                    <a:pt x="10659" y="303"/>
                  </a:cubicBezTo>
                  <a:cubicBezTo>
                    <a:pt x="10659" y="303"/>
                    <a:pt x="10015" y="1"/>
                    <a:pt x="9020"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4"/>
            <p:cNvSpPr/>
            <p:nvPr/>
          </p:nvSpPr>
          <p:spPr>
            <a:xfrm>
              <a:off x="1907725" y="3413150"/>
              <a:ext cx="621375" cy="676450"/>
            </a:xfrm>
            <a:custGeom>
              <a:rect b="b" l="l" r="r" t="t"/>
              <a:pathLst>
                <a:path extrusionOk="0" h="27058" w="24855">
                  <a:moveTo>
                    <a:pt x="4358" y="0"/>
                  </a:moveTo>
                  <a:cubicBezTo>
                    <a:pt x="3185" y="0"/>
                    <a:pt x="2222" y="319"/>
                    <a:pt x="1497" y="949"/>
                  </a:cubicBezTo>
                  <a:cubicBezTo>
                    <a:pt x="725" y="1619"/>
                    <a:pt x="266" y="2603"/>
                    <a:pt x="132" y="3870"/>
                  </a:cubicBezTo>
                  <a:cubicBezTo>
                    <a:pt x="0" y="5094"/>
                    <a:pt x="176" y="6532"/>
                    <a:pt x="656" y="8144"/>
                  </a:cubicBezTo>
                  <a:cubicBezTo>
                    <a:pt x="1640" y="11460"/>
                    <a:pt x="3789" y="15136"/>
                    <a:pt x="6710" y="18495"/>
                  </a:cubicBezTo>
                  <a:cubicBezTo>
                    <a:pt x="7537" y="19451"/>
                    <a:pt x="8417" y="20361"/>
                    <a:pt x="9343" y="21225"/>
                  </a:cubicBezTo>
                  <a:cubicBezTo>
                    <a:pt x="10504" y="22310"/>
                    <a:pt x="11700" y="23275"/>
                    <a:pt x="12898" y="24090"/>
                  </a:cubicBezTo>
                  <a:cubicBezTo>
                    <a:pt x="13538" y="24529"/>
                    <a:pt x="14178" y="24928"/>
                    <a:pt x="14803" y="25272"/>
                  </a:cubicBezTo>
                  <a:cubicBezTo>
                    <a:pt x="16911" y="26438"/>
                    <a:pt x="18881" y="27057"/>
                    <a:pt x="20497" y="27057"/>
                  </a:cubicBezTo>
                  <a:cubicBezTo>
                    <a:pt x="20606" y="27057"/>
                    <a:pt x="20714" y="27052"/>
                    <a:pt x="20818" y="27048"/>
                  </a:cubicBezTo>
                  <a:cubicBezTo>
                    <a:pt x="21848" y="26995"/>
                    <a:pt x="22702" y="26678"/>
                    <a:pt x="23358" y="26108"/>
                  </a:cubicBezTo>
                  <a:cubicBezTo>
                    <a:pt x="24129" y="25438"/>
                    <a:pt x="24589" y="24455"/>
                    <a:pt x="24723" y="23187"/>
                  </a:cubicBezTo>
                  <a:cubicBezTo>
                    <a:pt x="24854" y="21961"/>
                    <a:pt x="24677" y="20525"/>
                    <a:pt x="24199" y="18911"/>
                  </a:cubicBezTo>
                  <a:cubicBezTo>
                    <a:pt x="23215" y="15598"/>
                    <a:pt x="21063" y="11922"/>
                    <a:pt x="18144" y="8560"/>
                  </a:cubicBezTo>
                  <a:cubicBezTo>
                    <a:pt x="17800" y="8165"/>
                    <a:pt x="17477" y="7807"/>
                    <a:pt x="17154" y="7468"/>
                  </a:cubicBezTo>
                  <a:lnTo>
                    <a:pt x="17152" y="7465"/>
                  </a:lnTo>
                  <a:cubicBezTo>
                    <a:pt x="15041" y="5219"/>
                    <a:pt x="12723" y="3332"/>
                    <a:pt x="10449" y="2011"/>
                  </a:cubicBezTo>
                  <a:cubicBezTo>
                    <a:pt x="9846" y="1658"/>
                    <a:pt x="9223" y="1337"/>
                    <a:pt x="8585" y="1051"/>
                  </a:cubicBezTo>
                  <a:cubicBezTo>
                    <a:pt x="7442" y="543"/>
                    <a:pt x="6364" y="215"/>
                    <a:pt x="5385" y="74"/>
                  </a:cubicBezTo>
                  <a:cubicBezTo>
                    <a:pt x="5046" y="26"/>
                    <a:pt x="4702" y="0"/>
                    <a:pt x="4358"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4"/>
            <p:cNvSpPr/>
            <p:nvPr/>
          </p:nvSpPr>
          <p:spPr>
            <a:xfrm>
              <a:off x="1866050" y="3413025"/>
              <a:ext cx="704725" cy="676675"/>
            </a:xfrm>
            <a:custGeom>
              <a:rect b="b" l="l" r="r" t="t"/>
              <a:pathLst>
                <a:path extrusionOk="0" h="27067" w="28189">
                  <a:moveTo>
                    <a:pt x="6022" y="1"/>
                  </a:moveTo>
                  <a:cubicBezTo>
                    <a:pt x="6022" y="1"/>
                    <a:pt x="6022" y="1"/>
                    <a:pt x="6022" y="1"/>
                  </a:cubicBezTo>
                  <a:lnTo>
                    <a:pt x="6022" y="1"/>
                  </a:lnTo>
                  <a:cubicBezTo>
                    <a:pt x="6023" y="1"/>
                    <a:pt x="6024" y="1"/>
                    <a:pt x="6025" y="1"/>
                  </a:cubicBezTo>
                  <a:close/>
                  <a:moveTo>
                    <a:pt x="6025" y="12"/>
                  </a:moveTo>
                  <a:cubicBezTo>
                    <a:pt x="6369" y="12"/>
                    <a:pt x="6710" y="38"/>
                    <a:pt x="7052" y="86"/>
                  </a:cubicBezTo>
                  <a:cubicBezTo>
                    <a:pt x="8031" y="227"/>
                    <a:pt x="9107" y="555"/>
                    <a:pt x="10250" y="1063"/>
                  </a:cubicBezTo>
                  <a:cubicBezTo>
                    <a:pt x="10887" y="1349"/>
                    <a:pt x="11511" y="1668"/>
                    <a:pt x="12113" y="2021"/>
                  </a:cubicBezTo>
                  <a:cubicBezTo>
                    <a:pt x="14388" y="3344"/>
                    <a:pt x="16706" y="5231"/>
                    <a:pt x="18814" y="7475"/>
                  </a:cubicBezTo>
                  <a:lnTo>
                    <a:pt x="18816" y="7477"/>
                  </a:lnTo>
                  <a:cubicBezTo>
                    <a:pt x="19139" y="7817"/>
                    <a:pt x="19463" y="8172"/>
                    <a:pt x="19807" y="8569"/>
                  </a:cubicBezTo>
                  <a:cubicBezTo>
                    <a:pt x="21282" y="10266"/>
                    <a:pt x="22561" y="12047"/>
                    <a:pt x="23612" y="13855"/>
                  </a:cubicBezTo>
                  <a:cubicBezTo>
                    <a:pt x="24626" y="15605"/>
                    <a:pt x="25381" y="17307"/>
                    <a:pt x="25861" y="18918"/>
                  </a:cubicBezTo>
                  <a:cubicBezTo>
                    <a:pt x="26339" y="20530"/>
                    <a:pt x="26514" y="21966"/>
                    <a:pt x="26385" y="23190"/>
                  </a:cubicBezTo>
                  <a:cubicBezTo>
                    <a:pt x="26251" y="24458"/>
                    <a:pt x="25792" y="25439"/>
                    <a:pt x="25020" y="26108"/>
                  </a:cubicBezTo>
                  <a:cubicBezTo>
                    <a:pt x="24365" y="26676"/>
                    <a:pt x="23513" y="26993"/>
                    <a:pt x="22485" y="27046"/>
                  </a:cubicBezTo>
                  <a:cubicBezTo>
                    <a:pt x="22381" y="27051"/>
                    <a:pt x="22273" y="27055"/>
                    <a:pt x="22164" y="27055"/>
                  </a:cubicBezTo>
                  <a:cubicBezTo>
                    <a:pt x="20548" y="27055"/>
                    <a:pt x="18578" y="26439"/>
                    <a:pt x="16473" y="25270"/>
                  </a:cubicBezTo>
                  <a:cubicBezTo>
                    <a:pt x="15847" y="24926"/>
                    <a:pt x="15207" y="24529"/>
                    <a:pt x="14568" y="24088"/>
                  </a:cubicBezTo>
                  <a:cubicBezTo>
                    <a:pt x="13369" y="23273"/>
                    <a:pt x="12173" y="22310"/>
                    <a:pt x="11012" y="21225"/>
                  </a:cubicBezTo>
                  <a:cubicBezTo>
                    <a:pt x="10086" y="20361"/>
                    <a:pt x="9209" y="19452"/>
                    <a:pt x="8380" y="18496"/>
                  </a:cubicBezTo>
                  <a:cubicBezTo>
                    <a:pt x="6904" y="16799"/>
                    <a:pt x="5625" y="15018"/>
                    <a:pt x="4574" y="13210"/>
                  </a:cubicBezTo>
                  <a:cubicBezTo>
                    <a:pt x="3561" y="11463"/>
                    <a:pt x="2806" y="9759"/>
                    <a:pt x="2326" y="8147"/>
                  </a:cubicBezTo>
                  <a:cubicBezTo>
                    <a:pt x="1848" y="6535"/>
                    <a:pt x="1672" y="5099"/>
                    <a:pt x="1801" y="3875"/>
                  </a:cubicBezTo>
                  <a:cubicBezTo>
                    <a:pt x="1938" y="2610"/>
                    <a:pt x="2397" y="1629"/>
                    <a:pt x="3166" y="959"/>
                  </a:cubicBezTo>
                  <a:cubicBezTo>
                    <a:pt x="3889" y="331"/>
                    <a:pt x="4852" y="12"/>
                    <a:pt x="6025" y="12"/>
                  </a:cubicBezTo>
                  <a:close/>
                  <a:moveTo>
                    <a:pt x="6022" y="1"/>
                  </a:moveTo>
                  <a:lnTo>
                    <a:pt x="6022" y="1"/>
                  </a:lnTo>
                  <a:cubicBezTo>
                    <a:pt x="4880" y="1"/>
                    <a:pt x="3902" y="306"/>
                    <a:pt x="3159" y="950"/>
                  </a:cubicBezTo>
                  <a:cubicBezTo>
                    <a:pt x="0" y="3695"/>
                    <a:pt x="2335" y="11555"/>
                    <a:pt x="8370" y="18503"/>
                  </a:cubicBezTo>
                  <a:cubicBezTo>
                    <a:pt x="9199" y="19461"/>
                    <a:pt x="10079" y="20371"/>
                    <a:pt x="11005" y="21234"/>
                  </a:cubicBezTo>
                  <a:cubicBezTo>
                    <a:pt x="12180" y="22331"/>
                    <a:pt x="13379" y="23291"/>
                    <a:pt x="14561" y="24100"/>
                  </a:cubicBezTo>
                  <a:cubicBezTo>
                    <a:pt x="15203" y="24541"/>
                    <a:pt x="15840" y="24935"/>
                    <a:pt x="16466" y="25282"/>
                  </a:cubicBezTo>
                  <a:cubicBezTo>
                    <a:pt x="18553" y="26436"/>
                    <a:pt x="20527" y="27067"/>
                    <a:pt x="22162" y="27067"/>
                  </a:cubicBezTo>
                  <a:cubicBezTo>
                    <a:pt x="22273" y="27067"/>
                    <a:pt x="22379" y="27064"/>
                    <a:pt x="22485" y="27060"/>
                  </a:cubicBezTo>
                  <a:cubicBezTo>
                    <a:pt x="23490" y="27007"/>
                    <a:pt x="24355" y="26702"/>
                    <a:pt x="25027" y="26118"/>
                  </a:cubicBezTo>
                  <a:cubicBezTo>
                    <a:pt x="28188" y="23372"/>
                    <a:pt x="25854" y="15513"/>
                    <a:pt x="19814" y="8562"/>
                  </a:cubicBezTo>
                  <a:cubicBezTo>
                    <a:pt x="19486" y="8186"/>
                    <a:pt x="19160" y="7824"/>
                    <a:pt x="18825" y="7470"/>
                  </a:cubicBezTo>
                  <a:lnTo>
                    <a:pt x="18823" y="7468"/>
                  </a:lnTo>
                  <a:cubicBezTo>
                    <a:pt x="16643" y="5150"/>
                    <a:pt x="14323" y="3296"/>
                    <a:pt x="12118" y="2012"/>
                  </a:cubicBezTo>
                  <a:cubicBezTo>
                    <a:pt x="11515" y="1659"/>
                    <a:pt x="10892" y="1340"/>
                    <a:pt x="10255" y="1054"/>
                  </a:cubicBezTo>
                  <a:cubicBezTo>
                    <a:pt x="9121" y="550"/>
                    <a:pt x="8038" y="215"/>
                    <a:pt x="7050" y="77"/>
                  </a:cubicBezTo>
                  <a:cubicBezTo>
                    <a:pt x="6710" y="28"/>
                    <a:pt x="6366" y="3"/>
                    <a:pt x="6022"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4"/>
            <p:cNvSpPr/>
            <p:nvPr/>
          </p:nvSpPr>
          <p:spPr>
            <a:xfrm>
              <a:off x="1995350" y="3506475"/>
              <a:ext cx="474975" cy="482675"/>
            </a:xfrm>
            <a:custGeom>
              <a:rect b="b" l="l" r="r" t="t"/>
              <a:pathLst>
                <a:path extrusionOk="0" h="19307" w="18999">
                  <a:moveTo>
                    <a:pt x="2905" y="1"/>
                  </a:moveTo>
                  <a:cubicBezTo>
                    <a:pt x="2180" y="1"/>
                    <a:pt x="1587" y="197"/>
                    <a:pt x="1143" y="583"/>
                  </a:cubicBezTo>
                  <a:cubicBezTo>
                    <a:pt x="132" y="1460"/>
                    <a:pt x="0" y="3229"/>
                    <a:pt x="774" y="5566"/>
                  </a:cubicBezTo>
                  <a:cubicBezTo>
                    <a:pt x="1548" y="7900"/>
                    <a:pt x="3134" y="10521"/>
                    <a:pt x="5240" y="12945"/>
                  </a:cubicBezTo>
                  <a:cubicBezTo>
                    <a:pt x="6893" y="14848"/>
                    <a:pt x="8715" y="16455"/>
                    <a:pt x="10516" y="17598"/>
                  </a:cubicBezTo>
                  <a:cubicBezTo>
                    <a:pt x="12275" y="18715"/>
                    <a:pt x="13880" y="19306"/>
                    <a:pt x="15150" y="19306"/>
                  </a:cubicBezTo>
                  <a:cubicBezTo>
                    <a:pt x="15875" y="19306"/>
                    <a:pt x="16468" y="19112"/>
                    <a:pt x="16909" y="18727"/>
                  </a:cubicBezTo>
                  <a:cubicBezTo>
                    <a:pt x="18999" y="16912"/>
                    <a:pt x="17161" y="11366"/>
                    <a:pt x="12813" y="6362"/>
                  </a:cubicBezTo>
                  <a:cubicBezTo>
                    <a:pt x="11162" y="4462"/>
                    <a:pt x="9338" y="2853"/>
                    <a:pt x="7539" y="1710"/>
                  </a:cubicBezTo>
                  <a:cubicBezTo>
                    <a:pt x="5778" y="592"/>
                    <a:pt x="4175" y="1"/>
                    <a:pt x="2905"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4"/>
            <p:cNvSpPr/>
            <p:nvPr/>
          </p:nvSpPr>
          <p:spPr>
            <a:xfrm>
              <a:off x="1971500" y="3506375"/>
              <a:ext cx="499050" cy="482950"/>
            </a:xfrm>
            <a:custGeom>
              <a:rect b="b" l="l" r="r" t="t"/>
              <a:pathLst>
                <a:path extrusionOk="0" h="19318" w="19962">
                  <a:moveTo>
                    <a:pt x="3859" y="12"/>
                  </a:moveTo>
                  <a:cubicBezTo>
                    <a:pt x="4492" y="12"/>
                    <a:pt x="5212" y="160"/>
                    <a:pt x="6004" y="453"/>
                  </a:cubicBezTo>
                  <a:cubicBezTo>
                    <a:pt x="6787" y="744"/>
                    <a:pt x="7625" y="1169"/>
                    <a:pt x="8491" y="1721"/>
                  </a:cubicBezTo>
                  <a:cubicBezTo>
                    <a:pt x="10290" y="2861"/>
                    <a:pt x="12114" y="4471"/>
                    <a:pt x="13765" y="6371"/>
                  </a:cubicBezTo>
                  <a:cubicBezTo>
                    <a:pt x="14829" y="7595"/>
                    <a:pt x="15762" y="8871"/>
                    <a:pt x="16535" y="10160"/>
                  </a:cubicBezTo>
                  <a:cubicBezTo>
                    <a:pt x="17284" y="11407"/>
                    <a:pt x="17854" y="12614"/>
                    <a:pt x="18228" y="13750"/>
                  </a:cubicBezTo>
                  <a:cubicBezTo>
                    <a:pt x="18604" y="14886"/>
                    <a:pt x="18768" y="15891"/>
                    <a:pt x="18713" y="16738"/>
                  </a:cubicBezTo>
                  <a:cubicBezTo>
                    <a:pt x="18657" y="17613"/>
                    <a:pt x="18371" y="18283"/>
                    <a:pt x="17861" y="18726"/>
                  </a:cubicBezTo>
                  <a:cubicBezTo>
                    <a:pt x="17418" y="19110"/>
                    <a:pt x="16826" y="19306"/>
                    <a:pt x="16104" y="19306"/>
                  </a:cubicBezTo>
                  <a:cubicBezTo>
                    <a:pt x="15471" y="19306"/>
                    <a:pt x="14751" y="19156"/>
                    <a:pt x="13959" y="18862"/>
                  </a:cubicBezTo>
                  <a:cubicBezTo>
                    <a:pt x="13176" y="18574"/>
                    <a:pt x="12338" y="18147"/>
                    <a:pt x="11472" y="17597"/>
                  </a:cubicBezTo>
                  <a:cubicBezTo>
                    <a:pt x="9673" y="16454"/>
                    <a:pt x="7849" y="14847"/>
                    <a:pt x="6198" y="12947"/>
                  </a:cubicBezTo>
                  <a:cubicBezTo>
                    <a:pt x="5134" y="11721"/>
                    <a:pt x="4201" y="10446"/>
                    <a:pt x="3427" y="9155"/>
                  </a:cubicBezTo>
                  <a:cubicBezTo>
                    <a:pt x="2679" y="7909"/>
                    <a:pt x="2109" y="6703"/>
                    <a:pt x="1735" y="5567"/>
                  </a:cubicBezTo>
                  <a:cubicBezTo>
                    <a:pt x="1359" y="4431"/>
                    <a:pt x="1195" y="3427"/>
                    <a:pt x="1250" y="2579"/>
                  </a:cubicBezTo>
                  <a:cubicBezTo>
                    <a:pt x="1305" y="1702"/>
                    <a:pt x="1592" y="1035"/>
                    <a:pt x="2102" y="591"/>
                  </a:cubicBezTo>
                  <a:cubicBezTo>
                    <a:pt x="2545" y="206"/>
                    <a:pt x="3136" y="12"/>
                    <a:pt x="3859" y="12"/>
                  </a:cubicBezTo>
                  <a:close/>
                  <a:moveTo>
                    <a:pt x="3859" y="0"/>
                  </a:moveTo>
                  <a:cubicBezTo>
                    <a:pt x="3150" y="0"/>
                    <a:pt x="2548" y="187"/>
                    <a:pt x="2095" y="582"/>
                  </a:cubicBezTo>
                  <a:cubicBezTo>
                    <a:pt x="1" y="2402"/>
                    <a:pt x="1834" y="7941"/>
                    <a:pt x="6189" y="12954"/>
                  </a:cubicBezTo>
                  <a:cubicBezTo>
                    <a:pt x="9599" y="16879"/>
                    <a:pt x="13545" y="19317"/>
                    <a:pt x="16104" y="19317"/>
                  </a:cubicBezTo>
                  <a:cubicBezTo>
                    <a:pt x="16813" y="19317"/>
                    <a:pt x="17415" y="19130"/>
                    <a:pt x="17868" y="18735"/>
                  </a:cubicBezTo>
                  <a:cubicBezTo>
                    <a:pt x="19962" y="16914"/>
                    <a:pt x="18129" y="11374"/>
                    <a:pt x="13774" y="6364"/>
                  </a:cubicBezTo>
                  <a:cubicBezTo>
                    <a:pt x="10364" y="2439"/>
                    <a:pt x="6418" y="0"/>
                    <a:pt x="385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4"/>
            <p:cNvSpPr/>
            <p:nvPr/>
          </p:nvSpPr>
          <p:spPr>
            <a:xfrm>
              <a:off x="1957425" y="3464225"/>
              <a:ext cx="524275" cy="572250"/>
            </a:xfrm>
            <a:custGeom>
              <a:rect b="b" l="l" r="r" t="t"/>
              <a:pathLst>
                <a:path extrusionOk="0" fill="none" h="22890" w="20971">
                  <a:moveTo>
                    <a:pt x="15154" y="7387"/>
                  </a:moveTo>
                  <a:cubicBezTo>
                    <a:pt x="17544" y="10137"/>
                    <a:pt x="19343" y="13201"/>
                    <a:pt x="20158" y="15907"/>
                  </a:cubicBezTo>
                  <a:cubicBezTo>
                    <a:pt x="20971" y="18614"/>
                    <a:pt x="20733" y="20738"/>
                    <a:pt x="19495" y="21814"/>
                  </a:cubicBezTo>
                  <a:cubicBezTo>
                    <a:pt x="18255" y="22890"/>
                    <a:pt x="16119" y="22830"/>
                    <a:pt x="13554" y="21645"/>
                  </a:cubicBezTo>
                  <a:cubicBezTo>
                    <a:pt x="10989" y="20463"/>
                    <a:pt x="8204" y="18253"/>
                    <a:pt x="5817" y="15503"/>
                  </a:cubicBezTo>
                  <a:cubicBezTo>
                    <a:pt x="3427" y="12753"/>
                    <a:pt x="1626" y="9689"/>
                    <a:pt x="813" y="6983"/>
                  </a:cubicBezTo>
                  <a:cubicBezTo>
                    <a:pt x="0" y="4279"/>
                    <a:pt x="238" y="2155"/>
                    <a:pt x="1476" y="1077"/>
                  </a:cubicBezTo>
                  <a:cubicBezTo>
                    <a:pt x="2714" y="1"/>
                    <a:pt x="4852" y="63"/>
                    <a:pt x="7417" y="1245"/>
                  </a:cubicBezTo>
                  <a:cubicBezTo>
                    <a:pt x="9982" y="2428"/>
                    <a:pt x="12765" y="4637"/>
                    <a:pt x="15154" y="7387"/>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4"/>
            <p:cNvSpPr/>
            <p:nvPr/>
          </p:nvSpPr>
          <p:spPr>
            <a:xfrm>
              <a:off x="2169050" y="3463300"/>
              <a:ext cx="263475" cy="709425"/>
            </a:xfrm>
            <a:custGeom>
              <a:rect b="b" l="l" r="r" t="t"/>
              <a:pathLst>
                <a:path extrusionOk="0" h="28377" w="10539">
                  <a:moveTo>
                    <a:pt x="0" y="1"/>
                  </a:moveTo>
                  <a:lnTo>
                    <a:pt x="379" y="2030"/>
                  </a:lnTo>
                  <a:lnTo>
                    <a:pt x="644" y="3467"/>
                  </a:lnTo>
                  <a:lnTo>
                    <a:pt x="1831" y="9805"/>
                  </a:lnTo>
                  <a:lnTo>
                    <a:pt x="1854" y="9925"/>
                  </a:lnTo>
                  <a:lnTo>
                    <a:pt x="2064" y="11061"/>
                  </a:lnTo>
                  <a:lnTo>
                    <a:pt x="2067" y="11063"/>
                  </a:lnTo>
                  <a:lnTo>
                    <a:pt x="2591" y="13866"/>
                  </a:lnTo>
                  <a:lnTo>
                    <a:pt x="3616" y="19364"/>
                  </a:lnTo>
                  <a:lnTo>
                    <a:pt x="3939" y="21093"/>
                  </a:lnTo>
                  <a:lnTo>
                    <a:pt x="4348" y="23271"/>
                  </a:lnTo>
                  <a:lnTo>
                    <a:pt x="5285" y="28358"/>
                  </a:lnTo>
                  <a:cubicBezTo>
                    <a:pt x="5482" y="28370"/>
                    <a:pt x="5677" y="28376"/>
                    <a:pt x="5870" y="28376"/>
                  </a:cubicBezTo>
                  <a:cubicBezTo>
                    <a:pt x="7557" y="28376"/>
                    <a:pt x="9113" y="27897"/>
                    <a:pt x="10538" y="26940"/>
                  </a:cubicBezTo>
                  <a:lnTo>
                    <a:pt x="10365" y="25046"/>
                  </a:lnTo>
                  <a:lnTo>
                    <a:pt x="9885" y="22465"/>
                  </a:lnTo>
                  <a:lnTo>
                    <a:pt x="9562" y="20736"/>
                  </a:lnTo>
                  <a:lnTo>
                    <a:pt x="7611" y="10301"/>
                  </a:lnTo>
                  <a:lnTo>
                    <a:pt x="7181" y="8011"/>
                  </a:lnTo>
                  <a:lnTo>
                    <a:pt x="7179" y="8008"/>
                  </a:lnTo>
                  <a:lnTo>
                    <a:pt x="6705" y="5459"/>
                  </a:lnTo>
                  <a:lnTo>
                    <a:pt x="6703" y="5457"/>
                  </a:lnTo>
                  <a:cubicBezTo>
                    <a:pt x="4526" y="3139"/>
                    <a:pt x="2205" y="1285"/>
                    <a:pt x="0"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4"/>
            <p:cNvSpPr/>
            <p:nvPr/>
          </p:nvSpPr>
          <p:spPr>
            <a:xfrm>
              <a:off x="2042325" y="3414925"/>
              <a:ext cx="215000" cy="748150"/>
            </a:xfrm>
            <a:custGeom>
              <a:rect b="b" l="l" r="r" t="t"/>
              <a:pathLst>
                <a:path extrusionOk="0" h="29926" w="8600">
                  <a:moveTo>
                    <a:pt x="1" y="1"/>
                  </a:moveTo>
                  <a:lnTo>
                    <a:pt x="428" y="2282"/>
                  </a:lnTo>
                  <a:lnTo>
                    <a:pt x="687" y="3675"/>
                  </a:lnTo>
                  <a:lnTo>
                    <a:pt x="3035" y="16231"/>
                  </a:lnTo>
                  <a:lnTo>
                    <a:pt x="3035" y="16233"/>
                  </a:lnTo>
                  <a:lnTo>
                    <a:pt x="3483" y="18637"/>
                  </a:lnTo>
                  <a:lnTo>
                    <a:pt x="3954" y="21158"/>
                  </a:lnTo>
                  <a:lnTo>
                    <a:pt x="5069" y="28346"/>
                  </a:lnTo>
                  <a:lnTo>
                    <a:pt x="8600" y="29925"/>
                  </a:lnTo>
                  <a:lnTo>
                    <a:pt x="7512" y="24024"/>
                  </a:lnTo>
                  <a:lnTo>
                    <a:pt x="7094" y="21795"/>
                  </a:lnTo>
                  <a:lnTo>
                    <a:pt x="6739" y="19895"/>
                  </a:lnTo>
                  <a:lnTo>
                    <a:pt x="5473" y="13123"/>
                  </a:lnTo>
                  <a:lnTo>
                    <a:pt x="5205" y="11684"/>
                  </a:lnTo>
                  <a:lnTo>
                    <a:pt x="5102" y="11139"/>
                  </a:lnTo>
                  <a:lnTo>
                    <a:pt x="5099" y="11137"/>
                  </a:lnTo>
                  <a:lnTo>
                    <a:pt x="4965" y="10408"/>
                  </a:lnTo>
                  <a:lnTo>
                    <a:pt x="3836" y="4372"/>
                  </a:lnTo>
                  <a:lnTo>
                    <a:pt x="3585" y="3028"/>
                  </a:lnTo>
                  <a:lnTo>
                    <a:pt x="3204" y="975"/>
                  </a:lnTo>
                  <a:cubicBezTo>
                    <a:pt x="2070" y="472"/>
                    <a:pt x="989" y="139"/>
                    <a:pt x="1"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34"/>
          <p:cNvGrpSpPr/>
          <p:nvPr/>
        </p:nvGrpSpPr>
        <p:grpSpPr>
          <a:xfrm flipH="1">
            <a:off x="261343" y="3792086"/>
            <a:ext cx="530159" cy="550985"/>
            <a:chOff x="2777975" y="4487350"/>
            <a:chExt cx="803150" cy="834825"/>
          </a:xfrm>
        </p:grpSpPr>
        <p:sp>
          <p:nvSpPr>
            <p:cNvPr id="862" name="Google Shape;862;p34"/>
            <p:cNvSpPr/>
            <p:nvPr/>
          </p:nvSpPr>
          <p:spPr>
            <a:xfrm>
              <a:off x="2801475" y="4545025"/>
              <a:ext cx="776425" cy="720275"/>
            </a:xfrm>
            <a:custGeom>
              <a:rect b="b" l="l" r="r" t="t"/>
              <a:pathLst>
                <a:path extrusionOk="0" h="28811" w="31057">
                  <a:moveTo>
                    <a:pt x="14617" y="0"/>
                  </a:moveTo>
                  <a:cubicBezTo>
                    <a:pt x="8672" y="0"/>
                    <a:pt x="3310" y="3412"/>
                    <a:pt x="718" y="8603"/>
                  </a:cubicBezTo>
                  <a:cubicBezTo>
                    <a:pt x="469" y="9391"/>
                    <a:pt x="287" y="10196"/>
                    <a:pt x="169" y="11012"/>
                  </a:cubicBezTo>
                  <a:cubicBezTo>
                    <a:pt x="53" y="11797"/>
                    <a:pt x="0" y="12589"/>
                    <a:pt x="5" y="13381"/>
                  </a:cubicBezTo>
                  <a:cubicBezTo>
                    <a:pt x="10" y="14161"/>
                    <a:pt x="77" y="14939"/>
                    <a:pt x="201" y="15710"/>
                  </a:cubicBezTo>
                  <a:cubicBezTo>
                    <a:pt x="284" y="16230"/>
                    <a:pt x="393" y="16747"/>
                    <a:pt x="527" y="17255"/>
                  </a:cubicBezTo>
                  <a:cubicBezTo>
                    <a:pt x="905" y="18673"/>
                    <a:pt x="1483" y="20028"/>
                    <a:pt x="2240" y="21282"/>
                  </a:cubicBezTo>
                  <a:cubicBezTo>
                    <a:pt x="4565" y="25133"/>
                    <a:pt x="8532" y="27950"/>
                    <a:pt x="13328" y="28648"/>
                  </a:cubicBezTo>
                  <a:cubicBezTo>
                    <a:pt x="14085" y="28757"/>
                    <a:pt x="14838" y="28811"/>
                    <a:pt x="15582" y="28811"/>
                  </a:cubicBezTo>
                  <a:cubicBezTo>
                    <a:pt x="22075" y="28811"/>
                    <a:pt x="27874" y="24745"/>
                    <a:pt x="30130" y="18733"/>
                  </a:cubicBezTo>
                  <a:cubicBezTo>
                    <a:pt x="30456" y="17802"/>
                    <a:pt x="30691" y="16842"/>
                    <a:pt x="30837" y="15865"/>
                  </a:cubicBezTo>
                  <a:cubicBezTo>
                    <a:pt x="30906" y="15389"/>
                    <a:pt x="30952" y="14916"/>
                    <a:pt x="30978" y="14445"/>
                  </a:cubicBezTo>
                  <a:cubicBezTo>
                    <a:pt x="31056" y="12953"/>
                    <a:pt x="30121" y="13422"/>
                    <a:pt x="29793" y="12021"/>
                  </a:cubicBezTo>
                  <a:cubicBezTo>
                    <a:pt x="29671" y="11506"/>
                    <a:pt x="29523" y="10998"/>
                    <a:pt x="29354" y="10504"/>
                  </a:cubicBezTo>
                  <a:cubicBezTo>
                    <a:pt x="29098" y="9765"/>
                    <a:pt x="28789" y="9047"/>
                    <a:pt x="28426" y="8356"/>
                  </a:cubicBezTo>
                  <a:cubicBezTo>
                    <a:pt x="26191" y="4085"/>
                    <a:pt x="22007" y="910"/>
                    <a:pt x="16874" y="164"/>
                  </a:cubicBezTo>
                  <a:cubicBezTo>
                    <a:pt x="16116" y="54"/>
                    <a:pt x="15362" y="0"/>
                    <a:pt x="14617"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4"/>
            <p:cNvSpPr/>
            <p:nvPr/>
          </p:nvSpPr>
          <p:spPr>
            <a:xfrm>
              <a:off x="2801650" y="4487525"/>
              <a:ext cx="779300" cy="777675"/>
            </a:xfrm>
            <a:custGeom>
              <a:rect b="b" l="l" r="r" t="t"/>
              <a:pathLst>
                <a:path extrusionOk="0" h="31107" w="31172">
                  <a:moveTo>
                    <a:pt x="15542" y="0"/>
                  </a:moveTo>
                  <a:cubicBezTo>
                    <a:pt x="8747" y="5"/>
                    <a:pt x="2743" y="4422"/>
                    <a:pt x="716" y="10908"/>
                  </a:cubicBezTo>
                  <a:cubicBezTo>
                    <a:pt x="469" y="11693"/>
                    <a:pt x="284" y="12499"/>
                    <a:pt x="169" y="13316"/>
                  </a:cubicBezTo>
                  <a:cubicBezTo>
                    <a:pt x="53" y="14099"/>
                    <a:pt x="0" y="14891"/>
                    <a:pt x="5" y="15683"/>
                  </a:cubicBezTo>
                  <a:cubicBezTo>
                    <a:pt x="10" y="16461"/>
                    <a:pt x="74" y="17239"/>
                    <a:pt x="199" y="18010"/>
                  </a:cubicBezTo>
                  <a:cubicBezTo>
                    <a:pt x="287" y="18546"/>
                    <a:pt x="395" y="19066"/>
                    <a:pt x="527" y="19555"/>
                  </a:cubicBezTo>
                  <a:cubicBezTo>
                    <a:pt x="905" y="20970"/>
                    <a:pt x="1480" y="22326"/>
                    <a:pt x="2240" y="23580"/>
                  </a:cubicBezTo>
                  <a:cubicBezTo>
                    <a:pt x="4657" y="27588"/>
                    <a:pt x="8696" y="30269"/>
                    <a:pt x="13321" y="30941"/>
                  </a:cubicBezTo>
                  <a:cubicBezTo>
                    <a:pt x="14069" y="31049"/>
                    <a:pt x="14822" y="31105"/>
                    <a:pt x="15577" y="31105"/>
                  </a:cubicBezTo>
                  <a:lnTo>
                    <a:pt x="15579" y="31107"/>
                  </a:lnTo>
                  <a:cubicBezTo>
                    <a:pt x="20354" y="31098"/>
                    <a:pt x="24861" y="28900"/>
                    <a:pt x="27807" y="25143"/>
                  </a:cubicBezTo>
                  <a:cubicBezTo>
                    <a:pt x="29479" y="23009"/>
                    <a:pt x="30564" y="20474"/>
                    <a:pt x="30950" y="17791"/>
                  </a:cubicBezTo>
                  <a:cubicBezTo>
                    <a:pt x="31019" y="17325"/>
                    <a:pt x="31068" y="16849"/>
                    <a:pt x="31091" y="16373"/>
                  </a:cubicBezTo>
                  <a:cubicBezTo>
                    <a:pt x="31171" y="14909"/>
                    <a:pt x="31042" y="13443"/>
                    <a:pt x="30710" y="12014"/>
                  </a:cubicBezTo>
                  <a:cubicBezTo>
                    <a:pt x="30587" y="11504"/>
                    <a:pt x="30442" y="10993"/>
                    <a:pt x="30271" y="10497"/>
                  </a:cubicBezTo>
                  <a:cubicBezTo>
                    <a:pt x="30015" y="9760"/>
                    <a:pt x="29705" y="9042"/>
                    <a:pt x="29343" y="8352"/>
                  </a:cubicBezTo>
                  <a:cubicBezTo>
                    <a:pt x="28218" y="6209"/>
                    <a:pt x="26614" y="4355"/>
                    <a:pt x="24656" y="2935"/>
                  </a:cubicBezTo>
                  <a:cubicBezTo>
                    <a:pt x="23660" y="2217"/>
                    <a:pt x="22584" y="1619"/>
                    <a:pt x="21451" y="1155"/>
                  </a:cubicBezTo>
                  <a:cubicBezTo>
                    <a:pt x="19573" y="393"/>
                    <a:pt x="17567" y="0"/>
                    <a:pt x="15542"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4"/>
            <p:cNvSpPr/>
            <p:nvPr/>
          </p:nvSpPr>
          <p:spPr>
            <a:xfrm>
              <a:off x="2801525" y="4487350"/>
              <a:ext cx="779600" cy="777975"/>
            </a:xfrm>
            <a:custGeom>
              <a:rect b="b" l="l" r="r" t="t"/>
              <a:pathLst>
                <a:path extrusionOk="0" h="31119" w="31184">
                  <a:moveTo>
                    <a:pt x="15547" y="10"/>
                  </a:moveTo>
                  <a:cubicBezTo>
                    <a:pt x="17572" y="12"/>
                    <a:pt x="19576" y="402"/>
                    <a:pt x="21453" y="1164"/>
                  </a:cubicBezTo>
                  <a:cubicBezTo>
                    <a:pt x="23714" y="2090"/>
                    <a:pt x="25723" y="3535"/>
                    <a:pt x="27318" y="5385"/>
                  </a:cubicBezTo>
                  <a:cubicBezTo>
                    <a:pt x="28106" y="6295"/>
                    <a:pt x="28784" y="7294"/>
                    <a:pt x="29343" y="8359"/>
                  </a:cubicBezTo>
                  <a:cubicBezTo>
                    <a:pt x="29706" y="9049"/>
                    <a:pt x="30015" y="9767"/>
                    <a:pt x="30271" y="10506"/>
                  </a:cubicBezTo>
                  <a:cubicBezTo>
                    <a:pt x="30442" y="11000"/>
                    <a:pt x="30588" y="11511"/>
                    <a:pt x="30710" y="12023"/>
                  </a:cubicBezTo>
                  <a:cubicBezTo>
                    <a:pt x="31043" y="13448"/>
                    <a:pt x="31170" y="14914"/>
                    <a:pt x="31091" y="16378"/>
                  </a:cubicBezTo>
                  <a:cubicBezTo>
                    <a:pt x="31066" y="16854"/>
                    <a:pt x="31019" y="17329"/>
                    <a:pt x="30950" y="17796"/>
                  </a:cubicBezTo>
                  <a:cubicBezTo>
                    <a:pt x="30562" y="20476"/>
                    <a:pt x="29479" y="23012"/>
                    <a:pt x="27810" y="25143"/>
                  </a:cubicBezTo>
                  <a:cubicBezTo>
                    <a:pt x="24866" y="28904"/>
                    <a:pt x="20357" y="31102"/>
                    <a:pt x="15584" y="31107"/>
                  </a:cubicBezTo>
                  <a:cubicBezTo>
                    <a:pt x="13640" y="31105"/>
                    <a:pt x="11712" y="30745"/>
                    <a:pt x="9902" y="30040"/>
                  </a:cubicBezTo>
                  <a:cubicBezTo>
                    <a:pt x="7773" y="29209"/>
                    <a:pt x="5856" y="27918"/>
                    <a:pt x="4286" y="26258"/>
                  </a:cubicBezTo>
                  <a:cubicBezTo>
                    <a:pt x="3513" y="25443"/>
                    <a:pt x="2831" y="24545"/>
                    <a:pt x="2250" y="23584"/>
                  </a:cubicBezTo>
                  <a:cubicBezTo>
                    <a:pt x="1492" y="22331"/>
                    <a:pt x="915" y="20977"/>
                    <a:pt x="539" y="19562"/>
                  </a:cubicBezTo>
                  <a:cubicBezTo>
                    <a:pt x="407" y="19070"/>
                    <a:pt x="299" y="18551"/>
                    <a:pt x="211" y="18017"/>
                  </a:cubicBezTo>
                  <a:cubicBezTo>
                    <a:pt x="86" y="17246"/>
                    <a:pt x="21" y="16468"/>
                    <a:pt x="17" y="15690"/>
                  </a:cubicBezTo>
                  <a:cubicBezTo>
                    <a:pt x="10" y="14898"/>
                    <a:pt x="65" y="14106"/>
                    <a:pt x="181" y="13323"/>
                  </a:cubicBezTo>
                  <a:cubicBezTo>
                    <a:pt x="296" y="12506"/>
                    <a:pt x="481" y="11702"/>
                    <a:pt x="728" y="10915"/>
                  </a:cubicBezTo>
                  <a:cubicBezTo>
                    <a:pt x="2755" y="4434"/>
                    <a:pt x="8756" y="16"/>
                    <a:pt x="15549" y="12"/>
                  </a:cubicBezTo>
                  <a:lnTo>
                    <a:pt x="15547" y="10"/>
                  </a:lnTo>
                  <a:close/>
                  <a:moveTo>
                    <a:pt x="15549" y="0"/>
                  </a:moveTo>
                  <a:cubicBezTo>
                    <a:pt x="8761" y="0"/>
                    <a:pt x="2732" y="4445"/>
                    <a:pt x="716" y="10913"/>
                  </a:cubicBezTo>
                  <a:cubicBezTo>
                    <a:pt x="469" y="11700"/>
                    <a:pt x="287" y="12503"/>
                    <a:pt x="169" y="13321"/>
                  </a:cubicBezTo>
                  <a:cubicBezTo>
                    <a:pt x="54" y="14106"/>
                    <a:pt x="1" y="14898"/>
                    <a:pt x="5" y="15690"/>
                  </a:cubicBezTo>
                  <a:cubicBezTo>
                    <a:pt x="10" y="16470"/>
                    <a:pt x="75" y="17248"/>
                    <a:pt x="199" y="18017"/>
                  </a:cubicBezTo>
                  <a:cubicBezTo>
                    <a:pt x="282" y="18539"/>
                    <a:pt x="393" y="19054"/>
                    <a:pt x="527" y="19564"/>
                  </a:cubicBezTo>
                  <a:cubicBezTo>
                    <a:pt x="906" y="20980"/>
                    <a:pt x="1483" y="22335"/>
                    <a:pt x="2240" y="23589"/>
                  </a:cubicBezTo>
                  <a:cubicBezTo>
                    <a:pt x="4563" y="27440"/>
                    <a:pt x="8530" y="30257"/>
                    <a:pt x="13326" y="30955"/>
                  </a:cubicBezTo>
                  <a:cubicBezTo>
                    <a:pt x="14074" y="31063"/>
                    <a:pt x="14829" y="31116"/>
                    <a:pt x="15584" y="31119"/>
                  </a:cubicBezTo>
                  <a:cubicBezTo>
                    <a:pt x="22077" y="31119"/>
                    <a:pt x="27875" y="27052"/>
                    <a:pt x="30131" y="21040"/>
                  </a:cubicBezTo>
                  <a:cubicBezTo>
                    <a:pt x="30525" y="19994"/>
                    <a:pt x="30805" y="18906"/>
                    <a:pt x="30964" y="17798"/>
                  </a:cubicBezTo>
                  <a:cubicBezTo>
                    <a:pt x="31033" y="17322"/>
                    <a:pt x="31080" y="16849"/>
                    <a:pt x="31105" y="16378"/>
                  </a:cubicBezTo>
                  <a:cubicBezTo>
                    <a:pt x="31183" y="14914"/>
                    <a:pt x="31054" y="13448"/>
                    <a:pt x="30722" y="12021"/>
                  </a:cubicBezTo>
                  <a:cubicBezTo>
                    <a:pt x="30602" y="11506"/>
                    <a:pt x="30454" y="10996"/>
                    <a:pt x="30283" y="10502"/>
                  </a:cubicBezTo>
                  <a:cubicBezTo>
                    <a:pt x="30029" y="9765"/>
                    <a:pt x="29717" y="9047"/>
                    <a:pt x="29355" y="8354"/>
                  </a:cubicBezTo>
                  <a:cubicBezTo>
                    <a:pt x="27120" y="4083"/>
                    <a:pt x="22936" y="908"/>
                    <a:pt x="17803" y="164"/>
                  </a:cubicBezTo>
                  <a:cubicBezTo>
                    <a:pt x="17057" y="56"/>
                    <a:pt x="16304" y="0"/>
                    <a:pt x="1554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4"/>
            <p:cNvSpPr/>
            <p:nvPr/>
          </p:nvSpPr>
          <p:spPr>
            <a:xfrm>
              <a:off x="2861275" y="4546975"/>
              <a:ext cx="658650" cy="658675"/>
            </a:xfrm>
            <a:custGeom>
              <a:rect b="b" l="l" r="r" t="t"/>
              <a:pathLst>
                <a:path extrusionOk="0" fill="none" h="26347" w="26346">
                  <a:moveTo>
                    <a:pt x="22488" y="3859"/>
                  </a:moveTo>
                  <a:cubicBezTo>
                    <a:pt x="24958" y="6329"/>
                    <a:pt x="26346" y="9680"/>
                    <a:pt x="26346" y="13173"/>
                  </a:cubicBezTo>
                  <a:cubicBezTo>
                    <a:pt x="26346" y="16667"/>
                    <a:pt x="24958" y="20017"/>
                    <a:pt x="22488" y="22488"/>
                  </a:cubicBezTo>
                  <a:cubicBezTo>
                    <a:pt x="20017" y="24958"/>
                    <a:pt x="16667" y="26346"/>
                    <a:pt x="13173" y="26346"/>
                  </a:cubicBezTo>
                  <a:cubicBezTo>
                    <a:pt x="9680" y="26346"/>
                    <a:pt x="6329" y="24958"/>
                    <a:pt x="3859" y="22488"/>
                  </a:cubicBezTo>
                  <a:cubicBezTo>
                    <a:pt x="1388" y="20017"/>
                    <a:pt x="0" y="16667"/>
                    <a:pt x="0" y="13173"/>
                  </a:cubicBezTo>
                  <a:cubicBezTo>
                    <a:pt x="0" y="9680"/>
                    <a:pt x="1388" y="6329"/>
                    <a:pt x="3859" y="3859"/>
                  </a:cubicBezTo>
                  <a:cubicBezTo>
                    <a:pt x="6329" y="1388"/>
                    <a:pt x="9680" y="1"/>
                    <a:pt x="13173" y="1"/>
                  </a:cubicBezTo>
                  <a:cubicBezTo>
                    <a:pt x="16667" y="1"/>
                    <a:pt x="20017" y="1388"/>
                    <a:pt x="22488" y="3859"/>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4"/>
            <p:cNvSpPr/>
            <p:nvPr/>
          </p:nvSpPr>
          <p:spPr>
            <a:xfrm>
              <a:off x="2892850" y="4588600"/>
              <a:ext cx="595500" cy="575475"/>
            </a:xfrm>
            <a:custGeom>
              <a:rect b="b" l="l" r="r" t="t"/>
              <a:pathLst>
                <a:path extrusionOk="0" h="23019" w="23820">
                  <a:moveTo>
                    <a:pt x="11896" y="0"/>
                  </a:moveTo>
                  <a:cubicBezTo>
                    <a:pt x="5865" y="7"/>
                    <a:pt x="864" y="4669"/>
                    <a:pt x="432" y="10684"/>
                  </a:cubicBezTo>
                  <a:cubicBezTo>
                    <a:pt x="0" y="16701"/>
                    <a:pt x="4286" y="22028"/>
                    <a:pt x="10255" y="22896"/>
                  </a:cubicBezTo>
                  <a:cubicBezTo>
                    <a:pt x="10809" y="22977"/>
                    <a:pt x="11365" y="23019"/>
                    <a:pt x="11924" y="23019"/>
                  </a:cubicBezTo>
                  <a:cubicBezTo>
                    <a:pt x="17955" y="23009"/>
                    <a:pt x="22959" y="18348"/>
                    <a:pt x="23388" y="12333"/>
                  </a:cubicBezTo>
                  <a:cubicBezTo>
                    <a:pt x="23820" y="6315"/>
                    <a:pt x="19534" y="989"/>
                    <a:pt x="13566" y="120"/>
                  </a:cubicBezTo>
                  <a:cubicBezTo>
                    <a:pt x="13014" y="40"/>
                    <a:pt x="12455" y="0"/>
                    <a:pt x="11896"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4"/>
            <p:cNvSpPr/>
            <p:nvPr/>
          </p:nvSpPr>
          <p:spPr>
            <a:xfrm>
              <a:off x="2882925" y="4588425"/>
              <a:ext cx="615425" cy="575775"/>
            </a:xfrm>
            <a:custGeom>
              <a:rect b="b" l="l" r="r" t="t"/>
              <a:pathLst>
                <a:path extrusionOk="0" h="23031" w="24617">
                  <a:moveTo>
                    <a:pt x="12293" y="10"/>
                  </a:moveTo>
                  <a:lnTo>
                    <a:pt x="12293" y="12"/>
                  </a:lnTo>
                  <a:cubicBezTo>
                    <a:pt x="12852" y="12"/>
                    <a:pt x="13409" y="53"/>
                    <a:pt x="13963" y="132"/>
                  </a:cubicBezTo>
                  <a:cubicBezTo>
                    <a:pt x="19927" y="1000"/>
                    <a:pt x="24210" y="6327"/>
                    <a:pt x="23780" y="12340"/>
                  </a:cubicBezTo>
                  <a:cubicBezTo>
                    <a:pt x="23349" y="18350"/>
                    <a:pt x="18350" y="23012"/>
                    <a:pt x="12321" y="23019"/>
                  </a:cubicBezTo>
                  <a:cubicBezTo>
                    <a:pt x="11765" y="23019"/>
                    <a:pt x="11206" y="22979"/>
                    <a:pt x="10654" y="22899"/>
                  </a:cubicBezTo>
                  <a:cubicBezTo>
                    <a:pt x="4685" y="22033"/>
                    <a:pt x="397" y="16706"/>
                    <a:pt x="829" y="10691"/>
                  </a:cubicBezTo>
                  <a:cubicBezTo>
                    <a:pt x="1261" y="4676"/>
                    <a:pt x="6262" y="17"/>
                    <a:pt x="12293" y="10"/>
                  </a:cubicBezTo>
                  <a:close/>
                  <a:moveTo>
                    <a:pt x="12293" y="0"/>
                  </a:moveTo>
                  <a:cubicBezTo>
                    <a:pt x="6669" y="0"/>
                    <a:pt x="1746" y="4127"/>
                    <a:pt x="915" y="9857"/>
                  </a:cubicBezTo>
                  <a:cubicBezTo>
                    <a:pt x="0" y="16149"/>
                    <a:pt x="4360" y="21993"/>
                    <a:pt x="10652" y="22908"/>
                  </a:cubicBezTo>
                  <a:cubicBezTo>
                    <a:pt x="11203" y="22989"/>
                    <a:pt x="11762" y="23028"/>
                    <a:pt x="12321" y="23030"/>
                  </a:cubicBezTo>
                  <a:cubicBezTo>
                    <a:pt x="17948" y="23030"/>
                    <a:pt x="22868" y="18902"/>
                    <a:pt x="23702" y="13171"/>
                  </a:cubicBezTo>
                  <a:cubicBezTo>
                    <a:pt x="24616" y="6879"/>
                    <a:pt x="20257" y="1035"/>
                    <a:pt x="13965" y="120"/>
                  </a:cubicBezTo>
                  <a:cubicBezTo>
                    <a:pt x="13411" y="40"/>
                    <a:pt x="12852" y="0"/>
                    <a:pt x="1229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4"/>
            <p:cNvSpPr/>
            <p:nvPr/>
          </p:nvSpPr>
          <p:spPr>
            <a:xfrm>
              <a:off x="2814700" y="4787800"/>
              <a:ext cx="766375" cy="289275"/>
            </a:xfrm>
            <a:custGeom>
              <a:rect b="b" l="l" r="r" t="t"/>
              <a:pathLst>
                <a:path extrusionOk="0" h="11571" w="30655">
                  <a:moveTo>
                    <a:pt x="30192" y="1"/>
                  </a:moveTo>
                  <a:lnTo>
                    <a:pt x="0" y="7546"/>
                  </a:lnTo>
                  <a:cubicBezTo>
                    <a:pt x="379" y="8962"/>
                    <a:pt x="956" y="10317"/>
                    <a:pt x="1713" y="11571"/>
                  </a:cubicBezTo>
                  <a:lnTo>
                    <a:pt x="30573" y="4360"/>
                  </a:lnTo>
                  <a:cubicBezTo>
                    <a:pt x="30654" y="2896"/>
                    <a:pt x="30525" y="1428"/>
                    <a:pt x="30192"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4"/>
            <p:cNvSpPr/>
            <p:nvPr/>
          </p:nvSpPr>
          <p:spPr>
            <a:xfrm>
              <a:off x="2801650" y="4696250"/>
              <a:ext cx="756850" cy="241550"/>
            </a:xfrm>
            <a:custGeom>
              <a:rect b="b" l="l" r="r" t="t"/>
              <a:pathLst>
                <a:path extrusionOk="0" h="9662" w="30274">
                  <a:moveTo>
                    <a:pt x="29347" y="1"/>
                  </a:moveTo>
                  <a:lnTo>
                    <a:pt x="0" y="7334"/>
                  </a:lnTo>
                  <a:cubicBezTo>
                    <a:pt x="5" y="8112"/>
                    <a:pt x="70" y="8890"/>
                    <a:pt x="194" y="9661"/>
                  </a:cubicBezTo>
                  <a:lnTo>
                    <a:pt x="30273" y="2143"/>
                  </a:lnTo>
                  <a:cubicBezTo>
                    <a:pt x="30019" y="1407"/>
                    <a:pt x="29710" y="691"/>
                    <a:pt x="293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4"/>
            <p:cNvSpPr/>
            <p:nvPr/>
          </p:nvSpPr>
          <p:spPr>
            <a:xfrm>
              <a:off x="2777975" y="4760150"/>
              <a:ext cx="776700" cy="562025"/>
            </a:xfrm>
            <a:custGeom>
              <a:rect b="b" l="l" r="r" t="t"/>
              <a:pathLst>
                <a:path extrusionOk="0" h="22481" w="31068">
                  <a:moveTo>
                    <a:pt x="1658" y="1"/>
                  </a:moveTo>
                  <a:lnTo>
                    <a:pt x="1658" y="1"/>
                  </a:lnTo>
                  <a:cubicBezTo>
                    <a:pt x="562" y="2201"/>
                    <a:pt x="1" y="4628"/>
                    <a:pt x="17" y="7087"/>
                  </a:cubicBezTo>
                  <a:cubicBezTo>
                    <a:pt x="21" y="7867"/>
                    <a:pt x="88" y="8645"/>
                    <a:pt x="213" y="9417"/>
                  </a:cubicBezTo>
                  <a:cubicBezTo>
                    <a:pt x="296" y="9936"/>
                    <a:pt x="405" y="10453"/>
                    <a:pt x="541" y="10961"/>
                  </a:cubicBezTo>
                  <a:cubicBezTo>
                    <a:pt x="917" y="12379"/>
                    <a:pt x="1495" y="13732"/>
                    <a:pt x="2252" y="14988"/>
                  </a:cubicBezTo>
                  <a:cubicBezTo>
                    <a:pt x="4577" y="18837"/>
                    <a:pt x="8542" y="21654"/>
                    <a:pt x="13340" y="22352"/>
                  </a:cubicBezTo>
                  <a:cubicBezTo>
                    <a:pt x="13938" y="22439"/>
                    <a:pt x="14538" y="22481"/>
                    <a:pt x="15137" y="22481"/>
                  </a:cubicBezTo>
                  <a:cubicBezTo>
                    <a:pt x="22061" y="22481"/>
                    <a:pt x="28760" y="16846"/>
                    <a:pt x="31068" y="10128"/>
                  </a:cubicBezTo>
                  <a:lnTo>
                    <a:pt x="31068" y="10128"/>
                  </a:lnTo>
                  <a:cubicBezTo>
                    <a:pt x="28814" y="16140"/>
                    <a:pt x="23015" y="20206"/>
                    <a:pt x="16520" y="20206"/>
                  </a:cubicBezTo>
                  <a:cubicBezTo>
                    <a:pt x="15776" y="20206"/>
                    <a:pt x="15023" y="20152"/>
                    <a:pt x="14265" y="20043"/>
                  </a:cubicBezTo>
                  <a:cubicBezTo>
                    <a:pt x="9470" y="19345"/>
                    <a:pt x="5503" y="16528"/>
                    <a:pt x="3180" y="12677"/>
                  </a:cubicBezTo>
                  <a:cubicBezTo>
                    <a:pt x="2423" y="11423"/>
                    <a:pt x="1845" y="10068"/>
                    <a:pt x="1467" y="8652"/>
                  </a:cubicBezTo>
                  <a:cubicBezTo>
                    <a:pt x="1333" y="8142"/>
                    <a:pt x="1224" y="7627"/>
                    <a:pt x="1141" y="7105"/>
                  </a:cubicBezTo>
                  <a:cubicBezTo>
                    <a:pt x="1017" y="6336"/>
                    <a:pt x="950" y="5558"/>
                    <a:pt x="945" y="4778"/>
                  </a:cubicBezTo>
                  <a:cubicBezTo>
                    <a:pt x="940" y="3984"/>
                    <a:pt x="993" y="3192"/>
                    <a:pt x="1109" y="2409"/>
                  </a:cubicBezTo>
                  <a:cubicBezTo>
                    <a:pt x="1227" y="1591"/>
                    <a:pt x="1409" y="786"/>
                    <a:pt x="1658"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34"/>
          <p:cNvGrpSpPr/>
          <p:nvPr/>
        </p:nvGrpSpPr>
        <p:grpSpPr>
          <a:xfrm rot="-3104584">
            <a:off x="927556" y="4212882"/>
            <a:ext cx="529781" cy="397402"/>
            <a:chOff x="2787100" y="3506250"/>
            <a:chExt cx="854925" cy="641300"/>
          </a:xfrm>
        </p:grpSpPr>
        <p:sp>
          <p:nvSpPr>
            <p:cNvPr id="872" name="Google Shape;872;p34"/>
            <p:cNvSpPr/>
            <p:nvPr/>
          </p:nvSpPr>
          <p:spPr>
            <a:xfrm>
              <a:off x="2787100" y="3512900"/>
              <a:ext cx="842975" cy="634650"/>
            </a:xfrm>
            <a:custGeom>
              <a:rect b="b" l="l" r="r" t="t"/>
              <a:pathLst>
                <a:path extrusionOk="0" h="25386" w="33719">
                  <a:moveTo>
                    <a:pt x="3124" y="1"/>
                  </a:moveTo>
                  <a:cubicBezTo>
                    <a:pt x="2995" y="1"/>
                    <a:pt x="2867" y="8"/>
                    <a:pt x="2741" y="23"/>
                  </a:cubicBezTo>
                  <a:lnTo>
                    <a:pt x="2478" y="397"/>
                  </a:lnTo>
                  <a:lnTo>
                    <a:pt x="818" y="2755"/>
                  </a:lnTo>
                  <a:cubicBezTo>
                    <a:pt x="169" y="3736"/>
                    <a:pt x="0" y="4937"/>
                    <a:pt x="432" y="5807"/>
                  </a:cubicBezTo>
                  <a:cubicBezTo>
                    <a:pt x="892" y="6726"/>
                    <a:pt x="1557" y="7680"/>
                    <a:pt x="2393" y="8657"/>
                  </a:cubicBezTo>
                  <a:cubicBezTo>
                    <a:pt x="3231" y="9645"/>
                    <a:pt x="4240" y="10656"/>
                    <a:pt x="5366" y="11668"/>
                  </a:cubicBezTo>
                  <a:lnTo>
                    <a:pt x="5371" y="11670"/>
                  </a:lnTo>
                  <a:cubicBezTo>
                    <a:pt x="6110" y="12333"/>
                    <a:pt x="6897" y="12993"/>
                    <a:pt x="7722" y="13656"/>
                  </a:cubicBezTo>
                  <a:cubicBezTo>
                    <a:pt x="9571" y="15124"/>
                    <a:pt x="11605" y="16574"/>
                    <a:pt x="13660" y="17932"/>
                  </a:cubicBezTo>
                  <a:cubicBezTo>
                    <a:pt x="14138" y="18246"/>
                    <a:pt x="14612" y="18560"/>
                    <a:pt x="15085" y="18865"/>
                  </a:cubicBezTo>
                  <a:lnTo>
                    <a:pt x="15087" y="18867"/>
                  </a:lnTo>
                  <a:cubicBezTo>
                    <a:pt x="19982" y="22040"/>
                    <a:pt x="24748" y="24785"/>
                    <a:pt x="28475" y="25360"/>
                  </a:cubicBezTo>
                  <a:cubicBezTo>
                    <a:pt x="28587" y="25377"/>
                    <a:pt x="28701" y="25385"/>
                    <a:pt x="28818" y="25385"/>
                  </a:cubicBezTo>
                  <a:cubicBezTo>
                    <a:pt x="29844" y="25385"/>
                    <a:pt x="31001" y="24740"/>
                    <a:pt x="31680" y="23714"/>
                  </a:cubicBezTo>
                  <a:lnTo>
                    <a:pt x="33718" y="20626"/>
                  </a:lnTo>
                  <a:cubicBezTo>
                    <a:pt x="32442" y="19537"/>
                    <a:pt x="30200" y="17895"/>
                    <a:pt x="27350" y="15914"/>
                  </a:cubicBezTo>
                  <a:cubicBezTo>
                    <a:pt x="25127" y="14371"/>
                    <a:pt x="22529" y="12624"/>
                    <a:pt x="19724" y="10765"/>
                  </a:cubicBezTo>
                  <a:lnTo>
                    <a:pt x="18971" y="10268"/>
                  </a:lnTo>
                  <a:cubicBezTo>
                    <a:pt x="18269" y="9804"/>
                    <a:pt x="17590" y="9342"/>
                    <a:pt x="16939" y="8885"/>
                  </a:cubicBezTo>
                  <a:lnTo>
                    <a:pt x="16934" y="8883"/>
                  </a:lnTo>
                  <a:cubicBezTo>
                    <a:pt x="15565" y="7913"/>
                    <a:pt x="14305" y="6966"/>
                    <a:pt x="13134" y="6073"/>
                  </a:cubicBezTo>
                  <a:cubicBezTo>
                    <a:pt x="8674" y="2661"/>
                    <a:pt x="5567" y="1"/>
                    <a:pt x="3124"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4"/>
            <p:cNvSpPr/>
            <p:nvPr/>
          </p:nvSpPr>
          <p:spPr>
            <a:xfrm>
              <a:off x="2847300" y="3506425"/>
              <a:ext cx="788375" cy="532075"/>
            </a:xfrm>
            <a:custGeom>
              <a:rect b="b" l="l" r="r" t="t"/>
              <a:pathLst>
                <a:path extrusionOk="0" h="21283" w="31535">
                  <a:moveTo>
                    <a:pt x="1194" y="1"/>
                  </a:moveTo>
                  <a:cubicBezTo>
                    <a:pt x="680" y="1"/>
                    <a:pt x="338" y="125"/>
                    <a:pt x="174" y="372"/>
                  </a:cubicBezTo>
                  <a:cubicBezTo>
                    <a:pt x="118" y="458"/>
                    <a:pt x="84" y="555"/>
                    <a:pt x="75" y="656"/>
                  </a:cubicBezTo>
                  <a:cubicBezTo>
                    <a:pt x="1" y="1224"/>
                    <a:pt x="502" y="2157"/>
                    <a:pt x="1527" y="3360"/>
                  </a:cubicBezTo>
                  <a:cubicBezTo>
                    <a:pt x="2527" y="4536"/>
                    <a:pt x="4025" y="5967"/>
                    <a:pt x="5861" y="7500"/>
                  </a:cubicBezTo>
                  <a:cubicBezTo>
                    <a:pt x="6962" y="8424"/>
                    <a:pt x="8184" y="9382"/>
                    <a:pt x="9491" y="10350"/>
                  </a:cubicBezTo>
                  <a:cubicBezTo>
                    <a:pt x="10333" y="10973"/>
                    <a:pt x="11234" y="11615"/>
                    <a:pt x="12167" y="12259"/>
                  </a:cubicBezTo>
                  <a:cubicBezTo>
                    <a:pt x="12679" y="12615"/>
                    <a:pt x="13227" y="12984"/>
                    <a:pt x="13889" y="13423"/>
                  </a:cubicBezTo>
                  <a:cubicBezTo>
                    <a:pt x="16041" y="14843"/>
                    <a:pt x="18184" y="16145"/>
                    <a:pt x="20257" y="17293"/>
                  </a:cubicBezTo>
                  <a:cubicBezTo>
                    <a:pt x="22474" y="18521"/>
                    <a:pt x="24557" y="19535"/>
                    <a:pt x="26281" y="20225"/>
                  </a:cubicBezTo>
                  <a:cubicBezTo>
                    <a:pt x="28015" y="20917"/>
                    <a:pt x="29393" y="21282"/>
                    <a:pt x="30263" y="21283"/>
                  </a:cubicBezTo>
                  <a:lnTo>
                    <a:pt x="30263" y="21283"/>
                  </a:lnTo>
                  <a:cubicBezTo>
                    <a:pt x="30775" y="21282"/>
                    <a:pt x="31119" y="21158"/>
                    <a:pt x="31280" y="20913"/>
                  </a:cubicBezTo>
                  <a:lnTo>
                    <a:pt x="31301" y="20881"/>
                  </a:lnTo>
                  <a:cubicBezTo>
                    <a:pt x="31534" y="20477"/>
                    <a:pt x="31315" y="19793"/>
                    <a:pt x="30650" y="18847"/>
                  </a:cubicBezTo>
                  <a:cubicBezTo>
                    <a:pt x="30008" y="17932"/>
                    <a:pt x="28981" y="16817"/>
                    <a:pt x="27600" y="15536"/>
                  </a:cubicBezTo>
                  <a:cubicBezTo>
                    <a:pt x="25776" y="13857"/>
                    <a:pt x="23465" y="12000"/>
                    <a:pt x="20911" y="10167"/>
                  </a:cubicBezTo>
                  <a:lnTo>
                    <a:pt x="20908" y="10165"/>
                  </a:lnTo>
                  <a:cubicBezTo>
                    <a:pt x="19925" y="9463"/>
                    <a:pt x="19029" y="8844"/>
                    <a:pt x="18170" y="8271"/>
                  </a:cubicBezTo>
                  <a:cubicBezTo>
                    <a:pt x="17971" y="8133"/>
                    <a:pt x="17764" y="7994"/>
                    <a:pt x="17560" y="7860"/>
                  </a:cubicBezTo>
                  <a:cubicBezTo>
                    <a:pt x="16404" y="7096"/>
                    <a:pt x="15180" y="6325"/>
                    <a:pt x="13924" y="5568"/>
                  </a:cubicBezTo>
                  <a:cubicBezTo>
                    <a:pt x="11132" y="3887"/>
                    <a:pt x="8470" y="2481"/>
                    <a:pt x="6221" y="1499"/>
                  </a:cubicBezTo>
                  <a:cubicBezTo>
                    <a:pt x="3979" y="520"/>
                    <a:pt x="2240" y="1"/>
                    <a:pt x="1194" y="1"/>
                  </a:cubicBezTo>
                  <a:close/>
                  <a:moveTo>
                    <a:pt x="30263" y="21283"/>
                  </a:moveTo>
                  <a:lnTo>
                    <a:pt x="30263" y="21283"/>
                  </a:lnTo>
                  <a:cubicBezTo>
                    <a:pt x="30263" y="21283"/>
                    <a:pt x="30263" y="21283"/>
                    <a:pt x="30262" y="21283"/>
                  </a:cubicBezTo>
                  <a:lnTo>
                    <a:pt x="30264" y="21283"/>
                  </a:lnTo>
                  <a:cubicBezTo>
                    <a:pt x="30264" y="21283"/>
                    <a:pt x="30264" y="21283"/>
                    <a:pt x="30263" y="21283"/>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4"/>
            <p:cNvSpPr/>
            <p:nvPr/>
          </p:nvSpPr>
          <p:spPr>
            <a:xfrm>
              <a:off x="2845175" y="3506250"/>
              <a:ext cx="796850" cy="532475"/>
            </a:xfrm>
            <a:custGeom>
              <a:rect b="b" l="l" r="r" t="t"/>
              <a:pathLst>
                <a:path extrusionOk="0" h="21299" w="31874">
                  <a:moveTo>
                    <a:pt x="1279" y="15"/>
                  </a:moveTo>
                  <a:cubicBezTo>
                    <a:pt x="2325" y="15"/>
                    <a:pt x="4064" y="534"/>
                    <a:pt x="6306" y="1513"/>
                  </a:cubicBezTo>
                  <a:cubicBezTo>
                    <a:pt x="8553" y="2494"/>
                    <a:pt x="11215" y="3901"/>
                    <a:pt x="14007" y="5579"/>
                  </a:cubicBezTo>
                  <a:cubicBezTo>
                    <a:pt x="15263" y="6339"/>
                    <a:pt x="16486" y="7110"/>
                    <a:pt x="17643" y="7874"/>
                  </a:cubicBezTo>
                  <a:cubicBezTo>
                    <a:pt x="17846" y="8008"/>
                    <a:pt x="18054" y="8145"/>
                    <a:pt x="18253" y="8283"/>
                  </a:cubicBezTo>
                  <a:cubicBezTo>
                    <a:pt x="19112" y="8856"/>
                    <a:pt x="20008" y="9477"/>
                    <a:pt x="20991" y="10176"/>
                  </a:cubicBezTo>
                  <a:lnTo>
                    <a:pt x="20993" y="10179"/>
                  </a:lnTo>
                  <a:cubicBezTo>
                    <a:pt x="23547" y="12014"/>
                    <a:pt x="25858" y="13871"/>
                    <a:pt x="27680" y="15547"/>
                  </a:cubicBezTo>
                  <a:cubicBezTo>
                    <a:pt x="29061" y="16829"/>
                    <a:pt x="30089" y="17944"/>
                    <a:pt x="30730" y="18858"/>
                  </a:cubicBezTo>
                  <a:cubicBezTo>
                    <a:pt x="31393" y="19800"/>
                    <a:pt x="31612" y="20481"/>
                    <a:pt x="31382" y="20883"/>
                  </a:cubicBezTo>
                  <a:lnTo>
                    <a:pt x="31361" y="20916"/>
                  </a:lnTo>
                  <a:cubicBezTo>
                    <a:pt x="31199" y="21158"/>
                    <a:pt x="30860" y="21283"/>
                    <a:pt x="30349" y="21283"/>
                  </a:cubicBezTo>
                  <a:cubicBezTo>
                    <a:pt x="29479" y="21283"/>
                    <a:pt x="28103" y="20916"/>
                    <a:pt x="26369" y="20223"/>
                  </a:cubicBezTo>
                  <a:cubicBezTo>
                    <a:pt x="24646" y="19535"/>
                    <a:pt x="22564" y="18521"/>
                    <a:pt x="20347" y="17293"/>
                  </a:cubicBezTo>
                  <a:cubicBezTo>
                    <a:pt x="18274" y="16145"/>
                    <a:pt x="16131" y="14843"/>
                    <a:pt x="13979" y="13423"/>
                  </a:cubicBezTo>
                  <a:cubicBezTo>
                    <a:pt x="13316" y="12984"/>
                    <a:pt x="12769" y="12615"/>
                    <a:pt x="12259" y="12259"/>
                  </a:cubicBezTo>
                  <a:cubicBezTo>
                    <a:pt x="11326" y="11615"/>
                    <a:pt x="10425" y="10973"/>
                    <a:pt x="9580" y="10350"/>
                  </a:cubicBezTo>
                  <a:cubicBezTo>
                    <a:pt x="8276" y="9382"/>
                    <a:pt x="7054" y="8424"/>
                    <a:pt x="5950" y="7500"/>
                  </a:cubicBezTo>
                  <a:cubicBezTo>
                    <a:pt x="4117" y="5967"/>
                    <a:pt x="2619" y="4536"/>
                    <a:pt x="1617" y="3360"/>
                  </a:cubicBezTo>
                  <a:cubicBezTo>
                    <a:pt x="596" y="2160"/>
                    <a:pt x="95" y="1229"/>
                    <a:pt x="169" y="663"/>
                  </a:cubicBezTo>
                  <a:cubicBezTo>
                    <a:pt x="178" y="564"/>
                    <a:pt x="210" y="467"/>
                    <a:pt x="266" y="384"/>
                  </a:cubicBezTo>
                  <a:cubicBezTo>
                    <a:pt x="427" y="139"/>
                    <a:pt x="769" y="15"/>
                    <a:pt x="1279" y="15"/>
                  </a:cubicBezTo>
                  <a:close/>
                  <a:moveTo>
                    <a:pt x="1279" y="1"/>
                  </a:moveTo>
                  <a:cubicBezTo>
                    <a:pt x="771" y="1"/>
                    <a:pt x="423" y="121"/>
                    <a:pt x="254" y="375"/>
                  </a:cubicBezTo>
                  <a:cubicBezTo>
                    <a:pt x="199" y="463"/>
                    <a:pt x="164" y="562"/>
                    <a:pt x="155" y="663"/>
                  </a:cubicBezTo>
                  <a:cubicBezTo>
                    <a:pt x="0" y="1836"/>
                    <a:pt x="2252" y="4429"/>
                    <a:pt x="5941" y="7514"/>
                  </a:cubicBezTo>
                  <a:cubicBezTo>
                    <a:pt x="7033" y="8429"/>
                    <a:pt x="8250" y="9387"/>
                    <a:pt x="9573" y="10363"/>
                  </a:cubicBezTo>
                  <a:cubicBezTo>
                    <a:pt x="10423" y="10992"/>
                    <a:pt x="11321" y="11633"/>
                    <a:pt x="12249" y="12273"/>
                  </a:cubicBezTo>
                  <a:cubicBezTo>
                    <a:pt x="12810" y="12663"/>
                    <a:pt x="13385" y="13051"/>
                    <a:pt x="13972" y="13437"/>
                  </a:cubicBezTo>
                  <a:cubicBezTo>
                    <a:pt x="16182" y="14894"/>
                    <a:pt x="18340" y="16201"/>
                    <a:pt x="20340" y="17307"/>
                  </a:cubicBezTo>
                  <a:cubicBezTo>
                    <a:pt x="24843" y="19803"/>
                    <a:pt x="28565" y="21299"/>
                    <a:pt x="30349" y="21299"/>
                  </a:cubicBezTo>
                  <a:cubicBezTo>
                    <a:pt x="30855" y="21299"/>
                    <a:pt x="31206" y="21179"/>
                    <a:pt x="31372" y="20925"/>
                  </a:cubicBezTo>
                  <a:lnTo>
                    <a:pt x="31393" y="20892"/>
                  </a:lnTo>
                  <a:cubicBezTo>
                    <a:pt x="31873" y="20061"/>
                    <a:pt x="30414" y="18064"/>
                    <a:pt x="27690" y="15540"/>
                  </a:cubicBezTo>
                  <a:cubicBezTo>
                    <a:pt x="25928" y="13915"/>
                    <a:pt x="23642" y="12065"/>
                    <a:pt x="21003" y="10170"/>
                  </a:cubicBezTo>
                  <a:lnTo>
                    <a:pt x="20998" y="10167"/>
                  </a:lnTo>
                  <a:cubicBezTo>
                    <a:pt x="20121" y="9541"/>
                    <a:pt x="19209" y="8907"/>
                    <a:pt x="18262" y="8274"/>
                  </a:cubicBezTo>
                  <a:cubicBezTo>
                    <a:pt x="18063" y="8135"/>
                    <a:pt x="17858" y="7999"/>
                    <a:pt x="17652" y="7863"/>
                  </a:cubicBezTo>
                  <a:cubicBezTo>
                    <a:pt x="16419" y="7050"/>
                    <a:pt x="15198" y="6283"/>
                    <a:pt x="14016" y="5568"/>
                  </a:cubicBezTo>
                  <a:cubicBezTo>
                    <a:pt x="8317" y="2141"/>
                    <a:pt x="3415" y="3"/>
                    <a:pt x="1282" y="3"/>
                  </a:cubicBezTo>
                  <a:lnTo>
                    <a:pt x="1279"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4"/>
            <p:cNvSpPr/>
            <p:nvPr/>
          </p:nvSpPr>
          <p:spPr>
            <a:xfrm>
              <a:off x="2981975" y="3601625"/>
              <a:ext cx="526600" cy="341800"/>
            </a:xfrm>
            <a:custGeom>
              <a:rect b="b" l="l" r="r" t="t"/>
              <a:pathLst>
                <a:path extrusionOk="0" h="13672" w="21064">
                  <a:moveTo>
                    <a:pt x="799" y="0"/>
                  </a:moveTo>
                  <a:cubicBezTo>
                    <a:pt x="559" y="0"/>
                    <a:pt x="393" y="69"/>
                    <a:pt x="303" y="206"/>
                  </a:cubicBezTo>
                  <a:cubicBezTo>
                    <a:pt x="1" y="663"/>
                    <a:pt x="790" y="1637"/>
                    <a:pt x="2718" y="3187"/>
                  </a:cubicBezTo>
                  <a:cubicBezTo>
                    <a:pt x="4270" y="4433"/>
                    <a:pt x="6516" y="6022"/>
                    <a:pt x="9786" y="8181"/>
                  </a:cubicBezTo>
                  <a:cubicBezTo>
                    <a:pt x="13896" y="10894"/>
                    <a:pt x="18313" y="13672"/>
                    <a:pt x="19872" y="13672"/>
                  </a:cubicBezTo>
                  <a:cubicBezTo>
                    <a:pt x="20119" y="13672"/>
                    <a:pt x="20290" y="13600"/>
                    <a:pt x="20382" y="13462"/>
                  </a:cubicBezTo>
                  <a:cubicBezTo>
                    <a:pt x="21063" y="12427"/>
                    <a:pt x="16023" y="8897"/>
                    <a:pt x="11001" y="5583"/>
                  </a:cubicBezTo>
                  <a:cubicBezTo>
                    <a:pt x="6821" y="2822"/>
                    <a:pt x="2342" y="0"/>
                    <a:pt x="799"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4"/>
            <p:cNvSpPr/>
            <p:nvPr/>
          </p:nvSpPr>
          <p:spPr>
            <a:xfrm>
              <a:off x="2973025" y="3601375"/>
              <a:ext cx="535025" cy="342175"/>
            </a:xfrm>
            <a:custGeom>
              <a:rect b="b" l="l" r="r" t="t"/>
              <a:pathLst>
                <a:path extrusionOk="0" h="13687" w="21401">
                  <a:moveTo>
                    <a:pt x="1157" y="15"/>
                  </a:moveTo>
                  <a:lnTo>
                    <a:pt x="1157" y="17"/>
                  </a:lnTo>
                  <a:cubicBezTo>
                    <a:pt x="1834" y="17"/>
                    <a:pt x="3095" y="544"/>
                    <a:pt x="5013" y="1629"/>
                  </a:cubicBezTo>
                  <a:cubicBezTo>
                    <a:pt x="6577" y="2511"/>
                    <a:pt x="8592" y="3774"/>
                    <a:pt x="11356" y="5598"/>
                  </a:cubicBezTo>
                  <a:cubicBezTo>
                    <a:pt x="14635" y="7764"/>
                    <a:pt x="16865" y="9334"/>
                    <a:pt x="18371" y="10541"/>
                  </a:cubicBezTo>
                  <a:cubicBezTo>
                    <a:pt x="19274" y="11267"/>
                    <a:pt x="19929" y="11874"/>
                    <a:pt x="20324" y="12347"/>
                  </a:cubicBezTo>
                  <a:cubicBezTo>
                    <a:pt x="20749" y="12857"/>
                    <a:pt x="20885" y="13234"/>
                    <a:pt x="20733" y="13467"/>
                  </a:cubicBezTo>
                  <a:cubicBezTo>
                    <a:pt x="20641" y="13603"/>
                    <a:pt x="20472" y="13672"/>
                    <a:pt x="20230" y="13672"/>
                  </a:cubicBezTo>
                  <a:cubicBezTo>
                    <a:pt x="19553" y="13672"/>
                    <a:pt x="18311" y="13160"/>
                    <a:pt x="16427" y="12102"/>
                  </a:cubicBezTo>
                  <a:cubicBezTo>
                    <a:pt x="14861" y="11225"/>
                    <a:pt x="12866" y="9980"/>
                    <a:pt x="10149" y="8184"/>
                  </a:cubicBezTo>
                  <a:cubicBezTo>
                    <a:pt x="6879" y="6025"/>
                    <a:pt x="4632" y="4439"/>
                    <a:pt x="3081" y="3190"/>
                  </a:cubicBezTo>
                  <a:cubicBezTo>
                    <a:pt x="2164" y="2453"/>
                    <a:pt x="1495" y="1837"/>
                    <a:pt x="1093" y="1352"/>
                  </a:cubicBezTo>
                  <a:cubicBezTo>
                    <a:pt x="656" y="832"/>
                    <a:pt x="516" y="451"/>
                    <a:pt x="668" y="218"/>
                  </a:cubicBezTo>
                  <a:cubicBezTo>
                    <a:pt x="756" y="84"/>
                    <a:pt x="922" y="15"/>
                    <a:pt x="1157" y="15"/>
                  </a:cubicBezTo>
                  <a:close/>
                  <a:moveTo>
                    <a:pt x="1157" y="1"/>
                  </a:moveTo>
                  <a:cubicBezTo>
                    <a:pt x="920" y="1"/>
                    <a:pt x="749" y="68"/>
                    <a:pt x="656" y="209"/>
                  </a:cubicBezTo>
                  <a:cubicBezTo>
                    <a:pt x="1" y="1202"/>
                    <a:pt x="4593" y="4531"/>
                    <a:pt x="10139" y="8196"/>
                  </a:cubicBezTo>
                  <a:cubicBezTo>
                    <a:pt x="14882" y="11324"/>
                    <a:pt x="18784" y="13686"/>
                    <a:pt x="20230" y="13686"/>
                  </a:cubicBezTo>
                  <a:cubicBezTo>
                    <a:pt x="20474" y="13686"/>
                    <a:pt x="20650" y="13617"/>
                    <a:pt x="20744" y="13474"/>
                  </a:cubicBezTo>
                  <a:cubicBezTo>
                    <a:pt x="21400" y="12481"/>
                    <a:pt x="16909" y="9246"/>
                    <a:pt x="11363" y="5584"/>
                  </a:cubicBezTo>
                  <a:cubicBezTo>
                    <a:pt x="6602" y="2442"/>
                    <a:pt x="2610" y="1"/>
                    <a:pt x="116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4"/>
            <p:cNvSpPr/>
            <p:nvPr/>
          </p:nvSpPr>
          <p:spPr>
            <a:xfrm>
              <a:off x="2980125" y="3760350"/>
              <a:ext cx="557300" cy="224250"/>
            </a:xfrm>
            <a:custGeom>
              <a:rect b="b" l="l" r="r" t="t"/>
              <a:pathLst>
                <a:path extrusionOk="0" h="8970" w="22292">
                  <a:moveTo>
                    <a:pt x="15600" y="1"/>
                  </a:moveTo>
                  <a:lnTo>
                    <a:pt x="12003" y="867"/>
                  </a:lnTo>
                  <a:lnTo>
                    <a:pt x="6851" y="2109"/>
                  </a:lnTo>
                  <a:lnTo>
                    <a:pt x="1" y="3758"/>
                  </a:lnTo>
                  <a:cubicBezTo>
                    <a:pt x="1850" y="5226"/>
                    <a:pt x="3884" y="6676"/>
                    <a:pt x="5939" y="8034"/>
                  </a:cubicBezTo>
                  <a:cubicBezTo>
                    <a:pt x="6417" y="8348"/>
                    <a:pt x="6891" y="8662"/>
                    <a:pt x="7364" y="8967"/>
                  </a:cubicBezTo>
                  <a:lnTo>
                    <a:pt x="7366" y="8969"/>
                  </a:lnTo>
                  <a:lnTo>
                    <a:pt x="14942" y="7143"/>
                  </a:lnTo>
                  <a:lnTo>
                    <a:pt x="19627" y="6016"/>
                  </a:lnTo>
                  <a:lnTo>
                    <a:pt x="22292" y="5374"/>
                  </a:lnTo>
                  <a:cubicBezTo>
                    <a:pt x="20530" y="3748"/>
                    <a:pt x="18244" y="1901"/>
                    <a:pt x="15605" y="3"/>
                  </a:cubicBezTo>
                  <a:lnTo>
                    <a:pt x="1560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4"/>
            <p:cNvSpPr/>
            <p:nvPr/>
          </p:nvSpPr>
          <p:spPr>
            <a:xfrm>
              <a:off x="2846900" y="3645425"/>
              <a:ext cx="454825" cy="159225"/>
            </a:xfrm>
            <a:custGeom>
              <a:rect b="b" l="l" r="r" t="t"/>
              <a:pathLst>
                <a:path extrusionOk="0" h="6369" w="18193">
                  <a:moveTo>
                    <a:pt x="13947" y="1"/>
                  </a:moveTo>
                  <a:lnTo>
                    <a:pt x="10740" y="772"/>
                  </a:lnTo>
                  <a:lnTo>
                    <a:pt x="5872" y="1945"/>
                  </a:lnTo>
                  <a:lnTo>
                    <a:pt x="1" y="3356"/>
                  </a:lnTo>
                  <a:cubicBezTo>
                    <a:pt x="839" y="4342"/>
                    <a:pt x="1845" y="5355"/>
                    <a:pt x="2974" y="6367"/>
                  </a:cubicBezTo>
                  <a:lnTo>
                    <a:pt x="2977" y="6369"/>
                  </a:lnTo>
                  <a:lnTo>
                    <a:pt x="9504" y="4796"/>
                  </a:lnTo>
                  <a:lnTo>
                    <a:pt x="14542" y="3582"/>
                  </a:lnTo>
                  <a:lnTo>
                    <a:pt x="14545" y="3584"/>
                  </a:lnTo>
                  <a:lnTo>
                    <a:pt x="18193" y="2705"/>
                  </a:lnTo>
                  <a:cubicBezTo>
                    <a:pt x="17994" y="2566"/>
                    <a:pt x="17789" y="2430"/>
                    <a:pt x="17583" y="2296"/>
                  </a:cubicBezTo>
                  <a:cubicBezTo>
                    <a:pt x="16348" y="1481"/>
                    <a:pt x="15129" y="716"/>
                    <a:pt x="139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 name="Shape 882"/>
        <p:cNvGrpSpPr/>
        <p:nvPr/>
      </p:nvGrpSpPr>
      <p:grpSpPr>
        <a:xfrm>
          <a:off x="0" y="0"/>
          <a:ext cx="0" cy="0"/>
          <a:chOff x="0" y="0"/>
          <a:chExt cx="0" cy="0"/>
        </a:xfrm>
      </p:grpSpPr>
      <p:sp>
        <p:nvSpPr>
          <p:cNvPr id="883" name="Google Shape;883;p35"/>
          <p:cNvSpPr txBox="1"/>
          <p:nvPr>
            <p:ph type="title"/>
          </p:nvPr>
        </p:nvSpPr>
        <p:spPr>
          <a:xfrm>
            <a:off x="912950" y="921300"/>
            <a:ext cx="3789900" cy="204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a:t>
            </a:r>
            <a:r>
              <a:rPr lang="en">
                <a:solidFill>
                  <a:schemeClr val="accent3"/>
                </a:solidFill>
              </a:rPr>
              <a:t>CONCEPT</a:t>
            </a:r>
            <a:endParaRPr>
              <a:solidFill>
                <a:schemeClr val="accent3"/>
              </a:solidFill>
            </a:endParaRPr>
          </a:p>
        </p:txBody>
      </p:sp>
      <p:sp>
        <p:nvSpPr>
          <p:cNvPr id="884" name="Google Shape;884;p35"/>
          <p:cNvSpPr txBox="1"/>
          <p:nvPr>
            <p:ph idx="1" type="subTitle"/>
          </p:nvPr>
        </p:nvSpPr>
        <p:spPr>
          <a:xfrm>
            <a:off x="912962" y="2967232"/>
            <a:ext cx="3122400" cy="1332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885" name="Google Shape;885;p35"/>
          <p:cNvPicPr preferRelativeResize="0"/>
          <p:nvPr/>
        </p:nvPicPr>
        <p:blipFill rotWithShape="1">
          <a:blip r:embed="rId3">
            <a:alphaModFix/>
          </a:blip>
          <a:srcRect b="3891" l="16617" r="24035" t="11876"/>
          <a:stretch/>
        </p:blipFill>
        <p:spPr>
          <a:xfrm>
            <a:off x="4702950" y="921300"/>
            <a:ext cx="3483600" cy="3300900"/>
          </a:xfrm>
          <a:prstGeom prst="snip1Rect">
            <a:avLst>
              <a:gd fmla="val 33150" name="adj"/>
            </a:avLst>
          </a:prstGeom>
          <a:noFill/>
          <a:ln>
            <a:noFill/>
          </a:ln>
        </p:spPr>
      </p:pic>
      <p:cxnSp>
        <p:nvCxnSpPr>
          <p:cNvPr id="886" name="Google Shape;886;p35"/>
          <p:cNvCxnSpPr/>
          <p:nvPr/>
        </p:nvCxnSpPr>
        <p:spPr>
          <a:xfrm>
            <a:off x="977525" y="2795950"/>
            <a:ext cx="2946600" cy="0"/>
          </a:xfrm>
          <a:prstGeom prst="straightConnector1">
            <a:avLst/>
          </a:prstGeom>
          <a:noFill/>
          <a:ln cap="flat" cmpd="sng" w="19050">
            <a:solidFill>
              <a:schemeClr val="accent3"/>
            </a:solidFill>
            <a:prstDash val="solid"/>
            <a:round/>
            <a:headEnd len="med" w="med" type="none"/>
            <a:tailEnd len="med" w="med" type="none"/>
          </a:ln>
        </p:spPr>
      </p:cxnSp>
      <p:grpSp>
        <p:nvGrpSpPr>
          <p:cNvPr id="887" name="Google Shape;887;p35"/>
          <p:cNvGrpSpPr/>
          <p:nvPr/>
        </p:nvGrpSpPr>
        <p:grpSpPr>
          <a:xfrm rot="2700000">
            <a:off x="374450" y="48715"/>
            <a:ext cx="701806" cy="1011857"/>
            <a:chOff x="1705850" y="434250"/>
            <a:chExt cx="978800" cy="1411225"/>
          </a:xfrm>
        </p:grpSpPr>
        <p:sp>
          <p:nvSpPr>
            <p:cNvPr id="888" name="Google Shape;888;p35"/>
            <p:cNvSpPr/>
            <p:nvPr/>
          </p:nvSpPr>
          <p:spPr>
            <a:xfrm>
              <a:off x="2039325" y="1468300"/>
              <a:ext cx="114225" cy="100025"/>
            </a:xfrm>
            <a:custGeom>
              <a:rect b="b" l="l" r="r" t="t"/>
              <a:pathLst>
                <a:path extrusionOk="0" h="4001" w="4569">
                  <a:moveTo>
                    <a:pt x="2278" y="0"/>
                  </a:moveTo>
                  <a:cubicBezTo>
                    <a:pt x="1467" y="0"/>
                    <a:pt x="714" y="508"/>
                    <a:pt x="400" y="1316"/>
                  </a:cubicBezTo>
                  <a:cubicBezTo>
                    <a:pt x="1" y="2353"/>
                    <a:pt x="474" y="3486"/>
                    <a:pt x="1516" y="3872"/>
                  </a:cubicBezTo>
                  <a:cubicBezTo>
                    <a:pt x="1751" y="3959"/>
                    <a:pt x="1995" y="4000"/>
                    <a:pt x="2236" y="4000"/>
                  </a:cubicBezTo>
                  <a:cubicBezTo>
                    <a:pt x="3064" y="4000"/>
                    <a:pt x="3861" y="3514"/>
                    <a:pt x="4169" y="2713"/>
                  </a:cubicBezTo>
                  <a:cubicBezTo>
                    <a:pt x="4568" y="1679"/>
                    <a:pt x="4005" y="510"/>
                    <a:pt x="2966" y="125"/>
                  </a:cubicBezTo>
                  <a:cubicBezTo>
                    <a:pt x="2738" y="40"/>
                    <a:pt x="2506" y="0"/>
                    <a:pt x="2278"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5"/>
            <p:cNvSpPr/>
            <p:nvPr/>
          </p:nvSpPr>
          <p:spPr>
            <a:xfrm>
              <a:off x="1705850" y="434250"/>
              <a:ext cx="978800" cy="1411225"/>
            </a:xfrm>
            <a:custGeom>
              <a:rect b="b" l="l" r="r" t="t"/>
              <a:pathLst>
                <a:path extrusionOk="0" h="56449" w="39152">
                  <a:moveTo>
                    <a:pt x="21401" y="3462"/>
                  </a:moveTo>
                  <a:lnTo>
                    <a:pt x="33255" y="7856"/>
                  </a:lnTo>
                  <a:cubicBezTo>
                    <a:pt x="32341" y="9216"/>
                    <a:pt x="32941" y="10814"/>
                    <a:pt x="34430" y="11366"/>
                  </a:cubicBezTo>
                  <a:cubicBezTo>
                    <a:pt x="27596" y="23744"/>
                    <a:pt x="28819" y="39106"/>
                    <a:pt x="21985" y="51484"/>
                  </a:cubicBezTo>
                  <a:cubicBezTo>
                    <a:pt x="21635" y="51355"/>
                    <a:pt x="21267" y="51294"/>
                    <a:pt x="20897" y="51294"/>
                  </a:cubicBezTo>
                  <a:cubicBezTo>
                    <a:pt x="19686" y="51294"/>
                    <a:pt x="18453" y="51948"/>
                    <a:pt x="17755" y="52990"/>
                  </a:cubicBezTo>
                  <a:cubicBezTo>
                    <a:pt x="13802" y="51526"/>
                    <a:pt x="9851" y="50062"/>
                    <a:pt x="5898" y="48598"/>
                  </a:cubicBezTo>
                  <a:cubicBezTo>
                    <a:pt x="6812" y="47238"/>
                    <a:pt x="6214" y="45640"/>
                    <a:pt x="4725" y="45089"/>
                  </a:cubicBezTo>
                  <a:cubicBezTo>
                    <a:pt x="11560" y="32710"/>
                    <a:pt x="10336" y="17346"/>
                    <a:pt x="17171" y="4970"/>
                  </a:cubicBezTo>
                  <a:cubicBezTo>
                    <a:pt x="17519" y="5099"/>
                    <a:pt x="17886" y="5160"/>
                    <a:pt x="18255" y="5160"/>
                  </a:cubicBezTo>
                  <a:cubicBezTo>
                    <a:pt x="19466" y="5160"/>
                    <a:pt x="20700" y="4504"/>
                    <a:pt x="21401" y="3462"/>
                  </a:cubicBezTo>
                  <a:close/>
                  <a:moveTo>
                    <a:pt x="18013" y="1"/>
                  </a:moveTo>
                  <a:cubicBezTo>
                    <a:pt x="6935" y="14326"/>
                    <a:pt x="11079" y="34292"/>
                    <a:pt x="1" y="48617"/>
                  </a:cubicBezTo>
                  <a:cubicBezTo>
                    <a:pt x="7046" y="51228"/>
                    <a:pt x="14095" y="53837"/>
                    <a:pt x="21142" y="56449"/>
                  </a:cubicBezTo>
                  <a:cubicBezTo>
                    <a:pt x="32218" y="42124"/>
                    <a:pt x="28076" y="22160"/>
                    <a:pt x="39152" y="7835"/>
                  </a:cubicBezTo>
                  <a:cubicBezTo>
                    <a:pt x="32105" y="5224"/>
                    <a:pt x="25060" y="2612"/>
                    <a:pt x="18013"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5"/>
            <p:cNvSpPr/>
            <p:nvPr/>
          </p:nvSpPr>
          <p:spPr>
            <a:xfrm>
              <a:off x="1865525" y="556650"/>
              <a:ext cx="659525" cy="1166525"/>
            </a:xfrm>
            <a:custGeom>
              <a:rect b="b" l="l" r="r" t="t"/>
              <a:pathLst>
                <a:path extrusionOk="0" h="46661" w="26381">
                  <a:moveTo>
                    <a:pt x="17195" y="6055"/>
                  </a:moveTo>
                  <a:cubicBezTo>
                    <a:pt x="17454" y="6055"/>
                    <a:pt x="17715" y="6099"/>
                    <a:pt x="17967" y="6193"/>
                  </a:cubicBezTo>
                  <a:cubicBezTo>
                    <a:pt x="19077" y="6606"/>
                    <a:pt x="19585" y="7816"/>
                    <a:pt x="19158" y="8922"/>
                  </a:cubicBezTo>
                  <a:cubicBezTo>
                    <a:pt x="18823" y="9787"/>
                    <a:pt x="18018" y="10330"/>
                    <a:pt x="17151" y="10330"/>
                  </a:cubicBezTo>
                  <a:cubicBezTo>
                    <a:pt x="16908" y="10330"/>
                    <a:pt x="16659" y="10287"/>
                    <a:pt x="16415" y="10196"/>
                  </a:cubicBezTo>
                  <a:cubicBezTo>
                    <a:pt x="15305" y="9785"/>
                    <a:pt x="14704" y="8539"/>
                    <a:pt x="15131" y="7433"/>
                  </a:cubicBezTo>
                  <a:cubicBezTo>
                    <a:pt x="15460" y="6575"/>
                    <a:pt x="16311" y="6055"/>
                    <a:pt x="17195" y="6055"/>
                  </a:cubicBezTo>
                  <a:close/>
                  <a:moveTo>
                    <a:pt x="12445" y="16581"/>
                  </a:moveTo>
                  <a:cubicBezTo>
                    <a:pt x="13126" y="16581"/>
                    <a:pt x="13832" y="16705"/>
                    <a:pt x="14538" y="16966"/>
                  </a:cubicBezTo>
                  <a:cubicBezTo>
                    <a:pt x="17865" y="18199"/>
                    <a:pt x="19922" y="22035"/>
                    <a:pt x="19223" y="25565"/>
                  </a:cubicBezTo>
                  <a:cubicBezTo>
                    <a:pt x="18671" y="28350"/>
                    <a:pt x="16474" y="30079"/>
                    <a:pt x="13933" y="30079"/>
                  </a:cubicBezTo>
                  <a:cubicBezTo>
                    <a:pt x="13252" y="30079"/>
                    <a:pt x="12546" y="29955"/>
                    <a:pt x="11841" y="29694"/>
                  </a:cubicBezTo>
                  <a:cubicBezTo>
                    <a:pt x="8514" y="28461"/>
                    <a:pt x="6457" y="24625"/>
                    <a:pt x="7156" y="21095"/>
                  </a:cubicBezTo>
                  <a:cubicBezTo>
                    <a:pt x="7706" y="18309"/>
                    <a:pt x="9903" y="16581"/>
                    <a:pt x="12445" y="16581"/>
                  </a:cubicBezTo>
                  <a:close/>
                  <a:moveTo>
                    <a:pt x="9231" y="36329"/>
                  </a:moveTo>
                  <a:cubicBezTo>
                    <a:pt x="9474" y="36329"/>
                    <a:pt x="9721" y="36371"/>
                    <a:pt x="9964" y="36461"/>
                  </a:cubicBezTo>
                  <a:cubicBezTo>
                    <a:pt x="11074" y="36875"/>
                    <a:pt x="11677" y="38121"/>
                    <a:pt x="11250" y="39227"/>
                  </a:cubicBezTo>
                  <a:cubicBezTo>
                    <a:pt x="10921" y="40084"/>
                    <a:pt x="10068" y="40604"/>
                    <a:pt x="9183" y="40604"/>
                  </a:cubicBezTo>
                  <a:cubicBezTo>
                    <a:pt x="8926" y="40604"/>
                    <a:pt x="8665" y="40560"/>
                    <a:pt x="8415" y="40467"/>
                  </a:cubicBezTo>
                  <a:cubicBezTo>
                    <a:pt x="7304" y="40054"/>
                    <a:pt x="6798" y="38842"/>
                    <a:pt x="7225" y="37736"/>
                  </a:cubicBezTo>
                  <a:cubicBezTo>
                    <a:pt x="7557" y="36872"/>
                    <a:pt x="8364" y="36329"/>
                    <a:pt x="9231" y="36329"/>
                  </a:cubicBezTo>
                  <a:close/>
                  <a:moveTo>
                    <a:pt x="15309" y="0"/>
                  </a:moveTo>
                  <a:cubicBezTo>
                    <a:pt x="14319" y="901"/>
                    <a:pt x="13006" y="1446"/>
                    <a:pt x="11714" y="1446"/>
                  </a:cubicBezTo>
                  <a:cubicBezTo>
                    <a:pt x="11625" y="1446"/>
                    <a:pt x="11537" y="1444"/>
                    <a:pt x="11449" y="1439"/>
                  </a:cubicBezTo>
                  <a:cubicBezTo>
                    <a:pt x="5327" y="13334"/>
                    <a:pt x="6119" y="27791"/>
                    <a:pt x="1" y="39687"/>
                  </a:cubicBezTo>
                  <a:cubicBezTo>
                    <a:pt x="1005" y="40488"/>
                    <a:pt x="1488" y="41753"/>
                    <a:pt x="1185" y="42996"/>
                  </a:cubicBezTo>
                  <a:lnTo>
                    <a:pt x="11070" y="46660"/>
                  </a:lnTo>
                  <a:cubicBezTo>
                    <a:pt x="12062" y="45757"/>
                    <a:pt x="13373" y="45212"/>
                    <a:pt x="14667" y="45212"/>
                  </a:cubicBezTo>
                  <a:cubicBezTo>
                    <a:pt x="14756" y="45212"/>
                    <a:pt x="14844" y="45214"/>
                    <a:pt x="14933" y="45219"/>
                  </a:cubicBezTo>
                  <a:cubicBezTo>
                    <a:pt x="21052" y="33323"/>
                    <a:pt x="20262" y="18869"/>
                    <a:pt x="26381" y="6973"/>
                  </a:cubicBezTo>
                  <a:cubicBezTo>
                    <a:pt x="25374" y="6170"/>
                    <a:pt x="24891" y="4904"/>
                    <a:pt x="25196" y="3664"/>
                  </a:cubicBezTo>
                  <a:cubicBezTo>
                    <a:pt x="21899" y="2443"/>
                    <a:pt x="18604" y="1221"/>
                    <a:pt x="15309" y="0"/>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5"/>
            <p:cNvSpPr/>
            <p:nvPr/>
          </p:nvSpPr>
          <p:spPr>
            <a:xfrm>
              <a:off x="1823975" y="520850"/>
              <a:ext cx="742650" cy="1238150"/>
            </a:xfrm>
            <a:custGeom>
              <a:rect b="b" l="l" r="r" t="t"/>
              <a:pathLst>
                <a:path extrusionOk="0" h="49526" w="29706">
                  <a:moveTo>
                    <a:pt x="16927" y="1123"/>
                  </a:moveTo>
                  <a:lnTo>
                    <a:pt x="27200" y="4928"/>
                  </a:lnTo>
                  <a:cubicBezTo>
                    <a:pt x="27191" y="4960"/>
                    <a:pt x="27181" y="4992"/>
                    <a:pt x="27172" y="5025"/>
                  </a:cubicBezTo>
                  <a:cubicBezTo>
                    <a:pt x="26833" y="6244"/>
                    <a:pt x="27306" y="7493"/>
                    <a:pt x="28317" y="8257"/>
                  </a:cubicBezTo>
                  <a:cubicBezTo>
                    <a:pt x="28343" y="8278"/>
                    <a:pt x="28371" y="8297"/>
                    <a:pt x="28396" y="8317"/>
                  </a:cubicBezTo>
                  <a:cubicBezTo>
                    <a:pt x="22141" y="20308"/>
                    <a:pt x="23011" y="34940"/>
                    <a:pt x="16756" y="46933"/>
                  </a:cubicBezTo>
                  <a:cubicBezTo>
                    <a:pt x="16722" y="46928"/>
                    <a:pt x="16685" y="46926"/>
                    <a:pt x="16650" y="46924"/>
                  </a:cubicBezTo>
                  <a:cubicBezTo>
                    <a:pt x="16531" y="46914"/>
                    <a:pt x="16412" y="46909"/>
                    <a:pt x="16292" y="46909"/>
                  </a:cubicBezTo>
                  <a:cubicBezTo>
                    <a:pt x="15051" y="46909"/>
                    <a:pt x="13789" y="47445"/>
                    <a:pt x="12857" y="48325"/>
                  </a:cubicBezTo>
                  <a:cubicBezTo>
                    <a:pt x="12829" y="48351"/>
                    <a:pt x="12803" y="48376"/>
                    <a:pt x="12776" y="48401"/>
                  </a:cubicBezTo>
                  <a:cubicBezTo>
                    <a:pt x="9354" y="47132"/>
                    <a:pt x="5930" y="45864"/>
                    <a:pt x="2503" y="44596"/>
                  </a:cubicBezTo>
                  <a:cubicBezTo>
                    <a:pt x="2512" y="44564"/>
                    <a:pt x="2522" y="44532"/>
                    <a:pt x="2531" y="44499"/>
                  </a:cubicBezTo>
                  <a:cubicBezTo>
                    <a:pt x="2873" y="43282"/>
                    <a:pt x="2399" y="42029"/>
                    <a:pt x="1386" y="41269"/>
                  </a:cubicBezTo>
                  <a:cubicBezTo>
                    <a:pt x="1360" y="41248"/>
                    <a:pt x="1335" y="41227"/>
                    <a:pt x="1307" y="41207"/>
                  </a:cubicBezTo>
                  <a:cubicBezTo>
                    <a:pt x="7562" y="29216"/>
                    <a:pt x="6692" y="14584"/>
                    <a:pt x="12947" y="2591"/>
                  </a:cubicBezTo>
                  <a:lnTo>
                    <a:pt x="13055" y="2600"/>
                  </a:lnTo>
                  <a:cubicBezTo>
                    <a:pt x="13172" y="2610"/>
                    <a:pt x="13290" y="2615"/>
                    <a:pt x="13408" y="2615"/>
                  </a:cubicBezTo>
                  <a:cubicBezTo>
                    <a:pt x="14649" y="2615"/>
                    <a:pt x="15912" y="2080"/>
                    <a:pt x="16846" y="1199"/>
                  </a:cubicBezTo>
                  <a:cubicBezTo>
                    <a:pt x="16874" y="1173"/>
                    <a:pt x="16900" y="1148"/>
                    <a:pt x="16927" y="1123"/>
                  </a:cubicBezTo>
                  <a:close/>
                  <a:moveTo>
                    <a:pt x="16676" y="0"/>
                  </a:moveTo>
                  <a:cubicBezTo>
                    <a:pt x="15975" y="1041"/>
                    <a:pt x="14741" y="1696"/>
                    <a:pt x="13531" y="1696"/>
                  </a:cubicBezTo>
                  <a:cubicBezTo>
                    <a:pt x="13161" y="1696"/>
                    <a:pt x="12795" y="1635"/>
                    <a:pt x="12446" y="1506"/>
                  </a:cubicBezTo>
                  <a:cubicBezTo>
                    <a:pt x="5611" y="13882"/>
                    <a:pt x="6835" y="29246"/>
                    <a:pt x="0" y="41625"/>
                  </a:cubicBezTo>
                  <a:cubicBezTo>
                    <a:pt x="1489" y="42176"/>
                    <a:pt x="2087" y="43774"/>
                    <a:pt x="1173" y="45134"/>
                  </a:cubicBezTo>
                  <a:cubicBezTo>
                    <a:pt x="5124" y="46598"/>
                    <a:pt x="9077" y="48062"/>
                    <a:pt x="13030" y="49526"/>
                  </a:cubicBezTo>
                  <a:cubicBezTo>
                    <a:pt x="13728" y="48484"/>
                    <a:pt x="14961" y="47830"/>
                    <a:pt x="16172" y="47830"/>
                  </a:cubicBezTo>
                  <a:cubicBezTo>
                    <a:pt x="16542" y="47830"/>
                    <a:pt x="16910" y="47891"/>
                    <a:pt x="17260" y="48020"/>
                  </a:cubicBezTo>
                  <a:cubicBezTo>
                    <a:pt x="24094" y="35640"/>
                    <a:pt x="22871" y="20278"/>
                    <a:pt x="29705" y="7902"/>
                  </a:cubicBezTo>
                  <a:cubicBezTo>
                    <a:pt x="28216" y="7350"/>
                    <a:pt x="27616" y="5752"/>
                    <a:pt x="28530" y="4392"/>
                  </a:cubicBezTo>
                  <a:lnTo>
                    <a:pt x="16676" y="0"/>
                  </a:ln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5"/>
            <p:cNvSpPr/>
            <p:nvPr/>
          </p:nvSpPr>
          <p:spPr>
            <a:xfrm>
              <a:off x="1856650" y="548900"/>
              <a:ext cx="677225" cy="1182000"/>
            </a:xfrm>
            <a:custGeom>
              <a:rect b="b" l="l" r="r" t="t"/>
              <a:pathLst>
                <a:path extrusionOk="0" h="47280" w="27089">
                  <a:moveTo>
                    <a:pt x="15664" y="310"/>
                  </a:moveTo>
                  <a:cubicBezTo>
                    <a:pt x="18959" y="1529"/>
                    <a:pt x="22254" y="2751"/>
                    <a:pt x="25551" y="3972"/>
                  </a:cubicBezTo>
                  <a:cubicBezTo>
                    <a:pt x="25246" y="5214"/>
                    <a:pt x="25729" y="6480"/>
                    <a:pt x="26736" y="7281"/>
                  </a:cubicBezTo>
                  <a:cubicBezTo>
                    <a:pt x="20617" y="19177"/>
                    <a:pt x="21407" y="33633"/>
                    <a:pt x="15288" y="45529"/>
                  </a:cubicBezTo>
                  <a:cubicBezTo>
                    <a:pt x="15199" y="45524"/>
                    <a:pt x="15111" y="45522"/>
                    <a:pt x="15022" y="45522"/>
                  </a:cubicBezTo>
                  <a:cubicBezTo>
                    <a:pt x="13728" y="45522"/>
                    <a:pt x="12417" y="46067"/>
                    <a:pt x="11425" y="46968"/>
                  </a:cubicBezTo>
                  <a:lnTo>
                    <a:pt x="1538" y="43306"/>
                  </a:lnTo>
                  <a:cubicBezTo>
                    <a:pt x="1843" y="42063"/>
                    <a:pt x="1360" y="40798"/>
                    <a:pt x="353" y="39997"/>
                  </a:cubicBezTo>
                  <a:lnTo>
                    <a:pt x="356" y="39997"/>
                  </a:lnTo>
                  <a:cubicBezTo>
                    <a:pt x="6474" y="28101"/>
                    <a:pt x="5682" y="13644"/>
                    <a:pt x="11804" y="1749"/>
                  </a:cubicBezTo>
                  <a:cubicBezTo>
                    <a:pt x="11892" y="1754"/>
                    <a:pt x="11980" y="1756"/>
                    <a:pt x="12069" y="1756"/>
                  </a:cubicBezTo>
                  <a:cubicBezTo>
                    <a:pt x="13361" y="1756"/>
                    <a:pt x="14674" y="1211"/>
                    <a:pt x="15664" y="310"/>
                  </a:cubicBezTo>
                  <a:close/>
                  <a:moveTo>
                    <a:pt x="15620" y="1"/>
                  </a:moveTo>
                  <a:cubicBezTo>
                    <a:pt x="15593" y="26"/>
                    <a:pt x="15567" y="51"/>
                    <a:pt x="15539" y="77"/>
                  </a:cubicBezTo>
                  <a:cubicBezTo>
                    <a:pt x="14607" y="958"/>
                    <a:pt x="13342" y="1493"/>
                    <a:pt x="12101" y="1493"/>
                  </a:cubicBezTo>
                  <a:cubicBezTo>
                    <a:pt x="11983" y="1493"/>
                    <a:pt x="11865" y="1488"/>
                    <a:pt x="11748" y="1478"/>
                  </a:cubicBezTo>
                  <a:lnTo>
                    <a:pt x="11640" y="1469"/>
                  </a:lnTo>
                  <a:cubicBezTo>
                    <a:pt x="5385" y="13462"/>
                    <a:pt x="6255" y="28094"/>
                    <a:pt x="0" y="40085"/>
                  </a:cubicBezTo>
                  <a:cubicBezTo>
                    <a:pt x="28" y="40105"/>
                    <a:pt x="53" y="40126"/>
                    <a:pt x="81" y="40147"/>
                  </a:cubicBezTo>
                  <a:cubicBezTo>
                    <a:pt x="1092" y="40909"/>
                    <a:pt x="1566" y="42160"/>
                    <a:pt x="1224" y="43380"/>
                  </a:cubicBezTo>
                  <a:cubicBezTo>
                    <a:pt x="1215" y="43412"/>
                    <a:pt x="1205" y="43444"/>
                    <a:pt x="1196" y="43474"/>
                  </a:cubicBezTo>
                  <a:cubicBezTo>
                    <a:pt x="4620" y="44744"/>
                    <a:pt x="8044" y="46012"/>
                    <a:pt x="11469" y="47279"/>
                  </a:cubicBezTo>
                  <a:cubicBezTo>
                    <a:pt x="11496" y="47256"/>
                    <a:pt x="11522" y="47231"/>
                    <a:pt x="11550" y="47206"/>
                  </a:cubicBezTo>
                  <a:cubicBezTo>
                    <a:pt x="12484" y="46324"/>
                    <a:pt x="13750" y="45787"/>
                    <a:pt x="14991" y="45787"/>
                  </a:cubicBezTo>
                  <a:cubicBezTo>
                    <a:pt x="15109" y="45787"/>
                    <a:pt x="15226" y="45792"/>
                    <a:pt x="15343" y="45802"/>
                  </a:cubicBezTo>
                  <a:cubicBezTo>
                    <a:pt x="15380" y="45806"/>
                    <a:pt x="15415" y="45809"/>
                    <a:pt x="15452" y="45811"/>
                  </a:cubicBezTo>
                  <a:cubicBezTo>
                    <a:pt x="21704" y="33820"/>
                    <a:pt x="20834" y="19188"/>
                    <a:pt x="27089" y="7195"/>
                  </a:cubicBezTo>
                  <a:cubicBezTo>
                    <a:pt x="27064" y="7175"/>
                    <a:pt x="27036" y="7156"/>
                    <a:pt x="27010" y="7135"/>
                  </a:cubicBezTo>
                  <a:cubicBezTo>
                    <a:pt x="25999" y="6371"/>
                    <a:pt x="25526" y="5120"/>
                    <a:pt x="25865" y="3903"/>
                  </a:cubicBezTo>
                  <a:cubicBezTo>
                    <a:pt x="25874" y="3870"/>
                    <a:pt x="25884" y="3838"/>
                    <a:pt x="25893" y="3806"/>
                  </a:cubicBezTo>
                  <a:lnTo>
                    <a:pt x="15620" y="1"/>
                  </a:ln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5"/>
            <p:cNvSpPr/>
            <p:nvPr/>
          </p:nvSpPr>
          <p:spPr>
            <a:xfrm>
              <a:off x="2026925" y="971175"/>
              <a:ext cx="336675" cy="337450"/>
            </a:xfrm>
            <a:custGeom>
              <a:rect b="b" l="l" r="r" t="t"/>
              <a:pathLst>
                <a:path extrusionOk="0" h="13498" w="13467">
                  <a:moveTo>
                    <a:pt x="5989" y="0"/>
                  </a:moveTo>
                  <a:cubicBezTo>
                    <a:pt x="3447" y="0"/>
                    <a:pt x="1250" y="1728"/>
                    <a:pt x="700" y="4514"/>
                  </a:cubicBezTo>
                  <a:cubicBezTo>
                    <a:pt x="1" y="8044"/>
                    <a:pt x="2058" y="11880"/>
                    <a:pt x="5385" y="13113"/>
                  </a:cubicBezTo>
                  <a:cubicBezTo>
                    <a:pt x="6090" y="13374"/>
                    <a:pt x="6796" y="13498"/>
                    <a:pt x="7477" y="13498"/>
                  </a:cubicBezTo>
                  <a:cubicBezTo>
                    <a:pt x="10018" y="13498"/>
                    <a:pt x="12215" y="11769"/>
                    <a:pt x="12767" y="8984"/>
                  </a:cubicBezTo>
                  <a:cubicBezTo>
                    <a:pt x="13466" y="5454"/>
                    <a:pt x="11409" y="1618"/>
                    <a:pt x="8082" y="385"/>
                  </a:cubicBezTo>
                  <a:cubicBezTo>
                    <a:pt x="7376" y="124"/>
                    <a:pt x="6670" y="0"/>
                    <a:pt x="5989"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5"/>
            <p:cNvSpPr/>
            <p:nvPr/>
          </p:nvSpPr>
          <p:spPr>
            <a:xfrm>
              <a:off x="2237275" y="711425"/>
              <a:ext cx="114200" cy="100075"/>
            </a:xfrm>
            <a:custGeom>
              <a:rect b="b" l="l" r="r" t="t"/>
              <a:pathLst>
                <a:path extrusionOk="0" h="4003" w="4568">
                  <a:moveTo>
                    <a:pt x="2275" y="1"/>
                  </a:moveTo>
                  <a:cubicBezTo>
                    <a:pt x="1465" y="1"/>
                    <a:pt x="712" y="509"/>
                    <a:pt x="400" y="1318"/>
                  </a:cubicBezTo>
                  <a:cubicBezTo>
                    <a:pt x="0" y="2355"/>
                    <a:pt x="474" y="3488"/>
                    <a:pt x="1515" y="3874"/>
                  </a:cubicBezTo>
                  <a:cubicBezTo>
                    <a:pt x="1750" y="3961"/>
                    <a:pt x="1994" y="4002"/>
                    <a:pt x="2236" y="4002"/>
                  </a:cubicBezTo>
                  <a:cubicBezTo>
                    <a:pt x="3063" y="4002"/>
                    <a:pt x="3861" y="3516"/>
                    <a:pt x="4168" y="2715"/>
                  </a:cubicBezTo>
                  <a:cubicBezTo>
                    <a:pt x="4568" y="1680"/>
                    <a:pt x="4004" y="512"/>
                    <a:pt x="2965" y="126"/>
                  </a:cubicBezTo>
                  <a:cubicBezTo>
                    <a:pt x="2736" y="41"/>
                    <a:pt x="2503" y="1"/>
                    <a:pt x="2275"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35"/>
          <p:cNvGrpSpPr/>
          <p:nvPr/>
        </p:nvGrpSpPr>
        <p:grpSpPr>
          <a:xfrm rot="-447973">
            <a:off x="7465441" y="80527"/>
            <a:ext cx="894060" cy="968742"/>
            <a:chOff x="2761250" y="617875"/>
            <a:chExt cx="1222900" cy="1325050"/>
          </a:xfrm>
        </p:grpSpPr>
        <p:sp>
          <p:nvSpPr>
            <p:cNvPr id="896" name="Google Shape;896;p35"/>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5"/>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5"/>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5"/>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5"/>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5"/>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5"/>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35"/>
          <p:cNvGrpSpPr/>
          <p:nvPr/>
        </p:nvGrpSpPr>
        <p:grpSpPr>
          <a:xfrm rot="-8988861">
            <a:off x="304918" y="4546328"/>
            <a:ext cx="627351" cy="349167"/>
            <a:chOff x="2894700" y="2288100"/>
            <a:chExt cx="717875" cy="399550"/>
          </a:xfrm>
        </p:grpSpPr>
        <p:sp>
          <p:nvSpPr>
            <p:cNvPr id="904" name="Google Shape;904;p35"/>
            <p:cNvSpPr/>
            <p:nvPr/>
          </p:nvSpPr>
          <p:spPr>
            <a:xfrm>
              <a:off x="2913750" y="2383575"/>
              <a:ext cx="653175" cy="304050"/>
            </a:xfrm>
            <a:custGeom>
              <a:rect b="b" l="l" r="r" t="t"/>
              <a:pathLst>
                <a:path extrusionOk="0" h="12162" w="26127">
                  <a:moveTo>
                    <a:pt x="9599" y="12"/>
                  </a:moveTo>
                  <a:lnTo>
                    <a:pt x="9599" y="14"/>
                  </a:lnTo>
                  <a:cubicBezTo>
                    <a:pt x="10107" y="14"/>
                    <a:pt x="10631" y="30"/>
                    <a:pt x="11153" y="63"/>
                  </a:cubicBezTo>
                  <a:cubicBezTo>
                    <a:pt x="12116" y="123"/>
                    <a:pt x="13074" y="233"/>
                    <a:pt x="14025" y="395"/>
                  </a:cubicBezTo>
                  <a:cubicBezTo>
                    <a:pt x="15715" y="681"/>
                    <a:pt x="17329" y="1109"/>
                    <a:pt x="18825" y="1665"/>
                  </a:cubicBezTo>
                  <a:cubicBezTo>
                    <a:pt x="20269" y="2205"/>
                    <a:pt x="21538" y="2843"/>
                    <a:pt x="22598" y="3558"/>
                  </a:cubicBezTo>
                  <a:cubicBezTo>
                    <a:pt x="23660" y="4276"/>
                    <a:pt x="24459" y="5036"/>
                    <a:pt x="24974" y="5821"/>
                  </a:cubicBezTo>
                  <a:cubicBezTo>
                    <a:pt x="25508" y="6632"/>
                    <a:pt x="25713" y="7431"/>
                    <a:pt x="25584" y="8197"/>
                  </a:cubicBezTo>
                  <a:cubicBezTo>
                    <a:pt x="25505" y="8661"/>
                    <a:pt x="25302" y="9105"/>
                    <a:pt x="24981" y="9511"/>
                  </a:cubicBezTo>
                  <a:cubicBezTo>
                    <a:pt x="24669" y="9906"/>
                    <a:pt x="24245" y="10268"/>
                    <a:pt x="23720" y="10589"/>
                  </a:cubicBezTo>
                  <a:cubicBezTo>
                    <a:pt x="23076" y="10982"/>
                    <a:pt x="22284" y="11310"/>
                    <a:pt x="21363" y="11564"/>
                  </a:cubicBezTo>
                  <a:cubicBezTo>
                    <a:pt x="20850" y="11702"/>
                    <a:pt x="20329" y="11815"/>
                    <a:pt x="19802" y="11901"/>
                  </a:cubicBezTo>
                  <a:cubicBezTo>
                    <a:pt x="18745" y="12067"/>
                    <a:pt x="17678" y="12150"/>
                    <a:pt x="16608" y="12150"/>
                  </a:cubicBezTo>
                  <a:cubicBezTo>
                    <a:pt x="16579" y="12150"/>
                    <a:pt x="16550" y="12150"/>
                    <a:pt x="16521" y="12150"/>
                  </a:cubicBezTo>
                  <a:cubicBezTo>
                    <a:pt x="15417" y="12148"/>
                    <a:pt x="14314" y="12076"/>
                    <a:pt x="13217" y="11933"/>
                  </a:cubicBezTo>
                  <a:lnTo>
                    <a:pt x="13215" y="11933"/>
                  </a:lnTo>
                  <a:cubicBezTo>
                    <a:pt x="12861" y="11889"/>
                    <a:pt x="12497" y="11836"/>
                    <a:pt x="12104" y="11769"/>
                  </a:cubicBezTo>
                  <a:cubicBezTo>
                    <a:pt x="10412" y="11483"/>
                    <a:pt x="8798" y="11056"/>
                    <a:pt x="7304" y="10497"/>
                  </a:cubicBezTo>
                  <a:cubicBezTo>
                    <a:pt x="5861" y="9959"/>
                    <a:pt x="4591" y="9322"/>
                    <a:pt x="3528" y="8603"/>
                  </a:cubicBezTo>
                  <a:cubicBezTo>
                    <a:pt x="2466" y="7888"/>
                    <a:pt x="1667" y="7126"/>
                    <a:pt x="1150" y="6343"/>
                  </a:cubicBezTo>
                  <a:cubicBezTo>
                    <a:pt x="617" y="5533"/>
                    <a:pt x="414" y="4731"/>
                    <a:pt x="543" y="3967"/>
                  </a:cubicBezTo>
                  <a:cubicBezTo>
                    <a:pt x="654" y="3314"/>
                    <a:pt x="1002" y="2716"/>
                    <a:pt x="1582" y="2187"/>
                  </a:cubicBezTo>
                  <a:cubicBezTo>
                    <a:pt x="2526" y="1323"/>
                    <a:pt x="4048" y="679"/>
                    <a:pt x="5981" y="321"/>
                  </a:cubicBezTo>
                  <a:cubicBezTo>
                    <a:pt x="6516" y="222"/>
                    <a:pt x="7084" y="146"/>
                    <a:pt x="7675" y="97"/>
                  </a:cubicBezTo>
                  <a:cubicBezTo>
                    <a:pt x="8292" y="42"/>
                    <a:pt x="8941" y="12"/>
                    <a:pt x="9599" y="12"/>
                  </a:cubicBezTo>
                  <a:close/>
                  <a:moveTo>
                    <a:pt x="9599" y="0"/>
                  </a:moveTo>
                  <a:lnTo>
                    <a:pt x="9599" y="3"/>
                  </a:lnTo>
                  <a:cubicBezTo>
                    <a:pt x="8936" y="3"/>
                    <a:pt x="8290" y="30"/>
                    <a:pt x="7673" y="86"/>
                  </a:cubicBezTo>
                  <a:cubicBezTo>
                    <a:pt x="7082" y="136"/>
                    <a:pt x="6514" y="213"/>
                    <a:pt x="5978" y="312"/>
                  </a:cubicBezTo>
                  <a:cubicBezTo>
                    <a:pt x="4071" y="663"/>
                    <a:pt x="2529" y="1305"/>
                    <a:pt x="1575" y="2178"/>
                  </a:cubicBezTo>
                  <a:cubicBezTo>
                    <a:pt x="1007" y="2697"/>
                    <a:pt x="647" y="3295"/>
                    <a:pt x="534" y="3965"/>
                  </a:cubicBezTo>
                  <a:cubicBezTo>
                    <a:pt x="0" y="7110"/>
                    <a:pt x="5179" y="10610"/>
                    <a:pt x="12102" y="11778"/>
                  </a:cubicBezTo>
                  <a:cubicBezTo>
                    <a:pt x="12478" y="11843"/>
                    <a:pt x="12845" y="11898"/>
                    <a:pt x="13215" y="11945"/>
                  </a:cubicBezTo>
                  <a:lnTo>
                    <a:pt x="13217" y="11945"/>
                  </a:lnTo>
                  <a:cubicBezTo>
                    <a:pt x="14311" y="12088"/>
                    <a:pt x="15417" y="12159"/>
                    <a:pt x="16523" y="12162"/>
                  </a:cubicBezTo>
                  <a:cubicBezTo>
                    <a:pt x="16552" y="12162"/>
                    <a:pt x="16581" y="12162"/>
                    <a:pt x="16610" y="12162"/>
                  </a:cubicBezTo>
                  <a:cubicBezTo>
                    <a:pt x="17680" y="12162"/>
                    <a:pt x="18748" y="12079"/>
                    <a:pt x="19804" y="11910"/>
                  </a:cubicBezTo>
                  <a:cubicBezTo>
                    <a:pt x="20331" y="11827"/>
                    <a:pt x="20853" y="11714"/>
                    <a:pt x="21368" y="11573"/>
                  </a:cubicBezTo>
                  <a:cubicBezTo>
                    <a:pt x="22280" y="11321"/>
                    <a:pt x="23076" y="10993"/>
                    <a:pt x="23725" y="10598"/>
                  </a:cubicBezTo>
                  <a:cubicBezTo>
                    <a:pt x="24769" y="9961"/>
                    <a:pt x="25434" y="9151"/>
                    <a:pt x="25595" y="8199"/>
                  </a:cubicBezTo>
                  <a:cubicBezTo>
                    <a:pt x="26126" y="5052"/>
                    <a:pt x="20947" y="1554"/>
                    <a:pt x="14027" y="383"/>
                  </a:cubicBezTo>
                  <a:cubicBezTo>
                    <a:pt x="13076" y="222"/>
                    <a:pt x="12118" y="111"/>
                    <a:pt x="11155" y="51"/>
                  </a:cubicBezTo>
                  <a:cubicBezTo>
                    <a:pt x="10626" y="19"/>
                    <a:pt x="10107" y="0"/>
                    <a:pt x="959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 name="Google Shape;905;p35"/>
            <p:cNvGrpSpPr/>
            <p:nvPr/>
          </p:nvGrpSpPr>
          <p:grpSpPr>
            <a:xfrm>
              <a:off x="2894700" y="2288100"/>
              <a:ext cx="717875" cy="399550"/>
              <a:chOff x="2894700" y="2288100"/>
              <a:chExt cx="717875" cy="399550"/>
            </a:xfrm>
          </p:grpSpPr>
          <p:sp>
            <p:nvSpPr>
              <p:cNvPr id="906" name="Google Shape;906;p35"/>
              <p:cNvSpPr/>
              <p:nvPr/>
            </p:nvSpPr>
            <p:spPr>
              <a:xfrm>
                <a:off x="2894700" y="2288100"/>
                <a:ext cx="717875" cy="361250"/>
              </a:xfrm>
              <a:custGeom>
                <a:rect b="b" l="l" r="r" t="t"/>
                <a:pathLst>
                  <a:path extrusionOk="0" h="14450" w="28715">
                    <a:moveTo>
                      <a:pt x="10362" y="1"/>
                    </a:moveTo>
                    <a:cubicBezTo>
                      <a:pt x="6748" y="1"/>
                      <a:pt x="3330" y="909"/>
                      <a:pt x="1824" y="3713"/>
                    </a:cubicBezTo>
                    <a:cubicBezTo>
                      <a:pt x="0" y="7112"/>
                      <a:pt x="1880" y="10104"/>
                      <a:pt x="1880" y="10104"/>
                    </a:cubicBezTo>
                    <a:cubicBezTo>
                      <a:pt x="1880" y="10104"/>
                      <a:pt x="1669" y="4161"/>
                      <a:pt x="9216" y="4161"/>
                    </a:cubicBezTo>
                    <a:cubicBezTo>
                      <a:pt x="12125" y="4161"/>
                      <a:pt x="16187" y="5044"/>
                      <a:pt x="21857" y="7490"/>
                    </a:cubicBezTo>
                    <a:cubicBezTo>
                      <a:pt x="28715" y="10451"/>
                      <a:pt x="24125" y="14450"/>
                      <a:pt x="24125" y="14450"/>
                    </a:cubicBezTo>
                    <a:cubicBezTo>
                      <a:pt x="24125" y="14450"/>
                      <a:pt x="26992" y="13720"/>
                      <a:pt x="26796" y="9539"/>
                    </a:cubicBezTo>
                    <a:cubicBezTo>
                      <a:pt x="26701" y="7548"/>
                      <a:pt x="26699" y="4784"/>
                      <a:pt x="21259" y="2221"/>
                    </a:cubicBezTo>
                    <a:cubicBezTo>
                      <a:pt x="19329" y="1312"/>
                      <a:pt x="14704" y="1"/>
                      <a:pt x="10362"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5"/>
              <p:cNvSpPr/>
              <p:nvPr/>
            </p:nvSpPr>
            <p:spPr>
              <a:xfrm>
                <a:off x="2923900" y="2383750"/>
                <a:ext cx="632800" cy="303775"/>
              </a:xfrm>
              <a:custGeom>
                <a:rect b="b" l="l" r="r" t="t"/>
                <a:pathLst>
                  <a:path extrusionOk="0" h="12151" w="25312">
                    <a:moveTo>
                      <a:pt x="9193" y="0"/>
                    </a:moveTo>
                    <a:cubicBezTo>
                      <a:pt x="8532" y="0"/>
                      <a:pt x="7884" y="30"/>
                      <a:pt x="7265" y="86"/>
                    </a:cubicBezTo>
                    <a:cubicBezTo>
                      <a:pt x="6676" y="134"/>
                      <a:pt x="6108" y="210"/>
                      <a:pt x="5572" y="310"/>
                    </a:cubicBezTo>
                    <a:cubicBezTo>
                      <a:pt x="3637" y="667"/>
                      <a:pt x="2116" y="1312"/>
                      <a:pt x="1169" y="2178"/>
                    </a:cubicBezTo>
                    <a:cubicBezTo>
                      <a:pt x="592" y="2706"/>
                      <a:pt x="241" y="3307"/>
                      <a:pt x="130" y="3960"/>
                    </a:cubicBezTo>
                    <a:cubicBezTo>
                      <a:pt x="1" y="4727"/>
                      <a:pt x="206" y="5528"/>
                      <a:pt x="740" y="6338"/>
                    </a:cubicBezTo>
                    <a:cubicBezTo>
                      <a:pt x="1257" y="7123"/>
                      <a:pt x="2056" y="7885"/>
                      <a:pt x="3118" y="8603"/>
                    </a:cubicBezTo>
                    <a:cubicBezTo>
                      <a:pt x="5302" y="10079"/>
                      <a:pt x="8348" y="11203"/>
                      <a:pt x="11696" y="11769"/>
                    </a:cubicBezTo>
                    <a:cubicBezTo>
                      <a:pt x="12091" y="11834"/>
                      <a:pt x="12453" y="11889"/>
                      <a:pt x="12809" y="11933"/>
                    </a:cubicBezTo>
                    <a:cubicBezTo>
                      <a:pt x="13905" y="12076"/>
                      <a:pt x="15011" y="12148"/>
                      <a:pt x="16115" y="12150"/>
                    </a:cubicBezTo>
                    <a:cubicBezTo>
                      <a:pt x="16144" y="12150"/>
                      <a:pt x="16173" y="12150"/>
                      <a:pt x="16202" y="12150"/>
                    </a:cubicBezTo>
                    <a:cubicBezTo>
                      <a:pt x="17272" y="12150"/>
                      <a:pt x="18339" y="12067"/>
                      <a:pt x="19396" y="11901"/>
                    </a:cubicBezTo>
                    <a:cubicBezTo>
                      <a:pt x="19923" y="11815"/>
                      <a:pt x="20444" y="11702"/>
                      <a:pt x="20959" y="11564"/>
                    </a:cubicBezTo>
                    <a:cubicBezTo>
                      <a:pt x="21878" y="11310"/>
                      <a:pt x="22670" y="10979"/>
                      <a:pt x="23314" y="10587"/>
                    </a:cubicBezTo>
                    <a:cubicBezTo>
                      <a:pt x="24397" y="9929"/>
                      <a:pt x="25025" y="9121"/>
                      <a:pt x="25182" y="8192"/>
                    </a:cubicBezTo>
                    <a:cubicBezTo>
                      <a:pt x="25312" y="7424"/>
                      <a:pt x="25106" y="6625"/>
                      <a:pt x="24573" y="5812"/>
                    </a:cubicBezTo>
                    <a:cubicBezTo>
                      <a:pt x="24056" y="5027"/>
                      <a:pt x="23257" y="4267"/>
                      <a:pt x="22195" y="3549"/>
                    </a:cubicBezTo>
                    <a:cubicBezTo>
                      <a:pt x="20010" y="2074"/>
                      <a:pt x="16965" y="949"/>
                      <a:pt x="13619" y="383"/>
                    </a:cubicBezTo>
                    <a:cubicBezTo>
                      <a:pt x="12668" y="222"/>
                      <a:pt x="11710" y="111"/>
                      <a:pt x="10747" y="51"/>
                    </a:cubicBezTo>
                    <a:cubicBezTo>
                      <a:pt x="10223" y="19"/>
                      <a:pt x="9701" y="0"/>
                      <a:pt x="9193"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5"/>
              <p:cNvSpPr/>
              <p:nvPr/>
            </p:nvSpPr>
            <p:spPr>
              <a:xfrm>
                <a:off x="3005875" y="2437250"/>
                <a:ext cx="464700" cy="203500"/>
              </a:xfrm>
              <a:custGeom>
                <a:rect b="b" l="l" r="r" t="t"/>
                <a:pathLst>
                  <a:path extrusionOk="0" h="8140" w="18588">
                    <a:moveTo>
                      <a:pt x="6588" y="1"/>
                    </a:moveTo>
                    <a:cubicBezTo>
                      <a:pt x="4893" y="1"/>
                      <a:pt x="3406" y="236"/>
                      <a:pt x="2291" y="679"/>
                    </a:cubicBezTo>
                    <a:cubicBezTo>
                      <a:pt x="1153" y="1134"/>
                      <a:pt x="481" y="1778"/>
                      <a:pt x="351" y="2543"/>
                    </a:cubicBezTo>
                    <a:cubicBezTo>
                      <a:pt x="0" y="4623"/>
                      <a:pt x="3766" y="6999"/>
                      <a:pt x="8747" y="7840"/>
                    </a:cubicBezTo>
                    <a:cubicBezTo>
                      <a:pt x="9881" y="8036"/>
                      <a:pt x="11030" y="8135"/>
                      <a:pt x="12180" y="8140"/>
                    </a:cubicBezTo>
                    <a:cubicBezTo>
                      <a:pt x="13877" y="8140"/>
                      <a:pt x="15364" y="7904"/>
                      <a:pt x="16477" y="7461"/>
                    </a:cubicBezTo>
                    <a:cubicBezTo>
                      <a:pt x="17618" y="7006"/>
                      <a:pt x="18288" y="6362"/>
                      <a:pt x="18417" y="5595"/>
                    </a:cubicBezTo>
                    <a:cubicBezTo>
                      <a:pt x="18588" y="4591"/>
                      <a:pt x="17810" y="3487"/>
                      <a:pt x="16223" y="2485"/>
                    </a:cubicBezTo>
                    <a:cubicBezTo>
                      <a:pt x="14639" y="1483"/>
                      <a:pt x="12434" y="707"/>
                      <a:pt x="10021" y="298"/>
                    </a:cubicBezTo>
                    <a:cubicBezTo>
                      <a:pt x="8888" y="104"/>
                      <a:pt x="7740" y="5"/>
                      <a:pt x="6588"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5"/>
              <p:cNvSpPr/>
              <p:nvPr/>
            </p:nvSpPr>
            <p:spPr>
              <a:xfrm>
                <a:off x="3005700" y="2437125"/>
                <a:ext cx="469625" cy="203800"/>
              </a:xfrm>
              <a:custGeom>
                <a:rect b="b" l="l" r="r" t="t"/>
                <a:pathLst>
                  <a:path extrusionOk="0" h="8152" w="18785">
                    <a:moveTo>
                      <a:pt x="6597" y="12"/>
                    </a:moveTo>
                    <a:cubicBezTo>
                      <a:pt x="7747" y="17"/>
                      <a:pt x="8895" y="116"/>
                      <a:pt x="10026" y="310"/>
                    </a:cubicBezTo>
                    <a:cubicBezTo>
                      <a:pt x="12439" y="719"/>
                      <a:pt x="14642" y="1495"/>
                      <a:pt x="16228" y="2495"/>
                    </a:cubicBezTo>
                    <a:cubicBezTo>
                      <a:pt x="16997" y="2982"/>
                      <a:pt x="17581" y="3494"/>
                      <a:pt x="17960" y="4021"/>
                    </a:cubicBezTo>
                    <a:cubicBezTo>
                      <a:pt x="18350" y="4564"/>
                      <a:pt x="18505" y="5095"/>
                      <a:pt x="18419" y="5600"/>
                    </a:cubicBezTo>
                    <a:cubicBezTo>
                      <a:pt x="18290" y="6365"/>
                      <a:pt x="17620" y="7006"/>
                      <a:pt x="16482" y="7461"/>
                    </a:cubicBezTo>
                    <a:cubicBezTo>
                      <a:pt x="15367" y="7905"/>
                      <a:pt x="13882" y="8138"/>
                      <a:pt x="12187" y="8138"/>
                    </a:cubicBezTo>
                    <a:cubicBezTo>
                      <a:pt x="11037" y="8136"/>
                      <a:pt x="9890" y="8036"/>
                      <a:pt x="8756" y="7840"/>
                    </a:cubicBezTo>
                    <a:cubicBezTo>
                      <a:pt x="6341" y="7434"/>
                      <a:pt x="4141" y="6658"/>
                      <a:pt x="2554" y="5656"/>
                    </a:cubicBezTo>
                    <a:cubicBezTo>
                      <a:pt x="1785" y="5171"/>
                      <a:pt x="1201" y="4656"/>
                      <a:pt x="823" y="4132"/>
                    </a:cubicBezTo>
                    <a:cubicBezTo>
                      <a:pt x="432" y="3589"/>
                      <a:pt x="278" y="3056"/>
                      <a:pt x="363" y="2550"/>
                    </a:cubicBezTo>
                    <a:cubicBezTo>
                      <a:pt x="492" y="1788"/>
                      <a:pt x="1162" y="1144"/>
                      <a:pt x="2300" y="691"/>
                    </a:cubicBezTo>
                    <a:cubicBezTo>
                      <a:pt x="3413" y="248"/>
                      <a:pt x="4900" y="12"/>
                      <a:pt x="6597" y="12"/>
                    </a:cubicBezTo>
                    <a:close/>
                    <a:moveTo>
                      <a:pt x="6597" y="1"/>
                    </a:moveTo>
                    <a:cubicBezTo>
                      <a:pt x="3189" y="1"/>
                      <a:pt x="622" y="964"/>
                      <a:pt x="351" y="2548"/>
                    </a:cubicBezTo>
                    <a:cubicBezTo>
                      <a:pt x="1" y="4635"/>
                      <a:pt x="3762" y="7009"/>
                      <a:pt x="8754" y="7852"/>
                    </a:cubicBezTo>
                    <a:cubicBezTo>
                      <a:pt x="9888" y="8048"/>
                      <a:pt x="11037" y="8147"/>
                      <a:pt x="12187" y="8152"/>
                    </a:cubicBezTo>
                    <a:cubicBezTo>
                      <a:pt x="15595" y="8152"/>
                      <a:pt x="18163" y="7189"/>
                      <a:pt x="18431" y="5603"/>
                    </a:cubicBezTo>
                    <a:cubicBezTo>
                      <a:pt x="18784" y="3518"/>
                      <a:pt x="15023" y="1144"/>
                      <a:pt x="10031" y="299"/>
                    </a:cubicBezTo>
                    <a:cubicBezTo>
                      <a:pt x="8897" y="105"/>
                      <a:pt x="7747" y="6"/>
                      <a:pt x="6597"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5"/>
              <p:cNvSpPr/>
              <p:nvPr/>
            </p:nvSpPr>
            <p:spPr>
              <a:xfrm>
                <a:off x="2971125" y="2396325"/>
                <a:ext cx="532300" cy="280750"/>
              </a:xfrm>
              <a:custGeom>
                <a:rect b="b" l="l" r="r" t="t"/>
                <a:pathLst>
                  <a:path extrusionOk="0" fill="none" h="11230" w="21292">
                    <a:moveTo>
                      <a:pt x="11545" y="963"/>
                    </a:moveTo>
                    <a:cubicBezTo>
                      <a:pt x="14284" y="1427"/>
                      <a:pt x="16826" y="2360"/>
                      <a:pt x="18615" y="3559"/>
                    </a:cubicBezTo>
                    <a:cubicBezTo>
                      <a:pt x="20405" y="4759"/>
                      <a:pt x="21292" y="6126"/>
                      <a:pt x="21084" y="7359"/>
                    </a:cubicBezTo>
                    <a:cubicBezTo>
                      <a:pt x="20650" y="9927"/>
                      <a:pt x="15676" y="11229"/>
                      <a:pt x="9973" y="10264"/>
                    </a:cubicBezTo>
                    <a:cubicBezTo>
                      <a:pt x="4270" y="9301"/>
                      <a:pt x="0" y="6438"/>
                      <a:pt x="435" y="3870"/>
                    </a:cubicBezTo>
                    <a:cubicBezTo>
                      <a:pt x="869" y="1303"/>
                      <a:pt x="5842" y="0"/>
                      <a:pt x="11545" y="963"/>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5"/>
              <p:cNvSpPr/>
              <p:nvPr/>
            </p:nvSpPr>
            <p:spPr>
              <a:xfrm>
                <a:off x="2925350" y="2328325"/>
                <a:ext cx="483525" cy="359325"/>
              </a:xfrm>
              <a:custGeom>
                <a:rect b="b" l="l" r="r" t="t"/>
                <a:pathLst>
                  <a:path extrusionOk="0" h="14373" w="19341">
                    <a:moveTo>
                      <a:pt x="2522" y="1"/>
                    </a:moveTo>
                    <a:cubicBezTo>
                      <a:pt x="1270" y="963"/>
                      <a:pt x="377" y="2141"/>
                      <a:pt x="0" y="3633"/>
                    </a:cubicBezTo>
                    <a:lnTo>
                      <a:pt x="1109" y="4390"/>
                    </a:lnTo>
                    <a:lnTo>
                      <a:pt x="2644" y="5678"/>
                    </a:lnTo>
                    <a:lnTo>
                      <a:pt x="3669" y="6540"/>
                    </a:lnTo>
                    <a:lnTo>
                      <a:pt x="9871" y="11742"/>
                    </a:lnTo>
                    <a:lnTo>
                      <a:pt x="11234" y="12882"/>
                    </a:lnTo>
                    <a:lnTo>
                      <a:pt x="11236" y="12882"/>
                    </a:lnTo>
                    <a:lnTo>
                      <a:pt x="12748" y="14155"/>
                    </a:lnTo>
                    <a:lnTo>
                      <a:pt x="12751" y="14155"/>
                    </a:lnTo>
                    <a:cubicBezTo>
                      <a:pt x="13890" y="14302"/>
                      <a:pt x="14999" y="14373"/>
                      <a:pt x="16054" y="14373"/>
                    </a:cubicBezTo>
                    <a:cubicBezTo>
                      <a:pt x="17225" y="14373"/>
                      <a:pt x="18330" y="14286"/>
                      <a:pt x="19340" y="14122"/>
                    </a:cubicBezTo>
                    <a:lnTo>
                      <a:pt x="18135" y="13111"/>
                    </a:lnTo>
                    <a:lnTo>
                      <a:pt x="17281" y="12393"/>
                    </a:lnTo>
                    <a:lnTo>
                      <a:pt x="13515" y="9234"/>
                    </a:lnTo>
                    <a:lnTo>
                      <a:pt x="13441" y="9176"/>
                    </a:lnTo>
                    <a:lnTo>
                      <a:pt x="12769" y="8608"/>
                    </a:lnTo>
                    <a:lnTo>
                      <a:pt x="12767" y="8608"/>
                    </a:lnTo>
                    <a:lnTo>
                      <a:pt x="11102" y="7211"/>
                    </a:lnTo>
                    <a:lnTo>
                      <a:pt x="7837" y="4471"/>
                    </a:lnTo>
                    <a:lnTo>
                      <a:pt x="6807" y="3607"/>
                    </a:lnTo>
                    <a:lnTo>
                      <a:pt x="5514" y="2522"/>
                    </a:lnTo>
                    <a:lnTo>
                      <a:pt x="2522"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5"/>
              <p:cNvSpPr/>
              <p:nvPr/>
            </p:nvSpPr>
            <p:spPr>
              <a:xfrm>
                <a:off x="3022625" y="2294325"/>
                <a:ext cx="484325" cy="378650"/>
              </a:xfrm>
              <a:custGeom>
                <a:rect b="b" l="l" r="r" t="t"/>
                <a:pathLst>
                  <a:path extrusionOk="0" h="15146" w="19373">
                    <a:moveTo>
                      <a:pt x="2424" y="1"/>
                    </a:moveTo>
                    <a:lnTo>
                      <a:pt x="0" y="631"/>
                    </a:lnTo>
                    <a:lnTo>
                      <a:pt x="3316" y="3656"/>
                    </a:lnTo>
                    <a:lnTo>
                      <a:pt x="4641" y="4766"/>
                    </a:lnTo>
                    <a:lnTo>
                      <a:pt x="5770" y="5713"/>
                    </a:lnTo>
                    <a:lnTo>
                      <a:pt x="9795" y="9089"/>
                    </a:lnTo>
                    <a:lnTo>
                      <a:pt x="10649" y="9807"/>
                    </a:lnTo>
                    <a:lnTo>
                      <a:pt x="10972" y="10079"/>
                    </a:lnTo>
                    <a:lnTo>
                      <a:pt x="10975" y="10079"/>
                    </a:lnTo>
                    <a:lnTo>
                      <a:pt x="11409" y="10442"/>
                    </a:lnTo>
                    <a:lnTo>
                      <a:pt x="14997" y="13453"/>
                    </a:lnTo>
                    <a:lnTo>
                      <a:pt x="15793" y="14122"/>
                    </a:lnTo>
                    <a:lnTo>
                      <a:pt x="17013" y="15145"/>
                    </a:lnTo>
                    <a:cubicBezTo>
                      <a:pt x="17925" y="14893"/>
                      <a:pt x="18721" y="14566"/>
                      <a:pt x="19372" y="14168"/>
                    </a:cubicBezTo>
                    <a:lnTo>
                      <a:pt x="18015" y="13030"/>
                    </a:lnTo>
                    <a:lnTo>
                      <a:pt x="17188" y="12337"/>
                    </a:lnTo>
                    <a:lnTo>
                      <a:pt x="9728" y="6078"/>
                    </a:lnTo>
                    <a:lnTo>
                      <a:pt x="9725" y="6078"/>
                    </a:lnTo>
                    <a:lnTo>
                      <a:pt x="8299" y="4879"/>
                    </a:lnTo>
                    <a:lnTo>
                      <a:pt x="6800" y="3623"/>
                    </a:lnTo>
                    <a:lnTo>
                      <a:pt x="2424"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 name="Google Shape;913;p35"/>
          <p:cNvGrpSpPr/>
          <p:nvPr/>
        </p:nvGrpSpPr>
        <p:grpSpPr>
          <a:xfrm rot="1135194">
            <a:off x="4408820" y="3942386"/>
            <a:ext cx="435970" cy="536160"/>
            <a:chOff x="4081850" y="3204400"/>
            <a:chExt cx="743225" cy="914025"/>
          </a:xfrm>
        </p:grpSpPr>
        <p:sp>
          <p:nvSpPr>
            <p:cNvPr id="914" name="Google Shape;914;p35"/>
            <p:cNvSpPr/>
            <p:nvPr/>
          </p:nvSpPr>
          <p:spPr>
            <a:xfrm>
              <a:off x="4106625" y="3204400"/>
              <a:ext cx="718450" cy="914025"/>
            </a:xfrm>
            <a:custGeom>
              <a:rect b="b" l="l" r="r" t="t"/>
              <a:pathLst>
                <a:path extrusionOk="0" h="36561" w="28738">
                  <a:moveTo>
                    <a:pt x="14832" y="0"/>
                  </a:moveTo>
                  <a:cubicBezTo>
                    <a:pt x="12888" y="0"/>
                    <a:pt x="11529" y="569"/>
                    <a:pt x="11529" y="569"/>
                  </a:cubicBezTo>
                  <a:cubicBezTo>
                    <a:pt x="11529" y="569"/>
                    <a:pt x="27955" y="2714"/>
                    <a:pt x="10506" y="29792"/>
                  </a:cubicBezTo>
                  <a:cubicBezTo>
                    <a:pt x="8291" y="33228"/>
                    <a:pt x="6253" y="34299"/>
                    <a:pt x="4573" y="34299"/>
                  </a:cubicBezTo>
                  <a:cubicBezTo>
                    <a:pt x="1798" y="34299"/>
                    <a:pt x="1" y="31378"/>
                    <a:pt x="0" y="31378"/>
                  </a:cubicBezTo>
                  <a:lnTo>
                    <a:pt x="0" y="31378"/>
                  </a:lnTo>
                  <a:cubicBezTo>
                    <a:pt x="0" y="31378"/>
                    <a:pt x="361" y="35656"/>
                    <a:pt x="6396" y="36372"/>
                  </a:cubicBezTo>
                  <a:cubicBezTo>
                    <a:pt x="7105" y="36457"/>
                    <a:pt x="7880" y="36561"/>
                    <a:pt x="8720" y="36561"/>
                  </a:cubicBezTo>
                  <a:cubicBezTo>
                    <a:pt x="11282" y="36561"/>
                    <a:pt x="14450" y="35596"/>
                    <a:pt x="18190" y="30193"/>
                  </a:cubicBezTo>
                  <a:cubicBezTo>
                    <a:pt x="21421" y="25527"/>
                    <a:pt x="28738" y="8230"/>
                    <a:pt x="20691" y="2014"/>
                  </a:cubicBezTo>
                  <a:cubicBezTo>
                    <a:pt x="18635" y="426"/>
                    <a:pt x="16515" y="0"/>
                    <a:pt x="14832"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5"/>
            <p:cNvSpPr/>
            <p:nvPr/>
          </p:nvSpPr>
          <p:spPr>
            <a:xfrm>
              <a:off x="4081975" y="3206200"/>
              <a:ext cx="497850" cy="882300"/>
            </a:xfrm>
            <a:custGeom>
              <a:rect b="b" l="l" r="r" t="t"/>
              <a:pathLst>
                <a:path extrusionOk="0" h="35292" w="19914">
                  <a:moveTo>
                    <a:pt x="14683" y="1"/>
                  </a:moveTo>
                  <a:cubicBezTo>
                    <a:pt x="14676" y="1"/>
                    <a:pt x="14669" y="1"/>
                    <a:pt x="14662" y="1"/>
                  </a:cubicBezTo>
                  <a:cubicBezTo>
                    <a:pt x="12598" y="1"/>
                    <a:pt x="10190" y="1490"/>
                    <a:pt x="7886" y="4191"/>
                  </a:cubicBezTo>
                  <a:cubicBezTo>
                    <a:pt x="5553" y="6925"/>
                    <a:pt x="3475" y="10730"/>
                    <a:pt x="2032" y="14912"/>
                  </a:cubicBezTo>
                  <a:cubicBezTo>
                    <a:pt x="1843" y="15459"/>
                    <a:pt x="1679" y="15967"/>
                    <a:pt x="1531" y="16464"/>
                  </a:cubicBezTo>
                  <a:lnTo>
                    <a:pt x="1531" y="16466"/>
                  </a:lnTo>
                  <a:cubicBezTo>
                    <a:pt x="545" y="19731"/>
                    <a:pt x="19" y="22996"/>
                    <a:pt x="7" y="25907"/>
                  </a:cubicBezTo>
                  <a:cubicBezTo>
                    <a:pt x="0" y="26681"/>
                    <a:pt x="37" y="27454"/>
                    <a:pt x="116" y="28223"/>
                  </a:cubicBezTo>
                  <a:cubicBezTo>
                    <a:pt x="261" y="29600"/>
                    <a:pt x="541" y="30814"/>
                    <a:pt x="949" y="31830"/>
                  </a:cubicBezTo>
                  <a:cubicBezTo>
                    <a:pt x="1284" y="32661"/>
                    <a:pt x="1704" y="33356"/>
                    <a:pt x="2196" y="33899"/>
                  </a:cubicBezTo>
                  <a:cubicBezTo>
                    <a:pt x="2702" y="34455"/>
                    <a:pt x="3286" y="34852"/>
                    <a:pt x="3935" y="35076"/>
                  </a:cubicBezTo>
                  <a:cubicBezTo>
                    <a:pt x="4351" y="35217"/>
                    <a:pt x="4787" y="35291"/>
                    <a:pt x="5226" y="35291"/>
                  </a:cubicBezTo>
                  <a:cubicBezTo>
                    <a:pt x="5233" y="35291"/>
                    <a:pt x="5240" y="35291"/>
                    <a:pt x="5246" y="35291"/>
                  </a:cubicBezTo>
                  <a:cubicBezTo>
                    <a:pt x="7311" y="35291"/>
                    <a:pt x="9717" y="33802"/>
                    <a:pt x="12023" y="31100"/>
                  </a:cubicBezTo>
                  <a:cubicBezTo>
                    <a:pt x="14353" y="28369"/>
                    <a:pt x="16431" y="24561"/>
                    <a:pt x="17874" y="20384"/>
                  </a:cubicBezTo>
                  <a:cubicBezTo>
                    <a:pt x="18334" y="19061"/>
                    <a:pt x="18722" y="17715"/>
                    <a:pt x="19036" y="16351"/>
                  </a:cubicBezTo>
                  <a:cubicBezTo>
                    <a:pt x="19435" y="14635"/>
                    <a:pt x="19698" y="12956"/>
                    <a:pt x="19818" y="11359"/>
                  </a:cubicBezTo>
                  <a:cubicBezTo>
                    <a:pt x="19888" y="10502"/>
                    <a:pt x="19913" y="9668"/>
                    <a:pt x="19899" y="8879"/>
                  </a:cubicBezTo>
                  <a:cubicBezTo>
                    <a:pt x="19851" y="6022"/>
                    <a:pt x="19290" y="3688"/>
                    <a:pt x="18276" y="2129"/>
                  </a:cubicBezTo>
                  <a:cubicBezTo>
                    <a:pt x="17657" y="1174"/>
                    <a:pt x="16881" y="529"/>
                    <a:pt x="15972" y="215"/>
                  </a:cubicBezTo>
                  <a:cubicBezTo>
                    <a:pt x="15558" y="74"/>
                    <a:pt x="15121" y="1"/>
                    <a:pt x="14683"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5"/>
            <p:cNvSpPr/>
            <p:nvPr/>
          </p:nvSpPr>
          <p:spPr>
            <a:xfrm>
              <a:off x="4081850" y="3206025"/>
              <a:ext cx="498125" cy="882575"/>
            </a:xfrm>
            <a:custGeom>
              <a:rect b="b" l="l" r="r" t="t"/>
              <a:pathLst>
                <a:path extrusionOk="0" h="35303" w="19925">
                  <a:moveTo>
                    <a:pt x="14667" y="12"/>
                  </a:moveTo>
                  <a:cubicBezTo>
                    <a:pt x="15113" y="12"/>
                    <a:pt x="15554" y="84"/>
                    <a:pt x="15977" y="229"/>
                  </a:cubicBezTo>
                  <a:cubicBezTo>
                    <a:pt x="16884" y="541"/>
                    <a:pt x="17660" y="1185"/>
                    <a:pt x="18279" y="2141"/>
                  </a:cubicBezTo>
                  <a:cubicBezTo>
                    <a:pt x="19288" y="3700"/>
                    <a:pt x="19851" y="6032"/>
                    <a:pt x="19900" y="8886"/>
                  </a:cubicBezTo>
                  <a:cubicBezTo>
                    <a:pt x="19913" y="9675"/>
                    <a:pt x="19888" y="10509"/>
                    <a:pt x="19819" y="11366"/>
                  </a:cubicBezTo>
                  <a:cubicBezTo>
                    <a:pt x="19699" y="12963"/>
                    <a:pt x="19435" y="14642"/>
                    <a:pt x="19036" y="16355"/>
                  </a:cubicBezTo>
                  <a:cubicBezTo>
                    <a:pt x="18722" y="17720"/>
                    <a:pt x="18334" y="19066"/>
                    <a:pt x="17877" y="20389"/>
                  </a:cubicBezTo>
                  <a:cubicBezTo>
                    <a:pt x="17140" y="22516"/>
                    <a:pt x="16251" y="24534"/>
                    <a:pt x="15231" y="26388"/>
                  </a:cubicBezTo>
                  <a:cubicBezTo>
                    <a:pt x="14245" y="28177"/>
                    <a:pt x="13167" y="29764"/>
                    <a:pt x="12024" y="31103"/>
                  </a:cubicBezTo>
                  <a:cubicBezTo>
                    <a:pt x="10890" y="32433"/>
                    <a:pt x="9733" y="33469"/>
                    <a:pt x="8588" y="34188"/>
                  </a:cubicBezTo>
                  <a:cubicBezTo>
                    <a:pt x="7415" y="34922"/>
                    <a:pt x="6293" y="35294"/>
                    <a:pt x="5251" y="35294"/>
                  </a:cubicBezTo>
                  <a:cubicBezTo>
                    <a:pt x="4806" y="35294"/>
                    <a:pt x="4365" y="35222"/>
                    <a:pt x="3942" y="35077"/>
                  </a:cubicBezTo>
                  <a:cubicBezTo>
                    <a:pt x="3296" y="34853"/>
                    <a:pt x="2709" y="34458"/>
                    <a:pt x="2204" y="33901"/>
                  </a:cubicBezTo>
                  <a:cubicBezTo>
                    <a:pt x="1714" y="33361"/>
                    <a:pt x="1294" y="32666"/>
                    <a:pt x="959" y="31837"/>
                  </a:cubicBezTo>
                  <a:cubicBezTo>
                    <a:pt x="553" y="30821"/>
                    <a:pt x="271" y="29607"/>
                    <a:pt x="128" y="28230"/>
                  </a:cubicBezTo>
                  <a:cubicBezTo>
                    <a:pt x="49" y="27459"/>
                    <a:pt x="12" y="26686"/>
                    <a:pt x="17" y="25914"/>
                  </a:cubicBezTo>
                  <a:cubicBezTo>
                    <a:pt x="28" y="23003"/>
                    <a:pt x="555" y="19738"/>
                    <a:pt x="1541" y="16475"/>
                  </a:cubicBezTo>
                  <a:lnTo>
                    <a:pt x="1543" y="16473"/>
                  </a:lnTo>
                  <a:cubicBezTo>
                    <a:pt x="1689" y="15977"/>
                    <a:pt x="1853" y="15469"/>
                    <a:pt x="2042" y="14921"/>
                  </a:cubicBezTo>
                  <a:cubicBezTo>
                    <a:pt x="2776" y="12792"/>
                    <a:pt x="3667" y="10774"/>
                    <a:pt x="4688" y="8920"/>
                  </a:cubicBezTo>
                  <a:cubicBezTo>
                    <a:pt x="5674" y="7129"/>
                    <a:pt x="6752" y="5542"/>
                    <a:pt x="7895" y="4203"/>
                  </a:cubicBezTo>
                  <a:cubicBezTo>
                    <a:pt x="9029" y="2873"/>
                    <a:pt x="10186" y="1834"/>
                    <a:pt x="11333" y="1118"/>
                  </a:cubicBezTo>
                  <a:cubicBezTo>
                    <a:pt x="12504" y="384"/>
                    <a:pt x="13626" y="12"/>
                    <a:pt x="14667" y="12"/>
                  </a:cubicBezTo>
                  <a:close/>
                  <a:moveTo>
                    <a:pt x="14667" y="1"/>
                  </a:moveTo>
                  <a:cubicBezTo>
                    <a:pt x="10426" y="1"/>
                    <a:pt x="5037" y="6214"/>
                    <a:pt x="2033" y="14917"/>
                  </a:cubicBezTo>
                  <a:cubicBezTo>
                    <a:pt x="1853" y="15439"/>
                    <a:pt x="1686" y="15953"/>
                    <a:pt x="1532" y="16468"/>
                  </a:cubicBezTo>
                  <a:lnTo>
                    <a:pt x="1532" y="16473"/>
                  </a:lnTo>
                  <a:cubicBezTo>
                    <a:pt x="513" y="19840"/>
                    <a:pt x="17" y="23091"/>
                    <a:pt x="8" y="25912"/>
                  </a:cubicBezTo>
                  <a:cubicBezTo>
                    <a:pt x="1" y="26688"/>
                    <a:pt x="38" y="27461"/>
                    <a:pt x="116" y="28230"/>
                  </a:cubicBezTo>
                  <a:cubicBezTo>
                    <a:pt x="262" y="29595"/>
                    <a:pt x="539" y="30816"/>
                    <a:pt x="950" y="31839"/>
                  </a:cubicBezTo>
                  <a:cubicBezTo>
                    <a:pt x="1615" y="33486"/>
                    <a:pt x="2615" y="34631"/>
                    <a:pt x="3940" y="35088"/>
                  </a:cubicBezTo>
                  <a:cubicBezTo>
                    <a:pt x="4356" y="35229"/>
                    <a:pt x="4792" y="35303"/>
                    <a:pt x="5231" y="35303"/>
                  </a:cubicBezTo>
                  <a:cubicBezTo>
                    <a:pt x="5238" y="35303"/>
                    <a:pt x="5245" y="35303"/>
                    <a:pt x="5251" y="35303"/>
                  </a:cubicBezTo>
                  <a:cubicBezTo>
                    <a:pt x="9493" y="35303"/>
                    <a:pt x="14882" y="29092"/>
                    <a:pt x="17886" y="20391"/>
                  </a:cubicBezTo>
                  <a:cubicBezTo>
                    <a:pt x="18346" y="19068"/>
                    <a:pt x="18734" y="17724"/>
                    <a:pt x="19048" y="16360"/>
                  </a:cubicBezTo>
                  <a:cubicBezTo>
                    <a:pt x="19449" y="14628"/>
                    <a:pt x="19713" y="12947"/>
                    <a:pt x="19830" y="11368"/>
                  </a:cubicBezTo>
                  <a:cubicBezTo>
                    <a:pt x="19897" y="10509"/>
                    <a:pt x="19925" y="9680"/>
                    <a:pt x="19911" y="8888"/>
                  </a:cubicBezTo>
                  <a:cubicBezTo>
                    <a:pt x="19863" y="6073"/>
                    <a:pt x="19311" y="3714"/>
                    <a:pt x="18288" y="2136"/>
                  </a:cubicBezTo>
                  <a:cubicBezTo>
                    <a:pt x="17681" y="1201"/>
                    <a:pt x="16912" y="541"/>
                    <a:pt x="15979" y="220"/>
                  </a:cubicBezTo>
                  <a:cubicBezTo>
                    <a:pt x="15563" y="77"/>
                    <a:pt x="15126" y="3"/>
                    <a:pt x="14688" y="3"/>
                  </a:cubicBezTo>
                  <a:cubicBezTo>
                    <a:pt x="14681" y="3"/>
                    <a:pt x="14674" y="3"/>
                    <a:pt x="14667" y="3"/>
                  </a:cubicBezTo>
                  <a:lnTo>
                    <a:pt x="14667"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5"/>
            <p:cNvSpPr/>
            <p:nvPr/>
          </p:nvSpPr>
          <p:spPr>
            <a:xfrm>
              <a:off x="4152175" y="3329225"/>
              <a:ext cx="347700" cy="635150"/>
            </a:xfrm>
            <a:custGeom>
              <a:rect b="b" l="l" r="r" t="t"/>
              <a:pathLst>
                <a:path extrusionOk="0" h="25406" w="13908">
                  <a:moveTo>
                    <a:pt x="10494" y="0"/>
                  </a:moveTo>
                  <a:cubicBezTo>
                    <a:pt x="9111" y="0"/>
                    <a:pt x="7463" y="1090"/>
                    <a:pt x="5853" y="3071"/>
                  </a:cubicBezTo>
                  <a:cubicBezTo>
                    <a:pt x="4228" y="5071"/>
                    <a:pt x="2755" y="7848"/>
                    <a:pt x="1704" y="10889"/>
                  </a:cubicBezTo>
                  <a:cubicBezTo>
                    <a:pt x="545" y="14249"/>
                    <a:pt x="0" y="17595"/>
                    <a:pt x="173" y="20312"/>
                  </a:cubicBezTo>
                  <a:cubicBezTo>
                    <a:pt x="256" y="21633"/>
                    <a:pt x="506" y="22732"/>
                    <a:pt x="912" y="23582"/>
                  </a:cubicBezTo>
                  <a:cubicBezTo>
                    <a:pt x="1332" y="24459"/>
                    <a:pt x="1905" y="25030"/>
                    <a:pt x="2612" y="25272"/>
                  </a:cubicBezTo>
                  <a:cubicBezTo>
                    <a:pt x="2870" y="25362"/>
                    <a:pt x="3140" y="25406"/>
                    <a:pt x="3413" y="25406"/>
                  </a:cubicBezTo>
                  <a:cubicBezTo>
                    <a:pt x="4796" y="25406"/>
                    <a:pt x="6444" y="24314"/>
                    <a:pt x="8052" y="22335"/>
                  </a:cubicBezTo>
                  <a:cubicBezTo>
                    <a:pt x="9677" y="20333"/>
                    <a:pt x="11152" y="17558"/>
                    <a:pt x="12203" y="14514"/>
                  </a:cubicBezTo>
                  <a:cubicBezTo>
                    <a:pt x="13362" y="11157"/>
                    <a:pt x="13907" y="7811"/>
                    <a:pt x="13734" y="5094"/>
                  </a:cubicBezTo>
                  <a:cubicBezTo>
                    <a:pt x="13651" y="3773"/>
                    <a:pt x="13401" y="2672"/>
                    <a:pt x="12995" y="1824"/>
                  </a:cubicBezTo>
                  <a:cubicBezTo>
                    <a:pt x="12575" y="944"/>
                    <a:pt x="12002" y="376"/>
                    <a:pt x="11293" y="132"/>
                  </a:cubicBezTo>
                  <a:cubicBezTo>
                    <a:pt x="11037" y="44"/>
                    <a:pt x="10767" y="0"/>
                    <a:pt x="1049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5"/>
            <p:cNvSpPr/>
            <p:nvPr/>
          </p:nvSpPr>
          <p:spPr>
            <a:xfrm>
              <a:off x="4134675" y="3329050"/>
              <a:ext cx="382675" cy="635450"/>
            </a:xfrm>
            <a:custGeom>
              <a:rect b="b" l="l" r="r" t="t"/>
              <a:pathLst>
                <a:path extrusionOk="0" h="25418" w="15307">
                  <a:moveTo>
                    <a:pt x="11217" y="14"/>
                  </a:moveTo>
                  <a:cubicBezTo>
                    <a:pt x="11480" y="14"/>
                    <a:pt x="11743" y="58"/>
                    <a:pt x="11993" y="143"/>
                  </a:cubicBezTo>
                  <a:cubicBezTo>
                    <a:pt x="12700" y="388"/>
                    <a:pt x="13270" y="956"/>
                    <a:pt x="13690" y="1833"/>
                  </a:cubicBezTo>
                  <a:cubicBezTo>
                    <a:pt x="14097" y="2681"/>
                    <a:pt x="14346" y="3780"/>
                    <a:pt x="14429" y="5101"/>
                  </a:cubicBezTo>
                  <a:cubicBezTo>
                    <a:pt x="14512" y="6421"/>
                    <a:pt x="14427" y="7897"/>
                    <a:pt x="14175" y="9483"/>
                  </a:cubicBezTo>
                  <a:cubicBezTo>
                    <a:pt x="13912" y="11129"/>
                    <a:pt x="13483" y="12822"/>
                    <a:pt x="12898" y="14519"/>
                  </a:cubicBezTo>
                  <a:cubicBezTo>
                    <a:pt x="11848" y="17562"/>
                    <a:pt x="10375" y="20338"/>
                    <a:pt x="8749" y="22337"/>
                  </a:cubicBezTo>
                  <a:cubicBezTo>
                    <a:pt x="7142" y="24316"/>
                    <a:pt x="5496" y="25406"/>
                    <a:pt x="4113" y="25406"/>
                  </a:cubicBezTo>
                  <a:cubicBezTo>
                    <a:pt x="3843" y="25406"/>
                    <a:pt x="3572" y="25362"/>
                    <a:pt x="3316" y="25274"/>
                  </a:cubicBezTo>
                  <a:cubicBezTo>
                    <a:pt x="2610" y="25032"/>
                    <a:pt x="2037" y="24464"/>
                    <a:pt x="1619" y="23586"/>
                  </a:cubicBezTo>
                  <a:cubicBezTo>
                    <a:pt x="1213" y="22737"/>
                    <a:pt x="963" y="21638"/>
                    <a:pt x="880" y="20319"/>
                  </a:cubicBezTo>
                  <a:cubicBezTo>
                    <a:pt x="797" y="18999"/>
                    <a:pt x="883" y="17523"/>
                    <a:pt x="1134" y="15934"/>
                  </a:cubicBezTo>
                  <a:cubicBezTo>
                    <a:pt x="1395" y="14290"/>
                    <a:pt x="1825" y="12596"/>
                    <a:pt x="2411" y="10899"/>
                  </a:cubicBezTo>
                  <a:cubicBezTo>
                    <a:pt x="3462" y="7858"/>
                    <a:pt x="4935" y="5082"/>
                    <a:pt x="6558" y="3083"/>
                  </a:cubicBezTo>
                  <a:cubicBezTo>
                    <a:pt x="8167" y="1104"/>
                    <a:pt x="9814" y="14"/>
                    <a:pt x="11197" y="14"/>
                  </a:cubicBezTo>
                  <a:cubicBezTo>
                    <a:pt x="11203" y="14"/>
                    <a:pt x="11210" y="14"/>
                    <a:pt x="11217" y="14"/>
                  </a:cubicBezTo>
                  <a:close/>
                  <a:moveTo>
                    <a:pt x="11197" y="0"/>
                  </a:moveTo>
                  <a:cubicBezTo>
                    <a:pt x="8350" y="0"/>
                    <a:pt x="4586" y="4565"/>
                    <a:pt x="2400" y="10894"/>
                  </a:cubicBezTo>
                  <a:cubicBezTo>
                    <a:pt x="1" y="17842"/>
                    <a:pt x="409" y="24284"/>
                    <a:pt x="3312" y="25286"/>
                  </a:cubicBezTo>
                  <a:cubicBezTo>
                    <a:pt x="3570" y="25374"/>
                    <a:pt x="3840" y="25417"/>
                    <a:pt x="4113" y="25417"/>
                  </a:cubicBezTo>
                  <a:cubicBezTo>
                    <a:pt x="6960" y="25417"/>
                    <a:pt x="10723" y="20855"/>
                    <a:pt x="12910" y="14524"/>
                  </a:cubicBezTo>
                  <a:cubicBezTo>
                    <a:pt x="15307" y="7578"/>
                    <a:pt x="14900" y="1136"/>
                    <a:pt x="11998" y="134"/>
                  </a:cubicBezTo>
                  <a:cubicBezTo>
                    <a:pt x="11739" y="44"/>
                    <a:pt x="11469" y="0"/>
                    <a:pt x="11197"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5"/>
            <p:cNvSpPr/>
            <p:nvPr/>
          </p:nvSpPr>
          <p:spPr>
            <a:xfrm>
              <a:off x="4120125" y="3272825"/>
              <a:ext cx="418300" cy="747900"/>
            </a:xfrm>
            <a:custGeom>
              <a:rect b="b" l="l" r="r" t="t"/>
              <a:pathLst>
                <a:path extrusionOk="0" fill="none" h="29916" w="16732">
                  <a:moveTo>
                    <a:pt x="13326" y="591"/>
                  </a:moveTo>
                  <a:cubicBezTo>
                    <a:pt x="15041" y="1185"/>
                    <a:pt x="16166" y="3267"/>
                    <a:pt x="16447" y="6380"/>
                  </a:cubicBezTo>
                  <a:cubicBezTo>
                    <a:pt x="16731" y="9492"/>
                    <a:pt x="16152" y="13381"/>
                    <a:pt x="14836" y="17193"/>
                  </a:cubicBezTo>
                  <a:cubicBezTo>
                    <a:pt x="13520" y="21003"/>
                    <a:pt x="11578" y="24420"/>
                    <a:pt x="9433" y="26694"/>
                  </a:cubicBezTo>
                  <a:cubicBezTo>
                    <a:pt x="7290" y="28971"/>
                    <a:pt x="5122" y="29915"/>
                    <a:pt x="3404" y="29322"/>
                  </a:cubicBezTo>
                  <a:cubicBezTo>
                    <a:pt x="1689" y="28731"/>
                    <a:pt x="566" y="26648"/>
                    <a:pt x="282" y="23536"/>
                  </a:cubicBezTo>
                  <a:cubicBezTo>
                    <a:pt x="1" y="20423"/>
                    <a:pt x="580" y="16533"/>
                    <a:pt x="1896" y="12723"/>
                  </a:cubicBezTo>
                  <a:cubicBezTo>
                    <a:pt x="3210" y="8913"/>
                    <a:pt x="5154" y="5496"/>
                    <a:pt x="7297" y="3219"/>
                  </a:cubicBezTo>
                  <a:cubicBezTo>
                    <a:pt x="9442" y="945"/>
                    <a:pt x="11610" y="0"/>
                    <a:pt x="13326" y="591"/>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5"/>
            <p:cNvSpPr/>
            <p:nvPr/>
          </p:nvSpPr>
          <p:spPr>
            <a:xfrm>
              <a:off x="4081975" y="3231825"/>
              <a:ext cx="608550" cy="622075"/>
            </a:xfrm>
            <a:custGeom>
              <a:rect b="b" l="l" r="r" t="t"/>
              <a:pathLst>
                <a:path extrusionOk="0" h="24883" w="24342">
                  <a:moveTo>
                    <a:pt x="20008" y="1"/>
                  </a:moveTo>
                  <a:lnTo>
                    <a:pt x="18283" y="1102"/>
                  </a:lnTo>
                  <a:lnTo>
                    <a:pt x="16073" y="2993"/>
                  </a:lnTo>
                  <a:lnTo>
                    <a:pt x="14593" y="4256"/>
                  </a:lnTo>
                  <a:lnTo>
                    <a:pt x="5669" y="11892"/>
                  </a:lnTo>
                  <a:lnTo>
                    <a:pt x="3709" y="13571"/>
                  </a:lnTo>
                  <a:lnTo>
                    <a:pt x="3709" y="13573"/>
                  </a:lnTo>
                  <a:lnTo>
                    <a:pt x="1527" y="15436"/>
                  </a:lnTo>
                  <a:lnTo>
                    <a:pt x="1527" y="15441"/>
                  </a:lnTo>
                  <a:cubicBezTo>
                    <a:pt x="508" y="18808"/>
                    <a:pt x="12" y="22059"/>
                    <a:pt x="0" y="24882"/>
                  </a:cubicBezTo>
                  <a:lnTo>
                    <a:pt x="1737" y="23395"/>
                  </a:lnTo>
                  <a:lnTo>
                    <a:pt x="2967" y="22345"/>
                  </a:lnTo>
                  <a:lnTo>
                    <a:pt x="8389" y="17706"/>
                  </a:lnTo>
                  <a:lnTo>
                    <a:pt x="8491" y="17618"/>
                  </a:lnTo>
                  <a:lnTo>
                    <a:pt x="9463" y="16789"/>
                  </a:lnTo>
                  <a:lnTo>
                    <a:pt x="9463" y="16787"/>
                  </a:lnTo>
                  <a:lnTo>
                    <a:pt x="11862" y="14734"/>
                  </a:lnTo>
                  <a:lnTo>
                    <a:pt x="16563" y="10717"/>
                  </a:lnTo>
                  <a:lnTo>
                    <a:pt x="18043" y="9449"/>
                  </a:lnTo>
                  <a:lnTo>
                    <a:pt x="19906" y="7856"/>
                  </a:lnTo>
                  <a:lnTo>
                    <a:pt x="24342" y="4420"/>
                  </a:lnTo>
                  <a:cubicBezTo>
                    <a:pt x="23266" y="2321"/>
                    <a:pt x="21829" y="832"/>
                    <a:pt x="20008"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5"/>
            <p:cNvSpPr/>
            <p:nvPr/>
          </p:nvSpPr>
          <p:spPr>
            <a:xfrm>
              <a:off x="4084750" y="3382550"/>
              <a:ext cx="630250" cy="619525"/>
            </a:xfrm>
            <a:custGeom>
              <a:rect b="b" l="l" r="r" t="t"/>
              <a:pathLst>
                <a:path extrusionOk="0" h="24781" w="25210">
                  <a:moveTo>
                    <a:pt x="24769" y="1"/>
                  </a:moveTo>
                  <a:lnTo>
                    <a:pt x="19712" y="4305"/>
                  </a:lnTo>
                  <a:lnTo>
                    <a:pt x="17807" y="5937"/>
                  </a:lnTo>
                  <a:lnTo>
                    <a:pt x="16182" y="7327"/>
                  </a:lnTo>
                  <a:lnTo>
                    <a:pt x="10388" y="12282"/>
                  </a:lnTo>
                  <a:lnTo>
                    <a:pt x="9158" y="13335"/>
                  </a:lnTo>
                  <a:lnTo>
                    <a:pt x="8694" y="13734"/>
                  </a:lnTo>
                  <a:lnTo>
                    <a:pt x="8694" y="13739"/>
                  </a:lnTo>
                  <a:lnTo>
                    <a:pt x="8068" y="14270"/>
                  </a:lnTo>
                  <a:lnTo>
                    <a:pt x="2905" y="18687"/>
                  </a:lnTo>
                  <a:lnTo>
                    <a:pt x="1755" y="19671"/>
                  </a:lnTo>
                  <a:lnTo>
                    <a:pt x="0" y="21169"/>
                  </a:lnTo>
                  <a:cubicBezTo>
                    <a:pt x="143" y="22534"/>
                    <a:pt x="423" y="23755"/>
                    <a:pt x="834" y="24781"/>
                  </a:cubicBezTo>
                  <a:lnTo>
                    <a:pt x="2787" y="23111"/>
                  </a:lnTo>
                  <a:lnTo>
                    <a:pt x="3979" y="22093"/>
                  </a:lnTo>
                  <a:lnTo>
                    <a:pt x="14718" y="12903"/>
                  </a:lnTo>
                  <a:lnTo>
                    <a:pt x="14718" y="12901"/>
                  </a:lnTo>
                  <a:lnTo>
                    <a:pt x="16777" y="11144"/>
                  </a:lnTo>
                  <a:lnTo>
                    <a:pt x="18932" y="9299"/>
                  </a:lnTo>
                  <a:lnTo>
                    <a:pt x="25210" y="3365"/>
                  </a:lnTo>
                  <a:cubicBezTo>
                    <a:pt x="25157" y="2233"/>
                    <a:pt x="25009" y="1107"/>
                    <a:pt x="24769"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35"/>
          <p:cNvGrpSpPr/>
          <p:nvPr/>
        </p:nvGrpSpPr>
        <p:grpSpPr>
          <a:xfrm rot="-988460">
            <a:off x="8583910" y="1738273"/>
            <a:ext cx="305571" cy="607251"/>
            <a:chOff x="2003200" y="4511300"/>
            <a:chExt cx="437875" cy="870175"/>
          </a:xfrm>
        </p:grpSpPr>
        <p:sp>
          <p:nvSpPr>
            <p:cNvPr id="923" name="Google Shape;923;p35"/>
            <p:cNvSpPr/>
            <p:nvPr/>
          </p:nvSpPr>
          <p:spPr>
            <a:xfrm>
              <a:off x="2003425" y="4511300"/>
              <a:ext cx="437650" cy="870175"/>
            </a:xfrm>
            <a:custGeom>
              <a:rect b="b" l="l" r="r" t="t"/>
              <a:pathLst>
                <a:path extrusionOk="0" h="34807" w="17506">
                  <a:moveTo>
                    <a:pt x="6310" y="0"/>
                  </a:moveTo>
                  <a:cubicBezTo>
                    <a:pt x="6206" y="0"/>
                    <a:pt x="6100" y="20"/>
                    <a:pt x="5997" y="61"/>
                  </a:cubicBezTo>
                  <a:lnTo>
                    <a:pt x="728" y="1783"/>
                  </a:lnTo>
                  <a:cubicBezTo>
                    <a:pt x="257" y="1919"/>
                    <a:pt x="1" y="2425"/>
                    <a:pt x="169" y="2884"/>
                  </a:cubicBezTo>
                  <a:lnTo>
                    <a:pt x="10375" y="34197"/>
                  </a:lnTo>
                  <a:cubicBezTo>
                    <a:pt x="10481" y="34568"/>
                    <a:pt x="10819" y="34806"/>
                    <a:pt x="11183" y="34806"/>
                  </a:cubicBezTo>
                  <a:cubicBezTo>
                    <a:pt x="11280" y="34806"/>
                    <a:pt x="11379" y="34789"/>
                    <a:pt x="11476" y="34753"/>
                  </a:cubicBezTo>
                  <a:lnTo>
                    <a:pt x="16801" y="33044"/>
                  </a:lnTo>
                  <a:cubicBezTo>
                    <a:pt x="17256" y="32887"/>
                    <a:pt x="17505" y="32398"/>
                    <a:pt x="17364" y="31938"/>
                  </a:cubicBezTo>
                  <a:lnTo>
                    <a:pt x="7131" y="656"/>
                  </a:lnTo>
                  <a:cubicBezTo>
                    <a:pt x="7042" y="261"/>
                    <a:pt x="6690" y="0"/>
                    <a:pt x="6310"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5"/>
            <p:cNvSpPr/>
            <p:nvPr/>
          </p:nvSpPr>
          <p:spPr>
            <a:xfrm>
              <a:off x="2003200" y="4511300"/>
              <a:ext cx="201650" cy="141400"/>
            </a:xfrm>
            <a:custGeom>
              <a:rect b="b" l="l" r="r" t="t"/>
              <a:pathLst>
                <a:path extrusionOk="0" h="5656" w="8066">
                  <a:moveTo>
                    <a:pt x="6319" y="0"/>
                  </a:moveTo>
                  <a:cubicBezTo>
                    <a:pt x="6215" y="0"/>
                    <a:pt x="6109" y="20"/>
                    <a:pt x="6006" y="61"/>
                  </a:cubicBezTo>
                  <a:lnTo>
                    <a:pt x="737" y="1783"/>
                  </a:lnTo>
                  <a:cubicBezTo>
                    <a:pt x="268" y="1908"/>
                    <a:pt x="1" y="2402"/>
                    <a:pt x="153" y="2861"/>
                  </a:cubicBezTo>
                  <a:lnTo>
                    <a:pt x="1074" y="5655"/>
                  </a:lnTo>
                  <a:lnTo>
                    <a:pt x="8066" y="3443"/>
                  </a:lnTo>
                  <a:lnTo>
                    <a:pt x="7140" y="656"/>
                  </a:lnTo>
                  <a:cubicBezTo>
                    <a:pt x="7051" y="261"/>
                    <a:pt x="6699" y="0"/>
                    <a:pt x="631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5"/>
            <p:cNvSpPr/>
            <p:nvPr/>
          </p:nvSpPr>
          <p:spPr>
            <a:xfrm>
              <a:off x="2028900" y="4592625"/>
              <a:ext cx="224275" cy="212400"/>
            </a:xfrm>
            <a:custGeom>
              <a:rect b="b" l="l" r="r" t="t"/>
              <a:pathLst>
                <a:path extrusionOk="0" h="8496" w="8971">
                  <a:moveTo>
                    <a:pt x="6936" y="1"/>
                  </a:moveTo>
                  <a:lnTo>
                    <a:pt x="0" y="2261"/>
                  </a:lnTo>
                  <a:lnTo>
                    <a:pt x="2034" y="8496"/>
                  </a:lnTo>
                  <a:lnTo>
                    <a:pt x="8970" y="6235"/>
                  </a:lnTo>
                  <a:lnTo>
                    <a:pt x="6936" y="1"/>
                  </a:ln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5"/>
            <p:cNvSpPr/>
            <p:nvPr/>
          </p:nvSpPr>
          <p:spPr>
            <a:xfrm>
              <a:off x="2125350" y="4944825"/>
              <a:ext cx="231200" cy="120775"/>
            </a:xfrm>
            <a:custGeom>
              <a:rect b="b" l="l" r="r" t="t"/>
              <a:pathLst>
                <a:path extrusionOk="0" h="4831" w="9248">
                  <a:moveTo>
                    <a:pt x="0" y="0"/>
                  </a:moveTo>
                  <a:lnTo>
                    <a:pt x="1014" y="3119"/>
                  </a:lnTo>
                  <a:lnTo>
                    <a:pt x="5794" y="4112"/>
                  </a:lnTo>
                  <a:lnTo>
                    <a:pt x="9248" y="4830"/>
                  </a:lnTo>
                  <a:lnTo>
                    <a:pt x="9248" y="4830"/>
                  </a:lnTo>
                  <a:lnTo>
                    <a:pt x="8230" y="1718"/>
                  </a:lnTo>
                  <a:lnTo>
                    <a:pt x="5537" y="1148"/>
                  </a:lnTo>
                  <a:lnTo>
                    <a:pt x="0"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5"/>
            <p:cNvSpPr/>
            <p:nvPr/>
          </p:nvSpPr>
          <p:spPr>
            <a:xfrm>
              <a:off x="2236125" y="5284225"/>
              <a:ext cx="200100" cy="88925"/>
            </a:xfrm>
            <a:custGeom>
              <a:rect b="b" l="l" r="r" t="t"/>
              <a:pathLst>
                <a:path extrusionOk="0" h="3557" w="8004">
                  <a:moveTo>
                    <a:pt x="0" y="1"/>
                  </a:moveTo>
                  <a:lnTo>
                    <a:pt x="1014" y="3123"/>
                  </a:lnTo>
                  <a:lnTo>
                    <a:pt x="3115" y="3557"/>
                  </a:lnTo>
                  <a:lnTo>
                    <a:pt x="7486" y="2134"/>
                  </a:lnTo>
                  <a:cubicBezTo>
                    <a:pt x="7719" y="2061"/>
                    <a:pt x="7906" y="1892"/>
                    <a:pt x="8003" y="1668"/>
                  </a:cubicBezTo>
                  <a:lnTo>
                    <a:pt x="5526" y="1151"/>
                  </a:lnTo>
                  <a:lnTo>
                    <a:pt x="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5"/>
            <p:cNvSpPr/>
            <p:nvPr/>
          </p:nvSpPr>
          <p:spPr>
            <a:xfrm>
              <a:off x="2069563" y="4771050"/>
              <a:ext cx="251475" cy="183175"/>
            </a:xfrm>
            <a:custGeom>
              <a:rect b="b" l="l" r="r" t="t"/>
              <a:pathLst>
                <a:path extrusionOk="0" h="7327" w="10059">
                  <a:moveTo>
                    <a:pt x="1" y="0"/>
                  </a:moveTo>
                  <a:lnTo>
                    <a:pt x="1829" y="5609"/>
                  </a:lnTo>
                  <a:lnTo>
                    <a:pt x="4097" y="6087"/>
                  </a:lnTo>
                  <a:lnTo>
                    <a:pt x="9793" y="7274"/>
                  </a:lnTo>
                  <a:lnTo>
                    <a:pt x="10059" y="7327"/>
                  </a:lnTo>
                  <a:lnTo>
                    <a:pt x="8223" y="1714"/>
                  </a:lnTo>
                  <a:lnTo>
                    <a:pt x="8193" y="1709"/>
                  </a:lnTo>
                  <a:lnTo>
                    <a:pt x="2478" y="518"/>
                  </a:lnTo>
                  <a:lnTo>
                    <a:pt x="1"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35"/>
          <p:cNvGrpSpPr/>
          <p:nvPr/>
        </p:nvGrpSpPr>
        <p:grpSpPr>
          <a:xfrm flipH="1">
            <a:off x="8449387" y="997971"/>
            <a:ext cx="530166" cy="502936"/>
            <a:chOff x="1717700" y="2254700"/>
            <a:chExt cx="781725" cy="741575"/>
          </a:xfrm>
        </p:grpSpPr>
        <p:sp>
          <p:nvSpPr>
            <p:cNvPr id="930" name="Google Shape;930;p35"/>
            <p:cNvSpPr/>
            <p:nvPr/>
          </p:nvSpPr>
          <p:spPr>
            <a:xfrm>
              <a:off x="1748125" y="2300200"/>
              <a:ext cx="717650" cy="650525"/>
            </a:xfrm>
            <a:custGeom>
              <a:rect b="b" l="l" r="r" t="t"/>
              <a:pathLst>
                <a:path extrusionOk="0" h="26021" w="28706">
                  <a:moveTo>
                    <a:pt x="15025" y="0"/>
                  </a:moveTo>
                  <a:cubicBezTo>
                    <a:pt x="11160" y="0"/>
                    <a:pt x="7313" y="1600"/>
                    <a:pt x="4560" y="4734"/>
                  </a:cubicBezTo>
                  <a:cubicBezTo>
                    <a:pt x="162" y="9743"/>
                    <a:pt x="0" y="17021"/>
                    <a:pt x="3801" y="22174"/>
                  </a:cubicBezTo>
                  <a:cubicBezTo>
                    <a:pt x="4341" y="22872"/>
                    <a:pt x="4946" y="23518"/>
                    <a:pt x="5609" y="24102"/>
                  </a:cubicBezTo>
                  <a:cubicBezTo>
                    <a:pt x="5932" y="24386"/>
                    <a:pt x="6264" y="24652"/>
                    <a:pt x="6604" y="24901"/>
                  </a:cubicBezTo>
                  <a:cubicBezTo>
                    <a:pt x="6953" y="25155"/>
                    <a:pt x="7201" y="25230"/>
                    <a:pt x="7416" y="25230"/>
                  </a:cubicBezTo>
                  <a:cubicBezTo>
                    <a:pt x="7729" y="25230"/>
                    <a:pt x="7975" y="25072"/>
                    <a:pt x="8368" y="25072"/>
                  </a:cubicBezTo>
                  <a:cubicBezTo>
                    <a:pt x="8543" y="25072"/>
                    <a:pt x="8748" y="25103"/>
                    <a:pt x="9001" y="25194"/>
                  </a:cubicBezTo>
                  <a:cubicBezTo>
                    <a:pt x="9444" y="25354"/>
                    <a:pt x="9896" y="25492"/>
                    <a:pt x="10354" y="25608"/>
                  </a:cubicBezTo>
                  <a:cubicBezTo>
                    <a:pt x="11030" y="25776"/>
                    <a:pt x="11721" y="25894"/>
                    <a:pt x="12416" y="25959"/>
                  </a:cubicBezTo>
                  <a:cubicBezTo>
                    <a:pt x="12854" y="26000"/>
                    <a:pt x="13293" y="26021"/>
                    <a:pt x="13732" y="26021"/>
                  </a:cubicBezTo>
                  <a:cubicBezTo>
                    <a:pt x="17598" y="26021"/>
                    <a:pt x="21444" y="24419"/>
                    <a:pt x="24196" y="21288"/>
                  </a:cubicBezTo>
                  <a:cubicBezTo>
                    <a:pt x="28262" y="16658"/>
                    <a:pt x="28705" y="10089"/>
                    <a:pt x="25745" y="5051"/>
                  </a:cubicBezTo>
                  <a:cubicBezTo>
                    <a:pt x="25277" y="4480"/>
                    <a:pt x="24762" y="3949"/>
                    <a:pt x="24205" y="3465"/>
                  </a:cubicBezTo>
                  <a:cubicBezTo>
                    <a:pt x="23674" y="2996"/>
                    <a:pt x="23106" y="2569"/>
                    <a:pt x="22508" y="2185"/>
                  </a:cubicBezTo>
                  <a:cubicBezTo>
                    <a:pt x="21922" y="1809"/>
                    <a:pt x="21305" y="1479"/>
                    <a:pt x="20668" y="1195"/>
                  </a:cubicBezTo>
                  <a:cubicBezTo>
                    <a:pt x="20236" y="1003"/>
                    <a:pt x="19795" y="835"/>
                    <a:pt x="19347" y="687"/>
                  </a:cubicBezTo>
                  <a:cubicBezTo>
                    <a:pt x="18100" y="280"/>
                    <a:pt x="16803" y="52"/>
                    <a:pt x="15491" y="8"/>
                  </a:cubicBezTo>
                  <a:cubicBezTo>
                    <a:pt x="15336" y="3"/>
                    <a:pt x="15180" y="0"/>
                    <a:pt x="15025"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5"/>
            <p:cNvSpPr/>
            <p:nvPr/>
          </p:nvSpPr>
          <p:spPr>
            <a:xfrm>
              <a:off x="1755500" y="2300325"/>
              <a:ext cx="740400" cy="695775"/>
            </a:xfrm>
            <a:custGeom>
              <a:rect b="b" l="l" r="r" t="t"/>
              <a:pathLst>
                <a:path extrusionOk="0" h="27831" w="29616">
                  <a:moveTo>
                    <a:pt x="14709" y="1"/>
                  </a:moveTo>
                  <a:cubicBezTo>
                    <a:pt x="10711" y="1"/>
                    <a:pt x="6906" y="1725"/>
                    <a:pt x="4270" y="4732"/>
                  </a:cubicBezTo>
                  <a:cubicBezTo>
                    <a:pt x="1084" y="8350"/>
                    <a:pt x="1" y="13360"/>
                    <a:pt x="1409" y="17972"/>
                  </a:cubicBezTo>
                  <a:cubicBezTo>
                    <a:pt x="2162" y="20449"/>
                    <a:pt x="3591" y="22666"/>
                    <a:pt x="5538" y="24372"/>
                  </a:cubicBezTo>
                  <a:cubicBezTo>
                    <a:pt x="5852" y="24649"/>
                    <a:pt x="6186" y="24919"/>
                    <a:pt x="6533" y="25169"/>
                  </a:cubicBezTo>
                  <a:cubicBezTo>
                    <a:pt x="7590" y="25942"/>
                    <a:pt x="8754" y="26561"/>
                    <a:pt x="9987" y="27009"/>
                  </a:cubicBezTo>
                  <a:cubicBezTo>
                    <a:pt x="10428" y="27166"/>
                    <a:pt x="10883" y="27304"/>
                    <a:pt x="11340" y="27418"/>
                  </a:cubicBezTo>
                  <a:cubicBezTo>
                    <a:pt x="12017" y="27586"/>
                    <a:pt x="12707" y="27704"/>
                    <a:pt x="13402" y="27769"/>
                  </a:cubicBezTo>
                  <a:cubicBezTo>
                    <a:pt x="13838" y="27810"/>
                    <a:pt x="14282" y="27831"/>
                    <a:pt x="14720" y="27831"/>
                  </a:cubicBezTo>
                  <a:cubicBezTo>
                    <a:pt x="14724" y="27831"/>
                    <a:pt x="14728" y="27831"/>
                    <a:pt x="14732" y="27831"/>
                  </a:cubicBezTo>
                  <a:cubicBezTo>
                    <a:pt x="20119" y="27831"/>
                    <a:pt x="25025" y="24719"/>
                    <a:pt x="27318" y="19844"/>
                  </a:cubicBezTo>
                  <a:cubicBezTo>
                    <a:pt x="29616" y="14965"/>
                    <a:pt x="28886" y="9200"/>
                    <a:pt x="25446" y="5048"/>
                  </a:cubicBezTo>
                  <a:cubicBezTo>
                    <a:pt x="24977" y="4478"/>
                    <a:pt x="24462" y="3947"/>
                    <a:pt x="23908" y="3462"/>
                  </a:cubicBezTo>
                  <a:cubicBezTo>
                    <a:pt x="23374" y="2993"/>
                    <a:pt x="22806" y="2566"/>
                    <a:pt x="22211" y="2185"/>
                  </a:cubicBezTo>
                  <a:cubicBezTo>
                    <a:pt x="21622" y="1809"/>
                    <a:pt x="21008" y="1476"/>
                    <a:pt x="20370" y="1194"/>
                  </a:cubicBezTo>
                  <a:cubicBezTo>
                    <a:pt x="19925" y="998"/>
                    <a:pt x="19484" y="827"/>
                    <a:pt x="19050" y="686"/>
                  </a:cubicBezTo>
                  <a:cubicBezTo>
                    <a:pt x="17803" y="280"/>
                    <a:pt x="16505" y="51"/>
                    <a:pt x="15196" y="10"/>
                  </a:cubicBezTo>
                  <a:cubicBezTo>
                    <a:pt x="15041" y="3"/>
                    <a:pt x="14882" y="1"/>
                    <a:pt x="14725" y="1"/>
                  </a:cubicBezTo>
                  <a:cubicBezTo>
                    <a:pt x="14720" y="1"/>
                    <a:pt x="14714" y="1"/>
                    <a:pt x="14709"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5"/>
            <p:cNvSpPr/>
            <p:nvPr/>
          </p:nvSpPr>
          <p:spPr>
            <a:xfrm>
              <a:off x="1748125" y="2300150"/>
              <a:ext cx="751300" cy="696125"/>
            </a:xfrm>
            <a:custGeom>
              <a:rect b="b" l="l" r="r" t="t"/>
              <a:pathLst>
                <a:path extrusionOk="0" h="27845" w="30052">
                  <a:moveTo>
                    <a:pt x="15005" y="15"/>
                  </a:moveTo>
                  <a:cubicBezTo>
                    <a:pt x="15010" y="15"/>
                    <a:pt x="15015" y="15"/>
                    <a:pt x="15020" y="15"/>
                  </a:cubicBezTo>
                  <a:cubicBezTo>
                    <a:pt x="15177" y="15"/>
                    <a:pt x="15334" y="17"/>
                    <a:pt x="15491" y="21"/>
                  </a:cubicBezTo>
                  <a:cubicBezTo>
                    <a:pt x="16800" y="65"/>
                    <a:pt x="18098" y="294"/>
                    <a:pt x="19342" y="700"/>
                  </a:cubicBezTo>
                  <a:cubicBezTo>
                    <a:pt x="19774" y="841"/>
                    <a:pt x="20218" y="1012"/>
                    <a:pt x="20663" y="1208"/>
                  </a:cubicBezTo>
                  <a:cubicBezTo>
                    <a:pt x="21300" y="1490"/>
                    <a:pt x="21915" y="1820"/>
                    <a:pt x="22503" y="2197"/>
                  </a:cubicBezTo>
                  <a:cubicBezTo>
                    <a:pt x="23099" y="2580"/>
                    <a:pt x="23667" y="3007"/>
                    <a:pt x="24198" y="3476"/>
                  </a:cubicBezTo>
                  <a:cubicBezTo>
                    <a:pt x="24752" y="3961"/>
                    <a:pt x="25267" y="4489"/>
                    <a:pt x="25736" y="5060"/>
                  </a:cubicBezTo>
                  <a:cubicBezTo>
                    <a:pt x="26789" y="6327"/>
                    <a:pt x="27606" y="7773"/>
                    <a:pt x="28147" y="9329"/>
                  </a:cubicBezTo>
                  <a:cubicBezTo>
                    <a:pt x="29638" y="13584"/>
                    <a:pt x="28973" y="18297"/>
                    <a:pt x="26364" y="21975"/>
                  </a:cubicBezTo>
                  <a:cubicBezTo>
                    <a:pt x="23756" y="25652"/>
                    <a:pt x="19529" y="27833"/>
                    <a:pt x="15023" y="27833"/>
                  </a:cubicBezTo>
                  <a:cubicBezTo>
                    <a:pt x="15020" y="27833"/>
                    <a:pt x="15018" y="27833"/>
                    <a:pt x="15015" y="27833"/>
                  </a:cubicBezTo>
                  <a:cubicBezTo>
                    <a:pt x="14577" y="27833"/>
                    <a:pt x="14133" y="27812"/>
                    <a:pt x="13697" y="27771"/>
                  </a:cubicBezTo>
                  <a:cubicBezTo>
                    <a:pt x="13002" y="27706"/>
                    <a:pt x="12312" y="27589"/>
                    <a:pt x="11635" y="27420"/>
                  </a:cubicBezTo>
                  <a:cubicBezTo>
                    <a:pt x="11180" y="27307"/>
                    <a:pt x="10725" y="27168"/>
                    <a:pt x="10282" y="27011"/>
                  </a:cubicBezTo>
                  <a:cubicBezTo>
                    <a:pt x="9051" y="26563"/>
                    <a:pt x="7888" y="25945"/>
                    <a:pt x="6830" y="25173"/>
                  </a:cubicBezTo>
                  <a:cubicBezTo>
                    <a:pt x="6486" y="24922"/>
                    <a:pt x="6151" y="24654"/>
                    <a:pt x="5835" y="24374"/>
                  </a:cubicBezTo>
                  <a:cubicBezTo>
                    <a:pt x="3888" y="22670"/>
                    <a:pt x="2459" y="20454"/>
                    <a:pt x="1706" y="17979"/>
                  </a:cubicBezTo>
                  <a:cubicBezTo>
                    <a:pt x="420" y="13760"/>
                    <a:pt x="1210" y="9184"/>
                    <a:pt x="3835" y="5642"/>
                  </a:cubicBezTo>
                  <a:cubicBezTo>
                    <a:pt x="6458" y="2103"/>
                    <a:pt x="10601" y="15"/>
                    <a:pt x="15005" y="15"/>
                  </a:cubicBezTo>
                  <a:close/>
                  <a:moveTo>
                    <a:pt x="15020" y="1"/>
                  </a:moveTo>
                  <a:lnTo>
                    <a:pt x="15020" y="3"/>
                  </a:lnTo>
                  <a:cubicBezTo>
                    <a:pt x="11155" y="3"/>
                    <a:pt x="7310" y="1603"/>
                    <a:pt x="4560" y="4736"/>
                  </a:cubicBezTo>
                  <a:cubicBezTo>
                    <a:pt x="159" y="9745"/>
                    <a:pt x="0" y="17023"/>
                    <a:pt x="3801" y="22176"/>
                  </a:cubicBezTo>
                  <a:cubicBezTo>
                    <a:pt x="4394" y="22984"/>
                    <a:pt x="5073" y="23723"/>
                    <a:pt x="5828" y="24384"/>
                  </a:cubicBezTo>
                  <a:cubicBezTo>
                    <a:pt x="6149" y="24668"/>
                    <a:pt x="6484" y="24933"/>
                    <a:pt x="6823" y="25180"/>
                  </a:cubicBezTo>
                  <a:cubicBezTo>
                    <a:pt x="7883" y="25954"/>
                    <a:pt x="9047" y="26575"/>
                    <a:pt x="10280" y="27021"/>
                  </a:cubicBezTo>
                  <a:cubicBezTo>
                    <a:pt x="10725" y="27180"/>
                    <a:pt x="11178" y="27318"/>
                    <a:pt x="11633" y="27432"/>
                  </a:cubicBezTo>
                  <a:cubicBezTo>
                    <a:pt x="12312" y="27600"/>
                    <a:pt x="13000" y="27718"/>
                    <a:pt x="13697" y="27782"/>
                  </a:cubicBezTo>
                  <a:cubicBezTo>
                    <a:pt x="14136" y="27824"/>
                    <a:pt x="14574" y="27845"/>
                    <a:pt x="15015" y="27845"/>
                  </a:cubicBezTo>
                  <a:cubicBezTo>
                    <a:pt x="18881" y="27845"/>
                    <a:pt x="22725" y="26245"/>
                    <a:pt x="25475" y="23111"/>
                  </a:cubicBezTo>
                  <a:cubicBezTo>
                    <a:pt x="30051" y="17900"/>
                    <a:pt x="30035" y="10227"/>
                    <a:pt x="25745" y="5050"/>
                  </a:cubicBezTo>
                  <a:cubicBezTo>
                    <a:pt x="25277" y="4482"/>
                    <a:pt x="24762" y="3951"/>
                    <a:pt x="24205" y="3464"/>
                  </a:cubicBezTo>
                  <a:cubicBezTo>
                    <a:pt x="23672" y="2995"/>
                    <a:pt x="23106" y="2568"/>
                    <a:pt x="22508" y="2185"/>
                  </a:cubicBezTo>
                  <a:cubicBezTo>
                    <a:pt x="21922" y="1809"/>
                    <a:pt x="21305" y="1478"/>
                    <a:pt x="20668" y="1197"/>
                  </a:cubicBezTo>
                  <a:cubicBezTo>
                    <a:pt x="20236" y="1005"/>
                    <a:pt x="19795" y="834"/>
                    <a:pt x="19347" y="689"/>
                  </a:cubicBezTo>
                  <a:cubicBezTo>
                    <a:pt x="18100" y="280"/>
                    <a:pt x="16803" y="52"/>
                    <a:pt x="15491" y="10"/>
                  </a:cubicBezTo>
                  <a:cubicBezTo>
                    <a:pt x="15334" y="5"/>
                    <a:pt x="15177" y="1"/>
                    <a:pt x="1502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5"/>
            <p:cNvSpPr/>
            <p:nvPr/>
          </p:nvSpPr>
          <p:spPr>
            <a:xfrm>
              <a:off x="1828875" y="2353550"/>
              <a:ext cx="589400" cy="589400"/>
            </a:xfrm>
            <a:custGeom>
              <a:rect b="b" l="l" r="r" t="t"/>
              <a:pathLst>
                <a:path extrusionOk="0" fill="none" h="23576" w="23576">
                  <a:moveTo>
                    <a:pt x="20123" y="3452"/>
                  </a:moveTo>
                  <a:cubicBezTo>
                    <a:pt x="22333" y="5662"/>
                    <a:pt x="23575" y="8662"/>
                    <a:pt x="23575" y="11788"/>
                  </a:cubicBezTo>
                  <a:cubicBezTo>
                    <a:pt x="23575" y="14914"/>
                    <a:pt x="22333" y="17911"/>
                    <a:pt x="20123" y="20121"/>
                  </a:cubicBezTo>
                  <a:cubicBezTo>
                    <a:pt x="17911" y="22333"/>
                    <a:pt x="14914" y="23575"/>
                    <a:pt x="11788" y="23575"/>
                  </a:cubicBezTo>
                  <a:cubicBezTo>
                    <a:pt x="8661" y="23575"/>
                    <a:pt x="5664" y="22333"/>
                    <a:pt x="3452" y="20121"/>
                  </a:cubicBezTo>
                  <a:cubicBezTo>
                    <a:pt x="1243" y="17911"/>
                    <a:pt x="0" y="14914"/>
                    <a:pt x="0" y="11788"/>
                  </a:cubicBezTo>
                  <a:cubicBezTo>
                    <a:pt x="0" y="8662"/>
                    <a:pt x="1243" y="5662"/>
                    <a:pt x="3452" y="3452"/>
                  </a:cubicBezTo>
                  <a:cubicBezTo>
                    <a:pt x="5664" y="1243"/>
                    <a:pt x="8661" y="1"/>
                    <a:pt x="11788" y="1"/>
                  </a:cubicBezTo>
                  <a:cubicBezTo>
                    <a:pt x="14914" y="1"/>
                    <a:pt x="17911" y="1243"/>
                    <a:pt x="20123" y="3452"/>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5"/>
            <p:cNvSpPr/>
            <p:nvPr/>
          </p:nvSpPr>
          <p:spPr>
            <a:xfrm>
              <a:off x="1854800" y="2392075"/>
              <a:ext cx="553825" cy="513575"/>
            </a:xfrm>
            <a:custGeom>
              <a:rect b="b" l="l" r="r" t="t"/>
              <a:pathLst>
                <a:path extrusionOk="0" h="20543" w="22153">
                  <a:moveTo>
                    <a:pt x="10769" y="1"/>
                  </a:moveTo>
                  <a:cubicBezTo>
                    <a:pt x="10066" y="1"/>
                    <a:pt x="9353" y="73"/>
                    <a:pt x="8640" y="224"/>
                  </a:cubicBezTo>
                  <a:cubicBezTo>
                    <a:pt x="3496" y="1311"/>
                    <a:pt x="0" y="6102"/>
                    <a:pt x="543" y="11330"/>
                  </a:cubicBezTo>
                  <a:cubicBezTo>
                    <a:pt x="1083" y="16560"/>
                    <a:pt x="5489" y="20536"/>
                    <a:pt x="10746" y="20543"/>
                  </a:cubicBezTo>
                  <a:cubicBezTo>
                    <a:pt x="10752" y="20543"/>
                    <a:pt x="10757" y="20543"/>
                    <a:pt x="10763" y="20543"/>
                  </a:cubicBezTo>
                  <a:cubicBezTo>
                    <a:pt x="12195" y="20543"/>
                    <a:pt x="13614" y="20243"/>
                    <a:pt x="14925" y="19661"/>
                  </a:cubicBezTo>
                  <a:cubicBezTo>
                    <a:pt x="19733" y="17529"/>
                    <a:pt x="22152" y="12113"/>
                    <a:pt x="20536" y="7111"/>
                  </a:cubicBezTo>
                  <a:cubicBezTo>
                    <a:pt x="19144" y="2803"/>
                    <a:pt x="15140" y="1"/>
                    <a:pt x="10769"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5"/>
            <p:cNvSpPr/>
            <p:nvPr/>
          </p:nvSpPr>
          <p:spPr>
            <a:xfrm>
              <a:off x="1836200" y="2390675"/>
              <a:ext cx="574725" cy="515125"/>
            </a:xfrm>
            <a:custGeom>
              <a:rect b="b" l="l" r="r" t="t"/>
              <a:pathLst>
                <a:path extrusionOk="0" h="20605" w="22989">
                  <a:moveTo>
                    <a:pt x="9338" y="226"/>
                  </a:moveTo>
                  <a:cubicBezTo>
                    <a:pt x="4666" y="1196"/>
                    <a:pt x="1150" y="5334"/>
                    <a:pt x="1148" y="10298"/>
                  </a:cubicBezTo>
                  <a:cubicBezTo>
                    <a:pt x="1146" y="15415"/>
                    <a:pt x="4876" y="19657"/>
                    <a:pt x="9761" y="20458"/>
                  </a:cubicBezTo>
                  <a:lnTo>
                    <a:pt x="9761" y="20458"/>
                  </a:lnTo>
                  <a:cubicBezTo>
                    <a:pt x="7896" y="20140"/>
                    <a:pt x="6139" y="19311"/>
                    <a:pt x="4695" y="18043"/>
                  </a:cubicBezTo>
                  <a:cubicBezTo>
                    <a:pt x="421" y="14286"/>
                    <a:pt x="1" y="7777"/>
                    <a:pt x="3755" y="3503"/>
                  </a:cubicBezTo>
                  <a:cubicBezTo>
                    <a:pt x="5228" y="1823"/>
                    <a:pt x="7191" y="684"/>
                    <a:pt x="9338" y="226"/>
                  </a:cubicBezTo>
                  <a:close/>
                  <a:moveTo>
                    <a:pt x="11483" y="0"/>
                  </a:moveTo>
                  <a:cubicBezTo>
                    <a:pt x="10756" y="0"/>
                    <a:pt x="10038" y="77"/>
                    <a:pt x="9338" y="226"/>
                  </a:cubicBezTo>
                  <a:lnTo>
                    <a:pt x="9338" y="226"/>
                  </a:lnTo>
                  <a:cubicBezTo>
                    <a:pt x="10017" y="86"/>
                    <a:pt x="10720" y="12"/>
                    <a:pt x="11440" y="12"/>
                  </a:cubicBezTo>
                  <a:cubicBezTo>
                    <a:pt x="11460" y="12"/>
                    <a:pt x="11479" y="12"/>
                    <a:pt x="11499" y="12"/>
                  </a:cubicBezTo>
                  <a:cubicBezTo>
                    <a:pt x="11501" y="12"/>
                    <a:pt x="11502" y="12"/>
                    <a:pt x="11504" y="12"/>
                  </a:cubicBezTo>
                  <a:cubicBezTo>
                    <a:pt x="16773" y="12"/>
                    <a:pt x="21193" y="3994"/>
                    <a:pt x="21740" y="9236"/>
                  </a:cubicBezTo>
                  <a:cubicBezTo>
                    <a:pt x="22285" y="14480"/>
                    <a:pt x="18780" y="19290"/>
                    <a:pt x="13619" y="20372"/>
                  </a:cubicBezTo>
                  <a:cubicBezTo>
                    <a:pt x="12919" y="20520"/>
                    <a:pt x="12206" y="20594"/>
                    <a:pt x="11490" y="20594"/>
                  </a:cubicBezTo>
                  <a:cubicBezTo>
                    <a:pt x="11473" y="20594"/>
                    <a:pt x="11456" y="20594"/>
                    <a:pt x="11439" y="20594"/>
                  </a:cubicBezTo>
                  <a:cubicBezTo>
                    <a:pt x="10868" y="20594"/>
                    <a:pt x="10307" y="20548"/>
                    <a:pt x="9761" y="20458"/>
                  </a:cubicBezTo>
                  <a:lnTo>
                    <a:pt x="9761" y="20458"/>
                  </a:lnTo>
                  <a:cubicBezTo>
                    <a:pt x="10329" y="20555"/>
                    <a:pt x="10907" y="20604"/>
                    <a:pt x="11490" y="20604"/>
                  </a:cubicBezTo>
                  <a:cubicBezTo>
                    <a:pt x="11713" y="20604"/>
                    <a:pt x="11936" y="20597"/>
                    <a:pt x="12160" y="20583"/>
                  </a:cubicBezTo>
                  <a:cubicBezTo>
                    <a:pt x="14887" y="20407"/>
                    <a:pt x="17431" y="19156"/>
                    <a:pt x="19234" y="17103"/>
                  </a:cubicBezTo>
                  <a:cubicBezTo>
                    <a:pt x="22989" y="12829"/>
                    <a:pt x="22569" y="6320"/>
                    <a:pt x="18295" y="2563"/>
                  </a:cubicBezTo>
                  <a:cubicBezTo>
                    <a:pt x="16420" y="912"/>
                    <a:pt x="14006" y="0"/>
                    <a:pt x="11509" y="0"/>
                  </a:cubicBezTo>
                  <a:cubicBezTo>
                    <a:pt x="11506" y="0"/>
                    <a:pt x="11503" y="0"/>
                    <a:pt x="11499" y="0"/>
                  </a:cubicBezTo>
                  <a:cubicBezTo>
                    <a:pt x="11494" y="0"/>
                    <a:pt x="11489" y="0"/>
                    <a:pt x="1148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5"/>
            <p:cNvSpPr/>
            <p:nvPr/>
          </p:nvSpPr>
          <p:spPr>
            <a:xfrm>
              <a:off x="1918750" y="2300450"/>
              <a:ext cx="313075" cy="675175"/>
            </a:xfrm>
            <a:custGeom>
              <a:rect b="b" l="l" r="r" t="t"/>
              <a:pathLst>
                <a:path extrusionOk="0" h="27007" w="12523">
                  <a:moveTo>
                    <a:pt x="8666" y="0"/>
                  </a:moveTo>
                  <a:lnTo>
                    <a:pt x="0" y="25168"/>
                  </a:lnTo>
                  <a:cubicBezTo>
                    <a:pt x="1058" y="25942"/>
                    <a:pt x="2222" y="26561"/>
                    <a:pt x="3455" y="27006"/>
                  </a:cubicBezTo>
                  <a:lnTo>
                    <a:pt x="12522" y="677"/>
                  </a:lnTo>
                  <a:cubicBezTo>
                    <a:pt x="11275" y="270"/>
                    <a:pt x="9978" y="42"/>
                    <a:pt x="8666"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5"/>
            <p:cNvSpPr/>
            <p:nvPr/>
          </p:nvSpPr>
          <p:spPr>
            <a:xfrm>
              <a:off x="2039000" y="2330125"/>
              <a:ext cx="271850" cy="664550"/>
            </a:xfrm>
            <a:custGeom>
              <a:rect b="b" l="l" r="r" t="t"/>
              <a:pathLst>
                <a:path extrusionOk="0" h="26582" w="10874">
                  <a:moveTo>
                    <a:pt x="9033" y="0"/>
                  </a:moveTo>
                  <a:lnTo>
                    <a:pt x="0" y="26233"/>
                  </a:lnTo>
                  <a:cubicBezTo>
                    <a:pt x="677" y="26401"/>
                    <a:pt x="1365" y="26517"/>
                    <a:pt x="2060" y="26581"/>
                  </a:cubicBezTo>
                  <a:lnTo>
                    <a:pt x="10873" y="988"/>
                  </a:lnTo>
                  <a:cubicBezTo>
                    <a:pt x="10287" y="612"/>
                    <a:pt x="9670" y="282"/>
                    <a:pt x="9033"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5"/>
            <p:cNvSpPr/>
            <p:nvPr/>
          </p:nvSpPr>
          <p:spPr>
            <a:xfrm>
              <a:off x="1717700" y="2254700"/>
              <a:ext cx="674075" cy="599875"/>
            </a:xfrm>
            <a:custGeom>
              <a:rect b="b" l="l" r="r" t="t"/>
              <a:pathLst>
                <a:path extrusionOk="0" h="23995" w="26963">
                  <a:moveTo>
                    <a:pt x="14948" y="0"/>
                  </a:moveTo>
                  <a:cubicBezTo>
                    <a:pt x="11086" y="0"/>
                    <a:pt x="7245" y="1602"/>
                    <a:pt x="4498" y="4730"/>
                  </a:cubicBezTo>
                  <a:cubicBezTo>
                    <a:pt x="0" y="9849"/>
                    <a:pt x="767" y="18552"/>
                    <a:pt x="5018" y="23994"/>
                  </a:cubicBezTo>
                  <a:cubicBezTo>
                    <a:pt x="1219" y="18841"/>
                    <a:pt x="1379" y="11563"/>
                    <a:pt x="5777" y="6554"/>
                  </a:cubicBezTo>
                  <a:cubicBezTo>
                    <a:pt x="8530" y="3420"/>
                    <a:pt x="12377" y="1820"/>
                    <a:pt x="16242" y="1820"/>
                  </a:cubicBezTo>
                  <a:cubicBezTo>
                    <a:pt x="16397" y="1820"/>
                    <a:pt x="16553" y="1823"/>
                    <a:pt x="16708" y="1828"/>
                  </a:cubicBezTo>
                  <a:cubicBezTo>
                    <a:pt x="18020" y="1872"/>
                    <a:pt x="19317" y="2100"/>
                    <a:pt x="20564" y="2507"/>
                  </a:cubicBezTo>
                  <a:cubicBezTo>
                    <a:pt x="21012" y="2655"/>
                    <a:pt x="21453" y="2823"/>
                    <a:pt x="21885" y="3015"/>
                  </a:cubicBezTo>
                  <a:cubicBezTo>
                    <a:pt x="22522" y="3299"/>
                    <a:pt x="23139" y="3629"/>
                    <a:pt x="23725" y="4005"/>
                  </a:cubicBezTo>
                  <a:cubicBezTo>
                    <a:pt x="24323" y="4389"/>
                    <a:pt x="24891" y="4816"/>
                    <a:pt x="25422" y="5285"/>
                  </a:cubicBezTo>
                  <a:cubicBezTo>
                    <a:pt x="25979" y="5769"/>
                    <a:pt x="26494" y="6300"/>
                    <a:pt x="26962" y="6871"/>
                  </a:cubicBezTo>
                  <a:cubicBezTo>
                    <a:pt x="26210" y="5592"/>
                    <a:pt x="25258" y="4439"/>
                    <a:pt x="24143" y="3463"/>
                  </a:cubicBezTo>
                  <a:cubicBezTo>
                    <a:pt x="23610" y="2994"/>
                    <a:pt x="23042" y="2567"/>
                    <a:pt x="22446" y="2184"/>
                  </a:cubicBezTo>
                  <a:cubicBezTo>
                    <a:pt x="21857" y="1807"/>
                    <a:pt x="21243" y="1477"/>
                    <a:pt x="20603" y="1193"/>
                  </a:cubicBezTo>
                  <a:cubicBezTo>
                    <a:pt x="20172" y="1001"/>
                    <a:pt x="19731" y="830"/>
                    <a:pt x="19283" y="685"/>
                  </a:cubicBezTo>
                  <a:cubicBezTo>
                    <a:pt x="18038" y="279"/>
                    <a:pt x="16740" y="50"/>
                    <a:pt x="15429" y="8"/>
                  </a:cubicBezTo>
                  <a:cubicBezTo>
                    <a:pt x="15269" y="3"/>
                    <a:pt x="15108" y="0"/>
                    <a:pt x="14948"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 name="Google Shape;939;p35"/>
          <p:cNvGrpSpPr/>
          <p:nvPr/>
        </p:nvGrpSpPr>
        <p:grpSpPr>
          <a:xfrm rot="-1142849">
            <a:off x="7971655" y="2784791"/>
            <a:ext cx="676095" cy="397557"/>
            <a:chOff x="3588600" y="2424575"/>
            <a:chExt cx="1002475" cy="589475"/>
          </a:xfrm>
        </p:grpSpPr>
        <p:sp>
          <p:nvSpPr>
            <p:cNvPr id="940" name="Google Shape;940;p35"/>
            <p:cNvSpPr/>
            <p:nvPr/>
          </p:nvSpPr>
          <p:spPr>
            <a:xfrm>
              <a:off x="3588600" y="2424575"/>
              <a:ext cx="1002475" cy="560325"/>
            </a:xfrm>
            <a:custGeom>
              <a:rect b="b" l="l" r="r" t="t"/>
              <a:pathLst>
                <a:path extrusionOk="0" h="22413" w="40099">
                  <a:moveTo>
                    <a:pt x="27641" y="1"/>
                  </a:moveTo>
                  <a:cubicBezTo>
                    <a:pt x="27012" y="1"/>
                    <a:pt x="26337" y="29"/>
                    <a:pt x="25612" y="87"/>
                  </a:cubicBezTo>
                  <a:cubicBezTo>
                    <a:pt x="20336" y="514"/>
                    <a:pt x="3522" y="5460"/>
                    <a:pt x="3792" y="14946"/>
                  </a:cubicBezTo>
                  <a:cubicBezTo>
                    <a:pt x="3942" y="20169"/>
                    <a:pt x="8167" y="22413"/>
                    <a:pt x="8167" y="22413"/>
                  </a:cubicBezTo>
                  <a:cubicBezTo>
                    <a:pt x="8167" y="22413"/>
                    <a:pt x="1" y="9286"/>
                    <a:pt x="29867" y="5871"/>
                  </a:cubicBezTo>
                  <a:cubicBezTo>
                    <a:pt x="30556" y="5793"/>
                    <a:pt x="31186" y="5756"/>
                    <a:pt x="31760" y="5756"/>
                  </a:cubicBezTo>
                  <a:cubicBezTo>
                    <a:pt x="39561" y="5756"/>
                    <a:pt x="37224" y="12517"/>
                    <a:pt x="37224" y="12517"/>
                  </a:cubicBezTo>
                  <a:cubicBezTo>
                    <a:pt x="37224" y="12517"/>
                    <a:pt x="40098" y="9727"/>
                    <a:pt x="37048" y="4948"/>
                  </a:cubicBezTo>
                  <a:cubicBezTo>
                    <a:pt x="35725" y="2876"/>
                    <a:pt x="34060" y="1"/>
                    <a:pt x="27641"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5"/>
            <p:cNvSpPr/>
            <p:nvPr/>
          </p:nvSpPr>
          <p:spPr>
            <a:xfrm>
              <a:off x="3728825" y="2541225"/>
              <a:ext cx="821900" cy="472725"/>
            </a:xfrm>
            <a:custGeom>
              <a:rect b="b" l="l" r="r" t="t"/>
              <a:pathLst>
                <a:path extrusionOk="0" h="18909" w="32876">
                  <a:moveTo>
                    <a:pt x="24519" y="0"/>
                  </a:moveTo>
                  <a:cubicBezTo>
                    <a:pt x="22919" y="0"/>
                    <a:pt x="21194" y="178"/>
                    <a:pt x="19393" y="527"/>
                  </a:cubicBezTo>
                  <a:cubicBezTo>
                    <a:pt x="17470" y="903"/>
                    <a:pt x="15581" y="1434"/>
                    <a:pt x="13743" y="2117"/>
                  </a:cubicBezTo>
                  <a:cubicBezTo>
                    <a:pt x="12517" y="2568"/>
                    <a:pt x="11316" y="3085"/>
                    <a:pt x="10146" y="3664"/>
                  </a:cubicBezTo>
                  <a:cubicBezTo>
                    <a:pt x="8673" y="4389"/>
                    <a:pt x="7303" y="5193"/>
                    <a:pt x="6080" y="6052"/>
                  </a:cubicBezTo>
                  <a:cubicBezTo>
                    <a:pt x="5422" y="6507"/>
                    <a:pt x="4803" y="6980"/>
                    <a:pt x="4242" y="7458"/>
                  </a:cubicBezTo>
                  <a:cubicBezTo>
                    <a:pt x="2210" y="9183"/>
                    <a:pt x="857" y="10968"/>
                    <a:pt x="330" y="12621"/>
                  </a:cubicBezTo>
                  <a:cubicBezTo>
                    <a:pt x="5" y="13632"/>
                    <a:pt x="0" y="14574"/>
                    <a:pt x="309" y="15415"/>
                  </a:cubicBezTo>
                  <a:cubicBezTo>
                    <a:pt x="1129" y="17636"/>
                    <a:pt x="4073" y="18908"/>
                    <a:pt x="8384" y="18908"/>
                  </a:cubicBezTo>
                  <a:cubicBezTo>
                    <a:pt x="9984" y="18908"/>
                    <a:pt x="11709" y="18731"/>
                    <a:pt x="13508" y="18382"/>
                  </a:cubicBezTo>
                  <a:cubicBezTo>
                    <a:pt x="15433" y="18006"/>
                    <a:pt x="17322" y="17472"/>
                    <a:pt x="19160" y="16789"/>
                  </a:cubicBezTo>
                  <a:cubicBezTo>
                    <a:pt x="19668" y="16602"/>
                    <a:pt x="20132" y="16419"/>
                    <a:pt x="20578" y="16232"/>
                  </a:cubicBezTo>
                  <a:lnTo>
                    <a:pt x="20580" y="16232"/>
                  </a:lnTo>
                  <a:cubicBezTo>
                    <a:pt x="23519" y="15015"/>
                    <a:pt x="26186" y="13466"/>
                    <a:pt x="28297" y="11753"/>
                  </a:cubicBezTo>
                  <a:cubicBezTo>
                    <a:pt x="28858" y="11298"/>
                    <a:pt x="29393" y="10813"/>
                    <a:pt x="29904" y="10303"/>
                  </a:cubicBezTo>
                  <a:cubicBezTo>
                    <a:pt x="30813" y="9384"/>
                    <a:pt x="31522" y="8462"/>
                    <a:pt x="32016" y="7567"/>
                  </a:cubicBezTo>
                  <a:cubicBezTo>
                    <a:pt x="32418" y="6835"/>
                    <a:pt x="32672" y="6121"/>
                    <a:pt x="32771" y="5447"/>
                  </a:cubicBezTo>
                  <a:cubicBezTo>
                    <a:pt x="32875" y="4752"/>
                    <a:pt x="32813" y="4094"/>
                    <a:pt x="32591" y="3494"/>
                  </a:cubicBezTo>
                  <a:cubicBezTo>
                    <a:pt x="31772" y="1275"/>
                    <a:pt x="28830" y="0"/>
                    <a:pt x="24519"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5"/>
            <p:cNvSpPr/>
            <p:nvPr/>
          </p:nvSpPr>
          <p:spPr>
            <a:xfrm>
              <a:off x="3728475" y="2541100"/>
              <a:ext cx="826625" cy="472950"/>
            </a:xfrm>
            <a:custGeom>
              <a:rect b="b" l="l" r="r" t="t"/>
              <a:pathLst>
                <a:path extrusionOk="0" h="18918" w="33065">
                  <a:moveTo>
                    <a:pt x="24533" y="12"/>
                  </a:moveTo>
                  <a:cubicBezTo>
                    <a:pt x="25568" y="12"/>
                    <a:pt x="26537" y="88"/>
                    <a:pt x="27422" y="236"/>
                  </a:cubicBezTo>
                  <a:cubicBezTo>
                    <a:pt x="28311" y="384"/>
                    <a:pt x="29112" y="605"/>
                    <a:pt x="29802" y="896"/>
                  </a:cubicBezTo>
                  <a:cubicBezTo>
                    <a:pt x="30506" y="1192"/>
                    <a:pt x="31100" y="1559"/>
                    <a:pt x="31566" y="1988"/>
                  </a:cubicBezTo>
                  <a:cubicBezTo>
                    <a:pt x="32044" y="2429"/>
                    <a:pt x="32393" y="2937"/>
                    <a:pt x="32601" y="3501"/>
                  </a:cubicBezTo>
                  <a:cubicBezTo>
                    <a:pt x="32822" y="4101"/>
                    <a:pt x="32882" y="4757"/>
                    <a:pt x="32781" y="5450"/>
                  </a:cubicBezTo>
                  <a:cubicBezTo>
                    <a:pt x="32679" y="6124"/>
                    <a:pt x="32425" y="6837"/>
                    <a:pt x="32026" y="7569"/>
                  </a:cubicBezTo>
                  <a:cubicBezTo>
                    <a:pt x="31532" y="8465"/>
                    <a:pt x="30823" y="9384"/>
                    <a:pt x="29915" y="10303"/>
                  </a:cubicBezTo>
                  <a:cubicBezTo>
                    <a:pt x="29405" y="10816"/>
                    <a:pt x="28869" y="11298"/>
                    <a:pt x="28308" y="11753"/>
                  </a:cubicBezTo>
                  <a:cubicBezTo>
                    <a:pt x="26200" y="13464"/>
                    <a:pt x="23531" y="15013"/>
                    <a:pt x="20594" y="16233"/>
                  </a:cubicBezTo>
                  <a:lnTo>
                    <a:pt x="20589" y="16235"/>
                  </a:lnTo>
                  <a:cubicBezTo>
                    <a:pt x="20144" y="16420"/>
                    <a:pt x="19682" y="16602"/>
                    <a:pt x="19174" y="16789"/>
                  </a:cubicBezTo>
                  <a:cubicBezTo>
                    <a:pt x="17336" y="17473"/>
                    <a:pt x="15447" y="18006"/>
                    <a:pt x="13522" y="18382"/>
                  </a:cubicBezTo>
                  <a:cubicBezTo>
                    <a:pt x="11721" y="18731"/>
                    <a:pt x="9998" y="18906"/>
                    <a:pt x="8398" y="18906"/>
                  </a:cubicBezTo>
                  <a:cubicBezTo>
                    <a:pt x="7364" y="18906"/>
                    <a:pt x="6391" y="18833"/>
                    <a:pt x="5509" y="18685"/>
                  </a:cubicBezTo>
                  <a:cubicBezTo>
                    <a:pt x="4620" y="18537"/>
                    <a:pt x="3819" y="18313"/>
                    <a:pt x="3129" y="18024"/>
                  </a:cubicBezTo>
                  <a:cubicBezTo>
                    <a:pt x="2425" y="17729"/>
                    <a:pt x="1831" y="17359"/>
                    <a:pt x="1365" y="16932"/>
                  </a:cubicBezTo>
                  <a:cubicBezTo>
                    <a:pt x="885" y="16491"/>
                    <a:pt x="538" y="15983"/>
                    <a:pt x="328" y="15420"/>
                  </a:cubicBezTo>
                  <a:cubicBezTo>
                    <a:pt x="19" y="14579"/>
                    <a:pt x="26" y="13640"/>
                    <a:pt x="349" y="12628"/>
                  </a:cubicBezTo>
                  <a:cubicBezTo>
                    <a:pt x="875" y="10977"/>
                    <a:pt x="2228" y="9193"/>
                    <a:pt x="4260" y="7468"/>
                  </a:cubicBezTo>
                  <a:cubicBezTo>
                    <a:pt x="4821" y="6992"/>
                    <a:pt x="5438" y="6519"/>
                    <a:pt x="6096" y="6062"/>
                  </a:cubicBezTo>
                  <a:cubicBezTo>
                    <a:pt x="7322" y="5203"/>
                    <a:pt x="8689" y="4401"/>
                    <a:pt x="10162" y="3674"/>
                  </a:cubicBezTo>
                  <a:cubicBezTo>
                    <a:pt x="11333" y="3094"/>
                    <a:pt x="12533" y="2580"/>
                    <a:pt x="13759" y="2129"/>
                  </a:cubicBezTo>
                  <a:cubicBezTo>
                    <a:pt x="15595" y="1446"/>
                    <a:pt x="17486" y="912"/>
                    <a:pt x="19407" y="536"/>
                  </a:cubicBezTo>
                  <a:cubicBezTo>
                    <a:pt x="21208" y="190"/>
                    <a:pt x="22933" y="12"/>
                    <a:pt x="24533" y="12"/>
                  </a:cubicBezTo>
                  <a:close/>
                  <a:moveTo>
                    <a:pt x="24533" y="0"/>
                  </a:moveTo>
                  <a:cubicBezTo>
                    <a:pt x="21377" y="0"/>
                    <a:pt x="17611" y="693"/>
                    <a:pt x="13755" y="2118"/>
                  </a:cubicBezTo>
                  <a:cubicBezTo>
                    <a:pt x="12529" y="2570"/>
                    <a:pt x="11328" y="3085"/>
                    <a:pt x="10157" y="3665"/>
                  </a:cubicBezTo>
                  <a:cubicBezTo>
                    <a:pt x="8668" y="4399"/>
                    <a:pt x="7301" y="5205"/>
                    <a:pt x="6091" y="6052"/>
                  </a:cubicBezTo>
                  <a:cubicBezTo>
                    <a:pt x="5431" y="6509"/>
                    <a:pt x="4814" y="6983"/>
                    <a:pt x="4253" y="7461"/>
                  </a:cubicBezTo>
                  <a:cubicBezTo>
                    <a:pt x="2249" y="9160"/>
                    <a:pt x="871" y="10952"/>
                    <a:pt x="340" y="12624"/>
                  </a:cubicBezTo>
                  <a:cubicBezTo>
                    <a:pt x="21" y="13614"/>
                    <a:pt x="0" y="14561"/>
                    <a:pt x="319" y="15424"/>
                  </a:cubicBezTo>
                  <a:cubicBezTo>
                    <a:pt x="1169" y="17724"/>
                    <a:pt x="4256" y="18918"/>
                    <a:pt x="8398" y="18918"/>
                  </a:cubicBezTo>
                  <a:cubicBezTo>
                    <a:pt x="11554" y="18918"/>
                    <a:pt x="15323" y="18225"/>
                    <a:pt x="19179" y="16801"/>
                  </a:cubicBezTo>
                  <a:cubicBezTo>
                    <a:pt x="19661" y="16623"/>
                    <a:pt x="20130" y="16438"/>
                    <a:pt x="20594" y="16244"/>
                  </a:cubicBezTo>
                  <a:lnTo>
                    <a:pt x="20596" y="16244"/>
                  </a:lnTo>
                  <a:cubicBezTo>
                    <a:pt x="23630" y="14986"/>
                    <a:pt x="26269" y="13425"/>
                    <a:pt x="28315" y="11762"/>
                  </a:cubicBezTo>
                  <a:cubicBezTo>
                    <a:pt x="28876" y="11308"/>
                    <a:pt x="29412" y="10825"/>
                    <a:pt x="29922" y="10312"/>
                  </a:cubicBezTo>
                  <a:cubicBezTo>
                    <a:pt x="30823" y="9400"/>
                    <a:pt x="31539" y="8479"/>
                    <a:pt x="32035" y="7576"/>
                  </a:cubicBezTo>
                  <a:cubicBezTo>
                    <a:pt x="32829" y="6126"/>
                    <a:pt x="33065" y="4725"/>
                    <a:pt x="32612" y="3499"/>
                  </a:cubicBezTo>
                  <a:cubicBezTo>
                    <a:pt x="31763" y="1196"/>
                    <a:pt x="28675" y="3"/>
                    <a:pt x="24533" y="3"/>
                  </a:cubicBezTo>
                  <a:lnTo>
                    <a:pt x="24533" y="0"/>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5"/>
            <p:cNvSpPr/>
            <p:nvPr/>
          </p:nvSpPr>
          <p:spPr>
            <a:xfrm>
              <a:off x="3839525" y="2619200"/>
              <a:ext cx="606025" cy="324450"/>
            </a:xfrm>
            <a:custGeom>
              <a:rect b="b" l="l" r="r" t="t"/>
              <a:pathLst>
                <a:path extrusionOk="0" h="12978" w="24241">
                  <a:moveTo>
                    <a:pt x="18484" y="0"/>
                  </a:moveTo>
                  <a:cubicBezTo>
                    <a:pt x="16067" y="0"/>
                    <a:pt x="13169" y="578"/>
                    <a:pt x="10324" y="1628"/>
                  </a:cubicBezTo>
                  <a:cubicBezTo>
                    <a:pt x="7216" y="2778"/>
                    <a:pt x="4478" y="4364"/>
                    <a:pt x="2619" y="6094"/>
                  </a:cubicBezTo>
                  <a:cubicBezTo>
                    <a:pt x="760" y="7823"/>
                    <a:pt x="1" y="9490"/>
                    <a:pt x="481" y="10788"/>
                  </a:cubicBezTo>
                  <a:cubicBezTo>
                    <a:pt x="742" y="11497"/>
                    <a:pt x="1351" y="12049"/>
                    <a:pt x="2291" y="12425"/>
                  </a:cubicBezTo>
                  <a:cubicBezTo>
                    <a:pt x="3199" y="12792"/>
                    <a:pt x="4367" y="12977"/>
                    <a:pt x="5757" y="12977"/>
                  </a:cubicBezTo>
                  <a:cubicBezTo>
                    <a:pt x="8177" y="12977"/>
                    <a:pt x="11072" y="12400"/>
                    <a:pt x="13917" y="11349"/>
                  </a:cubicBezTo>
                  <a:cubicBezTo>
                    <a:pt x="17025" y="10202"/>
                    <a:pt x="19763" y="8613"/>
                    <a:pt x="21622" y="6884"/>
                  </a:cubicBezTo>
                  <a:cubicBezTo>
                    <a:pt x="23481" y="5154"/>
                    <a:pt x="24240" y="3487"/>
                    <a:pt x="23762" y="2189"/>
                  </a:cubicBezTo>
                  <a:cubicBezTo>
                    <a:pt x="23499" y="1481"/>
                    <a:pt x="22892" y="931"/>
                    <a:pt x="21952" y="552"/>
                  </a:cubicBezTo>
                  <a:cubicBezTo>
                    <a:pt x="21042" y="185"/>
                    <a:pt x="19876" y="0"/>
                    <a:pt x="1848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5"/>
            <p:cNvSpPr/>
            <p:nvPr/>
          </p:nvSpPr>
          <p:spPr>
            <a:xfrm>
              <a:off x="3826550" y="2619025"/>
              <a:ext cx="632050" cy="324775"/>
            </a:xfrm>
            <a:custGeom>
              <a:rect b="b" l="l" r="r" t="t"/>
              <a:pathLst>
                <a:path extrusionOk="0" h="12991" w="25282">
                  <a:moveTo>
                    <a:pt x="19005" y="12"/>
                  </a:moveTo>
                  <a:cubicBezTo>
                    <a:pt x="20395" y="12"/>
                    <a:pt x="21561" y="199"/>
                    <a:pt x="22469" y="564"/>
                  </a:cubicBezTo>
                  <a:cubicBezTo>
                    <a:pt x="23406" y="943"/>
                    <a:pt x="24014" y="1492"/>
                    <a:pt x="24274" y="2199"/>
                  </a:cubicBezTo>
                  <a:cubicBezTo>
                    <a:pt x="24517" y="2852"/>
                    <a:pt x="24445" y="3600"/>
                    <a:pt x="24060" y="4420"/>
                  </a:cubicBezTo>
                  <a:cubicBezTo>
                    <a:pt x="23688" y="5214"/>
                    <a:pt x="23041" y="6046"/>
                    <a:pt x="22139" y="6886"/>
                  </a:cubicBezTo>
                  <a:cubicBezTo>
                    <a:pt x="21234" y="7726"/>
                    <a:pt x="20118" y="8537"/>
                    <a:pt x="18823" y="9294"/>
                  </a:cubicBezTo>
                  <a:cubicBezTo>
                    <a:pt x="17481" y="10077"/>
                    <a:pt x="16004" y="10770"/>
                    <a:pt x="14434" y="11349"/>
                  </a:cubicBezTo>
                  <a:cubicBezTo>
                    <a:pt x="11589" y="12400"/>
                    <a:pt x="8693" y="12977"/>
                    <a:pt x="6276" y="12977"/>
                  </a:cubicBezTo>
                  <a:cubicBezTo>
                    <a:pt x="4886" y="12977"/>
                    <a:pt x="3720" y="12792"/>
                    <a:pt x="2810" y="12428"/>
                  </a:cubicBezTo>
                  <a:cubicBezTo>
                    <a:pt x="1873" y="12049"/>
                    <a:pt x="1266" y="11499"/>
                    <a:pt x="1005" y="10793"/>
                  </a:cubicBezTo>
                  <a:cubicBezTo>
                    <a:pt x="762" y="10139"/>
                    <a:pt x="834" y="9391"/>
                    <a:pt x="1219" y="8569"/>
                  </a:cubicBezTo>
                  <a:cubicBezTo>
                    <a:pt x="1591" y="7775"/>
                    <a:pt x="2238" y="6946"/>
                    <a:pt x="3140" y="6106"/>
                  </a:cubicBezTo>
                  <a:cubicBezTo>
                    <a:pt x="4046" y="5265"/>
                    <a:pt x="5161" y="4452"/>
                    <a:pt x="6456" y="3697"/>
                  </a:cubicBezTo>
                  <a:cubicBezTo>
                    <a:pt x="7798" y="2912"/>
                    <a:pt x="9275" y="2222"/>
                    <a:pt x="10845" y="1640"/>
                  </a:cubicBezTo>
                  <a:cubicBezTo>
                    <a:pt x="13688" y="592"/>
                    <a:pt x="16586" y="12"/>
                    <a:pt x="19003" y="12"/>
                  </a:cubicBezTo>
                  <a:close/>
                  <a:moveTo>
                    <a:pt x="19003" y="1"/>
                  </a:moveTo>
                  <a:cubicBezTo>
                    <a:pt x="16669" y="1"/>
                    <a:pt x="13799" y="539"/>
                    <a:pt x="10843" y="1631"/>
                  </a:cubicBezTo>
                  <a:cubicBezTo>
                    <a:pt x="4410" y="4007"/>
                    <a:pt x="0" y="8110"/>
                    <a:pt x="993" y="10797"/>
                  </a:cubicBezTo>
                  <a:cubicBezTo>
                    <a:pt x="1529" y="12250"/>
                    <a:pt x="3533" y="12991"/>
                    <a:pt x="6276" y="12991"/>
                  </a:cubicBezTo>
                  <a:cubicBezTo>
                    <a:pt x="8610" y="12991"/>
                    <a:pt x="11480" y="12455"/>
                    <a:pt x="14438" y="11363"/>
                  </a:cubicBezTo>
                  <a:cubicBezTo>
                    <a:pt x="20871" y="8987"/>
                    <a:pt x="25281" y="4882"/>
                    <a:pt x="24288" y="2194"/>
                  </a:cubicBezTo>
                  <a:cubicBezTo>
                    <a:pt x="23750" y="742"/>
                    <a:pt x="21748" y="1"/>
                    <a:pt x="19003"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5"/>
            <p:cNvSpPr/>
            <p:nvPr/>
          </p:nvSpPr>
          <p:spPr>
            <a:xfrm>
              <a:off x="3793350" y="2581275"/>
              <a:ext cx="694500" cy="395675"/>
            </a:xfrm>
            <a:custGeom>
              <a:rect b="b" l="l" r="r" t="t"/>
              <a:pathLst>
                <a:path extrusionOk="0" fill="none" h="15827" w="27780">
                  <a:moveTo>
                    <a:pt x="27193" y="3000"/>
                  </a:moveTo>
                  <a:cubicBezTo>
                    <a:pt x="27780" y="4588"/>
                    <a:pt x="26942" y="6630"/>
                    <a:pt x="24861" y="8675"/>
                  </a:cubicBezTo>
                  <a:cubicBezTo>
                    <a:pt x="22783" y="10721"/>
                    <a:pt x="19631" y="12601"/>
                    <a:pt x="16103" y="13905"/>
                  </a:cubicBezTo>
                  <a:cubicBezTo>
                    <a:pt x="12575" y="15207"/>
                    <a:pt x="8957" y="15826"/>
                    <a:pt x="6048" y="15623"/>
                  </a:cubicBezTo>
                  <a:cubicBezTo>
                    <a:pt x="3138" y="15422"/>
                    <a:pt x="1173" y="14416"/>
                    <a:pt x="587" y="12827"/>
                  </a:cubicBezTo>
                  <a:cubicBezTo>
                    <a:pt x="1" y="11236"/>
                    <a:pt x="839" y="9195"/>
                    <a:pt x="2919" y="7149"/>
                  </a:cubicBezTo>
                  <a:cubicBezTo>
                    <a:pt x="4999" y="5106"/>
                    <a:pt x="8149" y="3224"/>
                    <a:pt x="11677" y="1922"/>
                  </a:cubicBezTo>
                  <a:cubicBezTo>
                    <a:pt x="15205" y="617"/>
                    <a:pt x="18823" y="0"/>
                    <a:pt x="21733" y="201"/>
                  </a:cubicBezTo>
                  <a:cubicBezTo>
                    <a:pt x="24642" y="405"/>
                    <a:pt x="26607" y="1411"/>
                    <a:pt x="27193" y="300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5"/>
            <p:cNvSpPr/>
            <p:nvPr/>
          </p:nvSpPr>
          <p:spPr>
            <a:xfrm>
              <a:off x="3681200" y="2703950"/>
              <a:ext cx="755175" cy="243275"/>
            </a:xfrm>
            <a:custGeom>
              <a:rect b="b" l="l" r="r" t="t"/>
              <a:pathLst>
                <a:path extrusionOk="0" h="9731" w="30207">
                  <a:moveTo>
                    <a:pt x="926" y="0"/>
                  </a:moveTo>
                  <a:cubicBezTo>
                    <a:pt x="129" y="1312"/>
                    <a:pt x="0" y="3260"/>
                    <a:pt x="259" y="5583"/>
                  </a:cubicBezTo>
                  <a:lnTo>
                    <a:pt x="2378" y="5980"/>
                  </a:lnTo>
                  <a:lnTo>
                    <a:pt x="4900" y="6585"/>
                  </a:lnTo>
                  <a:lnTo>
                    <a:pt x="6687" y="6906"/>
                  </a:lnTo>
                  <a:lnTo>
                    <a:pt x="17477" y="8832"/>
                  </a:lnTo>
                  <a:lnTo>
                    <a:pt x="19846" y="9255"/>
                  </a:lnTo>
                  <a:lnTo>
                    <a:pt x="19848" y="9255"/>
                  </a:lnTo>
                  <a:lnTo>
                    <a:pt x="22485" y="9730"/>
                  </a:lnTo>
                  <a:lnTo>
                    <a:pt x="22487" y="9730"/>
                  </a:lnTo>
                  <a:cubicBezTo>
                    <a:pt x="25521" y="8472"/>
                    <a:pt x="28160" y="6909"/>
                    <a:pt x="30206" y="5246"/>
                  </a:cubicBezTo>
                  <a:lnTo>
                    <a:pt x="28107" y="4872"/>
                  </a:lnTo>
                  <a:lnTo>
                    <a:pt x="26623" y="4604"/>
                  </a:lnTo>
                  <a:lnTo>
                    <a:pt x="20065" y="3434"/>
                  </a:lnTo>
                  <a:lnTo>
                    <a:pt x="19941" y="3413"/>
                  </a:lnTo>
                  <a:lnTo>
                    <a:pt x="18770" y="3200"/>
                  </a:lnTo>
                  <a:lnTo>
                    <a:pt x="18765" y="3200"/>
                  </a:lnTo>
                  <a:lnTo>
                    <a:pt x="15867" y="2683"/>
                  </a:lnTo>
                  <a:lnTo>
                    <a:pt x="10185" y="1665"/>
                  </a:lnTo>
                  <a:lnTo>
                    <a:pt x="8396" y="1349"/>
                  </a:lnTo>
                  <a:lnTo>
                    <a:pt x="6144" y="947"/>
                  </a:lnTo>
                  <a:lnTo>
                    <a:pt x="926"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5"/>
            <p:cNvSpPr/>
            <p:nvPr/>
          </p:nvSpPr>
          <p:spPr>
            <a:xfrm>
              <a:off x="3728300" y="2598600"/>
              <a:ext cx="801050" cy="200325"/>
            </a:xfrm>
            <a:custGeom>
              <a:rect b="b" l="l" r="r" t="t"/>
              <a:pathLst>
                <a:path extrusionOk="0" h="8013" w="32042">
                  <a:moveTo>
                    <a:pt x="2584" y="0"/>
                  </a:moveTo>
                  <a:lnTo>
                    <a:pt x="0" y="2649"/>
                  </a:lnTo>
                  <a:lnTo>
                    <a:pt x="6096" y="3752"/>
                  </a:lnTo>
                  <a:lnTo>
                    <a:pt x="8403" y="4163"/>
                  </a:lnTo>
                  <a:lnTo>
                    <a:pt x="10368" y="4512"/>
                  </a:lnTo>
                  <a:lnTo>
                    <a:pt x="17371" y="5763"/>
                  </a:lnTo>
                  <a:lnTo>
                    <a:pt x="18858" y="6031"/>
                  </a:lnTo>
                  <a:lnTo>
                    <a:pt x="19421" y="6131"/>
                  </a:lnTo>
                  <a:lnTo>
                    <a:pt x="19426" y="6131"/>
                  </a:lnTo>
                  <a:lnTo>
                    <a:pt x="20178" y="6267"/>
                  </a:lnTo>
                  <a:lnTo>
                    <a:pt x="26420" y="7382"/>
                  </a:lnTo>
                  <a:lnTo>
                    <a:pt x="27810" y="7631"/>
                  </a:lnTo>
                  <a:lnTo>
                    <a:pt x="29929" y="8012"/>
                  </a:lnTo>
                  <a:cubicBezTo>
                    <a:pt x="30830" y="7100"/>
                    <a:pt x="31546" y="6177"/>
                    <a:pt x="32042" y="5276"/>
                  </a:cubicBezTo>
                  <a:lnTo>
                    <a:pt x="29682" y="4854"/>
                  </a:lnTo>
                  <a:lnTo>
                    <a:pt x="28241" y="4595"/>
                  </a:lnTo>
                  <a:lnTo>
                    <a:pt x="15258" y="2277"/>
                  </a:lnTo>
                  <a:lnTo>
                    <a:pt x="15256" y="2277"/>
                  </a:lnTo>
                  <a:lnTo>
                    <a:pt x="12769" y="1829"/>
                  </a:lnTo>
                  <a:lnTo>
                    <a:pt x="10164" y="1365"/>
                  </a:lnTo>
                  <a:lnTo>
                    <a:pt x="2584"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35"/>
          <p:cNvGrpSpPr/>
          <p:nvPr/>
        </p:nvGrpSpPr>
        <p:grpSpPr>
          <a:xfrm rot="995846">
            <a:off x="7713407" y="3700637"/>
            <a:ext cx="701773" cy="1011809"/>
            <a:chOff x="1705850" y="434250"/>
            <a:chExt cx="978800" cy="1411225"/>
          </a:xfrm>
        </p:grpSpPr>
        <p:sp>
          <p:nvSpPr>
            <p:cNvPr id="949" name="Google Shape;949;p35"/>
            <p:cNvSpPr/>
            <p:nvPr/>
          </p:nvSpPr>
          <p:spPr>
            <a:xfrm>
              <a:off x="2039325" y="1468300"/>
              <a:ext cx="114225" cy="100025"/>
            </a:xfrm>
            <a:custGeom>
              <a:rect b="b" l="l" r="r" t="t"/>
              <a:pathLst>
                <a:path extrusionOk="0" h="4001" w="4569">
                  <a:moveTo>
                    <a:pt x="2278" y="0"/>
                  </a:moveTo>
                  <a:cubicBezTo>
                    <a:pt x="1467" y="0"/>
                    <a:pt x="714" y="508"/>
                    <a:pt x="400" y="1316"/>
                  </a:cubicBezTo>
                  <a:cubicBezTo>
                    <a:pt x="1" y="2353"/>
                    <a:pt x="474" y="3486"/>
                    <a:pt x="1516" y="3872"/>
                  </a:cubicBezTo>
                  <a:cubicBezTo>
                    <a:pt x="1751" y="3959"/>
                    <a:pt x="1995" y="4000"/>
                    <a:pt x="2236" y="4000"/>
                  </a:cubicBezTo>
                  <a:cubicBezTo>
                    <a:pt x="3064" y="4000"/>
                    <a:pt x="3861" y="3514"/>
                    <a:pt x="4169" y="2713"/>
                  </a:cubicBezTo>
                  <a:cubicBezTo>
                    <a:pt x="4568" y="1679"/>
                    <a:pt x="4005" y="510"/>
                    <a:pt x="2966" y="125"/>
                  </a:cubicBezTo>
                  <a:cubicBezTo>
                    <a:pt x="2738" y="40"/>
                    <a:pt x="2506" y="0"/>
                    <a:pt x="2278"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5"/>
            <p:cNvSpPr/>
            <p:nvPr/>
          </p:nvSpPr>
          <p:spPr>
            <a:xfrm>
              <a:off x="1705850" y="434250"/>
              <a:ext cx="978800" cy="1411225"/>
            </a:xfrm>
            <a:custGeom>
              <a:rect b="b" l="l" r="r" t="t"/>
              <a:pathLst>
                <a:path extrusionOk="0" h="56449" w="39152">
                  <a:moveTo>
                    <a:pt x="21401" y="3462"/>
                  </a:moveTo>
                  <a:lnTo>
                    <a:pt x="33255" y="7856"/>
                  </a:lnTo>
                  <a:cubicBezTo>
                    <a:pt x="32341" y="9216"/>
                    <a:pt x="32941" y="10814"/>
                    <a:pt x="34430" y="11366"/>
                  </a:cubicBezTo>
                  <a:cubicBezTo>
                    <a:pt x="27596" y="23744"/>
                    <a:pt x="28819" y="39106"/>
                    <a:pt x="21985" y="51484"/>
                  </a:cubicBezTo>
                  <a:cubicBezTo>
                    <a:pt x="21635" y="51355"/>
                    <a:pt x="21267" y="51294"/>
                    <a:pt x="20897" y="51294"/>
                  </a:cubicBezTo>
                  <a:cubicBezTo>
                    <a:pt x="19686" y="51294"/>
                    <a:pt x="18453" y="51948"/>
                    <a:pt x="17755" y="52990"/>
                  </a:cubicBezTo>
                  <a:cubicBezTo>
                    <a:pt x="13802" y="51526"/>
                    <a:pt x="9851" y="50062"/>
                    <a:pt x="5898" y="48598"/>
                  </a:cubicBezTo>
                  <a:cubicBezTo>
                    <a:pt x="6812" y="47238"/>
                    <a:pt x="6214" y="45640"/>
                    <a:pt x="4725" y="45089"/>
                  </a:cubicBezTo>
                  <a:cubicBezTo>
                    <a:pt x="11560" y="32710"/>
                    <a:pt x="10336" y="17346"/>
                    <a:pt x="17171" y="4970"/>
                  </a:cubicBezTo>
                  <a:cubicBezTo>
                    <a:pt x="17519" y="5099"/>
                    <a:pt x="17886" y="5160"/>
                    <a:pt x="18255" y="5160"/>
                  </a:cubicBezTo>
                  <a:cubicBezTo>
                    <a:pt x="19466" y="5160"/>
                    <a:pt x="20700" y="4504"/>
                    <a:pt x="21401" y="3462"/>
                  </a:cubicBezTo>
                  <a:close/>
                  <a:moveTo>
                    <a:pt x="18013" y="1"/>
                  </a:moveTo>
                  <a:cubicBezTo>
                    <a:pt x="6935" y="14326"/>
                    <a:pt x="11079" y="34292"/>
                    <a:pt x="1" y="48617"/>
                  </a:cubicBezTo>
                  <a:cubicBezTo>
                    <a:pt x="7046" y="51228"/>
                    <a:pt x="14095" y="53837"/>
                    <a:pt x="21142" y="56449"/>
                  </a:cubicBezTo>
                  <a:cubicBezTo>
                    <a:pt x="32218" y="42124"/>
                    <a:pt x="28076" y="22160"/>
                    <a:pt x="39152" y="7835"/>
                  </a:cubicBezTo>
                  <a:cubicBezTo>
                    <a:pt x="32105" y="5224"/>
                    <a:pt x="25060" y="2612"/>
                    <a:pt x="18013"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5"/>
            <p:cNvSpPr/>
            <p:nvPr/>
          </p:nvSpPr>
          <p:spPr>
            <a:xfrm>
              <a:off x="1865525" y="556650"/>
              <a:ext cx="659525" cy="1166525"/>
            </a:xfrm>
            <a:custGeom>
              <a:rect b="b" l="l" r="r" t="t"/>
              <a:pathLst>
                <a:path extrusionOk="0" h="46661" w="26381">
                  <a:moveTo>
                    <a:pt x="17195" y="6055"/>
                  </a:moveTo>
                  <a:cubicBezTo>
                    <a:pt x="17454" y="6055"/>
                    <a:pt x="17715" y="6099"/>
                    <a:pt x="17967" y="6193"/>
                  </a:cubicBezTo>
                  <a:cubicBezTo>
                    <a:pt x="19077" y="6606"/>
                    <a:pt x="19585" y="7816"/>
                    <a:pt x="19158" y="8922"/>
                  </a:cubicBezTo>
                  <a:cubicBezTo>
                    <a:pt x="18823" y="9787"/>
                    <a:pt x="18018" y="10330"/>
                    <a:pt x="17151" y="10330"/>
                  </a:cubicBezTo>
                  <a:cubicBezTo>
                    <a:pt x="16908" y="10330"/>
                    <a:pt x="16659" y="10287"/>
                    <a:pt x="16415" y="10196"/>
                  </a:cubicBezTo>
                  <a:cubicBezTo>
                    <a:pt x="15305" y="9785"/>
                    <a:pt x="14704" y="8539"/>
                    <a:pt x="15131" y="7433"/>
                  </a:cubicBezTo>
                  <a:cubicBezTo>
                    <a:pt x="15460" y="6575"/>
                    <a:pt x="16311" y="6055"/>
                    <a:pt x="17195" y="6055"/>
                  </a:cubicBezTo>
                  <a:close/>
                  <a:moveTo>
                    <a:pt x="12445" y="16581"/>
                  </a:moveTo>
                  <a:cubicBezTo>
                    <a:pt x="13126" y="16581"/>
                    <a:pt x="13832" y="16705"/>
                    <a:pt x="14538" y="16966"/>
                  </a:cubicBezTo>
                  <a:cubicBezTo>
                    <a:pt x="17865" y="18199"/>
                    <a:pt x="19922" y="22035"/>
                    <a:pt x="19223" y="25565"/>
                  </a:cubicBezTo>
                  <a:cubicBezTo>
                    <a:pt x="18671" y="28350"/>
                    <a:pt x="16474" y="30079"/>
                    <a:pt x="13933" y="30079"/>
                  </a:cubicBezTo>
                  <a:cubicBezTo>
                    <a:pt x="13252" y="30079"/>
                    <a:pt x="12546" y="29955"/>
                    <a:pt x="11841" y="29694"/>
                  </a:cubicBezTo>
                  <a:cubicBezTo>
                    <a:pt x="8514" y="28461"/>
                    <a:pt x="6457" y="24625"/>
                    <a:pt x="7156" y="21095"/>
                  </a:cubicBezTo>
                  <a:cubicBezTo>
                    <a:pt x="7706" y="18309"/>
                    <a:pt x="9903" y="16581"/>
                    <a:pt x="12445" y="16581"/>
                  </a:cubicBezTo>
                  <a:close/>
                  <a:moveTo>
                    <a:pt x="9231" y="36329"/>
                  </a:moveTo>
                  <a:cubicBezTo>
                    <a:pt x="9474" y="36329"/>
                    <a:pt x="9721" y="36371"/>
                    <a:pt x="9964" y="36461"/>
                  </a:cubicBezTo>
                  <a:cubicBezTo>
                    <a:pt x="11074" y="36875"/>
                    <a:pt x="11677" y="38121"/>
                    <a:pt x="11250" y="39227"/>
                  </a:cubicBezTo>
                  <a:cubicBezTo>
                    <a:pt x="10921" y="40084"/>
                    <a:pt x="10068" y="40604"/>
                    <a:pt x="9183" y="40604"/>
                  </a:cubicBezTo>
                  <a:cubicBezTo>
                    <a:pt x="8926" y="40604"/>
                    <a:pt x="8665" y="40560"/>
                    <a:pt x="8415" y="40467"/>
                  </a:cubicBezTo>
                  <a:cubicBezTo>
                    <a:pt x="7304" y="40054"/>
                    <a:pt x="6798" y="38842"/>
                    <a:pt x="7225" y="37736"/>
                  </a:cubicBezTo>
                  <a:cubicBezTo>
                    <a:pt x="7557" y="36872"/>
                    <a:pt x="8364" y="36329"/>
                    <a:pt x="9231" y="36329"/>
                  </a:cubicBezTo>
                  <a:close/>
                  <a:moveTo>
                    <a:pt x="15309" y="0"/>
                  </a:moveTo>
                  <a:cubicBezTo>
                    <a:pt x="14319" y="901"/>
                    <a:pt x="13006" y="1446"/>
                    <a:pt x="11714" y="1446"/>
                  </a:cubicBezTo>
                  <a:cubicBezTo>
                    <a:pt x="11625" y="1446"/>
                    <a:pt x="11537" y="1444"/>
                    <a:pt x="11449" y="1439"/>
                  </a:cubicBezTo>
                  <a:cubicBezTo>
                    <a:pt x="5327" y="13334"/>
                    <a:pt x="6119" y="27791"/>
                    <a:pt x="1" y="39687"/>
                  </a:cubicBezTo>
                  <a:cubicBezTo>
                    <a:pt x="1005" y="40488"/>
                    <a:pt x="1488" y="41753"/>
                    <a:pt x="1185" y="42996"/>
                  </a:cubicBezTo>
                  <a:lnTo>
                    <a:pt x="11070" y="46660"/>
                  </a:lnTo>
                  <a:cubicBezTo>
                    <a:pt x="12062" y="45757"/>
                    <a:pt x="13373" y="45212"/>
                    <a:pt x="14667" y="45212"/>
                  </a:cubicBezTo>
                  <a:cubicBezTo>
                    <a:pt x="14756" y="45212"/>
                    <a:pt x="14844" y="45214"/>
                    <a:pt x="14933" y="45219"/>
                  </a:cubicBezTo>
                  <a:cubicBezTo>
                    <a:pt x="21052" y="33323"/>
                    <a:pt x="20262" y="18869"/>
                    <a:pt x="26381" y="6973"/>
                  </a:cubicBezTo>
                  <a:cubicBezTo>
                    <a:pt x="25374" y="6170"/>
                    <a:pt x="24891" y="4904"/>
                    <a:pt x="25196" y="3664"/>
                  </a:cubicBezTo>
                  <a:cubicBezTo>
                    <a:pt x="21899" y="2443"/>
                    <a:pt x="18604" y="1221"/>
                    <a:pt x="15309" y="0"/>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5"/>
            <p:cNvSpPr/>
            <p:nvPr/>
          </p:nvSpPr>
          <p:spPr>
            <a:xfrm>
              <a:off x="1823975" y="520850"/>
              <a:ext cx="742650" cy="1238150"/>
            </a:xfrm>
            <a:custGeom>
              <a:rect b="b" l="l" r="r" t="t"/>
              <a:pathLst>
                <a:path extrusionOk="0" h="49526" w="29706">
                  <a:moveTo>
                    <a:pt x="16927" y="1123"/>
                  </a:moveTo>
                  <a:lnTo>
                    <a:pt x="27200" y="4928"/>
                  </a:lnTo>
                  <a:cubicBezTo>
                    <a:pt x="27191" y="4960"/>
                    <a:pt x="27181" y="4992"/>
                    <a:pt x="27172" y="5025"/>
                  </a:cubicBezTo>
                  <a:cubicBezTo>
                    <a:pt x="26833" y="6244"/>
                    <a:pt x="27306" y="7493"/>
                    <a:pt x="28317" y="8257"/>
                  </a:cubicBezTo>
                  <a:cubicBezTo>
                    <a:pt x="28343" y="8278"/>
                    <a:pt x="28371" y="8297"/>
                    <a:pt x="28396" y="8317"/>
                  </a:cubicBezTo>
                  <a:cubicBezTo>
                    <a:pt x="22141" y="20308"/>
                    <a:pt x="23011" y="34940"/>
                    <a:pt x="16756" y="46933"/>
                  </a:cubicBezTo>
                  <a:cubicBezTo>
                    <a:pt x="16722" y="46928"/>
                    <a:pt x="16685" y="46926"/>
                    <a:pt x="16650" y="46924"/>
                  </a:cubicBezTo>
                  <a:cubicBezTo>
                    <a:pt x="16531" y="46914"/>
                    <a:pt x="16412" y="46909"/>
                    <a:pt x="16292" y="46909"/>
                  </a:cubicBezTo>
                  <a:cubicBezTo>
                    <a:pt x="15051" y="46909"/>
                    <a:pt x="13789" y="47445"/>
                    <a:pt x="12857" y="48325"/>
                  </a:cubicBezTo>
                  <a:cubicBezTo>
                    <a:pt x="12829" y="48351"/>
                    <a:pt x="12803" y="48376"/>
                    <a:pt x="12776" y="48401"/>
                  </a:cubicBezTo>
                  <a:cubicBezTo>
                    <a:pt x="9354" y="47132"/>
                    <a:pt x="5930" y="45864"/>
                    <a:pt x="2503" y="44596"/>
                  </a:cubicBezTo>
                  <a:cubicBezTo>
                    <a:pt x="2512" y="44564"/>
                    <a:pt x="2522" y="44532"/>
                    <a:pt x="2531" y="44499"/>
                  </a:cubicBezTo>
                  <a:cubicBezTo>
                    <a:pt x="2873" y="43282"/>
                    <a:pt x="2399" y="42029"/>
                    <a:pt x="1386" y="41269"/>
                  </a:cubicBezTo>
                  <a:cubicBezTo>
                    <a:pt x="1360" y="41248"/>
                    <a:pt x="1335" y="41227"/>
                    <a:pt x="1307" y="41207"/>
                  </a:cubicBezTo>
                  <a:cubicBezTo>
                    <a:pt x="7562" y="29216"/>
                    <a:pt x="6692" y="14584"/>
                    <a:pt x="12947" y="2591"/>
                  </a:cubicBezTo>
                  <a:lnTo>
                    <a:pt x="13055" y="2600"/>
                  </a:lnTo>
                  <a:cubicBezTo>
                    <a:pt x="13172" y="2610"/>
                    <a:pt x="13290" y="2615"/>
                    <a:pt x="13408" y="2615"/>
                  </a:cubicBezTo>
                  <a:cubicBezTo>
                    <a:pt x="14649" y="2615"/>
                    <a:pt x="15912" y="2080"/>
                    <a:pt x="16846" y="1199"/>
                  </a:cubicBezTo>
                  <a:cubicBezTo>
                    <a:pt x="16874" y="1173"/>
                    <a:pt x="16900" y="1148"/>
                    <a:pt x="16927" y="1123"/>
                  </a:cubicBezTo>
                  <a:close/>
                  <a:moveTo>
                    <a:pt x="16676" y="0"/>
                  </a:moveTo>
                  <a:cubicBezTo>
                    <a:pt x="15975" y="1041"/>
                    <a:pt x="14741" y="1696"/>
                    <a:pt x="13531" y="1696"/>
                  </a:cubicBezTo>
                  <a:cubicBezTo>
                    <a:pt x="13161" y="1696"/>
                    <a:pt x="12795" y="1635"/>
                    <a:pt x="12446" y="1506"/>
                  </a:cubicBezTo>
                  <a:cubicBezTo>
                    <a:pt x="5611" y="13882"/>
                    <a:pt x="6835" y="29246"/>
                    <a:pt x="0" y="41625"/>
                  </a:cubicBezTo>
                  <a:cubicBezTo>
                    <a:pt x="1489" y="42176"/>
                    <a:pt x="2087" y="43774"/>
                    <a:pt x="1173" y="45134"/>
                  </a:cubicBezTo>
                  <a:cubicBezTo>
                    <a:pt x="5124" y="46598"/>
                    <a:pt x="9077" y="48062"/>
                    <a:pt x="13030" y="49526"/>
                  </a:cubicBezTo>
                  <a:cubicBezTo>
                    <a:pt x="13728" y="48484"/>
                    <a:pt x="14961" y="47830"/>
                    <a:pt x="16172" y="47830"/>
                  </a:cubicBezTo>
                  <a:cubicBezTo>
                    <a:pt x="16542" y="47830"/>
                    <a:pt x="16910" y="47891"/>
                    <a:pt x="17260" y="48020"/>
                  </a:cubicBezTo>
                  <a:cubicBezTo>
                    <a:pt x="24094" y="35640"/>
                    <a:pt x="22871" y="20278"/>
                    <a:pt x="29705" y="7902"/>
                  </a:cubicBezTo>
                  <a:cubicBezTo>
                    <a:pt x="28216" y="7350"/>
                    <a:pt x="27616" y="5752"/>
                    <a:pt x="28530" y="4392"/>
                  </a:cubicBezTo>
                  <a:lnTo>
                    <a:pt x="16676" y="0"/>
                  </a:ln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5"/>
            <p:cNvSpPr/>
            <p:nvPr/>
          </p:nvSpPr>
          <p:spPr>
            <a:xfrm>
              <a:off x="1856650" y="548900"/>
              <a:ext cx="677225" cy="1182000"/>
            </a:xfrm>
            <a:custGeom>
              <a:rect b="b" l="l" r="r" t="t"/>
              <a:pathLst>
                <a:path extrusionOk="0" h="47280" w="27089">
                  <a:moveTo>
                    <a:pt x="15664" y="310"/>
                  </a:moveTo>
                  <a:cubicBezTo>
                    <a:pt x="18959" y="1529"/>
                    <a:pt x="22254" y="2751"/>
                    <a:pt x="25551" y="3972"/>
                  </a:cubicBezTo>
                  <a:cubicBezTo>
                    <a:pt x="25246" y="5214"/>
                    <a:pt x="25729" y="6480"/>
                    <a:pt x="26736" y="7281"/>
                  </a:cubicBezTo>
                  <a:cubicBezTo>
                    <a:pt x="20617" y="19177"/>
                    <a:pt x="21407" y="33633"/>
                    <a:pt x="15288" y="45529"/>
                  </a:cubicBezTo>
                  <a:cubicBezTo>
                    <a:pt x="15199" y="45524"/>
                    <a:pt x="15111" y="45522"/>
                    <a:pt x="15022" y="45522"/>
                  </a:cubicBezTo>
                  <a:cubicBezTo>
                    <a:pt x="13728" y="45522"/>
                    <a:pt x="12417" y="46067"/>
                    <a:pt x="11425" y="46968"/>
                  </a:cubicBezTo>
                  <a:lnTo>
                    <a:pt x="1538" y="43306"/>
                  </a:lnTo>
                  <a:cubicBezTo>
                    <a:pt x="1843" y="42063"/>
                    <a:pt x="1360" y="40798"/>
                    <a:pt x="353" y="39997"/>
                  </a:cubicBezTo>
                  <a:lnTo>
                    <a:pt x="356" y="39997"/>
                  </a:lnTo>
                  <a:cubicBezTo>
                    <a:pt x="6474" y="28101"/>
                    <a:pt x="5682" y="13644"/>
                    <a:pt x="11804" y="1749"/>
                  </a:cubicBezTo>
                  <a:cubicBezTo>
                    <a:pt x="11892" y="1754"/>
                    <a:pt x="11980" y="1756"/>
                    <a:pt x="12069" y="1756"/>
                  </a:cubicBezTo>
                  <a:cubicBezTo>
                    <a:pt x="13361" y="1756"/>
                    <a:pt x="14674" y="1211"/>
                    <a:pt x="15664" y="310"/>
                  </a:cubicBezTo>
                  <a:close/>
                  <a:moveTo>
                    <a:pt x="15620" y="1"/>
                  </a:moveTo>
                  <a:cubicBezTo>
                    <a:pt x="15593" y="26"/>
                    <a:pt x="15567" y="51"/>
                    <a:pt x="15539" y="77"/>
                  </a:cubicBezTo>
                  <a:cubicBezTo>
                    <a:pt x="14607" y="958"/>
                    <a:pt x="13342" y="1493"/>
                    <a:pt x="12101" y="1493"/>
                  </a:cubicBezTo>
                  <a:cubicBezTo>
                    <a:pt x="11983" y="1493"/>
                    <a:pt x="11865" y="1488"/>
                    <a:pt x="11748" y="1478"/>
                  </a:cubicBezTo>
                  <a:lnTo>
                    <a:pt x="11640" y="1469"/>
                  </a:lnTo>
                  <a:cubicBezTo>
                    <a:pt x="5385" y="13462"/>
                    <a:pt x="6255" y="28094"/>
                    <a:pt x="0" y="40085"/>
                  </a:cubicBezTo>
                  <a:cubicBezTo>
                    <a:pt x="28" y="40105"/>
                    <a:pt x="53" y="40126"/>
                    <a:pt x="81" y="40147"/>
                  </a:cubicBezTo>
                  <a:cubicBezTo>
                    <a:pt x="1092" y="40909"/>
                    <a:pt x="1566" y="42160"/>
                    <a:pt x="1224" y="43380"/>
                  </a:cubicBezTo>
                  <a:cubicBezTo>
                    <a:pt x="1215" y="43412"/>
                    <a:pt x="1205" y="43444"/>
                    <a:pt x="1196" y="43474"/>
                  </a:cubicBezTo>
                  <a:cubicBezTo>
                    <a:pt x="4620" y="44744"/>
                    <a:pt x="8044" y="46012"/>
                    <a:pt x="11469" y="47279"/>
                  </a:cubicBezTo>
                  <a:cubicBezTo>
                    <a:pt x="11496" y="47256"/>
                    <a:pt x="11522" y="47231"/>
                    <a:pt x="11550" y="47206"/>
                  </a:cubicBezTo>
                  <a:cubicBezTo>
                    <a:pt x="12484" y="46324"/>
                    <a:pt x="13750" y="45787"/>
                    <a:pt x="14991" y="45787"/>
                  </a:cubicBezTo>
                  <a:cubicBezTo>
                    <a:pt x="15109" y="45787"/>
                    <a:pt x="15226" y="45792"/>
                    <a:pt x="15343" y="45802"/>
                  </a:cubicBezTo>
                  <a:cubicBezTo>
                    <a:pt x="15380" y="45806"/>
                    <a:pt x="15415" y="45809"/>
                    <a:pt x="15452" y="45811"/>
                  </a:cubicBezTo>
                  <a:cubicBezTo>
                    <a:pt x="21704" y="33820"/>
                    <a:pt x="20834" y="19188"/>
                    <a:pt x="27089" y="7195"/>
                  </a:cubicBezTo>
                  <a:cubicBezTo>
                    <a:pt x="27064" y="7175"/>
                    <a:pt x="27036" y="7156"/>
                    <a:pt x="27010" y="7135"/>
                  </a:cubicBezTo>
                  <a:cubicBezTo>
                    <a:pt x="25999" y="6371"/>
                    <a:pt x="25526" y="5120"/>
                    <a:pt x="25865" y="3903"/>
                  </a:cubicBezTo>
                  <a:cubicBezTo>
                    <a:pt x="25874" y="3870"/>
                    <a:pt x="25884" y="3838"/>
                    <a:pt x="25893" y="3806"/>
                  </a:cubicBezTo>
                  <a:lnTo>
                    <a:pt x="15620" y="1"/>
                  </a:ln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5"/>
            <p:cNvSpPr/>
            <p:nvPr/>
          </p:nvSpPr>
          <p:spPr>
            <a:xfrm>
              <a:off x="2026925" y="971175"/>
              <a:ext cx="336675" cy="337450"/>
            </a:xfrm>
            <a:custGeom>
              <a:rect b="b" l="l" r="r" t="t"/>
              <a:pathLst>
                <a:path extrusionOk="0" h="13498" w="13467">
                  <a:moveTo>
                    <a:pt x="5989" y="0"/>
                  </a:moveTo>
                  <a:cubicBezTo>
                    <a:pt x="3447" y="0"/>
                    <a:pt x="1250" y="1728"/>
                    <a:pt x="700" y="4514"/>
                  </a:cubicBezTo>
                  <a:cubicBezTo>
                    <a:pt x="1" y="8044"/>
                    <a:pt x="2058" y="11880"/>
                    <a:pt x="5385" y="13113"/>
                  </a:cubicBezTo>
                  <a:cubicBezTo>
                    <a:pt x="6090" y="13374"/>
                    <a:pt x="6796" y="13498"/>
                    <a:pt x="7477" y="13498"/>
                  </a:cubicBezTo>
                  <a:cubicBezTo>
                    <a:pt x="10018" y="13498"/>
                    <a:pt x="12215" y="11769"/>
                    <a:pt x="12767" y="8984"/>
                  </a:cubicBezTo>
                  <a:cubicBezTo>
                    <a:pt x="13466" y="5454"/>
                    <a:pt x="11409" y="1618"/>
                    <a:pt x="8082" y="385"/>
                  </a:cubicBezTo>
                  <a:cubicBezTo>
                    <a:pt x="7376" y="124"/>
                    <a:pt x="6670" y="0"/>
                    <a:pt x="5989"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5"/>
            <p:cNvSpPr/>
            <p:nvPr/>
          </p:nvSpPr>
          <p:spPr>
            <a:xfrm>
              <a:off x="2237275" y="711425"/>
              <a:ext cx="114200" cy="100075"/>
            </a:xfrm>
            <a:custGeom>
              <a:rect b="b" l="l" r="r" t="t"/>
              <a:pathLst>
                <a:path extrusionOk="0" h="4003" w="4568">
                  <a:moveTo>
                    <a:pt x="2275" y="1"/>
                  </a:moveTo>
                  <a:cubicBezTo>
                    <a:pt x="1465" y="1"/>
                    <a:pt x="712" y="509"/>
                    <a:pt x="400" y="1318"/>
                  </a:cubicBezTo>
                  <a:cubicBezTo>
                    <a:pt x="0" y="2355"/>
                    <a:pt x="474" y="3488"/>
                    <a:pt x="1515" y="3874"/>
                  </a:cubicBezTo>
                  <a:cubicBezTo>
                    <a:pt x="1750" y="3961"/>
                    <a:pt x="1994" y="4002"/>
                    <a:pt x="2236" y="4002"/>
                  </a:cubicBezTo>
                  <a:cubicBezTo>
                    <a:pt x="3063" y="4002"/>
                    <a:pt x="3861" y="3516"/>
                    <a:pt x="4168" y="2715"/>
                  </a:cubicBezTo>
                  <a:cubicBezTo>
                    <a:pt x="4568" y="1680"/>
                    <a:pt x="4004" y="512"/>
                    <a:pt x="2965" y="126"/>
                  </a:cubicBezTo>
                  <a:cubicBezTo>
                    <a:pt x="2736" y="41"/>
                    <a:pt x="2503" y="1"/>
                    <a:pt x="2275"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 name="Shape 959"/>
        <p:cNvGrpSpPr/>
        <p:nvPr/>
      </p:nvGrpSpPr>
      <p:grpSpPr>
        <a:xfrm>
          <a:off x="0" y="0"/>
          <a:ext cx="0" cy="0"/>
          <a:chOff x="0" y="0"/>
          <a:chExt cx="0" cy="0"/>
        </a:xfrm>
      </p:grpSpPr>
      <p:grpSp>
        <p:nvGrpSpPr>
          <p:cNvPr id="960" name="Google Shape;960;p36"/>
          <p:cNvGrpSpPr/>
          <p:nvPr/>
        </p:nvGrpSpPr>
        <p:grpSpPr>
          <a:xfrm>
            <a:off x="3484262" y="1574664"/>
            <a:ext cx="4806258" cy="2560469"/>
            <a:chOff x="233350" y="949250"/>
            <a:chExt cx="7137300" cy="3802300"/>
          </a:xfrm>
        </p:grpSpPr>
        <p:sp>
          <p:nvSpPr>
            <p:cNvPr id="961" name="Google Shape;961;p3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 name="Google Shape;1012;p36"/>
          <p:cNvSpPr txBox="1"/>
          <p:nvPr>
            <p:ph type="title"/>
          </p:nvPr>
        </p:nvSpPr>
        <p:spPr>
          <a:xfrm>
            <a:off x="720000" y="588469"/>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a:t>
            </a:r>
            <a:r>
              <a:rPr lang="en">
                <a:solidFill>
                  <a:schemeClr val="accent3"/>
                </a:solidFill>
              </a:rPr>
              <a:t>MAP</a:t>
            </a:r>
            <a:endParaRPr>
              <a:solidFill>
                <a:schemeClr val="accent3"/>
              </a:solidFill>
            </a:endParaRPr>
          </a:p>
        </p:txBody>
      </p:sp>
      <p:sp>
        <p:nvSpPr>
          <p:cNvPr id="1013" name="Google Shape;1013;p36"/>
          <p:cNvSpPr txBox="1"/>
          <p:nvPr/>
        </p:nvSpPr>
        <p:spPr>
          <a:xfrm>
            <a:off x="812222" y="2397232"/>
            <a:ext cx="17544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1"/>
                </a:solidFill>
                <a:latin typeface="Doppio One"/>
                <a:ea typeface="Doppio One"/>
                <a:cs typeface="Doppio One"/>
                <a:sym typeface="Doppio One"/>
              </a:rPr>
              <a:t>MERCURY</a:t>
            </a:r>
            <a:endParaRPr sz="2500">
              <a:solidFill>
                <a:schemeClr val="accent1"/>
              </a:solidFill>
              <a:latin typeface="Doppio One"/>
              <a:ea typeface="Doppio One"/>
              <a:cs typeface="Doppio One"/>
              <a:sym typeface="Doppio One"/>
            </a:endParaRPr>
          </a:p>
        </p:txBody>
      </p:sp>
      <p:sp>
        <p:nvSpPr>
          <p:cNvPr id="1014" name="Google Shape;1014;p36"/>
          <p:cNvSpPr txBox="1"/>
          <p:nvPr/>
        </p:nvSpPr>
        <p:spPr>
          <a:xfrm>
            <a:off x="827610" y="1340600"/>
            <a:ext cx="17544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1"/>
                </a:solidFill>
                <a:latin typeface="Doppio One"/>
                <a:ea typeface="Doppio One"/>
                <a:cs typeface="Doppio One"/>
                <a:sym typeface="Doppio One"/>
              </a:rPr>
              <a:t>VENUS</a:t>
            </a:r>
            <a:endParaRPr sz="2500">
              <a:solidFill>
                <a:schemeClr val="accent1"/>
              </a:solidFill>
              <a:latin typeface="Doppio One"/>
              <a:ea typeface="Doppio One"/>
              <a:cs typeface="Doppio One"/>
              <a:sym typeface="Doppio One"/>
            </a:endParaRPr>
          </a:p>
        </p:txBody>
      </p:sp>
      <p:sp>
        <p:nvSpPr>
          <p:cNvPr id="1015" name="Google Shape;1015;p36"/>
          <p:cNvSpPr txBox="1"/>
          <p:nvPr/>
        </p:nvSpPr>
        <p:spPr>
          <a:xfrm>
            <a:off x="812222" y="3443279"/>
            <a:ext cx="17544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1"/>
                </a:solidFill>
                <a:latin typeface="Doppio One"/>
                <a:ea typeface="Doppio One"/>
                <a:cs typeface="Doppio One"/>
                <a:sym typeface="Doppio One"/>
              </a:rPr>
              <a:t>MARS</a:t>
            </a:r>
            <a:endParaRPr sz="2500">
              <a:solidFill>
                <a:schemeClr val="accent1"/>
              </a:solidFill>
              <a:latin typeface="Doppio One"/>
              <a:ea typeface="Doppio One"/>
              <a:cs typeface="Doppio One"/>
              <a:sym typeface="Doppio One"/>
            </a:endParaRPr>
          </a:p>
        </p:txBody>
      </p:sp>
      <p:sp>
        <p:nvSpPr>
          <p:cNvPr id="1016" name="Google Shape;1016;p36"/>
          <p:cNvSpPr txBox="1"/>
          <p:nvPr/>
        </p:nvSpPr>
        <p:spPr>
          <a:xfrm>
            <a:off x="812214" y="2832653"/>
            <a:ext cx="23364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1"/>
                </a:solidFill>
                <a:latin typeface="Cabin"/>
                <a:ea typeface="Cabin"/>
                <a:cs typeface="Cabin"/>
                <a:sym typeface="Cabin"/>
              </a:rPr>
              <a:t>Mercury is the closest planet to the Sun</a:t>
            </a:r>
            <a:endParaRPr>
              <a:solidFill>
                <a:schemeClr val="accent1"/>
              </a:solidFill>
              <a:latin typeface="Cabin"/>
              <a:ea typeface="Cabin"/>
              <a:cs typeface="Cabin"/>
              <a:sym typeface="Cabin"/>
            </a:endParaRPr>
          </a:p>
        </p:txBody>
      </p:sp>
      <p:sp>
        <p:nvSpPr>
          <p:cNvPr id="1017" name="Google Shape;1017;p36"/>
          <p:cNvSpPr txBox="1"/>
          <p:nvPr/>
        </p:nvSpPr>
        <p:spPr>
          <a:xfrm>
            <a:off x="832706" y="1776013"/>
            <a:ext cx="23364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1"/>
                </a:solidFill>
                <a:latin typeface="Cabin"/>
                <a:ea typeface="Cabin"/>
                <a:cs typeface="Cabin"/>
                <a:sym typeface="Cabin"/>
              </a:rPr>
              <a:t>It has a beautiful name, but it’s terribly hot</a:t>
            </a:r>
            <a:endParaRPr>
              <a:solidFill>
                <a:schemeClr val="accent1"/>
              </a:solidFill>
              <a:latin typeface="Cabin"/>
              <a:ea typeface="Cabin"/>
              <a:cs typeface="Cabin"/>
              <a:sym typeface="Cabin"/>
            </a:endParaRPr>
          </a:p>
        </p:txBody>
      </p:sp>
      <p:sp>
        <p:nvSpPr>
          <p:cNvPr id="1018" name="Google Shape;1018;p36"/>
          <p:cNvSpPr txBox="1"/>
          <p:nvPr/>
        </p:nvSpPr>
        <p:spPr>
          <a:xfrm>
            <a:off x="812214" y="3878709"/>
            <a:ext cx="23364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1"/>
                </a:solidFill>
                <a:latin typeface="Cabin"/>
                <a:ea typeface="Cabin"/>
                <a:cs typeface="Cabin"/>
                <a:sym typeface="Cabin"/>
              </a:rPr>
              <a:t>Despite being red, Mars is a very cold place</a:t>
            </a:r>
            <a:endParaRPr>
              <a:solidFill>
                <a:schemeClr val="accent1"/>
              </a:solidFill>
              <a:latin typeface="Cabin"/>
              <a:ea typeface="Cabin"/>
              <a:cs typeface="Cabin"/>
              <a:sym typeface="Cabin"/>
            </a:endParaRPr>
          </a:p>
        </p:txBody>
      </p:sp>
      <p:cxnSp>
        <p:nvCxnSpPr>
          <p:cNvPr id="1019" name="Google Shape;1019;p36"/>
          <p:cNvCxnSpPr/>
          <p:nvPr/>
        </p:nvCxnSpPr>
        <p:spPr>
          <a:xfrm>
            <a:off x="2582000" y="1588125"/>
            <a:ext cx="1485600" cy="676200"/>
          </a:xfrm>
          <a:prstGeom prst="bentConnector3">
            <a:avLst>
              <a:gd fmla="val 50000" name="adj1"/>
            </a:avLst>
          </a:prstGeom>
          <a:noFill/>
          <a:ln cap="flat" cmpd="sng" w="19050">
            <a:solidFill>
              <a:schemeClr val="lt2"/>
            </a:solidFill>
            <a:prstDash val="solid"/>
            <a:round/>
            <a:headEnd len="med" w="med" type="none"/>
            <a:tailEnd len="med" w="med" type="none"/>
          </a:ln>
        </p:spPr>
      </p:cxnSp>
      <p:cxnSp>
        <p:nvCxnSpPr>
          <p:cNvPr id="1020" name="Google Shape;1020;p36"/>
          <p:cNvCxnSpPr/>
          <p:nvPr/>
        </p:nvCxnSpPr>
        <p:spPr>
          <a:xfrm flipH="1" rot="10800000">
            <a:off x="2561500" y="2325775"/>
            <a:ext cx="2930400" cy="317700"/>
          </a:xfrm>
          <a:prstGeom prst="bentConnector3">
            <a:avLst>
              <a:gd fmla="val 83216" name="adj1"/>
            </a:avLst>
          </a:prstGeom>
          <a:noFill/>
          <a:ln cap="flat" cmpd="sng" w="19050">
            <a:solidFill>
              <a:schemeClr val="lt2"/>
            </a:solidFill>
            <a:prstDash val="solid"/>
            <a:round/>
            <a:headEnd len="med" w="med" type="none"/>
            <a:tailEnd len="med" w="med" type="none"/>
          </a:ln>
        </p:spPr>
      </p:cxnSp>
      <p:cxnSp>
        <p:nvCxnSpPr>
          <p:cNvPr id="1021" name="Google Shape;1021;p36"/>
          <p:cNvCxnSpPr/>
          <p:nvPr/>
        </p:nvCxnSpPr>
        <p:spPr>
          <a:xfrm flipH="1" rot="10800000">
            <a:off x="2582000" y="3504275"/>
            <a:ext cx="3350400" cy="163800"/>
          </a:xfrm>
          <a:prstGeom prst="bentConnector3">
            <a:avLst>
              <a:gd fmla="val 43731" name="adj1"/>
            </a:avLst>
          </a:prstGeom>
          <a:noFill/>
          <a:ln cap="flat" cmpd="sng" w="19050">
            <a:solidFill>
              <a:schemeClr val="lt2"/>
            </a:solidFill>
            <a:prstDash val="solid"/>
            <a:round/>
            <a:headEnd len="med" w="med" type="none"/>
            <a:tailEnd len="med" w="med" type="none"/>
          </a:ln>
        </p:spPr>
      </p:cxnSp>
      <p:grpSp>
        <p:nvGrpSpPr>
          <p:cNvPr id="1022" name="Google Shape;1022;p36"/>
          <p:cNvGrpSpPr/>
          <p:nvPr/>
        </p:nvGrpSpPr>
        <p:grpSpPr>
          <a:xfrm rot="1790401">
            <a:off x="7597783" y="183789"/>
            <a:ext cx="701869" cy="1011948"/>
            <a:chOff x="1705850" y="434250"/>
            <a:chExt cx="978800" cy="1411225"/>
          </a:xfrm>
        </p:grpSpPr>
        <p:sp>
          <p:nvSpPr>
            <p:cNvPr id="1023" name="Google Shape;1023;p36"/>
            <p:cNvSpPr/>
            <p:nvPr/>
          </p:nvSpPr>
          <p:spPr>
            <a:xfrm>
              <a:off x="2039325" y="1468300"/>
              <a:ext cx="114225" cy="100025"/>
            </a:xfrm>
            <a:custGeom>
              <a:rect b="b" l="l" r="r" t="t"/>
              <a:pathLst>
                <a:path extrusionOk="0" h="4001" w="4569">
                  <a:moveTo>
                    <a:pt x="2278" y="0"/>
                  </a:moveTo>
                  <a:cubicBezTo>
                    <a:pt x="1467" y="0"/>
                    <a:pt x="714" y="508"/>
                    <a:pt x="400" y="1316"/>
                  </a:cubicBezTo>
                  <a:cubicBezTo>
                    <a:pt x="1" y="2353"/>
                    <a:pt x="474" y="3486"/>
                    <a:pt x="1516" y="3872"/>
                  </a:cubicBezTo>
                  <a:cubicBezTo>
                    <a:pt x="1751" y="3959"/>
                    <a:pt x="1995" y="4000"/>
                    <a:pt x="2236" y="4000"/>
                  </a:cubicBezTo>
                  <a:cubicBezTo>
                    <a:pt x="3064" y="4000"/>
                    <a:pt x="3861" y="3514"/>
                    <a:pt x="4169" y="2713"/>
                  </a:cubicBezTo>
                  <a:cubicBezTo>
                    <a:pt x="4568" y="1679"/>
                    <a:pt x="4005" y="510"/>
                    <a:pt x="2966" y="125"/>
                  </a:cubicBezTo>
                  <a:cubicBezTo>
                    <a:pt x="2738" y="40"/>
                    <a:pt x="2506" y="0"/>
                    <a:pt x="2278"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6"/>
            <p:cNvSpPr/>
            <p:nvPr/>
          </p:nvSpPr>
          <p:spPr>
            <a:xfrm>
              <a:off x="1705850" y="434250"/>
              <a:ext cx="978800" cy="1411225"/>
            </a:xfrm>
            <a:custGeom>
              <a:rect b="b" l="l" r="r" t="t"/>
              <a:pathLst>
                <a:path extrusionOk="0" h="56449" w="39152">
                  <a:moveTo>
                    <a:pt x="21401" y="3462"/>
                  </a:moveTo>
                  <a:lnTo>
                    <a:pt x="33255" y="7856"/>
                  </a:lnTo>
                  <a:cubicBezTo>
                    <a:pt x="32341" y="9216"/>
                    <a:pt x="32941" y="10814"/>
                    <a:pt x="34430" y="11366"/>
                  </a:cubicBezTo>
                  <a:cubicBezTo>
                    <a:pt x="27596" y="23744"/>
                    <a:pt x="28819" y="39106"/>
                    <a:pt x="21985" y="51484"/>
                  </a:cubicBezTo>
                  <a:cubicBezTo>
                    <a:pt x="21635" y="51355"/>
                    <a:pt x="21267" y="51294"/>
                    <a:pt x="20897" y="51294"/>
                  </a:cubicBezTo>
                  <a:cubicBezTo>
                    <a:pt x="19686" y="51294"/>
                    <a:pt x="18453" y="51948"/>
                    <a:pt x="17755" y="52990"/>
                  </a:cubicBezTo>
                  <a:cubicBezTo>
                    <a:pt x="13802" y="51526"/>
                    <a:pt x="9851" y="50062"/>
                    <a:pt x="5898" y="48598"/>
                  </a:cubicBezTo>
                  <a:cubicBezTo>
                    <a:pt x="6812" y="47238"/>
                    <a:pt x="6214" y="45640"/>
                    <a:pt x="4725" y="45089"/>
                  </a:cubicBezTo>
                  <a:cubicBezTo>
                    <a:pt x="11560" y="32710"/>
                    <a:pt x="10336" y="17346"/>
                    <a:pt x="17171" y="4970"/>
                  </a:cubicBezTo>
                  <a:cubicBezTo>
                    <a:pt x="17519" y="5099"/>
                    <a:pt x="17886" y="5160"/>
                    <a:pt x="18255" y="5160"/>
                  </a:cubicBezTo>
                  <a:cubicBezTo>
                    <a:pt x="19466" y="5160"/>
                    <a:pt x="20700" y="4504"/>
                    <a:pt x="21401" y="3462"/>
                  </a:cubicBezTo>
                  <a:close/>
                  <a:moveTo>
                    <a:pt x="18013" y="1"/>
                  </a:moveTo>
                  <a:cubicBezTo>
                    <a:pt x="6935" y="14326"/>
                    <a:pt x="11079" y="34292"/>
                    <a:pt x="1" y="48617"/>
                  </a:cubicBezTo>
                  <a:cubicBezTo>
                    <a:pt x="7046" y="51228"/>
                    <a:pt x="14095" y="53837"/>
                    <a:pt x="21142" y="56449"/>
                  </a:cubicBezTo>
                  <a:cubicBezTo>
                    <a:pt x="32218" y="42124"/>
                    <a:pt x="28076" y="22160"/>
                    <a:pt x="39152" y="7835"/>
                  </a:cubicBezTo>
                  <a:cubicBezTo>
                    <a:pt x="32105" y="5224"/>
                    <a:pt x="25060" y="2612"/>
                    <a:pt x="18013"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6"/>
            <p:cNvSpPr/>
            <p:nvPr/>
          </p:nvSpPr>
          <p:spPr>
            <a:xfrm>
              <a:off x="1865525" y="556650"/>
              <a:ext cx="659525" cy="1166525"/>
            </a:xfrm>
            <a:custGeom>
              <a:rect b="b" l="l" r="r" t="t"/>
              <a:pathLst>
                <a:path extrusionOk="0" h="46661" w="26381">
                  <a:moveTo>
                    <a:pt x="17195" y="6055"/>
                  </a:moveTo>
                  <a:cubicBezTo>
                    <a:pt x="17454" y="6055"/>
                    <a:pt x="17715" y="6099"/>
                    <a:pt x="17967" y="6193"/>
                  </a:cubicBezTo>
                  <a:cubicBezTo>
                    <a:pt x="19077" y="6606"/>
                    <a:pt x="19585" y="7816"/>
                    <a:pt x="19158" y="8922"/>
                  </a:cubicBezTo>
                  <a:cubicBezTo>
                    <a:pt x="18823" y="9787"/>
                    <a:pt x="18018" y="10330"/>
                    <a:pt x="17151" y="10330"/>
                  </a:cubicBezTo>
                  <a:cubicBezTo>
                    <a:pt x="16908" y="10330"/>
                    <a:pt x="16659" y="10287"/>
                    <a:pt x="16415" y="10196"/>
                  </a:cubicBezTo>
                  <a:cubicBezTo>
                    <a:pt x="15305" y="9785"/>
                    <a:pt x="14704" y="8539"/>
                    <a:pt x="15131" y="7433"/>
                  </a:cubicBezTo>
                  <a:cubicBezTo>
                    <a:pt x="15460" y="6575"/>
                    <a:pt x="16311" y="6055"/>
                    <a:pt x="17195" y="6055"/>
                  </a:cubicBezTo>
                  <a:close/>
                  <a:moveTo>
                    <a:pt x="12445" y="16581"/>
                  </a:moveTo>
                  <a:cubicBezTo>
                    <a:pt x="13126" y="16581"/>
                    <a:pt x="13832" y="16705"/>
                    <a:pt x="14538" y="16966"/>
                  </a:cubicBezTo>
                  <a:cubicBezTo>
                    <a:pt x="17865" y="18199"/>
                    <a:pt x="19922" y="22035"/>
                    <a:pt x="19223" y="25565"/>
                  </a:cubicBezTo>
                  <a:cubicBezTo>
                    <a:pt x="18671" y="28350"/>
                    <a:pt x="16474" y="30079"/>
                    <a:pt x="13933" y="30079"/>
                  </a:cubicBezTo>
                  <a:cubicBezTo>
                    <a:pt x="13252" y="30079"/>
                    <a:pt x="12546" y="29955"/>
                    <a:pt x="11841" y="29694"/>
                  </a:cubicBezTo>
                  <a:cubicBezTo>
                    <a:pt x="8514" y="28461"/>
                    <a:pt x="6457" y="24625"/>
                    <a:pt x="7156" y="21095"/>
                  </a:cubicBezTo>
                  <a:cubicBezTo>
                    <a:pt x="7706" y="18309"/>
                    <a:pt x="9903" y="16581"/>
                    <a:pt x="12445" y="16581"/>
                  </a:cubicBezTo>
                  <a:close/>
                  <a:moveTo>
                    <a:pt x="9231" y="36329"/>
                  </a:moveTo>
                  <a:cubicBezTo>
                    <a:pt x="9474" y="36329"/>
                    <a:pt x="9721" y="36371"/>
                    <a:pt x="9964" y="36461"/>
                  </a:cubicBezTo>
                  <a:cubicBezTo>
                    <a:pt x="11074" y="36875"/>
                    <a:pt x="11677" y="38121"/>
                    <a:pt x="11250" y="39227"/>
                  </a:cubicBezTo>
                  <a:cubicBezTo>
                    <a:pt x="10921" y="40084"/>
                    <a:pt x="10068" y="40604"/>
                    <a:pt x="9183" y="40604"/>
                  </a:cubicBezTo>
                  <a:cubicBezTo>
                    <a:pt x="8926" y="40604"/>
                    <a:pt x="8665" y="40560"/>
                    <a:pt x="8415" y="40467"/>
                  </a:cubicBezTo>
                  <a:cubicBezTo>
                    <a:pt x="7304" y="40054"/>
                    <a:pt x="6798" y="38842"/>
                    <a:pt x="7225" y="37736"/>
                  </a:cubicBezTo>
                  <a:cubicBezTo>
                    <a:pt x="7557" y="36872"/>
                    <a:pt x="8364" y="36329"/>
                    <a:pt x="9231" y="36329"/>
                  </a:cubicBezTo>
                  <a:close/>
                  <a:moveTo>
                    <a:pt x="15309" y="0"/>
                  </a:moveTo>
                  <a:cubicBezTo>
                    <a:pt x="14319" y="901"/>
                    <a:pt x="13006" y="1446"/>
                    <a:pt x="11714" y="1446"/>
                  </a:cubicBezTo>
                  <a:cubicBezTo>
                    <a:pt x="11625" y="1446"/>
                    <a:pt x="11537" y="1444"/>
                    <a:pt x="11449" y="1439"/>
                  </a:cubicBezTo>
                  <a:cubicBezTo>
                    <a:pt x="5327" y="13334"/>
                    <a:pt x="6119" y="27791"/>
                    <a:pt x="1" y="39687"/>
                  </a:cubicBezTo>
                  <a:cubicBezTo>
                    <a:pt x="1005" y="40488"/>
                    <a:pt x="1488" y="41753"/>
                    <a:pt x="1185" y="42996"/>
                  </a:cubicBezTo>
                  <a:lnTo>
                    <a:pt x="11070" y="46660"/>
                  </a:lnTo>
                  <a:cubicBezTo>
                    <a:pt x="12062" y="45757"/>
                    <a:pt x="13373" y="45212"/>
                    <a:pt x="14667" y="45212"/>
                  </a:cubicBezTo>
                  <a:cubicBezTo>
                    <a:pt x="14756" y="45212"/>
                    <a:pt x="14844" y="45214"/>
                    <a:pt x="14933" y="45219"/>
                  </a:cubicBezTo>
                  <a:cubicBezTo>
                    <a:pt x="21052" y="33323"/>
                    <a:pt x="20262" y="18869"/>
                    <a:pt x="26381" y="6973"/>
                  </a:cubicBezTo>
                  <a:cubicBezTo>
                    <a:pt x="25374" y="6170"/>
                    <a:pt x="24891" y="4904"/>
                    <a:pt x="25196" y="3664"/>
                  </a:cubicBezTo>
                  <a:cubicBezTo>
                    <a:pt x="21899" y="2443"/>
                    <a:pt x="18604" y="1221"/>
                    <a:pt x="15309" y="0"/>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6"/>
            <p:cNvSpPr/>
            <p:nvPr/>
          </p:nvSpPr>
          <p:spPr>
            <a:xfrm>
              <a:off x="1823975" y="520850"/>
              <a:ext cx="742650" cy="1238150"/>
            </a:xfrm>
            <a:custGeom>
              <a:rect b="b" l="l" r="r" t="t"/>
              <a:pathLst>
                <a:path extrusionOk="0" h="49526" w="29706">
                  <a:moveTo>
                    <a:pt x="16927" y="1123"/>
                  </a:moveTo>
                  <a:lnTo>
                    <a:pt x="27200" y="4928"/>
                  </a:lnTo>
                  <a:cubicBezTo>
                    <a:pt x="27191" y="4960"/>
                    <a:pt x="27181" y="4992"/>
                    <a:pt x="27172" y="5025"/>
                  </a:cubicBezTo>
                  <a:cubicBezTo>
                    <a:pt x="26833" y="6244"/>
                    <a:pt x="27306" y="7493"/>
                    <a:pt x="28317" y="8257"/>
                  </a:cubicBezTo>
                  <a:cubicBezTo>
                    <a:pt x="28343" y="8278"/>
                    <a:pt x="28371" y="8297"/>
                    <a:pt x="28396" y="8317"/>
                  </a:cubicBezTo>
                  <a:cubicBezTo>
                    <a:pt x="22141" y="20308"/>
                    <a:pt x="23011" y="34940"/>
                    <a:pt x="16756" y="46933"/>
                  </a:cubicBezTo>
                  <a:cubicBezTo>
                    <a:pt x="16722" y="46928"/>
                    <a:pt x="16685" y="46926"/>
                    <a:pt x="16650" y="46924"/>
                  </a:cubicBezTo>
                  <a:cubicBezTo>
                    <a:pt x="16531" y="46914"/>
                    <a:pt x="16412" y="46909"/>
                    <a:pt x="16292" y="46909"/>
                  </a:cubicBezTo>
                  <a:cubicBezTo>
                    <a:pt x="15051" y="46909"/>
                    <a:pt x="13789" y="47445"/>
                    <a:pt x="12857" y="48325"/>
                  </a:cubicBezTo>
                  <a:cubicBezTo>
                    <a:pt x="12829" y="48351"/>
                    <a:pt x="12803" y="48376"/>
                    <a:pt x="12776" y="48401"/>
                  </a:cubicBezTo>
                  <a:cubicBezTo>
                    <a:pt x="9354" y="47132"/>
                    <a:pt x="5930" y="45864"/>
                    <a:pt x="2503" y="44596"/>
                  </a:cubicBezTo>
                  <a:cubicBezTo>
                    <a:pt x="2512" y="44564"/>
                    <a:pt x="2522" y="44532"/>
                    <a:pt x="2531" y="44499"/>
                  </a:cubicBezTo>
                  <a:cubicBezTo>
                    <a:pt x="2873" y="43282"/>
                    <a:pt x="2399" y="42029"/>
                    <a:pt x="1386" y="41269"/>
                  </a:cubicBezTo>
                  <a:cubicBezTo>
                    <a:pt x="1360" y="41248"/>
                    <a:pt x="1335" y="41227"/>
                    <a:pt x="1307" y="41207"/>
                  </a:cubicBezTo>
                  <a:cubicBezTo>
                    <a:pt x="7562" y="29216"/>
                    <a:pt x="6692" y="14584"/>
                    <a:pt x="12947" y="2591"/>
                  </a:cubicBezTo>
                  <a:lnTo>
                    <a:pt x="13055" y="2600"/>
                  </a:lnTo>
                  <a:cubicBezTo>
                    <a:pt x="13172" y="2610"/>
                    <a:pt x="13290" y="2615"/>
                    <a:pt x="13408" y="2615"/>
                  </a:cubicBezTo>
                  <a:cubicBezTo>
                    <a:pt x="14649" y="2615"/>
                    <a:pt x="15912" y="2080"/>
                    <a:pt x="16846" y="1199"/>
                  </a:cubicBezTo>
                  <a:cubicBezTo>
                    <a:pt x="16874" y="1173"/>
                    <a:pt x="16900" y="1148"/>
                    <a:pt x="16927" y="1123"/>
                  </a:cubicBezTo>
                  <a:close/>
                  <a:moveTo>
                    <a:pt x="16676" y="0"/>
                  </a:moveTo>
                  <a:cubicBezTo>
                    <a:pt x="15975" y="1041"/>
                    <a:pt x="14741" y="1696"/>
                    <a:pt x="13531" y="1696"/>
                  </a:cubicBezTo>
                  <a:cubicBezTo>
                    <a:pt x="13161" y="1696"/>
                    <a:pt x="12795" y="1635"/>
                    <a:pt x="12446" y="1506"/>
                  </a:cubicBezTo>
                  <a:cubicBezTo>
                    <a:pt x="5611" y="13882"/>
                    <a:pt x="6835" y="29246"/>
                    <a:pt x="0" y="41625"/>
                  </a:cubicBezTo>
                  <a:cubicBezTo>
                    <a:pt x="1489" y="42176"/>
                    <a:pt x="2087" y="43774"/>
                    <a:pt x="1173" y="45134"/>
                  </a:cubicBezTo>
                  <a:cubicBezTo>
                    <a:pt x="5124" y="46598"/>
                    <a:pt x="9077" y="48062"/>
                    <a:pt x="13030" y="49526"/>
                  </a:cubicBezTo>
                  <a:cubicBezTo>
                    <a:pt x="13728" y="48484"/>
                    <a:pt x="14961" y="47830"/>
                    <a:pt x="16172" y="47830"/>
                  </a:cubicBezTo>
                  <a:cubicBezTo>
                    <a:pt x="16542" y="47830"/>
                    <a:pt x="16910" y="47891"/>
                    <a:pt x="17260" y="48020"/>
                  </a:cubicBezTo>
                  <a:cubicBezTo>
                    <a:pt x="24094" y="35640"/>
                    <a:pt x="22871" y="20278"/>
                    <a:pt x="29705" y="7902"/>
                  </a:cubicBezTo>
                  <a:cubicBezTo>
                    <a:pt x="28216" y="7350"/>
                    <a:pt x="27616" y="5752"/>
                    <a:pt x="28530" y="4392"/>
                  </a:cubicBezTo>
                  <a:lnTo>
                    <a:pt x="16676" y="0"/>
                  </a:ln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6"/>
            <p:cNvSpPr/>
            <p:nvPr/>
          </p:nvSpPr>
          <p:spPr>
            <a:xfrm>
              <a:off x="1856650" y="548900"/>
              <a:ext cx="677225" cy="1182000"/>
            </a:xfrm>
            <a:custGeom>
              <a:rect b="b" l="l" r="r" t="t"/>
              <a:pathLst>
                <a:path extrusionOk="0" h="47280" w="27089">
                  <a:moveTo>
                    <a:pt x="15664" y="310"/>
                  </a:moveTo>
                  <a:cubicBezTo>
                    <a:pt x="18959" y="1529"/>
                    <a:pt x="22254" y="2751"/>
                    <a:pt x="25551" y="3972"/>
                  </a:cubicBezTo>
                  <a:cubicBezTo>
                    <a:pt x="25246" y="5214"/>
                    <a:pt x="25729" y="6480"/>
                    <a:pt x="26736" y="7281"/>
                  </a:cubicBezTo>
                  <a:cubicBezTo>
                    <a:pt x="20617" y="19177"/>
                    <a:pt x="21407" y="33633"/>
                    <a:pt x="15288" y="45529"/>
                  </a:cubicBezTo>
                  <a:cubicBezTo>
                    <a:pt x="15199" y="45524"/>
                    <a:pt x="15111" y="45522"/>
                    <a:pt x="15022" y="45522"/>
                  </a:cubicBezTo>
                  <a:cubicBezTo>
                    <a:pt x="13728" y="45522"/>
                    <a:pt x="12417" y="46067"/>
                    <a:pt x="11425" y="46968"/>
                  </a:cubicBezTo>
                  <a:lnTo>
                    <a:pt x="1538" y="43306"/>
                  </a:lnTo>
                  <a:cubicBezTo>
                    <a:pt x="1843" y="42063"/>
                    <a:pt x="1360" y="40798"/>
                    <a:pt x="353" y="39997"/>
                  </a:cubicBezTo>
                  <a:lnTo>
                    <a:pt x="356" y="39997"/>
                  </a:lnTo>
                  <a:cubicBezTo>
                    <a:pt x="6474" y="28101"/>
                    <a:pt x="5682" y="13644"/>
                    <a:pt x="11804" y="1749"/>
                  </a:cubicBezTo>
                  <a:cubicBezTo>
                    <a:pt x="11892" y="1754"/>
                    <a:pt x="11980" y="1756"/>
                    <a:pt x="12069" y="1756"/>
                  </a:cubicBezTo>
                  <a:cubicBezTo>
                    <a:pt x="13361" y="1756"/>
                    <a:pt x="14674" y="1211"/>
                    <a:pt x="15664" y="310"/>
                  </a:cubicBezTo>
                  <a:close/>
                  <a:moveTo>
                    <a:pt x="15620" y="1"/>
                  </a:moveTo>
                  <a:cubicBezTo>
                    <a:pt x="15593" y="26"/>
                    <a:pt x="15567" y="51"/>
                    <a:pt x="15539" y="77"/>
                  </a:cubicBezTo>
                  <a:cubicBezTo>
                    <a:pt x="14607" y="958"/>
                    <a:pt x="13342" y="1493"/>
                    <a:pt x="12101" y="1493"/>
                  </a:cubicBezTo>
                  <a:cubicBezTo>
                    <a:pt x="11983" y="1493"/>
                    <a:pt x="11865" y="1488"/>
                    <a:pt x="11748" y="1478"/>
                  </a:cubicBezTo>
                  <a:lnTo>
                    <a:pt x="11640" y="1469"/>
                  </a:lnTo>
                  <a:cubicBezTo>
                    <a:pt x="5385" y="13462"/>
                    <a:pt x="6255" y="28094"/>
                    <a:pt x="0" y="40085"/>
                  </a:cubicBezTo>
                  <a:cubicBezTo>
                    <a:pt x="28" y="40105"/>
                    <a:pt x="53" y="40126"/>
                    <a:pt x="81" y="40147"/>
                  </a:cubicBezTo>
                  <a:cubicBezTo>
                    <a:pt x="1092" y="40909"/>
                    <a:pt x="1566" y="42160"/>
                    <a:pt x="1224" y="43380"/>
                  </a:cubicBezTo>
                  <a:cubicBezTo>
                    <a:pt x="1215" y="43412"/>
                    <a:pt x="1205" y="43444"/>
                    <a:pt x="1196" y="43474"/>
                  </a:cubicBezTo>
                  <a:cubicBezTo>
                    <a:pt x="4620" y="44744"/>
                    <a:pt x="8044" y="46012"/>
                    <a:pt x="11469" y="47279"/>
                  </a:cubicBezTo>
                  <a:cubicBezTo>
                    <a:pt x="11496" y="47256"/>
                    <a:pt x="11522" y="47231"/>
                    <a:pt x="11550" y="47206"/>
                  </a:cubicBezTo>
                  <a:cubicBezTo>
                    <a:pt x="12484" y="46324"/>
                    <a:pt x="13750" y="45787"/>
                    <a:pt x="14991" y="45787"/>
                  </a:cubicBezTo>
                  <a:cubicBezTo>
                    <a:pt x="15109" y="45787"/>
                    <a:pt x="15226" y="45792"/>
                    <a:pt x="15343" y="45802"/>
                  </a:cubicBezTo>
                  <a:cubicBezTo>
                    <a:pt x="15380" y="45806"/>
                    <a:pt x="15415" y="45809"/>
                    <a:pt x="15452" y="45811"/>
                  </a:cubicBezTo>
                  <a:cubicBezTo>
                    <a:pt x="21704" y="33820"/>
                    <a:pt x="20834" y="19188"/>
                    <a:pt x="27089" y="7195"/>
                  </a:cubicBezTo>
                  <a:cubicBezTo>
                    <a:pt x="27064" y="7175"/>
                    <a:pt x="27036" y="7156"/>
                    <a:pt x="27010" y="7135"/>
                  </a:cubicBezTo>
                  <a:cubicBezTo>
                    <a:pt x="25999" y="6371"/>
                    <a:pt x="25526" y="5120"/>
                    <a:pt x="25865" y="3903"/>
                  </a:cubicBezTo>
                  <a:cubicBezTo>
                    <a:pt x="25874" y="3870"/>
                    <a:pt x="25884" y="3838"/>
                    <a:pt x="25893" y="3806"/>
                  </a:cubicBezTo>
                  <a:lnTo>
                    <a:pt x="15620" y="1"/>
                  </a:ln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6"/>
            <p:cNvSpPr/>
            <p:nvPr/>
          </p:nvSpPr>
          <p:spPr>
            <a:xfrm>
              <a:off x="2026925" y="971175"/>
              <a:ext cx="336675" cy="337450"/>
            </a:xfrm>
            <a:custGeom>
              <a:rect b="b" l="l" r="r" t="t"/>
              <a:pathLst>
                <a:path extrusionOk="0" h="13498" w="13467">
                  <a:moveTo>
                    <a:pt x="5989" y="0"/>
                  </a:moveTo>
                  <a:cubicBezTo>
                    <a:pt x="3447" y="0"/>
                    <a:pt x="1250" y="1728"/>
                    <a:pt x="700" y="4514"/>
                  </a:cubicBezTo>
                  <a:cubicBezTo>
                    <a:pt x="1" y="8044"/>
                    <a:pt x="2058" y="11880"/>
                    <a:pt x="5385" y="13113"/>
                  </a:cubicBezTo>
                  <a:cubicBezTo>
                    <a:pt x="6090" y="13374"/>
                    <a:pt x="6796" y="13498"/>
                    <a:pt x="7477" y="13498"/>
                  </a:cubicBezTo>
                  <a:cubicBezTo>
                    <a:pt x="10018" y="13498"/>
                    <a:pt x="12215" y="11769"/>
                    <a:pt x="12767" y="8984"/>
                  </a:cubicBezTo>
                  <a:cubicBezTo>
                    <a:pt x="13466" y="5454"/>
                    <a:pt x="11409" y="1618"/>
                    <a:pt x="8082" y="385"/>
                  </a:cubicBezTo>
                  <a:cubicBezTo>
                    <a:pt x="7376" y="124"/>
                    <a:pt x="6670" y="0"/>
                    <a:pt x="5989"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6"/>
            <p:cNvSpPr/>
            <p:nvPr/>
          </p:nvSpPr>
          <p:spPr>
            <a:xfrm>
              <a:off x="2237275" y="711425"/>
              <a:ext cx="114200" cy="100075"/>
            </a:xfrm>
            <a:custGeom>
              <a:rect b="b" l="l" r="r" t="t"/>
              <a:pathLst>
                <a:path extrusionOk="0" h="4003" w="4568">
                  <a:moveTo>
                    <a:pt x="2275" y="1"/>
                  </a:moveTo>
                  <a:cubicBezTo>
                    <a:pt x="1465" y="1"/>
                    <a:pt x="712" y="509"/>
                    <a:pt x="400" y="1318"/>
                  </a:cubicBezTo>
                  <a:cubicBezTo>
                    <a:pt x="0" y="2355"/>
                    <a:pt x="474" y="3488"/>
                    <a:pt x="1515" y="3874"/>
                  </a:cubicBezTo>
                  <a:cubicBezTo>
                    <a:pt x="1750" y="3961"/>
                    <a:pt x="1994" y="4002"/>
                    <a:pt x="2236" y="4002"/>
                  </a:cubicBezTo>
                  <a:cubicBezTo>
                    <a:pt x="3063" y="4002"/>
                    <a:pt x="3861" y="3516"/>
                    <a:pt x="4168" y="2715"/>
                  </a:cubicBezTo>
                  <a:cubicBezTo>
                    <a:pt x="4568" y="1680"/>
                    <a:pt x="4004" y="512"/>
                    <a:pt x="2965" y="126"/>
                  </a:cubicBezTo>
                  <a:cubicBezTo>
                    <a:pt x="2736" y="41"/>
                    <a:pt x="2503" y="1"/>
                    <a:pt x="2275"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36"/>
          <p:cNvGrpSpPr/>
          <p:nvPr/>
        </p:nvGrpSpPr>
        <p:grpSpPr>
          <a:xfrm rot="-988460">
            <a:off x="201199" y="2873761"/>
            <a:ext cx="305571" cy="607251"/>
            <a:chOff x="2003200" y="4511300"/>
            <a:chExt cx="437875" cy="870175"/>
          </a:xfrm>
        </p:grpSpPr>
        <p:sp>
          <p:nvSpPr>
            <p:cNvPr id="1031" name="Google Shape;1031;p36"/>
            <p:cNvSpPr/>
            <p:nvPr/>
          </p:nvSpPr>
          <p:spPr>
            <a:xfrm>
              <a:off x="2003425" y="4511300"/>
              <a:ext cx="437650" cy="870175"/>
            </a:xfrm>
            <a:custGeom>
              <a:rect b="b" l="l" r="r" t="t"/>
              <a:pathLst>
                <a:path extrusionOk="0" h="34807" w="17506">
                  <a:moveTo>
                    <a:pt x="6310" y="0"/>
                  </a:moveTo>
                  <a:cubicBezTo>
                    <a:pt x="6206" y="0"/>
                    <a:pt x="6100" y="20"/>
                    <a:pt x="5997" y="61"/>
                  </a:cubicBezTo>
                  <a:lnTo>
                    <a:pt x="728" y="1783"/>
                  </a:lnTo>
                  <a:cubicBezTo>
                    <a:pt x="257" y="1919"/>
                    <a:pt x="1" y="2425"/>
                    <a:pt x="169" y="2884"/>
                  </a:cubicBezTo>
                  <a:lnTo>
                    <a:pt x="10375" y="34197"/>
                  </a:lnTo>
                  <a:cubicBezTo>
                    <a:pt x="10481" y="34568"/>
                    <a:pt x="10819" y="34806"/>
                    <a:pt x="11183" y="34806"/>
                  </a:cubicBezTo>
                  <a:cubicBezTo>
                    <a:pt x="11280" y="34806"/>
                    <a:pt x="11379" y="34789"/>
                    <a:pt x="11476" y="34753"/>
                  </a:cubicBezTo>
                  <a:lnTo>
                    <a:pt x="16801" y="33044"/>
                  </a:lnTo>
                  <a:cubicBezTo>
                    <a:pt x="17256" y="32887"/>
                    <a:pt x="17505" y="32398"/>
                    <a:pt x="17364" y="31938"/>
                  </a:cubicBezTo>
                  <a:lnTo>
                    <a:pt x="7131" y="656"/>
                  </a:lnTo>
                  <a:cubicBezTo>
                    <a:pt x="7042" y="261"/>
                    <a:pt x="6690" y="0"/>
                    <a:pt x="6310"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6"/>
            <p:cNvSpPr/>
            <p:nvPr/>
          </p:nvSpPr>
          <p:spPr>
            <a:xfrm>
              <a:off x="2003200" y="4511300"/>
              <a:ext cx="201650" cy="141400"/>
            </a:xfrm>
            <a:custGeom>
              <a:rect b="b" l="l" r="r" t="t"/>
              <a:pathLst>
                <a:path extrusionOk="0" h="5656" w="8066">
                  <a:moveTo>
                    <a:pt x="6319" y="0"/>
                  </a:moveTo>
                  <a:cubicBezTo>
                    <a:pt x="6215" y="0"/>
                    <a:pt x="6109" y="20"/>
                    <a:pt x="6006" y="61"/>
                  </a:cubicBezTo>
                  <a:lnTo>
                    <a:pt x="737" y="1783"/>
                  </a:lnTo>
                  <a:cubicBezTo>
                    <a:pt x="268" y="1908"/>
                    <a:pt x="1" y="2402"/>
                    <a:pt x="153" y="2861"/>
                  </a:cubicBezTo>
                  <a:lnTo>
                    <a:pt x="1074" y="5655"/>
                  </a:lnTo>
                  <a:lnTo>
                    <a:pt x="8066" y="3443"/>
                  </a:lnTo>
                  <a:lnTo>
                    <a:pt x="7140" y="656"/>
                  </a:lnTo>
                  <a:cubicBezTo>
                    <a:pt x="7051" y="261"/>
                    <a:pt x="6699" y="0"/>
                    <a:pt x="631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6"/>
            <p:cNvSpPr/>
            <p:nvPr/>
          </p:nvSpPr>
          <p:spPr>
            <a:xfrm>
              <a:off x="2028900" y="4592625"/>
              <a:ext cx="224275" cy="212400"/>
            </a:xfrm>
            <a:custGeom>
              <a:rect b="b" l="l" r="r" t="t"/>
              <a:pathLst>
                <a:path extrusionOk="0" h="8496" w="8971">
                  <a:moveTo>
                    <a:pt x="6936" y="1"/>
                  </a:moveTo>
                  <a:lnTo>
                    <a:pt x="0" y="2261"/>
                  </a:lnTo>
                  <a:lnTo>
                    <a:pt x="2034" y="8496"/>
                  </a:lnTo>
                  <a:lnTo>
                    <a:pt x="8970" y="6235"/>
                  </a:lnTo>
                  <a:lnTo>
                    <a:pt x="6936" y="1"/>
                  </a:ln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6"/>
            <p:cNvSpPr/>
            <p:nvPr/>
          </p:nvSpPr>
          <p:spPr>
            <a:xfrm>
              <a:off x="2125350" y="4944825"/>
              <a:ext cx="231200" cy="120775"/>
            </a:xfrm>
            <a:custGeom>
              <a:rect b="b" l="l" r="r" t="t"/>
              <a:pathLst>
                <a:path extrusionOk="0" h="4831" w="9248">
                  <a:moveTo>
                    <a:pt x="0" y="0"/>
                  </a:moveTo>
                  <a:lnTo>
                    <a:pt x="1014" y="3119"/>
                  </a:lnTo>
                  <a:lnTo>
                    <a:pt x="5794" y="4112"/>
                  </a:lnTo>
                  <a:lnTo>
                    <a:pt x="9248" y="4830"/>
                  </a:lnTo>
                  <a:lnTo>
                    <a:pt x="9248" y="4830"/>
                  </a:lnTo>
                  <a:lnTo>
                    <a:pt x="8230" y="1718"/>
                  </a:lnTo>
                  <a:lnTo>
                    <a:pt x="5537" y="1148"/>
                  </a:lnTo>
                  <a:lnTo>
                    <a:pt x="0"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6"/>
            <p:cNvSpPr/>
            <p:nvPr/>
          </p:nvSpPr>
          <p:spPr>
            <a:xfrm>
              <a:off x="2236125" y="5284225"/>
              <a:ext cx="200100" cy="88925"/>
            </a:xfrm>
            <a:custGeom>
              <a:rect b="b" l="l" r="r" t="t"/>
              <a:pathLst>
                <a:path extrusionOk="0" h="3557" w="8004">
                  <a:moveTo>
                    <a:pt x="0" y="1"/>
                  </a:moveTo>
                  <a:lnTo>
                    <a:pt x="1014" y="3123"/>
                  </a:lnTo>
                  <a:lnTo>
                    <a:pt x="3115" y="3557"/>
                  </a:lnTo>
                  <a:lnTo>
                    <a:pt x="7486" y="2134"/>
                  </a:lnTo>
                  <a:cubicBezTo>
                    <a:pt x="7719" y="2061"/>
                    <a:pt x="7906" y="1892"/>
                    <a:pt x="8003" y="1668"/>
                  </a:cubicBezTo>
                  <a:lnTo>
                    <a:pt x="5526" y="1151"/>
                  </a:lnTo>
                  <a:lnTo>
                    <a:pt x="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6"/>
            <p:cNvSpPr/>
            <p:nvPr/>
          </p:nvSpPr>
          <p:spPr>
            <a:xfrm>
              <a:off x="2069563" y="4771050"/>
              <a:ext cx="251475" cy="183175"/>
            </a:xfrm>
            <a:custGeom>
              <a:rect b="b" l="l" r="r" t="t"/>
              <a:pathLst>
                <a:path extrusionOk="0" h="7327" w="10059">
                  <a:moveTo>
                    <a:pt x="1" y="0"/>
                  </a:moveTo>
                  <a:lnTo>
                    <a:pt x="1829" y="5609"/>
                  </a:lnTo>
                  <a:lnTo>
                    <a:pt x="4097" y="6087"/>
                  </a:lnTo>
                  <a:lnTo>
                    <a:pt x="9793" y="7274"/>
                  </a:lnTo>
                  <a:lnTo>
                    <a:pt x="10059" y="7327"/>
                  </a:lnTo>
                  <a:lnTo>
                    <a:pt x="8223" y="1714"/>
                  </a:lnTo>
                  <a:lnTo>
                    <a:pt x="8193" y="1709"/>
                  </a:lnTo>
                  <a:lnTo>
                    <a:pt x="2478" y="518"/>
                  </a:lnTo>
                  <a:lnTo>
                    <a:pt x="1"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0" name="Shape 1040"/>
        <p:cNvGrpSpPr/>
        <p:nvPr/>
      </p:nvGrpSpPr>
      <p:grpSpPr>
        <a:xfrm>
          <a:off x="0" y="0"/>
          <a:ext cx="0" cy="0"/>
          <a:chOff x="0" y="0"/>
          <a:chExt cx="0" cy="0"/>
        </a:xfrm>
      </p:grpSpPr>
      <p:sp>
        <p:nvSpPr>
          <p:cNvPr id="1041" name="Google Shape;1041;p37"/>
          <p:cNvSpPr txBox="1"/>
          <p:nvPr>
            <p:ph type="title"/>
          </p:nvPr>
        </p:nvSpPr>
        <p:spPr>
          <a:xfrm>
            <a:off x="720000" y="585288"/>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USE THIS </a:t>
            </a:r>
            <a:r>
              <a:rPr lang="en">
                <a:solidFill>
                  <a:schemeClr val="accent3"/>
                </a:solidFill>
              </a:rPr>
              <a:t>GRAPH</a:t>
            </a:r>
            <a:endParaRPr>
              <a:solidFill>
                <a:schemeClr val="accent3"/>
              </a:solidFill>
            </a:endParaRPr>
          </a:p>
        </p:txBody>
      </p:sp>
      <p:pic>
        <p:nvPicPr>
          <p:cNvPr id="1042" name="Google Shape;1042;p37" title="Points scored">
            <a:hlinkClick r:id="rId3"/>
          </p:cNvPr>
          <p:cNvPicPr preferRelativeResize="0"/>
          <p:nvPr/>
        </p:nvPicPr>
        <p:blipFill>
          <a:blip r:embed="rId4">
            <a:alphaModFix/>
          </a:blip>
          <a:stretch>
            <a:fillRect/>
          </a:stretch>
        </p:blipFill>
        <p:spPr>
          <a:xfrm>
            <a:off x="3519463" y="1563062"/>
            <a:ext cx="2105076" cy="2017376"/>
          </a:xfrm>
          <a:prstGeom prst="rect">
            <a:avLst/>
          </a:prstGeom>
          <a:noFill/>
          <a:ln>
            <a:noFill/>
          </a:ln>
        </p:spPr>
      </p:pic>
      <p:sp>
        <p:nvSpPr>
          <p:cNvPr id="1043" name="Google Shape;1043;p37"/>
          <p:cNvSpPr txBox="1"/>
          <p:nvPr/>
        </p:nvSpPr>
        <p:spPr>
          <a:xfrm>
            <a:off x="6088919" y="3240944"/>
            <a:ext cx="23364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1"/>
                </a:solidFill>
                <a:latin typeface="Doppio One"/>
                <a:ea typeface="Doppio One"/>
                <a:cs typeface="Doppio One"/>
                <a:sym typeface="Doppio One"/>
              </a:rPr>
              <a:t>MERCURY</a:t>
            </a:r>
            <a:endParaRPr sz="2500">
              <a:solidFill>
                <a:schemeClr val="accent1"/>
              </a:solidFill>
              <a:latin typeface="Doppio One"/>
              <a:ea typeface="Doppio One"/>
              <a:cs typeface="Doppio One"/>
              <a:sym typeface="Doppio One"/>
            </a:endParaRPr>
          </a:p>
        </p:txBody>
      </p:sp>
      <p:sp>
        <p:nvSpPr>
          <p:cNvPr id="1044" name="Google Shape;1044;p37"/>
          <p:cNvSpPr txBox="1"/>
          <p:nvPr/>
        </p:nvSpPr>
        <p:spPr>
          <a:xfrm>
            <a:off x="740492" y="1703677"/>
            <a:ext cx="23364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1"/>
                </a:solidFill>
                <a:latin typeface="Doppio One"/>
                <a:ea typeface="Doppio One"/>
                <a:cs typeface="Doppio One"/>
                <a:sym typeface="Doppio One"/>
              </a:rPr>
              <a:t>JUPITER</a:t>
            </a:r>
            <a:endParaRPr sz="2500">
              <a:solidFill>
                <a:schemeClr val="accent1"/>
              </a:solidFill>
              <a:latin typeface="Doppio One"/>
              <a:ea typeface="Doppio One"/>
              <a:cs typeface="Doppio One"/>
              <a:sym typeface="Doppio One"/>
            </a:endParaRPr>
          </a:p>
        </p:txBody>
      </p:sp>
      <p:sp>
        <p:nvSpPr>
          <p:cNvPr id="1045" name="Google Shape;1045;p37"/>
          <p:cNvSpPr txBox="1"/>
          <p:nvPr/>
        </p:nvSpPr>
        <p:spPr>
          <a:xfrm>
            <a:off x="720000" y="3240944"/>
            <a:ext cx="23364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1"/>
                </a:solidFill>
                <a:latin typeface="Doppio One"/>
                <a:ea typeface="Doppio One"/>
                <a:cs typeface="Doppio One"/>
                <a:sym typeface="Doppio One"/>
              </a:rPr>
              <a:t>MARS</a:t>
            </a:r>
            <a:endParaRPr sz="2500">
              <a:solidFill>
                <a:schemeClr val="accent1"/>
              </a:solidFill>
              <a:latin typeface="Doppio One"/>
              <a:ea typeface="Doppio One"/>
              <a:cs typeface="Doppio One"/>
              <a:sym typeface="Doppio One"/>
            </a:endParaRPr>
          </a:p>
        </p:txBody>
      </p:sp>
      <p:sp>
        <p:nvSpPr>
          <p:cNvPr id="1046" name="Google Shape;1046;p37"/>
          <p:cNvSpPr txBox="1"/>
          <p:nvPr/>
        </p:nvSpPr>
        <p:spPr>
          <a:xfrm>
            <a:off x="6109416" y="3666129"/>
            <a:ext cx="20343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1"/>
                </a:solidFill>
                <a:latin typeface="Cabin"/>
                <a:ea typeface="Cabin"/>
                <a:cs typeface="Cabin"/>
                <a:sym typeface="Cabin"/>
              </a:rPr>
              <a:t>Mercury is the closest planet to the Sun</a:t>
            </a:r>
            <a:endParaRPr>
              <a:solidFill>
                <a:schemeClr val="accent1"/>
              </a:solidFill>
              <a:latin typeface="Cabin"/>
              <a:ea typeface="Cabin"/>
              <a:cs typeface="Cabin"/>
              <a:sym typeface="Cabin"/>
            </a:endParaRPr>
          </a:p>
        </p:txBody>
      </p:sp>
      <p:sp>
        <p:nvSpPr>
          <p:cNvPr id="1047" name="Google Shape;1047;p37"/>
          <p:cNvSpPr txBox="1"/>
          <p:nvPr/>
        </p:nvSpPr>
        <p:spPr>
          <a:xfrm>
            <a:off x="1032198" y="2128854"/>
            <a:ext cx="20343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accent1"/>
                </a:solidFill>
                <a:latin typeface="Cabin"/>
                <a:ea typeface="Cabin"/>
                <a:cs typeface="Cabin"/>
                <a:sym typeface="Cabin"/>
              </a:rPr>
              <a:t>Jupiter is the biggest planet of them all</a:t>
            </a:r>
            <a:endParaRPr>
              <a:solidFill>
                <a:schemeClr val="accent1"/>
              </a:solidFill>
              <a:latin typeface="Cabin"/>
              <a:ea typeface="Cabin"/>
              <a:cs typeface="Cabin"/>
              <a:sym typeface="Cabin"/>
            </a:endParaRPr>
          </a:p>
        </p:txBody>
      </p:sp>
      <p:sp>
        <p:nvSpPr>
          <p:cNvPr id="1048" name="Google Shape;1048;p37"/>
          <p:cNvSpPr txBox="1"/>
          <p:nvPr/>
        </p:nvSpPr>
        <p:spPr>
          <a:xfrm>
            <a:off x="1024600" y="3666125"/>
            <a:ext cx="20343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accent1"/>
                </a:solidFill>
                <a:latin typeface="Cabin"/>
                <a:ea typeface="Cabin"/>
                <a:cs typeface="Cabin"/>
                <a:sym typeface="Cabin"/>
              </a:rPr>
              <a:t>Despite being red, Mars is a cold place</a:t>
            </a:r>
            <a:endParaRPr>
              <a:solidFill>
                <a:schemeClr val="accent1"/>
              </a:solidFill>
              <a:latin typeface="Cabin"/>
              <a:ea typeface="Cabin"/>
              <a:cs typeface="Cabin"/>
              <a:sym typeface="Cabin"/>
            </a:endParaRPr>
          </a:p>
        </p:txBody>
      </p:sp>
      <p:sp>
        <p:nvSpPr>
          <p:cNvPr id="1049" name="Google Shape;1049;p37"/>
          <p:cNvSpPr txBox="1"/>
          <p:nvPr/>
        </p:nvSpPr>
        <p:spPr>
          <a:xfrm>
            <a:off x="6088919" y="1699199"/>
            <a:ext cx="23364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1"/>
                </a:solidFill>
                <a:latin typeface="Doppio One"/>
                <a:ea typeface="Doppio One"/>
                <a:cs typeface="Doppio One"/>
                <a:sym typeface="Doppio One"/>
              </a:rPr>
              <a:t>VENUS</a:t>
            </a:r>
            <a:endParaRPr sz="2500">
              <a:solidFill>
                <a:schemeClr val="accent1"/>
              </a:solidFill>
              <a:latin typeface="Doppio One"/>
              <a:ea typeface="Doppio One"/>
              <a:cs typeface="Doppio One"/>
              <a:sym typeface="Doppio One"/>
            </a:endParaRPr>
          </a:p>
        </p:txBody>
      </p:sp>
      <p:sp>
        <p:nvSpPr>
          <p:cNvPr id="1050" name="Google Shape;1050;p37"/>
          <p:cNvSpPr txBox="1"/>
          <p:nvPr/>
        </p:nvSpPr>
        <p:spPr>
          <a:xfrm>
            <a:off x="6099170" y="2124383"/>
            <a:ext cx="20343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1"/>
                </a:solidFill>
                <a:latin typeface="Cabin"/>
                <a:ea typeface="Cabin"/>
                <a:cs typeface="Cabin"/>
                <a:sym typeface="Cabin"/>
              </a:rPr>
              <a:t>Venus is the second planet from the Sun</a:t>
            </a:r>
            <a:endParaRPr>
              <a:solidFill>
                <a:schemeClr val="accent1"/>
              </a:solidFill>
              <a:latin typeface="Cabin"/>
              <a:ea typeface="Cabin"/>
              <a:cs typeface="Cabin"/>
              <a:sym typeface="Cabin"/>
            </a:endParaRPr>
          </a:p>
        </p:txBody>
      </p:sp>
      <p:sp>
        <p:nvSpPr>
          <p:cNvPr id="1051" name="Google Shape;1051;p37"/>
          <p:cNvSpPr txBox="1"/>
          <p:nvPr/>
        </p:nvSpPr>
        <p:spPr>
          <a:xfrm>
            <a:off x="717229" y="4324954"/>
            <a:ext cx="77040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accent1"/>
                </a:solidFill>
                <a:latin typeface="Cabin"/>
                <a:ea typeface="Cabin"/>
                <a:cs typeface="Cabin"/>
                <a:sym typeface="Cabin"/>
              </a:rPr>
              <a:t>Follow the link in the graph to modify its data and then paste the new one here. </a:t>
            </a:r>
            <a:r>
              <a:rPr b="1" lang="en" sz="1000">
                <a:solidFill>
                  <a:schemeClr val="accent1"/>
                </a:solidFill>
                <a:uFill>
                  <a:noFill/>
                </a:uFill>
                <a:latin typeface="Cabin"/>
                <a:ea typeface="Cabin"/>
                <a:cs typeface="Cabin"/>
                <a:sym typeface="Cabin"/>
                <a:hlinkClick r:id="rId5">
                  <a:extLst>
                    <a:ext uri="{A12FA001-AC4F-418D-AE19-62706E023703}">
                      <ahyp:hlinkClr val="tx"/>
                    </a:ext>
                  </a:extLst>
                </a:hlinkClick>
              </a:rPr>
              <a:t>For more info, click here</a:t>
            </a:r>
            <a:endParaRPr sz="1000">
              <a:solidFill>
                <a:schemeClr val="accent1"/>
              </a:solidFill>
              <a:latin typeface="Cabin"/>
              <a:ea typeface="Cabin"/>
              <a:cs typeface="Cabin"/>
              <a:sym typeface="Cabin"/>
            </a:endParaRPr>
          </a:p>
        </p:txBody>
      </p:sp>
      <p:sp>
        <p:nvSpPr>
          <p:cNvPr id="1052" name="Google Shape;1052;p37"/>
          <p:cNvSpPr txBox="1"/>
          <p:nvPr/>
        </p:nvSpPr>
        <p:spPr>
          <a:xfrm>
            <a:off x="6087629" y="2831533"/>
            <a:ext cx="9501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3"/>
                </a:solidFill>
                <a:latin typeface="Doppio One"/>
                <a:ea typeface="Doppio One"/>
                <a:cs typeface="Doppio One"/>
                <a:sym typeface="Doppio One"/>
              </a:rPr>
              <a:t>31%</a:t>
            </a:r>
            <a:endParaRPr sz="2500">
              <a:solidFill>
                <a:schemeClr val="accent3"/>
              </a:solidFill>
              <a:latin typeface="Doppio One"/>
              <a:ea typeface="Doppio One"/>
              <a:cs typeface="Doppio One"/>
              <a:sym typeface="Doppio One"/>
            </a:endParaRPr>
          </a:p>
        </p:txBody>
      </p:sp>
      <p:sp>
        <p:nvSpPr>
          <p:cNvPr id="1053" name="Google Shape;1053;p37"/>
          <p:cNvSpPr txBox="1"/>
          <p:nvPr/>
        </p:nvSpPr>
        <p:spPr>
          <a:xfrm>
            <a:off x="2116546" y="1289794"/>
            <a:ext cx="9501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3"/>
                </a:solidFill>
                <a:latin typeface="Doppio One"/>
                <a:ea typeface="Doppio One"/>
                <a:cs typeface="Doppio One"/>
                <a:sym typeface="Doppio One"/>
              </a:rPr>
              <a:t>37%</a:t>
            </a:r>
            <a:endParaRPr sz="2500">
              <a:solidFill>
                <a:schemeClr val="accent3"/>
              </a:solidFill>
              <a:latin typeface="Doppio One"/>
              <a:ea typeface="Doppio One"/>
              <a:cs typeface="Doppio One"/>
              <a:sym typeface="Doppio One"/>
            </a:endParaRPr>
          </a:p>
        </p:txBody>
      </p:sp>
      <p:sp>
        <p:nvSpPr>
          <p:cNvPr id="1054" name="Google Shape;1054;p37"/>
          <p:cNvSpPr txBox="1"/>
          <p:nvPr/>
        </p:nvSpPr>
        <p:spPr>
          <a:xfrm>
            <a:off x="2106300" y="2831534"/>
            <a:ext cx="9501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500">
                <a:solidFill>
                  <a:schemeClr val="accent3"/>
                </a:solidFill>
                <a:latin typeface="Doppio One"/>
                <a:ea typeface="Doppio One"/>
                <a:cs typeface="Doppio One"/>
                <a:sym typeface="Doppio One"/>
              </a:rPr>
              <a:t>12%</a:t>
            </a:r>
            <a:endParaRPr sz="2500">
              <a:solidFill>
                <a:schemeClr val="accent3"/>
              </a:solidFill>
              <a:latin typeface="Doppio One"/>
              <a:ea typeface="Doppio One"/>
              <a:cs typeface="Doppio One"/>
              <a:sym typeface="Doppio One"/>
            </a:endParaRPr>
          </a:p>
        </p:txBody>
      </p:sp>
      <p:sp>
        <p:nvSpPr>
          <p:cNvPr id="1055" name="Google Shape;1055;p37"/>
          <p:cNvSpPr txBox="1"/>
          <p:nvPr/>
        </p:nvSpPr>
        <p:spPr>
          <a:xfrm>
            <a:off x="6088919" y="1280838"/>
            <a:ext cx="9501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3"/>
                </a:solidFill>
                <a:latin typeface="Doppio One"/>
                <a:ea typeface="Doppio One"/>
                <a:cs typeface="Doppio One"/>
                <a:sym typeface="Doppio One"/>
              </a:rPr>
              <a:t>20%</a:t>
            </a:r>
            <a:endParaRPr sz="2500">
              <a:solidFill>
                <a:schemeClr val="accent3"/>
              </a:solidFill>
              <a:latin typeface="Doppio One"/>
              <a:ea typeface="Doppio One"/>
              <a:cs typeface="Doppio One"/>
              <a:sym typeface="Doppio One"/>
            </a:endParaRPr>
          </a:p>
        </p:txBody>
      </p:sp>
      <p:sp>
        <p:nvSpPr>
          <p:cNvPr id="1056" name="Google Shape;1056;p37"/>
          <p:cNvSpPr/>
          <p:nvPr/>
        </p:nvSpPr>
        <p:spPr>
          <a:xfrm>
            <a:off x="3130819" y="1391054"/>
            <a:ext cx="243900" cy="243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7"/>
          <p:cNvSpPr/>
          <p:nvPr/>
        </p:nvSpPr>
        <p:spPr>
          <a:xfrm>
            <a:off x="5779540" y="1391054"/>
            <a:ext cx="243900" cy="243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7"/>
          <p:cNvSpPr/>
          <p:nvPr/>
        </p:nvSpPr>
        <p:spPr>
          <a:xfrm>
            <a:off x="3130819" y="2951979"/>
            <a:ext cx="243900" cy="2439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7"/>
          <p:cNvSpPr/>
          <p:nvPr/>
        </p:nvSpPr>
        <p:spPr>
          <a:xfrm>
            <a:off x="5779540" y="2951979"/>
            <a:ext cx="243900" cy="24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 name="Google Shape;1060;p37"/>
          <p:cNvGrpSpPr/>
          <p:nvPr/>
        </p:nvGrpSpPr>
        <p:grpSpPr>
          <a:xfrm rot="-1614227">
            <a:off x="555154" y="253769"/>
            <a:ext cx="804828" cy="872057"/>
            <a:chOff x="2761250" y="617875"/>
            <a:chExt cx="1222900" cy="1325050"/>
          </a:xfrm>
        </p:grpSpPr>
        <p:sp>
          <p:nvSpPr>
            <p:cNvPr id="1061" name="Google Shape;1061;p37"/>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7"/>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7"/>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7"/>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7"/>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7"/>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7"/>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37"/>
          <p:cNvGrpSpPr/>
          <p:nvPr/>
        </p:nvGrpSpPr>
        <p:grpSpPr>
          <a:xfrm rot="1790401">
            <a:off x="8077970" y="2405323"/>
            <a:ext cx="701869" cy="1011948"/>
            <a:chOff x="1705850" y="434250"/>
            <a:chExt cx="978800" cy="1411225"/>
          </a:xfrm>
        </p:grpSpPr>
        <p:sp>
          <p:nvSpPr>
            <p:cNvPr id="1069" name="Google Shape;1069;p37"/>
            <p:cNvSpPr/>
            <p:nvPr/>
          </p:nvSpPr>
          <p:spPr>
            <a:xfrm>
              <a:off x="2039325" y="1468300"/>
              <a:ext cx="114225" cy="100025"/>
            </a:xfrm>
            <a:custGeom>
              <a:rect b="b" l="l" r="r" t="t"/>
              <a:pathLst>
                <a:path extrusionOk="0" h="4001" w="4569">
                  <a:moveTo>
                    <a:pt x="2278" y="0"/>
                  </a:moveTo>
                  <a:cubicBezTo>
                    <a:pt x="1467" y="0"/>
                    <a:pt x="714" y="508"/>
                    <a:pt x="400" y="1316"/>
                  </a:cubicBezTo>
                  <a:cubicBezTo>
                    <a:pt x="1" y="2353"/>
                    <a:pt x="474" y="3486"/>
                    <a:pt x="1516" y="3872"/>
                  </a:cubicBezTo>
                  <a:cubicBezTo>
                    <a:pt x="1751" y="3959"/>
                    <a:pt x="1995" y="4000"/>
                    <a:pt x="2236" y="4000"/>
                  </a:cubicBezTo>
                  <a:cubicBezTo>
                    <a:pt x="3064" y="4000"/>
                    <a:pt x="3861" y="3514"/>
                    <a:pt x="4169" y="2713"/>
                  </a:cubicBezTo>
                  <a:cubicBezTo>
                    <a:pt x="4568" y="1679"/>
                    <a:pt x="4005" y="510"/>
                    <a:pt x="2966" y="125"/>
                  </a:cubicBezTo>
                  <a:cubicBezTo>
                    <a:pt x="2738" y="40"/>
                    <a:pt x="2506" y="0"/>
                    <a:pt x="2278"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7"/>
            <p:cNvSpPr/>
            <p:nvPr/>
          </p:nvSpPr>
          <p:spPr>
            <a:xfrm>
              <a:off x="1705850" y="434250"/>
              <a:ext cx="978800" cy="1411225"/>
            </a:xfrm>
            <a:custGeom>
              <a:rect b="b" l="l" r="r" t="t"/>
              <a:pathLst>
                <a:path extrusionOk="0" h="56449" w="39152">
                  <a:moveTo>
                    <a:pt x="21401" y="3462"/>
                  </a:moveTo>
                  <a:lnTo>
                    <a:pt x="33255" y="7856"/>
                  </a:lnTo>
                  <a:cubicBezTo>
                    <a:pt x="32341" y="9216"/>
                    <a:pt x="32941" y="10814"/>
                    <a:pt x="34430" y="11366"/>
                  </a:cubicBezTo>
                  <a:cubicBezTo>
                    <a:pt x="27596" y="23744"/>
                    <a:pt x="28819" y="39106"/>
                    <a:pt x="21985" y="51484"/>
                  </a:cubicBezTo>
                  <a:cubicBezTo>
                    <a:pt x="21635" y="51355"/>
                    <a:pt x="21267" y="51294"/>
                    <a:pt x="20897" y="51294"/>
                  </a:cubicBezTo>
                  <a:cubicBezTo>
                    <a:pt x="19686" y="51294"/>
                    <a:pt x="18453" y="51948"/>
                    <a:pt x="17755" y="52990"/>
                  </a:cubicBezTo>
                  <a:cubicBezTo>
                    <a:pt x="13802" y="51526"/>
                    <a:pt x="9851" y="50062"/>
                    <a:pt x="5898" y="48598"/>
                  </a:cubicBezTo>
                  <a:cubicBezTo>
                    <a:pt x="6812" y="47238"/>
                    <a:pt x="6214" y="45640"/>
                    <a:pt x="4725" y="45089"/>
                  </a:cubicBezTo>
                  <a:cubicBezTo>
                    <a:pt x="11560" y="32710"/>
                    <a:pt x="10336" y="17346"/>
                    <a:pt x="17171" y="4970"/>
                  </a:cubicBezTo>
                  <a:cubicBezTo>
                    <a:pt x="17519" y="5099"/>
                    <a:pt x="17886" y="5160"/>
                    <a:pt x="18255" y="5160"/>
                  </a:cubicBezTo>
                  <a:cubicBezTo>
                    <a:pt x="19466" y="5160"/>
                    <a:pt x="20700" y="4504"/>
                    <a:pt x="21401" y="3462"/>
                  </a:cubicBezTo>
                  <a:close/>
                  <a:moveTo>
                    <a:pt x="18013" y="1"/>
                  </a:moveTo>
                  <a:cubicBezTo>
                    <a:pt x="6935" y="14326"/>
                    <a:pt x="11079" y="34292"/>
                    <a:pt x="1" y="48617"/>
                  </a:cubicBezTo>
                  <a:cubicBezTo>
                    <a:pt x="7046" y="51228"/>
                    <a:pt x="14095" y="53837"/>
                    <a:pt x="21142" y="56449"/>
                  </a:cubicBezTo>
                  <a:cubicBezTo>
                    <a:pt x="32218" y="42124"/>
                    <a:pt x="28076" y="22160"/>
                    <a:pt x="39152" y="7835"/>
                  </a:cubicBezTo>
                  <a:cubicBezTo>
                    <a:pt x="32105" y="5224"/>
                    <a:pt x="25060" y="2612"/>
                    <a:pt x="18013"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7"/>
            <p:cNvSpPr/>
            <p:nvPr/>
          </p:nvSpPr>
          <p:spPr>
            <a:xfrm>
              <a:off x="1865525" y="556650"/>
              <a:ext cx="659525" cy="1166525"/>
            </a:xfrm>
            <a:custGeom>
              <a:rect b="b" l="l" r="r" t="t"/>
              <a:pathLst>
                <a:path extrusionOk="0" h="46661" w="26381">
                  <a:moveTo>
                    <a:pt x="17195" y="6055"/>
                  </a:moveTo>
                  <a:cubicBezTo>
                    <a:pt x="17454" y="6055"/>
                    <a:pt x="17715" y="6099"/>
                    <a:pt x="17967" y="6193"/>
                  </a:cubicBezTo>
                  <a:cubicBezTo>
                    <a:pt x="19077" y="6606"/>
                    <a:pt x="19585" y="7816"/>
                    <a:pt x="19158" y="8922"/>
                  </a:cubicBezTo>
                  <a:cubicBezTo>
                    <a:pt x="18823" y="9787"/>
                    <a:pt x="18018" y="10330"/>
                    <a:pt x="17151" y="10330"/>
                  </a:cubicBezTo>
                  <a:cubicBezTo>
                    <a:pt x="16908" y="10330"/>
                    <a:pt x="16659" y="10287"/>
                    <a:pt x="16415" y="10196"/>
                  </a:cubicBezTo>
                  <a:cubicBezTo>
                    <a:pt x="15305" y="9785"/>
                    <a:pt x="14704" y="8539"/>
                    <a:pt x="15131" y="7433"/>
                  </a:cubicBezTo>
                  <a:cubicBezTo>
                    <a:pt x="15460" y="6575"/>
                    <a:pt x="16311" y="6055"/>
                    <a:pt x="17195" y="6055"/>
                  </a:cubicBezTo>
                  <a:close/>
                  <a:moveTo>
                    <a:pt x="12445" y="16581"/>
                  </a:moveTo>
                  <a:cubicBezTo>
                    <a:pt x="13126" y="16581"/>
                    <a:pt x="13832" y="16705"/>
                    <a:pt x="14538" y="16966"/>
                  </a:cubicBezTo>
                  <a:cubicBezTo>
                    <a:pt x="17865" y="18199"/>
                    <a:pt x="19922" y="22035"/>
                    <a:pt x="19223" y="25565"/>
                  </a:cubicBezTo>
                  <a:cubicBezTo>
                    <a:pt x="18671" y="28350"/>
                    <a:pt x="16474" y="30079"/>
                    <a:pt x="13933" y="30079"/>
                  </a:cubicBezTo>
                  <a:cubicBezTo>
                    <a:pt x="13252" y="30079"/>
                    <a:pt x="12546" y="29955"/>
                    <a:pt x="11841" y="29694"/>
                  </a:cubicBezTo>
                  <a:cubicBezTo>
                    <a:pt x="8514" y="28461"/>
                    <a:pt x="6457" y="24625"/>
                    <a:pt x="7156" y="21095"/>
                  </a:cubicBezTo>
                  <a:cubicBezTo>
                    <a:pt x="7706" y="18309"/>
                    <a:pt x="9903" y="16581"/>
                    <a:pt x="12445" y="16581"/>
                  </a:cubicBezTo>
                  <a:close/>
                  <a:moveTo>
                    <a:pt x="9231" y="36329"/>
                  </a:moveTo>
                  <a:cubicBezTo>
                    <a:pt x="9474" y="36329"/>
                    <a:pt x="9721" y="36371"/>
                    <a:pt x="9964" y="36461"/>
                  </a:cubicBezTo>
                  <a:cubicBezTo>
                    <a:pt x="11074" y="36875"/>
                    <a:pt x="11677" y="38121"/>
                    <a:pt x="11250" y="39227"/>
                  </a:cubicBezTo>
                  <a:cubicBezTo>
                    <a:pt x="10921" y="40084"/>
                    <a:pt x="10068" y="40604"/>
                    <a:pt x="9183" y="40604"/>
                  </a:cubicBezTo>
                  <a:cubicBezTo>
                    <a:pt x="8926" y="40604"/>
                    <a:pt x="8665" y="40560"/>
                    <a:pt x="8415" y="40467"/>
                  </a:cubicBezTo>
                  <a:cubicBezTo>
                    <a:pt x="7304" y="40054"/>
                    <a:pt x="6798" y="38842"/>
                    <a:pt x="7225" y="37736"/>
                  </a:cubicBezTo>
                  <a:cubicBezTo>
                    <a:pt x="7557" y="36872"/>
                    <a:pt x="8364" y="36329"/>
                    <a:pt x="9231" y="36329"/>
                  </a:cubicBezTo>
                  <a:close/>
                  <a:moveTo>
                    <a:pt x="15309" y="0"/>
                  </a:moveTo>
                  <a:cubicBezTo>
                    <a:pt x="14319" y="901"/>
                    <a:pt x="13006" y="1446"/>
                    <a:pt x="11714" y="1446"/>
                  </a:cubicBezTo>
                  <a:cubicBezTo>
                    <a:pt x="11625" y="1446"/>
                    <a:pt x="11537" y="1444"/>
                    <a:pt x="11449" y="1439"/>
                  </a:cubicBezTo>
                  <a:cubicBezTo>
                    <a:pt x="5327" y="13334"/>
                    <a:pt x="6119" y="27791"/>
                    <a:pt x="1" y="39687"/>
                  </a:cubicBezTo>
                  <a:cubicBezTo>
                    <a:pt x="1005" y="40488"/>
                    <a:pt x="1488" y="41753"/>
                    <a:pt x="1185" y="42996"/>
                  </a:cubicBezTo>
                  <a:lnTo>
                    <a:pt x="11070" y="46660"/>
                  </a:lnTo>
                  <a:cubicBezTo>
                    <a:pt x="12062" y="45757"/>
                    <a:pt x="13373" y="45212"/>
                    <a:pt x="14667" y="45212"/>
                  </a:cubicBezTo>
                  <a:cubicBezTo>
                    <a:pt x="14756" y="45212"/>
                    <a:pt x="14844" y="45214"/>
                    <a:pt x="14933" y="45219"/>
                  </a:cubicBezTo>
                  <a:cubicBezTo>
                    <a:pt x="21052" y="33323"/>
                    <a:pt x="20262" y="18869"/>
                    <a:pt x="26381" y="6973"/>
                  </a:cubicBezTo>
                  <a:cubicBezTo>
                    <a:pt x="25374" y="6170"/>
                    <a:pt x="24891" y="4904"/>
                    <a:pt x="25196" y="3664"/>
                  </a:cubicBezTo>
                  <a:cubicBezTo>
                    <a:pt x="21899" y="2443"/>
                    <a:pt x="18604" y="1221"/>
                    <a:pt x="15309" y="0"/>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7"/>
            <p:cNvSpPr/>
            <p:nvPr/>
          </p:nvSpPr>
          <p:spPr>
            <a:xfrm>
              <a:off x="1823975" y="520850"/>
              <a:ext cx="742650" cy="1238150"/>
            </a:xfrm>
            <a:custGeom>
              <a:rect b="b" l="l" r="r" t="t"/>
              <a:pathLst>
                <a:path extrusionOk="0" h="49526" w="29706">
                  <a:moveTo>
                    <a:pt x="16927" y="1123"/>
                  </a:moveTo>
                  <a:lnTo>
                    <a:pt x="27200" y="4928"/>
                  </a:lnTo>
                  <a:cubicBezTo>
                    <a:pt x="27191" y="4960"/>
                    <a:pt x="27181" y="4992"/>
                    <a:pt x="27172" y="5025"/>
                  </a:cubicBezTo>
                  <a:cubicBezTo>
                    <a:pt x="26833" y="6244"/>
                    <a:pt x="27306" y="7493"/>
                    <a:pt x="28317" y="8257"/>
                  </a:cubicBezTo>
                  <a:cubicBezTo>
                    <a:pt x="28343" y="8278"/>
                    <a:pt x="28371" y="8297"/>
                    <a:pt x="28396" y="8317"/>
                  </a:cubicBezTo>
                  <a:cubicBezTo>
                    <a:pt x="22141" y="20308"/>
                    <a:pt x="23011" y="34940"/>
                    <a:pt x="16756" y="46933"/>
                  </a:cubicBezTo>
                  <a:cubicBezTo>
                    <a:pt x="16722" y="46928"/>
                    <a:pt x="16685" y="46926"/>
                    <a:pt x="16650" y="46924"/>
                  </a:cubicBezTo>
                  <a:cubicBezTo>
                    <a:pt x="16531" y="46914"/>
                    <a:pt x="16412" y="46909"/>
                    <a:pt x="16292" y="46909"/>
                  </a:cubicBezTo>
                  <a:cubicBezTo>
                    <a:pt x="15051" y="46909"/>
                    <a:pt x="13789" y="47445"/>
                    <a:pt x="12857" y="48325"/>
                  </a:cubicBezTo>
                  <a:cubicBezTo>
                    <a:pt x="12829" y="48351"/>
                    <a:pt x="12803" y="48376"/>
                    <a:pt x="12776" y="48401"/>
                  </a:cubicBezTo>
                  <a:cubicBezTo>
                    <a:pt x="9354" y="47132"/>
                    <a:pt x="5930" y="45864"/>
                    <a:pt x="2503" y="44596"/>
                  </a:cubicBezTo>
                  <a:cubicBezTo>
                    <a:pt x="2512" y="44564"/>
                    <a:pt x="2522" y="44532"/>
                    <a:pt x="2531" y="44499"/>
                  </a:cubicBezTo>
                  <a:cubicBezTo>
                    <a:pt x="2873" y="43282"/>
                    <a:pt x="2399" y="42029"/>
                    <a:pt x="1386" y="41269"/>
                  </a:cubicBezTo>
                  <a:cubicBezTo>
                    <a:pt x="1360" y="41248"/>
                    <a:pt x="1335" y="41227"/>
                    <a:pt x="1307" y="41207"/>
                  </a:cubicBezTo>
                  <a:cubicBezTo>
                    <a:pt x="7562" y="29216"/>
                    <a:pt x="6692" y="14584"/>
                    <a:pt x="12947" y="2591"/>
                  </a:cubicBezTo>
                  <a:lnTo>
                    <a:pt x="13055" y="2600"/>
                  </a:lnTo>
                  <a:cubicBezTo>
                    <a:pt x="13172" y="2610"/>
                    <a:pt x="13290" y="2615"/>
                    <a:pt x="13408" y="2615"/>
                  </a:cubicBezTo>
                  <a:cubicBezTo>
                    <a:pt x="14649" y="2615"/>
                    <a:pt x="15912" y="2080"/>
                    <a:pt x="16846" y="1199"/>
                  </a:cubicBezTo>
                  <a:cubicBezTo>
                    <a:pt x="16874" y="1173"/>
                    <a:pt x="16900" y="1148"/>
                    <a:pt x="16927" y="1123"/>
                  </a:cubicBezTo>
                  <a:close/>
                  <a:moveTo>
                    <a:pt x="16676" y="0"/>
                  </a:moveTo>
                  <a:cubicBezTo>
                    <a:pt x="15975" y="1041"/>
                    <a:pt x="14741" y="1696"/>
                    <a:pt x="13531" y="1696"/>
                  </a:cubicBezTo>
                  <a:cubicBezTo>
                    <a:pt x="13161" y="1696"/>
                    <a:pt x="12795" y="1635"/>
                    <a:pt x="12446" y="1506"/>
                  </a:cubicBezTo>
                  <a:cubicBezTo>
                    <a:pt x="5611" y="13882"/>
                    <a:pt x="6835" y="29246"/>
                    <a:pt x="0" y="41625"/>
                  </a:cubicBezTo>
                  <a:cubicBezTo>
                    <a:pt x="1489" y="42176"/>
                    <a:pt x="2087" y="43774"/>
                    <a:pt x="1173" y="45134"/>
                  </a:cubicBezTo>
                  <a:cubicBezTo>
                    <a:pt x="5124" y="46598"/>
                    <a:pt x="9077" y="48062"/>
                    <a:pt x="13030" y="49526"/>
                  </a:cubicBezTo>
                  <a:cubicBezTo>
                    <a:pt x="13728" y="48484"/>
                    <a:pt x="14961" y="47830"/>
                    <a:pt x="16172" y="47830"/>
                  </a:cubicBezTo>
                  <a:cubicBezTo>
                    <a:pt x="16542" y="47830"/>
                    <a:pt x="16910" y="47891"/>
                    <a:pt x="17260" y="48020"/>
                  </a:cubicBezTo>
                  <a:cubicBezTo>
                    <a:pt x="24094" y="35640"/>
                    <a:pt x="22871" y="20278"/>
                    <a:pt x="29705" y="7902"/>
                  </a:cubicBezTo>
                  <a:cubicBezTo>
                    <a:pt x="28216" y="7350"/>
                    <a:pt x="27616" y="5752"/>
                    <a:pt x="28530" y="4392"/>
                  </a:cubicBezTo>
                  <a:lnTo>
                    <a:pt x="16676" y="0"/>
                  </a:ln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7"/>
            <p:cNvSpPr/>
            <p:nvPr/>
          </p:nvSpPr>
          <p:spPr>
            <a:xfrm>
              <a:off x="1856650" y="548900"/>
              <a:ext cx="677225" cy="1182000"/>
            </a:xfrm>
            <a:custGeom>
              <a:rect b="b" l="l" r="r" t="t"/>
              <a:pathLst>
                <a:path extrusionOk="0" h="47280" w="27089">
                  <a:moveTo>
                    <a:pt x="15664" y="310"/>
                  </a:moveTo>
                  <a:cubicBezTo>
                    <a:pt x="18959" y="1529"/>
                    <a:pt x="22254" y="2751"/>
                    <a:pt x="25551" y="3972"/>
                  </a:cubicBezTo>
                  <a:cubicBezTo>
                    <a:pt x="25246" y="5214"/>
                    <a:pt x="25729" y="6480"/>
                    <a:pt x="26736" y="7281"/>
                  </a:cubicBezTo>
                  <a:cubicBezTo>
                    <a:pt x="20617" y="19177"/>
                    <a:pt x="21407" y="33633"/>
                    <a:pt x="15288" y="45529"/>
                  </a:cubicBezTo>
                  <a:cubicBezTo>
                    <a:pt x="15199" y="45524"/>
                    <a:pt x="15111" y="45522"/>
                    <a:pt x="15022" y="45522"/>
                  </a:cubicBezTo>
                  <a:cubicBezTo>
                    <a:pt x="13728" y="45522"/>
                    <a:pt x="12417" y="46067"/>
                    <a:pt x="11425" y="46968"/>
                  </a:cubicBezTo>
                  <a:lnTo>
                    <a:pt x="1538" y="43306"/>
                  </a:lnTo>
                  <a:cubicBezTo>
                    <a:pt x="1843" y="42063"/>
                    <a:pt x="1360" y="40798"/>
                    <a:pt x="353" y="39997"/>
                  </a:cubicBezTo>
                  <a:lnTo>
                    <a:pt x="356" y="39997"/>
                  </a:lnTo>
                  <a:cubicBezTo>
                    <a:pt x="6474" y="28101"/>
                    <a:pt x="5682" y="13644"/>
                    <a:pt x="11804" y="1749"/>
                  </a:cubicBezTo>
                  <a:cubicBezTo>
                    <a:pt x="11892" y="1754"/>
                    <a:pt x="11980" y="1756"/>
                    <a:pt x="12069" y="1756"/>
                  </a:cubicBezTo>
                  <a:cubicBezTo>
                    <a:pt x="13361" y="1756"/>
                    <a:pt x="14674" y="1211"/>
                    <a:pt x="15664" y="310"/>
                  </a:cubicBezTo>
                  <a:close/>
                  <a:moveTo>
                    <a:pt x="15620" y="1"/>
                  </a:moveTo>
                  <a:cubicBezTo>
                    <a:pt x="15593" y="26"/>
                    <a:pt x="15567" y="51"/>
                    <a:pt x="15539" y="77"/>
                  </a:cubicBezTo>
                  <a:cubicBezTo>
                    <a:pt x="14607" y="958"/>
                    <a:pt x="13342" y="1493"/>
                    <a:pt x="12101" y="1493"/>
                  </a:cubicBezTo>
                  <a:cubicBezTo>
                    <a:pt x="11983" y="1493"/>
                    <a:pt x="11865" y="1488"/>
                    <a:pt x="11748" y="1478"/>
                  </a:cubicBezTo>
                  <a:lnTo>
                    <a:pt x="11640" y="1469"/>
                  </a:lnTo>
                  <a:cubicBezTo>
                    <a:pt x="5385" y="13462"/>
                    <a:pt x="6255" y="28094"/>
                    <a:pt x="0" y="40085"/>
                  </a:cubicBezTo>
                  <a:cubicBezTo>
                    <a:pt x="28" y="40105"/>
                    <a:pt x="53" y="40126"/>
                    <a:pt x="81" y="40147"/>
                  </a:cubicBezTo>
                  <a:cubicBezTo>
                    <a:pt x="1092" y="40909"/>
                    <a:pt x="1566" y="42160"/>
                    <a:pt x="1224" y="43380"/>
                  </a:cubicBezTo>
                  <a:cubicBezTo>
                    <a:pt x="1215" y="43412"/>
                    <a:pt x="1205" y="43444"/>
                    <a:pt x="1196" y="43474"/>
                  </a:cubicBezTo>
                  <a:cubicBezTo>
                    <a:pt x="4620" y="44744"/>
                    <a:pt x="8044" y="46012"/>
                    <a:pt x="11469" y="47279"/>
                  </a:cubicBezTo>
                  <a:cubicBezTo>
                    <a:pt x="11496" y="47256"/>
                    <a:pt x="11522" y="47231"/>
                    <a:pt x="11550" y="47206"/>
                  </a:cubicBezTo>
                  <a:cubicBezTo>
                    <a:pt x="12484" y="46324"/>
                    <a:pt x="13750" y="45787"/>
                    <a:pt x="14991" y="45787"/>
                  </a:cubicBezTo>
                  <a:cubicBezTo>
                    <a:pt x="15109" y="45787"/>
                    <a:pt x="15226" y="45792"/>
                    <a:pt x="15343" y="45802"/>
                  </a:cubicBezTo>
                  <a:cubicBezTo>
                    <a:pt x="15380" y="45806"/>
                    <a:pt x="15415" y="45809"/>
                    <a:pt x="15452" y="45811"/>
                  </a:cubicBezTo>
                  <a:cubicBezTo>
                    <a:pt x="21704" y="33820"/>
                    <a:pt x="20834" y="19188"/>
                    <a:pt x="27089" y="7195"/>
                  </a:cubicBezTo>
                  <a:cubicBezTo>
                    <a:pt x="27064" y="7175"/>
                    <a:pt x="27036" y="7156"/>
                    <a:pt x="27010" y="7135"/>
                  </a:cubicBezTo>
                  <a:cubicBezTo>
                    <a:pt x="25999" y="6371"/>
                    <a:pt x="25526" y="5120"/>
                    <a:pt x="25865" y="3903"/>
                  </a:cubicBezTo>
                  <a:cubicBezTo>
                    <a:pt x="25874" y="3870"/>
                    <a:pt x="25884" y="3838"/>
                    <a:pt x="25893" y="3806"/>
                  </a:cubicBezTo>
                  <a:lnTo>
                    <a:pt x="15620" y="1"/>
                  </a:ln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7"/>
            <p:cNvSpPr/>
            <p:nvPr/>
          </p:nvSpPr>
          <p:spPr>
            <a:xfrm>
              <a:off x="2026925" y="971175"/>
              <a:ext cx="336675" cy="337450"/>
            </a:xfrm>
            <a:custGeom>
              <a:rect b="b" l="l" r="r" t="t"/>
              <a:pathLst>
                <a:path extrusionOk="0" h="13498" w="13467">
                  <a:moveTo>
                    <a:pt x="5989" y="0"/>
                  </a:moveTo>
                  <a:cubicBezTo>
                    <a:pt x="3447" y="0"/>
                    <a:pt x="1250" y="1728"/>
                    <a:pt x="700" y="4514"/>
                  </a:cubicBezTo>
                  <a:cubicBezTo>
                    <a:pt x="1" y="8044"/>
                    <a:pt x="2058" y="11880"/>
                    <a:pt x="5385" y="13113"/>
                  </a:cubicBezTo>
                  <a:cubicBezTo>
                    <a:pt x="6090" y="13374"/>
                    <a:pt x="6796" y="13498"/>
                    <a:pt x="7477" y="13498"/>
                  </a:cubicBezTo>
                  <a:cubicBezTo>
                    <a:pt x="10018" y="13498"/>
                    <a:pt x="12215" y="11769"/>
                    <a:pt x="12767" y="8984"/>
                  </a:cubicBezTo>
                  <a:cubicBezTo>
                    <a:pt x="13466" y="5454"/>
                    <a:pt x="11409" y="1618"/>
                    <a:pt x="8082" y="385"/>
                  </a:cubicBezTo>
                  <a:cubicBezTo>
                    <a:pt x="7376" y="124"/>
                    <a:pt x="6670" y="0"/>
                    <a:pt x="5989"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7"/>
            <p:cNvSpPr/>
            <p:nvPr/>
          </p:nvSpPr>
          <p:spPr>
            <a:xfrm>
              <a:off x="2237275" y="711425"/>
              <a:ext cx="114200" cy="100075"/>
            </a:xfrm>
            <a:custGeom>
              <a:rect b="b" l="l" r="r" t="t"/>
              <a:pathLst>
                <a:path extrusionOk="0" h="4003" w="4568">
                  <a:moveTo>
                    <a:pt x="2275" y="1"/>
                  </a:moveTo>
                  <a:cubicBezTo>
                    <a:pt x="1465" y="1"/>
                    <a:pt x="712" y="509"/>
                    <a:pt x="400" y="1318"/>
                  </a:cubicBezTo>
                  <a:cubicBezTo>
                    <a:pt x="0" y="2355"/>
                    <a:pt x="474" y="3488"/>
                    <a:pt x="1515" y="3874"/>
                  </a:cubicBezTo>
                  <a:cubicBezTo>
                    <a:pt x="1750" y="3961"/>
                    <a:pt x="1994" y="4002"/>
                    <a:pt x="2236" y="4002"/>
                  </a:cubicBezTo>
                  <a:cubicBezTo>
                    <a:pt x="3063" y="4002"/>
                    <a:pt x="3861" y="3516"/>
                    <a:pt x="4168" y="2715"/>
                  </a:cubicBezTo>
                  <a:cubicBezTo>
                    <a:pt x="4568" y="1680"/>
                    <a:pt x="4004" y="512"/>
                    <a:pt x="2965" y="126"/>
                  </a:cubicBezTo>
                  <a:cubicBezTo>
                    <a:pt x="2736" y="41"/>
                    <a:pt x="2503" y="1"/>
                    <a:pt x="2275"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37"/>
          <p:cNvGrpSpPr/>
          <p:nvPr/>
        </p:nvGrpSpPr>
        <p:grpSpPr>
          <a:xfrm rot="330338">
            <a:off x="8136493" y="987966"/>
            <a:ext cx="584820" cy="513444"/>
            <a:chOff x="2665925" y="2466150"/>
            <a:chExt cx="627625" cy="551025"/>
          </a:xfrm>
        </p:grpSpPr>
        <p:sp>
          <p:nvSpPr>
            <p:cNvPr id="1077" name="Google Shape;1077;p37"/>
            <p:cNvSpPr/>
            <p:nvPr/>
          </p:nvSpPr>
          <p:spPr>
            <a:xfrm>
              <a:off x="2700675" y="2466150"/>
              <a:ext cx="592875" cy="549500"/>
            </a:xfrm>
            <a:custGeom>
              <a:rect b="b" l="l" r="r" t="t"/>
              <a:pathLst>
                <a:path extrusionOk="0" h="21980" w="23715">
                  <a:moveTo>
                    <a:pt x="6323" y="0"/>
                  </a:moveTo>
                  <a:cubicBezTo>
                    <a:pt x="5320" y="0"/>
                    <a:pt x="4347" y="220"/>
                    <a:pt x="3434" y="722"/>
                  </a:cubicBezTo>
                  <a:cubicBezTo>
                    <a:pt x="52" y="2578"/>
                    <a:pt x="1" y="6111"/>
                    <a:pt x="1" y="6111"/>
                  </a:cubicBezTo>
                  <a:cubicBezTo>
                    <a:pt x="1" y="6111"/>
                    <a:pt x="1555" y="3520"/>
                    <a:pt x="4741" y="3520"/>
                  </a:cubicBezTo>
                  <a:cubicBezTo>
                    <a:pt x="7746" y="3520"/>
                    <a:pt x="12205" y="5827"/>
                    <a:pt x="18179" y="14795"/>
                  </a:cubicBezTo>
                  <a:cubicBezTo>
                    <a:pt x="22322" y="21011"/>
                    <a:pt x="16293" y="21867"/>
                    <a:pt x="16293" y="21867"/>
                  </a:cubicBezTo>
                  <a:cubicBezTo>
                    <a:pt x="16293" y="21867"/>
                    <a:pt x="16625" y="21980"/>
                    <a:pt x="17147" y="21980"/>
                  </a:cubicBezTo>
                  <a:cubicBezTo>
                    <a:pt x="18141" y="21980"/>
                    <a:pt x="19823" y="21572"/>
                    <a:pt x="21209" y="19201"/>
                  </a:cubicBezTo>
                  <a:cubicBezTo>
                    <a:pt x="22213" y="17480"/>
                    <a:pt x="23714" y="15162"/>
                    <a:pt x="20548" y="10050"/>
                  </a:cubicBezTo>
                  <a:cubicBezTo>
                    <a:pt x="18795" y="7221"/>
                    <a:pt x="12072" y="0"/>
                    <a:pt x="6323"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7"/>
            <p:cNvSpPr/>
            <p:nvPr/>
          </p:nvSpPr>
          <p:spPr>
            <a:xfrm>
              <a:off x="2700275" y="2537525"/>
              <a:ext cx="507325" cy="479550"/>
            </a:xfrm>
            <a:custGeom>
              <a:rect b="b" l="l" r="r" t="t"/>
              <a:pathLst>
                <a:path extrusionOk="0" h="19182" w="20293">
                  <a:moveTo>
                    <a:pt x="3446" y="0"/>
                  </a:moveTo>
                  <a:cubicBezTo>
                    <a:pt x="3175" y="0"/>
                    <a:pt x="2902" y="23"/>
                    <a:pt x="2633" y="67"/>
                  </a:cubicBezTo>
                  <a:cubicBezTo>
                    <a:pt x="1859" y="197"/>
                    <a:pt x="1241" y="508"/>
                    <a:pt x="793" y="995"/>
                  </a:cubicBezTo>
                  <a:cubicBezTo>
                    <a:pt x="264" y="1570"/>
                    <a:pt x="1" y="2353"/>
                    <a:pt x="8" y="3325"/>
                  </a:cubicBezTo>
                  <a:cubicBezTo>
                    <a:pt x="12" y="4263"/>
                    <a:pt x="269" y="5339"/>
                    <a:pt x="770" y="6519"/>
                  </a:cubicBezTo>
                  <a:cubicBezTo>
                    <a:pt x="1799" y="8945"/>
                    <a:pt x="3741" y="11545"/>
                    <a:pt x="6242" y="13843"/>
                  </a:cubicBezTo>
                  <a:cubicBezTo>
                    <a:pt x="6535" y="14113"/>
                    <a:pt x="6812" y="14355"/>
                    <a:pt x="7085" y="14586"/>
                  </a:cubicBezTo>
                  <a:cubicBezTo>
                    <a:pt x="8876" y="16108"/>
                    <a:pt x="10793" y="17338"/>
                    <a:pt x="12629" y="18147"/>
                  </a:cubicBezTo>
                  <a:cubicBezTo>
                    <a:pt x="13116" y="18361"/>
                    <a:pt x="13614" y="18551"/>
                    <a:pt x="14122" y="18712"/>
                  </a:cubicBezTo>
                  <a:cubicBezTo>
                    <a:pt x="15032" y="19001"/>
                    <a:pt x="15877" y="19158"/>
                    <a:pt x="16630" y="19179"/>
                  </a:cubicBezTo>
                  <a:cubicBezTo>
                    <a:pt x="16688" y="19181"/>
                    <a:pt x="16745" y="19181"/>
                    <a:pt x="16803" y="19181"/>
                  </a:cubicBezTo>
                  <a:cubicBezTo>
                    <a:pt x="17985" y="19181"/>
                    <a:pt x="18893" y="18846"/>
                    <a:pt x="19500" y="18186"/>
                  </a:cubicBezTo>
                  <a:cubicBezTo>
                    <a:pt x="20026" y="17613"/>
                    <a:pt x="20292" y="16828"/>
                    <a:pt x="20285" y="15856"/>
                  </a:cubicBezTo>
                  <a:cubicBezTo>
                    <a:pt x="20280" y="14919"/>
                    <a:pt x="20024" y="13845"/>
                    <a:pt x="19523" y="12665"/>
                  </a:cubicBezTo>
                  <a:cubicBezTo>
                    <a:pt x="18493" y="10238"/>
                    <a:pt x="16551" y="7636"/>
                    <a:pt x="14053" y="5341"/>
                  </a:cubicBezTo>
                  <a:cubicBezTo>
                    <a:pt x="13342" y="4688"/>
                    <a:pt x="12599" y="4071"/>
                    <a:pt x="11825" y="3498"/>
                  </a:cubicBezTo>
                  <a:cubicBezTo>
                    <a:pt x="10894" y="2801"/>
                    <a:pt x="9911" y="2178"/>
                    <a:pt x="8886" y="1630"/>
                  </a:cubicBezTo>
                  <a:cubicBezTo>
                    <a:pt x="8364" y="1353"/>
                    <a:pt x="7847" y="1106"/>
                    <a:pt x="7343" y="898"/>
                  </a:cubicBezTo>
                  <a:cubicBezTo>
                    <a:pt x="5928" y="310"/>
                    <a:pt x="4593" y="0"/>
                    <a:pt x="3485" y="0"/>
                  </a:cubicBezTo>
                  <a:cubicBezTo>
                    <a:pt x="3472" y="0"/>
                    <a:pt x="3459" y="0"/>
                    <a:pt x="3446"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7"/>
            <p:cNvSpPr/>
            <p:nvPr/>
          </p:nvSpPr>
          <p:spPr>
            <a:xfrm>
              <a:off x="2665925" y="2537350"/>
              <a:ext cx="575950" cy="479825"/>
            </a:xfrm>
            <a:custGeom>
              <a:rect b="b" l="l" r="r" t="t"/>
              <a:pathLst>
                <a:path extrusionOk="0" h="19193" w="23038">
                  <a:moveTo>
                    <a:pt x="4859" y="0"/>
                  </a:moveTo>
                  <a:cubicBezTo>
                    <a:pt x="4859" y="0"/>
                    <a:pt x="4860" y="0"/>
                    <a:pt x="4860" y="0"/>
                  </a:cubicBezTo>
                  <a:lnTo>
                    <a:pt x="4860" y="0"/>
                  </a:lnTo>
                  <a:cubicBezTo>
                    <a:pt x="4860" y="0"/>
                    <a:pt x="4861" y="0"/>
                    <a:pt x="4861" y="0"/>
                  </a:cubicBezTo>
                  <a:close/>
                  <a:moveTo>
                    <a:pt x="4861" y="12"/>
                  </a:moveTo>
                  <a:cubicBezTo>
                    <a:pt x="5967" y="12"/>
                    <a:pt x="7302" y="324"/>
                    <a:pt x="8717" y="910"/>
                  </a:cubicBezTo>
                  <a:cubicBezTo>
                    <a:pt x="9218" y="1118"/>
                    <a:pt x="9738" y="1365"/>
                    <a:pt x="10260" y="1642"/>
                  </a:cubicBezTo>
                  <a:cubicBezTo>
                    <a:pt x="11285" y="2189"/>
                    <a:pt x="12266" y="2813"/>
                    <a:pt x="13197" y="3508"/>
                  </a:cubicBezTo>
                  <a:cubicBezTo>
                    <a:pt x="13970" y="4083"/>
                    <a:pt x="14714" y="4697"/>
                    <a:pt x="15423" y="5350"/>
                  </a:cubicBezTo>
                  <a:cubicBezTo>
                    <a:pt x="16686" y="6509"/>
                    <a:pt x="17808" y="7749"/>
                    <a:pt x="18757" y="9028"/>
                  </a:cubicBezTo>
                  <a:cubicBezTo>
                    <a:pt x="19673" y="10266"/>
                    <a:pt x="20391" y="11492"/>
                    <a:pt x="20893" y="12672"/>
                  </a:cubicBezTo>
                  <a:cubicBezTo>
                    <a:pt x="21394" y="13852"/>
                    <a:pt x="21648" y="14926"/>
                    <a:pt x="21654" y="15863"/>
                  </a:cubicBezTo>
                  <a:cubicBezTo>
                    <a:pt x="21661" y="16833"/>
                    <a:pt x="21396" y="17616"/>
                    <a:pt x="20872" y="18188"/>
                  </a:cubicBezTo>
                  <a:cubicBezTo>
                    <a:pt x="20567" y="18518"/>
                    <a:pt x="20179" y="18770"/>
                    <a:pt x="19720" y="18939"/>
                  </a:cubicBezTo>
                  <a:cubicBezTo>
                    <a:pt x="19274" y="19100"/>
                    <a:pt x="18754" y="19183"/>
                    <a:pt x="18179" y="19183"/>
                  </a:cubicBezTo>
                  <a:cubicBezTo>
                    <a:pt x="18122" y="19183"/>
                    <a:pt x="18064" y="19183"/>
                    <a:pt x="18006" y="19181"/>
                  </a:cubicBezTo>
                  <a:cubicBezTo>
                    <a:pt x="17251" y="19158"/>
                    <a:pt x="16408" y="19001"/>
                    <a:pt x="15499" y="18715"/>
                  </a:cubicBezTo>
                  <a:cubicBezTo>
                    <a:pt x="14991" y="18553"/>
                    <a:pt x="14492" y="18364"/>
                    <a:pt x="14005" y="18147"/>
                  </a:cubicBezTo>
                  <a:cubicBezTo>
                    <a:pt x="12169" y="17339"/>
                    <a:pt x="10253" y="16110"/>
                    <a:pt x="8463" y="14589"/>
                  </a:cubicBezTo>
                  <a:lnTo>
                    <a:pt x="8461" y="14589"/>
                  </a:lnTo>
                  <a:cubicBezTo>
                    <a:pt x="8189" y="14358"/>
                    <a:pt x="7914" y="14115"/>
                    <a:pt x="7621" y="13845"/>
                  </a:cubicBezTo>
                  <a:cubicBezTo>
                    <a:pt x="6357" y="12684"/>
                    <a:pt x="5235" y="11446"/>
                    <a:pt x="4284" y="10165"/>
                  </a:cubicBezTo>
                  <a:cubicBezTo>
                    <a:pt x="3367" y="8927"/>
                    <a:pt x="2649" y="7701"/>
                    <a:pt x="2148" y="6521"/>
                  </a:cubicBezTo>
                  <a:cubicBezTo>
                    <a:pt x="1649" y="5341"/>
                    <a:pt x="1393" y="4270"/>
                    <a:pt x="1386" y="3330"/>
                  </a:cubicBezTo>
                  <a:cubicBezTo>
                    <a:pt x="1382" y="2360"/>
                    <a:pt x="1645" y="1577"/>
                    <a:pt x="2171" y="1007"/>
                  </a:cubicBezTo>
                  <a:cubicBezTo>
                    <a:pt x="2617" y="520"/>
                    <a:pt x="3238" y="208"/>
                    <a:pt x="4009" y="79"/>
                  </a:cubicBezTo>
                  <a:cubicBezTo>
                    <a:pt x="4291" y="33"/>
                    <a:pt x="4575" y="12"/>
                    <a:pt x="4861" y="12"/>
                  </a:cubicBezTo>
                  <a:close/>
                  <a:moveTo>
                    <a:pt x="4860" y="0"/>
                  </a:moveTo>
                  <a:cubicBezTo>
                    <a:pt x="4574" y="0"/>
                    <a:pt x="4288" y="21"/>
                    <a:pt x="4007" y="67"/>
                  </a:cubicBezTo>
                  <a:cubicBezTo>
                    <a:pt x="3252" y="194"/>
                    <a:pt x="2622" y="499"/>
                    <a:pt x="2160" y="998"/>
                  </a:cubicBezTo>
                  <a:cubicBezTo>
                    <a:pt x="1" y="3348"/>
                    <a:pt x="2441" y="9102"/>
                    <a:pt x="7611" y="13852"/>
                  </a:cubicBezTo>
                  <a:cubicBezTo>
                    <a:pt x="7891" y="14111"/>
                    <a:pt x="8170" y="14358"/>
                    <a:pt x="8454" y="14595"/>
                  </a:cubicBezTo>
                  <a:lnTo>
                    <a:pt x="8456" y="14595"/>
                  </a:lnTo>
                  <a:cubicBezTo>
                    <a:pt x="10304" y="16166"/>
                    <a:pt x="12220" y="17371"/>
                    <a:pt x="14000" y="18156"/>
                  </a:cubicBezTo>
                  <a:cubicBezTo>
                    <a:pt x="14487" y="18371"/>
                    <a:pt x="14986" y="18560"/>
                    <a:pt x="15494" y="18724"/>
                  </a:cubicBezTo>
                  <a:cubicBezTo>
                    <a:pt x="16397" y="19008"/>
                    <a:pt x="17244" y="19167"/>
                    <a:pt x="18004" y="19190"/>
                  </a:cubicBezTo>
                  <a:cubicBezTo>
                    <a:pt x="18062" y="19190"/>
                    <a:pt x="18119" y="19193"/>
                    <a:pt x="18177" y="19193"/>
                  </a:cubicBezTo>
                  <a:cubicBezTo>
                    <a:pt x="19320" y="19193"/>
                    <a:pt x="20255" y="18872"/>
                    <a:pt x="20879" y="18193"/>
                  </a:cubicBezTo>
                  <a:cubicBezTo>
                    <a:pt x="23038" y="15845"/>
                    <a:pt x="20597" y="10088"/>
                    <a:pt x="15429" y="5341"/>
                  </a:cubicBezTo>
                  <a:cubicBezTo>
                    <a:pt x="14721" y="4688"/>
                    <a:pt x="13977" y="4073"/>
                    <a:pt x="13201" y="3498"/>
                  </a:cubicBezTo>
                  <a:cubicBezTo>
                    <a:pt x="12271" y="2801"/>
                    <a:pt x="11287" y="2178"/>
                    <a:pt x="10262" y="1630"/>
                  </a:cubicBezTo>
                  <a:cubicBezTo>
                    <a:pt x="9738" y="1351"/>
                    <a:pt x="9223" y="1106"/>
                    <a:pt x="8717" y="899"/>
                  </a:cubicBezTo>
                  <a:cubicBezTo>
                    <a:pt x="7305" y="312"/>
                    <a:pt x="5982" y="1"/>
                    <a:pt x="4860"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7"/>
            <p:cNvSpPr/>
            <p:nvPr/>
          </p:nvSpPr>
          <p:spPr>
            <a:xfrm>
              <a:off x="2747900" y="2609975"/>
              <a:ext cx="408725" cy="340475"/>
            </a:xfrm>
            <a:custGeom>
              <a:rect b="b" l="l" r="r" t="t"/>
              <a:pathLst>
                <a:path extrusionOk="0" h="13619" w="16349">
                  <a:moveTo>
                    <a:pt x="3097" y="0"/>
                  </a:moveTo>
                  <a:cubicBezTo>
                    <a:pt x="2363" y="0"/>
                    <a:pt x="1799" y="206"/>
                    <a:pt x="1428" y="610"/>
                  </a:cubicBezTo>
                  <a:cubicBezTo>
                    <a:pt x="1" y="2164"/>
                    <a:pt x="1866" y="6207"/>
                    <a:pt x="5586" y="9624"/>
                  </a:cubicBezTo>
                  <a:cubicBezTo>
                    <a:pt x="8228" y="12051"/>
                    <a:pt x="11236" y="13618"/>
                    <a:pt x="13252" y="13618"/>
                  </a:cubicBezTo>
                  <a:cubicBezTo>
                    <a:pt x="13986" y="13618"/>
                    <a:pt x="14547" y="13413"/>
                    <a:pt x="14921" y="13007"/>
                  </a:cubicBezTo>
                  <a:cubicBezTo>
                    <a:pt x="16348" y="11455"/>
                    <a:pt x="14483" y="7410"/>
                    <a:pt x="10760" y="3992"/>
                  </a:cubicBezTo>
                  <a:cubicBezTo>
                    <a:pt x="8121" y="1568"/>
                    <a:pt x="5113" y="0"/>
                    <a:pt x="3097"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7"/>
            <p:cNvSpPr/>
            <p:nvPr/>
          </p:nvSpPr>
          <p:spPr>
            <a:xfrm>
              <a:off x="2747675" y="2609800"/>
              <a:ext cx="409125" cy="340775"/>
            </a:xfrm>
            <a:custGeom>
              <a:rect b="b" l="l" r="r" t="t"/>
              <a:pathLst>
                <a:path extrusionOk="0" h="13631" w="16365">
                  <a:moveTo>
                    <a:pt x="3106" y="12"/>
                  </a:moveTo>
                  <a:cubicBezTo>
                    <a:pt x="4080" y="12"/>
                    <a:pt x="5304" y="376"/>
                    <a:pt x="6646" y="1067"/>
                  </a:cubicBezTo>
                  <a:cubicBezTo>
                    <a:pt x="8019" y="1776"/>
                    <a:pt x="9444" y="2792"/>
                    <a:pt x="10767" y="4004"/>
                  </a:cubicBezTo>
                  <a:cubicBezTo>
                    <a:pt x="12568" y="5659"/>
                    <a:pt x="13993" y="7509"/>
                    <a:pt x="14778" y="9213"/>
                  </a:cubicBezTo>
                  <a:cubicBezTo>
                    <a:pt x="15159" y="10040"/>
                    <a:pt x="15369" y="10788"/>
                    <a:pt x="15401" y="11434"/>
                  </a:cubicBezTo>
                  <a:cubicBezTo>
                    <a:pt x="15434" y="12102"/>
                    <a:pt x="15272" y="12633"/>
                    <a:pt x="14926" y="13011"/>
                  </a:cubicBezTo>
                  <a:cubicBezTo>
                    <a:pt x="14554" y="13415"/>
                    <a:pt x="13993" y="13621"/>
                    <a:pt x="13261" y="13621"/>
                  </a:cubicBezTo>
                  <a:cubicBezTo>
                    <a:pt x="12286" y="13621"/>
                    <a:pt x="11063" y="13256"/>
                    <a:pt x="9721" y="12566"/>
                  </a:cubicBezTo>
                  <a:cubicBezTo>
                    <a:pt x="8345" y="11857"/>
                    <a:pt x="6923" y="10843"/>
                    <a:pt x="5600" y="9629"/>
                  </a:cubicBezTo>
                  <a:cubicBezTo>
                    <a:pt x="3799" y="7973"/>
                    <a:pt x="2374" y="6124"/>
                    <a:pt x="1589" y="4420"/>
                  </a:cubicBezTo>
                  <a:cubicBezTo>
                    <a:pt x="1206" y="3593"/>
                    <a:pt x="998" y="2845"/>
                    <a:pt x="966" y="2198"/>
                  </a:cubicBezTo>
                  <a:cubicBezTo>
                    <a:pt x="933" y="1531"/>
                    <a:pt x="1093" y="1000"/>
                    <a:pt x="1441" y="621"/>
                  </a:cubicBezTo>
                  <a:cubicBezTo>
                    <a:pt x="1813" y="217"/>
                    <a:pt x="2372" y="12"/>
                    <a:pt x="3106" y="12"/>
                  </a:cubicBezTo>
                  <a:close/>
                  <a:moveTo>
                    <a:pt x="3106" y="0"/>
                  </a:moveTo>
                  <a:cubicBezTo>
                    <a:pt x="2392" y="0"/>
                    <a:pt x="1815" y="196"/>
                    <a:pt x="1432" y="614"/>
                  </a:cubicBezTo>
                  <a:cubicBezTo>
                    <a:pt x="0" y="2173"/>
                    <a:pt x="1864" y="6211"/>
                    <a:pt x="5590" y="9636"/>
                  </a:cubicBezTo>
                  <a:cubicBezTo>
                    <a:pt x="8324" y="12148"/>
                    <a:pt x="11301" y="13630"/>
                    <a:pt x="13259" y="13630"/>
                  </a:cubicBezTo>
                  <a:cubicBezTo>
                    <a:pt x="13972" y="13630"/>
                    <a:pt x="14552" y="13434"/>
                    <a:pt x="14933" y="13018"/>
                  </a:cubicBezTo>
                  <a:cubicBezTo>
                    <a:pt x="16364" y="11460"/>
                    <a:pt x="14503" y="7421"/>
                    <a:pt x="10774" y="3995"/>
                  </a:cubicBezTo>
                  <a:cubicBezTo>
                    <a:pt x="8040" y="1485"/>
                    <a:pt x="5064" y="0"/>
                    <a:pt x="3106"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7"/>
            <p:cNvSpPr/>
            <p:nvPr/>
          </p:nvSpPr>
          <p:spPr>
            <a:xfrm>
              <a:off x="2716275" y="2553225"/>
              <a:ext cx="450800" cy="428675"/>
            </a:xfrm>
            <a:custGeom>
              <a:rect b="b" l="l" r="r" t="t"/>
              <a:pathLst>
                <a:path extrusionOk="0" fill="none" h="17147" w="18032">
                  <a:moveTo>
                    <a:pt x="12665" y="5530"/>
                  </a:moveTo>
                  <a:cubicBezTo>
                    <a:pt x="14711" y="7410"/>
                    <a:pt x="16336" y="9578"/>
                    <a:pt x="17184" y="11557"/>
                  </a:cubicBezTo>
                  <a:cubicBezTo>
                    <a:pt x="18031" y="13538"/>
                    <a:pt x="18031" y="15168"/>
                    <a:pt x="17184" y="16087"/>
                  </a:cubicBezTo>
                  <a:cubicBezTo>
                    <a:pt x="16339" y="17008"/>
                    <a:pt x="14713" y="17147"/>
                    <a:pt x="12670" y="16468"/>
                  </a:cubicBezTo>
                  <a:cubicBezTo>
                    <a:pt x="10626" y="15791"/>
                    <a:pt x="8329" y="14355"/>
                    <a:pt x="6283" y="12476"/>
                  </a:cubicBezTo>
                  <a:cubicBezTo>
                    <a:pt x="2025" y="8562"/>
                    <a:pt x="0" y="3836"/>
                    <a:pt x="1764" y="1917"/>
                  </a:cubicBezTo>
                  <a:cubicBezTo>
                    <a:pt x="3526" y="0"/>
                    <a:pt x="8407" y="1617"/>
                    <a:pt x="12665" y="553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7"/>
            <p:cNvSpPr/>
            <p:nvPr/>
          </p:nvSpPr>
          <p:spPr>
            <a:xfrm>
              <a:off x="2766075" y="2537900"/>
              <a:ext cx="249925" cy="453525"/>
            </a:xfrm>
            <a:custGeom>
              <a:rect b="b" l="l" r="r" t="t"/>
              <a:pathLst>
                <a:path extrusionOk="0" h="18141" w="9997">
                  <a:moveTo>
                    <a:pt x="859" y="0"/>
                  </a:moveTo>
                  <a:cubicBezTo>
                    <a:pt x="568" y="0"/>
                    <a:pt x="282" y="17"/>
                    <a:pt x="1" y="50"/>
                  </a:cubicBezTo>
                  <a:lnTo>
                    <a:pt x="587" y="1966"/>
                  </a:lnTo>
                  <a:lnTo>
                    <a:pt x="980" y="3248"/>
                  </a:lnTo>
                  <a:lnTo>
                    <a:pt x="3349" y="10985"/>
                  </a:lnTo>
                  <a:lnTo>
                    <a:pt x="3871" y="12685"/>
                  </a:lnTo>
                  <a:lnTo>
                    <a:pt x="4448" y="14576"/>
                  </a:lnTo>
                  <a:lnTo>
                    <a:pt x="4450" y="14576"/>
                  </a:lnTo>
                  <a:cubicBezTo>
                    <a:pt x="6298" y="16146"/>
                    <a:pt x="8216" y="17351"/>
                    <a:pt x="9997" y="18141"/>
                  </a:cubicBezTo>
                  <a:lnTo>
                    <a:pt x="9535" y="16635"/>
                  </a:lnTo>
                  <a:lnTo>
                    <a:pt x="9209" y="15566"/>
                  </a:lnTo>
                  <a:lnTo>
                    <a:pt x="7771" y="10868"/>
                  </a:lnTo>
                  <a:lnTo>
                    <a:pt x="7741" y="10777"/>
                  </a:lnTo>
                  <a:lnTo>
                    <a:pt x="7487" y="9937"/>
                  </a:lnTo>
                  <a:lnTo>
                    <a:pt x="7484" y="9935"/>
                  </a:lnTo>
                  <a:lnTo>
                    <a:pt x="6847" y="7857"/>
                  </a:lnTo>
                  <a:lnTo>
                    <a:pt x="5600" y="3781"/>
                  </a:lnTo>
                  <a:lnTo>
                    <a:pt x="5208" y="2497"/>
                  </a:lnTo>
                  <a:lnTo>
                    <a:pt x="4714" y="881"/>
                  </a:lnTo>
                  <a:cubicBezTo>
                    <a:pt x="3342" y="284"/>
                    <a:pt x="2059" y="0"/>
                    <a:pt x="859"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7"/>
            <p:cNvSpPr/>
            <p:nvPr/>
          </p:nvSpPr>
          <p:spPr>
            <a:xfrm>
              <a:off x="2922450" y="2578150"/>
              <a:ext cx="193575" cy="439025"/>
            </a:xfrm>
            <a:custGeom>
              <a:rect b="b" l="l" r="r" t="t"/>
              <a:pathLst>
                <a:path extrusionOk="0" h="17561" w="7743">
                  <a:moveTo>
                    <a:pt x="1" y="1"/>
                  </a:moveTo>
                  <a:lnTo>
                    <a:pt x="509" y="1652"/>
                  </a:lnTo>
                  <a:lnTo>
                    <a:pt x="941" y="3063"/>
                  </a:lnTo>
                  <a:lnTo>
                    <a:pt x="2479" y="8085"/>
                  </a:lnTo>
                  <a:lnTo>
                    <a:pt x="2804" y="9151"/>
                  </a:lnTo>
                  <a:lnTo>
                    <a:pt x="2929" y="9555"/>
                  </a:lnTo>
                  <a:lnTo>
                    <a:pt x="2931" y="9558"/>
                  </a:lnTo>
                  <a:lnTo>
                    <a:pt x="3095" y="10098"/>
                  </a:lnTo>
                  <a:lnTo>
                    <a:pt x="4467" y="14575"/>
                  </a:lnTo>
                  <a:lnTo>
                    <a:pt x="4769" y="15573"/>
                  </a:lnTo>
                  <a:lnTo>
                    <a:pt x="5235" y="17094"/>
                  </a:lnTo>
                  <a:cubicBezTo>
                    <a:pt x="6136" y="17378"/>
                    <a:pt x="6983" y="17538"/>
                    <a:pt x="7743" y="17561"/>
                  </a:cubicBezTo>
                  <a:lnTo>
                    <a:pt x="7226" y="15868"/>
                  </a:lnTo>
                  <a:lnTo>
                    <a:pt x="6912" y="14836"/>
                  </a:lnTo>
                  <a:lnTo>
                    <a:pt x="4058" y="5519"/>
                  </a:lnTo>
                  <a:lnTo>
                    <a:pt x="3513" y="3737"/>
                  </a:lnTo>
                  <a:lnTo>
                    <a:pt x="2940" y="1866"/>
                  </a:lnTo>
                  <a:lnTo>
                    <a:pt x="1767" y="1074"/>
                  </a:lnTo>
                  <a:lnTo>
                    <a:pt x="1"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37"/>
          <p:cNvGrpSpPr/>
          <p:nvPr/>
        </p:nvGrpSpPr>
        <p:grpSpPr>
          <a:xfrm flipH="1">
            <a:off x="439772" y="1511686"/>
            <a:ext cx="530159" cy="550985"/>
            <a:chOff x="2777975" y="4487350"/>
            <a:chExt cx="803150" cy="834825"/>
          </a:xfrm>
        </p:grpSpPr>
        <p:sp>
          <p:nvSpPr>
            <p:cNvPr id="1086" name="Google Shape;1086;p37"/>
            <p:cNvSpPr/>
            <p:nvPr/>
          </p:nvSpPr>
          <p:spPr>
            <a:xfrm>
              <a:off x="2801475" y="4545025"/>
              <a:ext cx="776425" cy="720275"/>
            </a:xfrm>
            <a:custGeom>
              <a:rect b="b" l="l" r="r" t="t"/>
              <a:pathLst>
                <a:path extrusionOk="0" h="28811" w="31057">
                  <a:moveTo>
                    <a:pt x="14617" y="0"/>
                  </a:moveTo>
                  <a:cubicBezTo>
                    <a:pt x="8672" y="0"/>
                    <a:pt x="3310" y="3412"/>
                    <a:pt x="718" y="8603"/>
                  </a:cubicBezTo>
                  <a:cubicBezTo>
                    <a:pt x="469" y="9391"/>
                    <a:pt x="287" y="10196"/>
                    <a:pt x="169" y="11012"/>
                  </a:cubicBezTo>
                  <a:cubicBezTo>
                    <a:pt x="53" y="11797"/>
                    <a:pt x="0" y="12589"/>
                    <a:pt x="5" y="13381"/>
                  </a:cubicBezTo>
                  <a:cubicBezTo>
                    <a:pt x="10" y="14161"/>
                    <a:pt x="77" y="14939"/>
                    <a:pt x="201" y="15710"/>
                  </a:cubicBezTo>
                  <a:cubicBezTo>
                    <a:pt x="284" y="16230"/>
                    <a:pt x="393" y="16747"/>
                    <a:pt x="527" y="17255"/>
                  </a:cubicBezTo>
                  <a:cubicBezTo>
                    <a:pt x="905" y="18673"/>
                    <a:pt x="1483" y="20028"/>
                    <a:pt x="2240" y="21282"/>
                  </a:cubicBezTo>
                  <a:cubicBezTo>
                    <a:pt x="4565" y="25133"/>
                    <a:pt x="8532" y="27950"/>
                    <a:pt x="13328" y="28648"/>
                  </a:cubicBezTo>
                  <a:cubicBezTo>
                    <a:pt x="14085" y="28757"/>
                    <a:pt x="14838" y="28811"/>
                    <a:pt x="15582" y="28811"/>
                  </a:cubicBezTo>
                  <a:cubicBezTo>
                    <a:pt x="22075" y="28811"/>
                    <a:pt x="27874" y="24745"/>
                    <a:pt x="30130" y="18733"/>
                  </a:cubicBezTo>
                  <a:cubicBezTo>
                    <a:pt x="30456" y="17802"/>
                    <a:pt x="30691" y="16842"/>
                    <a:pt x="30837" y="15865"/>
                  </a:cubicBezTo>
                  <a:cubicBezTo>
                    <a:pt x="30906" y="15389"/>
                    <a:pt x="30952" y="14916"/>
                    <a:pt x="30978" y="14445"/>
                  </a:cubicBezTo>
                  <a:cubicBezTo>
                    <a:pt x="31056" y="12953"/>
                    <a:pt x="30121" y="13422"/>
                    <a:pt x="29793" y="12021"/>
                  </a:cubicBezTo>
                  <a:cubicBezTo>
                    <a:pt x="29671" y="11506"/>
                    <a:pt x="29523" y="10998"/>
                    <a:pt x="29354" y="10504"/>
                  </a:cubicBezTo>
                  <a:cubicBezTo>
                    <a:pt x="29098" y="9765"/>
                    <a:pt x="28789" y="9047"/>
                    <a:pt x="28426" y="8356"/>
                  </a:cubicBezTo>
                  <a:cubicBezTo>
                    <a:pt x="26191" y="4085"/>
                    <a:pt x="22007" y="910"/>
                    <a:pt x="16874" y="164"/>
                  </a:cubicBezTo>
                  <a:cubicBezTo>
                    <a:pt x="16116" y="54"/>
                    <a:pt x="15362" y="0"/>
                    <a:pt x="14617"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7"/>
            <p:cNvSpPr/>
            <p:nvPr/>
          </p:nvSpPr>
          <p:spPr>
            <a:xfrm>
              <a:off x="2801650" y="4487525"/>
              <a:ext cx="779300" cy="777675"/>
            </a:xfrm>
            <a:custGeom>
              <a:rect b="b" l="l" r="r" t="t"/>
              <a:pathLst>
                <a:path extrusionOk="0" h="31107" w="31172">
                  <a:moveTo>
                    <a:pt x="15542" y="0"/>
                  </a:moveTo>
                  <a:cubicBezTo>
                    <a:pt x="8747" y="5"/>
                    <a:pt x="2743" y="4422"/>
                    <a:pt x="716" y="10908"/>
                  </a:cubicBezTo>
                  <a:cubicBezTo>
                    <a:pt x="469" y="11693"/>
                    <a:pt x="284" y="12499"/>
                    <a:pt x="169" y="13316"/>
                  </a:cubicBezTo>
                  <a:cubicBezTo>
                    <a:pt x="53" y="14099"/>
                    <a:pt x="0" y="14891"/>
                    <a:pt x="5" y="15683"/>
                  </a:cubicBezTo>
                  <a:cubicBezTo>
                    <a:pt x="10" y="16461"/>
                    <a:pt x="74" y="17239"/>
                    <a:pt x="199" y="18010"/>
                  </a:cubicBezTo>
                  <a:cubicBezTo>
                    <a:pt x="287" y="18546"/>
                    <a:pt x="395" y="19066"/>
                    <a:pt x="527" y="19555"/>
                  </a:cubicBezTo>
                  <a:cubicBezTo>
                    <a:pt x="905" y="20970"/>
                    <a:pt x="1480" y="22326"/>
                    <a:pt x="2240" y="23580"/>
                  </a:cubicBezTo>
                  <a:cubicBezTo>
                    <a:pt x="4657" y="27588"/>
                    <a:pt x="8696" y="30269"/>
                    <a:pt x="13321" y="30941"/>
                  </a:cubicBezTo>
                  <a:cubicBezTo>
                    <a:pt x="14069" y="31049"/>
                    <a:pt x="14822" y="31105"/>
                    <a:pt x="15577" y="31105"/>
                  </a:cubicBezTo>
                  <a:lnTo>
                    <a:pt x="15579" y="31107"/>
                  </a:lnTo>
                  <a:cubicBezTo>
                    <a:pt x="20354" y="31098"/>
                    <a:pt x="24861" y="28900"/>
                    <a:pt x="27807" y="25143"/>
                  </a:cubicBezTo>
                  <a:cubicBezTo>
                    <a:pt x="29479" y="23009"/>
                    <a:pt x="30564" y="20474"/>
                    <a:pt x="30950" y="17791"/>
                  </a:cubicBezTo>
                  <a:cubicBezTo>
                    <a:pt x="31019" y="17325"/>
                    <a:pt x="31068" y="16849"/>
                    <a:pt x="31091" y="16373"/>
                  </a:cubicBezTo>
                  <a:cubicBezTo>
                    <a:pt x="31171" y="14909"/>
                    <a:pt x="31042" y="13443"/>
                    <a:pt x="30710" y="12014"/>
                  </a:cubicBezTo>
                  <a:cubicBezTo>
                    <a:pt x="30587" y="11504"/>
                    <a:pt x="30442" y="10993"/>
                    <a:pt x="30271" y="10497"/>
                  </a:cubicBezTo>
                  <a:cubicBezTo>
                    <a:pt x="30015" y="9760"/>
                    <a:pt x="29705" y="9042"/>
                    <a:pt x="29343" y="8352"/>
                  </a:cubicBezTo>
                  <a:cubicBezTo>
                    <a:pt x="28218" y="6209"/>
                    <a:pt x="26614" y="4355"/>
                    <a:pt x="24656" y="2935"/>
                  </a:cubicBezTo>
                  <a:cubicBezTo>
                    <a:pt x="23660" y="2217"/>
                    <a:pt x="22584" y="1619"/>
                    <a:pt x="21451" y="1155"/>
                  </a:cubicBezTo>
                  <a:cubicBezTo>
                    <a:pt x="19573" y="393"/>
                    <a:pt x="17567" y="0"/>
                    <a:pt x="15542"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7"/>
            <p:cNvSpPr/>
            <p:nvPr/>
          </p:nvSpPr>
          <p:spPr>
            <a:xfrm>
              <a:off x="2801525" y="4487350"/>
              <a:ext cx="779600" cy="777975"/>
            </a:xfrm>
            <a:custGeom>
              <a:rect b="b" l="l" r="r" t="t"/>
              <a:pathLst>
                <a:path extrusionOk="0" h="31119" w="31184">
                  <a:moveTo>
                    <a:pt x="15547" y="10"/>
                  </a:moveTo>
                  <a:cubicBezTo>
                    <a:pt x="17572" y="12"/>
                    <a:pt x="19576" y="402"/>
                    <a:pt x="21453" y="1164"/>
                  </a:cubicBezTo>
                  <a:cubicBezTo>
                    <a:pt x="23714" y="2090"/>
                    <a:pt x="25723" y="3535"/>
                    <a:pt x="27318" y="5385"/>
                  </a:cubicBezTo>
                  <a:cubicBezTo>
                    <a:pt x="28106" y="6295"/>
                    <a:pt x="28784" y="7294"/>
                    <a:pt x="29343" y="8359"/>
                  </a:cubicBezTo>
                  <a:cubicBezTo>
                    <a:pt x="29706" y="9049"/>
                    <a:pt x="30015" y="9767"/>
                    <a:pt x="30271" y="10506"/>
                  </a:cubicBezTo>
                  <a:cubicBezTo>
                    <a:pt x="30442" y="11000"/>
                    <a:pt x="30588" y="11511"/>
                    <a:pt x="30710" y="12023"/>
                  </a:cubicBezTo>
                  <a:cubicBezTo>
                    <a:pt x="31043" y="13448"/>
                    <a:pt x="31170" y="14914"/>
                    <a:pt x="31091" y="16378"/>
                  </a:cubicBezTo>
                  <a:cubicBezTo>
                    <a:pt x="31066" y="16854"/>
                    <a:pt x="31019" y="17329"/>
                    <a:pt x="30950" y="17796"/>
                  </a:cubicBezTo>
                  <a:cubicBezTo>
                    <a:pt x="30562" y="20476"/>
                    <a:pt x="29479" y="23012"/>
                    <a:pt x="27810" y="25143"/>
                  </a:cubicBezTo>
                  <a:cubicBezTo>
                    <a:pt x="24866" y="28904"/>
                    <a:pt x="20357" y="31102"/>
                    <a:pt x="15584" y="31107"/>
                  </a:cubicBezTo>
                  <a:cubicBezTo>
                    <a:pt x="13640" y="31105"/>
                    <a:pt x="11712" y="30745"/>
                    <a:pt x="9902" y="30040"/>
                  </a:cubicBezTo>
                  <a:cubicBezTo>
                    <a:pt x="7773" y="29209"/>
                    <a:pt x="5856" y="27918"/>
                    <a:pt x="4286" y="26258"/>
                  </a:cubicBezTo>
                  <a:cubicBezTo>
                    <a:pt x="3513" y="25443"/>
                    <a:pt x="2831" y="24545"/>
                    <a:pt x="2250" y="23584"/>
                  </a:cubicBezTo>
                  <a:cubicBezTo>
                    <a:pt x="1492" y="22331"/>
                    <a:pt x="915" y="20977"/>
                    <a:pt x="539" y="19562"/>
                  </a:cubicBezTo>
                  <a:cubicBezTo>
                    <a:pt x="407" y="19070"/>
                    <a:pt x="299" y="18551"/>
                    <a:pt x="211" y="18017"/>
                  </a:cubicBezTo>
                  <a:cubicBezTo>
                    <a:pt x="86" y="17246"/>
                    <a:pt x="21" y="16468"/>
                    <a:pt x="17" y="15690"/>
                  </a:cubicBezTo>
                  <a:cubicBezTo>
                    <a:pt x="10" y="14898"/>
                    <a:pt x="65" y="14106"/>
                    <a:pt x="181" y="13323"/>
                  </a:cubicBezTo>
                  <a:cubicBezTo>
                    <a:pt x="296" y="12506"/>
                    <a:pt x="481" y="11702"/>
                    <a:pt x="728" y="10915"/>
                  </a:cubicBezTo>
                  <a:cubicBezTo>
                    <a:pt x="2755" y="4434"/>
                    <a:pt x="8756" y="16"/>
                    <a:pt x="15549" y="12"/>
                  </a:cubicBezTo>
                  <a:lnTo>
                    <a:pt x="15547" y="10"/>
                  </a:lnTo>
                  <a:close/>
                  <a:moveTo>
                    <a:pt x="15549" y="0"/>
                  </a:moveTo>
                  <a:cubicBezTo>
                    <a:pt x="8761" y="0"/>
                    <a:pt x="2732" y="4445"/>
                    <a:pt x="716" y="10913"/>
                  </a:cubicBezTo>
                  <a:cubicBezTo>
                    <a:pt x="469" y="11700"/>
                    <a:pt x="287" y="12503"/>
                    <a:pt x="169" y="13321"/>
                  </a:cubicBezTo>
                  <a:cubicBezTo>
                    <a:pt x="54" y="14106"/>
                    <a:pt x="1" y="14898"/>
                    <a:pt x="5" y="15690"/>
                  </a:cubicBezTo>
                  <a:cubicBezTo>
                    <a:pt x="10" y="16470"/>
                    <a:pt x="75" y="17248"/>
                    <a:pt x="199" y="18017"/>
                  </a:cubicBezTo>
                  <a:cubicBezTo>
                    <a:pt x="282" y="18539"/>
                    <a:pt x="393" y="19054"/>
                    <a:pt x="527" y="19564"/>
                  </a:cubicBezTo>
                  <a:cubicBezTo>
                    <a:pt x="906" y="20980"/>
                    <a:pt x="1483" y="22335"/>
                    <a:pt x="2240" y="23589"/>
                  </a:cubicBezTo>
                  <a:cubicBezTo>
                    <a:pt x="4563" y="27440"/>
                    <a:pt x="8530" y="30257"/>
                    <a:pt x="13326" y="30955"/>
                  </a:cubicBezTo>
                  <a:cubicBezTo>
                    <a:pt x="14074" y="31063"/>
                    <a:pt x="14829" y="31116"/>
                    <a:pt x="15584" y="31119"/>
                  </a:cubicBezTo>
                  <a:cubicBezTo>
                    <a:pt x="22077" y="31119"/>
                    <a:pt x="27875" y="27052"/>
                    <a:pt x="30131" y="21040"/>
                  </a:cubicBezTo>
                  <a:cubicBezTo>
                    <a:pt x="30525" y="19994"/>
                    <a:pt x="30805" y="18906"/>
                    <a:pt x="30964" y="17798"/>
                  </a:cubicBezTo>
                  <a:cubicBezTo>
                    <a:pt x="31033" y="17322"/>
                    <a:pt x="31080" y="16849"/>
                    <a:pt x="31105" y="16378"/>
                  </a:cubicBezTo>
                  <a:cubicBezTo>
                    <a:pt x="31183" y="14914"/>
                    <a:pt x="31054" y="13448"/>
                    <a:pt x="30722" y="12021"/>
                  </a:cubicBezTo>
                  <a:cubicBezTo>
                    <a:pt x="30602" y="11506"/>
                    <a:pt x="30454" y="10996"/>
                    <a:pt x="30283" y="10502"/>
                  </a:cubicBezTo>
                  <a:cubicBezTo>
                    <a:pt x="30029" y="9765"/>
                    <a:pt x="29717" y="9047"/>
                    <a:pt x="29355" y="8354"/>
                  </a:cubicBezTo>
                  <a:cubicBezTo>
                    <a:pt x="27120" y="4083"/>
                    <a:pt x="22936" y="908"/>
                    <a:pt x="17803" y="164"/>
                  </a:cubicBezTo>
                  <a:cubicBezTo>
                    <a:pt x="17057" y="56"/>
                    <a:pt x="16304" y="0"/>
                    <a:pt x="1554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7"/>
            <p:cNvSpPr/>
            <p:nvPr/>
          </p:nvSpPr>
          <p:spPr>
            <a:xfrm>
              <a:off x="2861275" y="4546975"/>
              <a:ext cx="658650" cy="658675"/>
            </a:xfrm>
            <a:custGeom>
              <a:rect b="b" l="l" r="r" t="t"/>
              <a:pathLst>
                <a:path extrusionOk="0" fill="none" h="26347" w="26346">
                  <a:moveTo>
                    <a:pt x="22488" y="3859"/>
                  </a:moveTo>
                  <a:cubicBezTo>
                    <a:pt x="24958" y="6329"/>
                    <a:pt x="26346" y="9680"/>
                    <a:pt x="26346" y="13173"/>
                  </a:cubicBezTo>
                  <a:cubicBezTo>
                    <a:pt x="26346" y="16667"/>
                    <a:pt x="24958" y="20017"/>
                    <a:pt x="22488" y="22488"/>
                  </a:cubicBezTo>
                  <a:cubicBezTo>
                    <a:pt x="20017" y="24958"/>
                    <a:pt x="16667" y="26346"/>
                    <a:pt x="13173" y="26346"/>
                  </a:cubicBezTo>
                  <a:cubicBezTo>
                    <a:pt x="9680" y="26346"/>
                    <a:pt x="6329" y="24958"/>
                    <a:pt x="3859" y="22488"/>
                  </a:cubicBezTo>
                  <a:cubicBezTo>
                    <a:pt x="1388" y="20017"/>
                    <a:pt x="0" y="16667"/>
                    <a:pt x="0" y="13173"/>
                  </a:cubicBezTo>
                  <a:cubicBezTo>
                    <a:pt x="0" y="9680"/>
                    <a:pt x="1388" y="6329"/>
                    <a:pt x="3859" y="3859"/>
                  </a:cubicBezTo>
                  <a:cubicBezTo>
                    <a:pt x="6329" y="1388"/>
                    <a:pt x="9680" y="1"/>
                    <a:pt x="13173" y="1"/>
                  </a:cubicBezTo>
                  <a:cubicBezTo>
                    <a:pt x="16667" y="1"/>
                    <a:pt x="20017" y="1388"/>
                    <a:pt x="22488" y="3859"/>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7"/>
            <p:cNvSpPr/>
            <p:nvPr/>
          </p:nvSpPr>
          <p:spPr>
            <a:xfrm>
              <a:off x="2892850" y="4588600"/>
              <a:ext cx="595500" cy="575475"/>
            </a:xfrm>
            <a:custGeom>
              <a:rect b="b" l="l" r="r" t="t"/>
              <a:pathLst>
                <a:path extrusionOk="0" h="23019" w="23820">
                  <a:moveTo>
                    <a:pt x="11896" y="0"/>
                  </a:moveTo>
                  <a:cubicBezTo>
                    <a:pt x="5865" y="7"/>
                    <a:pt x="864" y="4669"/>
                    <a:pt x="432" y="10684"/>
                  </a:cubicBezTo>
                  <a:cubicBezTo>
                    <a:pt x="0" y="16701"/>
                    <a:pt x="4286" y="22028"/>
                    <a:pt x="10255" y="22896"/>
                  </a:cubicBezTo>
                  <a:cubicBezTo>
                    <a:pt x="10809" y="22977"/>
                    <a:pt x="11365" y="23019"/>
                    <a:pt x="11924" y="23019"/>
                  </a:cubicBezTo>
                  <a:cubicBezTo>
                    <a:pt x="17955" y="23009"/>
                    <a:pt x="22959" y="18348"/>
                    <a:pt x="23388" y="12333"/>
                  </a:cubicBezTo>
                  <a:cubicBezTo>
                    <a:pt x="23820" y="6315"/>
                    <a:pt x="19534" y="989"/>
                    <a:pt x="13566" y="120"/>
                  </a:cubicBezTo>
                  <a:cubicBezTo>
                    <a:pt x="13014" y="40"/>
                    <a:pt x="12455" y="0"/>
                    <a:pt x="11896"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7"/>
            <p:cNvSpPr/>
            <p:nvPr/>
          </p:nvSpPr>
          <p:spPr>
            <a:xfrm>
              <a:off x="2882925" y="4588425"/>
              <a:ext cx="615425" cy="575775"/>
            </a:xfrm>
            <a:custGeom>
              <a:rect b="b" l="l" r="r" t="t"/>
              <a:pathLst>
                <a:path extrusionOk="0" h="23031" w="24617">
                  <a:moveTo>
                    <a:pt x="12293" y="10"/>
                  </a:moveTo>
                  <a:lnTo>
                    <a:pt x="12293" y="12"/>
                  </a:lnTo>
                  <a:cubicBezTo>
                    <a:pt x="12852" y="12"/>
                    <a:pt x="13409" y="53"/>
                    <a:pt x="13963" y="132"/>
                  </a:cubicBezTo>
                  <a:cubicBezTo>
                    <a:pt x="19927" y="1000"/>
                    <a:pt x="24210" y="6327"/>
                    <a:pt x="23780" y="12340"/>
                  </a:cubicBezTo>
                  <a:cubicBezTo>
                    <a:pt x="23349" y="18350"/>
                    <a:pt x="18350" y="23012"/>
                    <a:pt x="12321" y="23019"/>
                  </a:cubicBezTo>
                  <a:cubicBezTo>
                    <a:pt x="11765" y="23019"/>
                    <a:pt x="11206" y="22979"/>
                    <a:pt x="10654" y="22899"/>
                  </a:cubicBezTo>
                  <a:cubicBezTo>
                    <a:pt x="4685" y="22033"/>
                    <a:pt x="397" y="16706"/>
                    <a:pt x="829" y="10691"/>
                  </a:cubicBezTo>
                  <a:cubicBezTo>
                    <a:pt x="1261" y="4676"/>
                    <a:pt x="6262" y="17"/>
                    <a:pt x="12293" y="10"/>
                  </a:cubicBezTo>
                  <a:close/>
                  <a:moveTo>
                    <a:pt x="12293" y="0"/>
                  </a:moveTo>
                  <a:cubicBezTo>
                    <a:pt x="6669" y="0"/>
                    <a:pt x="1746" y="4127"/>
                    <a:pt x="915" y="9857"/>
                  </a:cubicBezTo>
                  <a:cubicBezTo>
                    <a:pt x="0" y="16149"/>
                    <a:pt x="4360" y="21993"/>
                    <a:pt x="10652" y="22908"/>
                  </a:cubicBezTo>
                  <a:cubicBezTo>
                    <a:pt x="11203" y="22989"/>
                    <a:pt x="11762" y="23028"/>
                    <a:pt x="12321" y="23030"/>
                  </a:cubicBezTo>
                  <a:cubicBezTo>
                    <a:pt x="17948" y="23030"/>
                    <a:pt x="22868" y="18902"/>
                    <a:pt x="23702" y="13171"/>
                  </a:cubicBezTo>
                  <a:cubicBezTo>
                    <a:pt x="24616" y="6879"/>
                    <a:pt x="20257" y="1035"/>
                    <a:pt x="13965" y="120"/>
                  </a:cubicBezTo>
                  <a:cubicBezTo>
                    <a:pt x="13411" y="40"/>
                    <a:pt x="12852" y="0"/>
                    <a:pt x="1229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7"/>
            <p:cNvSpPr/>
            <p:nvPr/>
          </p:nvSpPr>
          <p:spPr>
            <a:xfrm>
              <a:off x="2814700" y="4787800"/>
              <a:ext cx="766375" cy="289275"/>
            </a:xfrm>
            <a:custGeom>
              <a:rect b="b" l="l" r="r" t="t"/>
              <a:pathLst>
                <a:path extrusionOk="0" h="11571" w="30655">
                  <a:moveTo>
                    <a:pt x="30192" y="1"/>
                  </a:moveTo>
                  <a:lnTo>
                    <a:pt x="0" y="7546"/>
                  </a:lnTo>
                  <a:cubicBezTo>
                    <a:pt x="379" y="8962"/>
                    <a:pt x="956" y="10317"/>
                    <a:pt x="1713" y="11571"/>
                  </a:cubicBezTo>
                  <a:lnTo>
                    <a:pt x="30573" y="4360"/>
                  </a:lnTo>
                  <a:cubicBezTo>
                    <a:pt x="30654" y="2896"/>
                    <a:pt x="30525" y="1428"/>
                    <a:pt x="30192"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7"/>
            <p:cNvSpPr/>
            <p:nvPr/>
          </p:nvSpPr>
          <p:spPr>
            <a:xfrm>
              <a:off x="2801650" y="4696250"/>
              <a:ext cx="756850" cy="241550"/>
            </a:xfrm>
            <a:custGeom>
              <a:rect b="b" l="l" r="r" t="t"/>
              <a:pathLst>
                <a:path extrusionOk="0" h="9662" w="30274">
                  <a:moveTo>
                    <a:pt x="29347" y="1"/>
                  </a:moveTo>
                  <a:lnTo>
                    <a:pt x="0" y="7334"/>
                  </a:lnTo>
                  <a:cubicBezTo>
                    <a:pt x="5" y="8112"/>
                    <a:pt x="70" y="8890"/>
                    <a:pt x="194" y="9661"/>
                  </a:cubicBezTo>
                  <a:lnTo>
                    <a:pt x="30273" y="2143"/>
                  </a:lnTo>
                  <a:cubicBezTo>
                    <a:pt x="30019" y="1407"/>
                    <a:pt x="29710" y="691"/>
                    <a:pt x="293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7"/>
            <p:cNvSpPr/>
            <p:nvPr/>
          </p:nvSpPr>
          <p:spPr>
            <a:xfrm>
              <a:off x="2777975" y="4760150"/>
              <a:ext cx="776700" cy="562025"/>
            </a:xfrm>
            <a:custGeom>
              <a:rect b="b" l="l" r="r" t="t"/>
              <a:pathLst>
                <a:path extrusionOk="0" h="22481" w="31068">
                  <a:moveTo>
                    <a:pt x="1658" y="1"/>
                  </a:moveTo>
                  <a:lnTo>
                    <a:pt x="1658" y="1"/>
                  </a:lnTo>
                  <a:cubicBezTo>
                    <a:pt x="562" y="2201"/>
                    <a:pt x="1" y="4628"/>
                    <a:pt x="17" y="7087"/>
                  </a:cubicBezTo>
                  <a:cubicBezTo>
                    <a:pt x="21" y="7867"/>
                    <a:pt x="88" y="8645"/>
                    <a:pt x="213" y="9417"/>
                  </a:cubicBezTo>
                  <a:cubicBezTo>
                    <a:pt x="296" y="9936"/>
                    <a:pt x="405" y="10453"/>
                    <a:pt x="541" y="10961"/>
                  </a:cubicBezTo>
                  <a:cubicBezTo>
                    <a:pt x="917" y="12379"/>
                    <a:pt x="1495" y="13732"/>
                    <a:pt x="2252" y="14988"/>
                  </a:cubicBezTo>
                  <a:cubicBezTo>
                    <a:pt x="4577" y="18837"/>
                    <a:pt x="8542" y="21654"/>
                    <a:pt x="13340" y="22352"/>
                  </a:cubicBezTo>
                  <a:cubicBezTo>
                    <a:pt x="13938" y="22439"/>
                    <a:pt x="14538" y="22481"/>
                    <a:pt x="15137" y="22481"/>
                  </a:cubicBezTo>
                  <a:cubicBezTo>
                    <a:pt x="22061" y="22481"/>
                    <a:pt x="28760" y="16846"/>
                    <a:pt x="31068" y="10128"/>
                  </a:cubicBezTo>
                  <a:lnTo>
                    <a:pt x="31068" y="10128"/>
                  </a:lnTo>
                  <a:cubicBezTo>
                    <a:pt x="28814" y="16140"/>
                    <a:pt x="23015" y="20206"/>
                    <a:pt x="16520" y="20206"/>
                  </a:cubicBezTo>
                  <a:cubicBezTo>
                    <a:pt x="15776" y="20206"/>
                    <a:pt x="15023" y="20152"/>
                    <a:pt x="14265" y="20043"/>
                  </a:cubicBezTo>
                  <a:cubicBezTo>
                    <a:pt x="9470" y="19345"/>
                    <a:pt x="5503" y="16528"/>
                    <a:pt x="3180" y="12677"/>
                  </a:cubicBezTo>
                  <a:cubicBezTo>
                    <a:pt x="2423" y="11423"/>
                    <a:pt x="1845" y="10068"/>
                    <a:pt x="1467" y="8652"/>
                  </a:cubicBezTo>
                  <a:cubicBezTo>
                    <a:pt x="1333" y="8142"/>
                    <a:pt x="1224" y="7627"/>
                    <a:pt x="1141" y="7105"/>
                  </a:cubicBezTo>
                  <a:cubicBezTo>
                    <a:pt x="1017" y="6336"/>
                    <a:pt x="950" y="5558"/>
                    <a:pt x="945" y="4778"/>
                  </a:cubicBezTo>
                  <a:cubicBezTo>
                    <a:pt x="940" y="3984"/>
                    <a:pt x="993" y="3192"/>
                    <a:pt x="1109" y="2409"/>
                  </a:cubicBezTo>
                  <a:cubicBezTo>
                    <a:pt x="1227" y="1591"/>
                    <a:pt x="1409" y="786"/>
                    <a:pt x="1658"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37"/>
          <p:cNvGrpSpPr/>
          <p:nvPr/>
        </p:nvGrpSpPr>
        <p:grpSpPr>
          <a:xfrm rot="-4770693">
            <a:off x="501451" y="2344937"/>
            <a:ext cx="529757" cy="397384"/>
            <a:chOff x="2787100" y="3506250"/>
            <a:chExt cx="854925" cy="641300"/>
          </a:xfrm>
        </p:grpSpPr>
        <p:sp>
          <p:nvSpPr>
            <p:cNvPr id="1096" name="Google Shape;1096;p37"/>
            <p:cNvSpPr/>
            <p:nvPr/>
          </p:nvSpPr>
          <p:spPr>
            <a:xfrm>
              <a:off x="2787100" y="3512900"/>
              <a:ext cx="842975" cy="634650"/>
            </a:xfrm>
            <a:custGeom>
              <a:rect b="b" l="l" r="r" t="t"/>
              <a:pathLst>
                <a:path extrusionOk="0" h="25386" w="33719">
                  <a:moveTo>
                    <a:pt x="3124" y="1"/>
                  </a:moveTo>
                  <a:cubicBezTo>
                    <a:pt x="2995" y="1"/>
                    <a:pt x="2867" y="8"/>
                    <a:pt x="2741" y="23"/>
                  </a:cubicBezTo>
                  <a:lnTo>
                    <a:pt x="2478" y="397"/>
                  </a:lnTo>
                  <a:lnTo>
                    <a:pt x="818" y="2755"/>
                  </a:lnTo>
                  <a:cubicBezTo>
                    <a:pt x="169" y="3736"/>
                    <a:pt x="0" y="4937"/>
                    <a:pt x="432" y="5807"/>
                  </a:cubicBezTo>
                  <a:cubicBezTo>
                    <a:pt x="892" y="6726"/>
                    <a:pt x="1557" y="7680"/>
                    <a:pt x="2393" y="8657"/>
                  </a:cubicBezTo>
                  <a:cubicBezTo>
                    <a:pt x="3231" y="9645"/>
                    <a:pt x="4240" y="10656"/>
                    <a:pt x="5366" y="11668"/>
                  </a:cubicBezTo>
                  <a:lnTo>
                    <a:pt x="5371" y="11670"/>
                  </a:lnTo>
                  <a:cubicBezTo>
                    <a:pt x="6110" y="12333"/>
                    <a:pt x="6897" y="12993"/>
                    <a:pt x="7722" y="13656"/>
                  </a:cubicBezTo>
                  <a:cubicBezTo>
                    <a:pt x="9571" y="15124"/>
                    <a:pt x="11605" y="16574"/>
                    <a:pt x="13660" y="17932"/>
                  </a:cubicBezTo>
                  <a:cubicBezTo>
                    <a:pt x="14138" y="18246"/>
                    <a:pt x="14612" y="18560"/>
                    <a:pt x="15085" y="18865"/>
                  </a:cubicBezTo>
                  <a:lnTo>
                    <a:pt x="15087" y="18867"/>
                  </a:lnTo>
                  <a:cubicBezTo>
                    <a:pt x="19982" y="22040"/>
                    <a:pt x="24748" y="24785"/>
                    <a:pt x="28475" y="25360"/>
                  </a:cubicBezTo>
                  <a:cubicBezTo>
                    <a:pt x="28587" y="25377"/>
                    <a:pt x="28701" y="25385"/>
                    <a:pt x="28818" y="25385"/>
                  </a:cubicBezTo>
                  <a:cubicBezTo>
                    <a:pt x="29844" y="25385"/>
                    <a:pt x="31001" y="24740"/>
                    <a:pt x="31680" y="23714"/>
                  </a:cubicBezTo>
                  <a:lnTo>
                    <a:pt x="33718" y="20626"/>
                  </a:lnTo>
                  <a:cubicBezTo>
                    <a:pt x="32442" y="19537"/>
                    <a:pt x="30200" y="17895"/>
                    <a:pt x="27350" y="15914"/>
                  </a:cubicBezTo>
                  <a:cubicBezTo>
                    <a:pt x="25127" y="14371"/>
                    <a:pt x="22529" y="12624"/>
                    <a:pt x="19724" y="10765"/>
                  </a:cubicBezTo>
                  <a:lnTo>
                    <a:pt x="18971" y="10268"/>
                  </a:lnTo>
                  <a:cubicBezTo>
                    <a:pt x="18269" y="9804"/>
                    <a:pt x="17590" y="9342"/>
                    <a:pt x="16939" y="8885"/>
                  </a:cubicBezTo>
                  <a:lnTo>
                    <a:pt x="16934" y="8883"/>
                  </a:lnTo>
                  <a:cubicBezTo>
                    <a:pt x="15565" y="7913"/>
                    <a:pt x="14305" y="6966"/>
                    <a:pt x="13134" y="6073"/>
                  </a:cubicBezTo>
                  <a:cubicBezTo>
                    <a:pt x="8674" y="2661"/>
                    <a:pt x="5567" y="1"/>
                    <a:pt x="3124"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7"/>
            <p:cNvSpPr/>
            <p:nvPr/>
          </p:nvSpPr>
          <p:spPr>
            <a:xfrm>
              <a:off x="2847300" y="3506425"/>
              <a:ext cx="788375" cy="532075"/>
            </a:xfrm>
            <a:custGeom>
              <a:rect b="b" l="l" r="r" t="t"/>
              <a:pathLst>
                <a:path extrusionOk="0" h="21283" w="31535">
                  <a:moveTo>
                    <a:pt x="1194" y="1"/>
                  </a:moveTo>
                  <a:cubicBezTo>
                    <a:pt x="680" y="1"/>
                    <a:pt x="338" y="125"/>
                    <a:pt x="174" y="372"/>
                  </a:cubicBezTo>
                  <a:cubicBezTo>
                    <a:pt x="118" y="458"/>
                    <a:pt x="84" y="555"/>
                    <a:pt x="75" y="656"/>
                  </a:cubicBezTo>
                  <a:cubicBezTo>
                    <a:pt x="1" y="1224"/>
                    <a:pt x="502" y="2157"/>
                    <a:pt x="1527" y="3360"/>
                  </a:cubicBezTo>
                  <a:cubicBezTo>
                    <a:pt x="2527" y="4536"/>
                    <a:pt x="4025" y="5967"/>
                    <a:pt x="5861" y="7500"/>
                  </a:cubicBezTo>
                  <a:cubicBezTo>
                    <a:pt x="6962" y="8424"/>
                    <a:pt x="8184" y="9382"/>
                    <a:pt x="9491" y="10350"/>
                  </a:cubicBezTo>
                  <a:cubicBezTo>
                    <a:pt x="10333" y="10973"/>
                    <a:pt x="11234" y="11615"/>
                    <a:pt x="12167" y="12259"/>
                  </a:cubicBezTo>
                  <a:cubicBezTo>
                    <a:pt x="12679" y="12615"/>
                    <a:pt x="13227" y="12984"/>
                    <a:pt x="13889" y="13423"/>
                  </a:cubicBezTo>
                  <a:cubicBezTo>
                    <a:pt x="16041" y="14843"/>
                    <a:pt x="18184" y="16145"/>
                    <a:pt x="20257" y="17293"/>
                  </a:cubicBezTo>
                  <a:cubicBezTo>
                    <a:pt x="22474" y="18521"/>
                    <a:pt x="24557" y="19535"/>
                    <a:pt x="26281" y="20225"/>
                  </a:cubicBezTo>
                  <a:cubicBezTo>
                    <a:pt x="28015" y="20917"/>
                    <a:pt x="29393" y="21282"/>
                    <a:pt x="30263" y="21283"/>
                  </a:cubicBezTo>
                  <a:lnTo>
                    <a:pt x="30263" y="21283"/>
                  </a:lnTo>
                  <a:cubicBezTo>
                    <a:pt x="30775" y="21282"/>
                    <a:pt x="31119" y="21158"/>
                    <a:pt x="31280" y="20913"/>
                  </a:cubicBezTo>
                  <a:lnTo>
                    <a:pt x="31301" y="20881"/>
                  </a:lnTo>
                  <a:cubicBezTo>
                    <a:pt x="31534" y="20477"/>
                    <a:pt x="31315" y="19793"/>
                    <a:pt x="30650" y="18847"/>
                  </a:cubicBezTo>
                  <a:cubicBezTo>
                    <a:pt x="30008" y="17932"/>
                    <a:pt x="28981" y="16817"/>
                    <a:pt x="27600" y="15536"/>
                  </a:cubicBezTo>
                  <a:cubicBezTo>
                    <a:pt x="25776" y="13857"/>
                    <a:pt x="23465" y="12000"/>
                    <a:pt x="20911" y="10167"/>
                  </a:cubicBezTo>
                  <a:lnTo>
                    <a:pt x="20908" y="10165"/>
                  </a:lnTo>
                  <a:cubicBezTo>
                    <a:pt x="19925" y="9463"/>
                    <a:pt x="19029" y="8844"/>
                    <a:pt x="18170" y="8271"/>
                  </a:cubicBezTo>
                  <a:cubicBezTo>
                    <a:pt x="17971" y="8133"/>
                    <a:pt x="17764" y="7994"/>
                    <a:pt x="17560" y="7860"/>
                  </a:cubicBezTo>
                  <a:cubicBezTo>
                    <a:pt x="16404" y="7096"/>
                    <a:pt x="15180" y="6325"/>
                    <a:pt x="13924" y="5568"/>
                  </a:cubicBezTo>
                  <a:cubicBezTo>
                    <a:pt x="11132" y="3887"/>
                    <a:pt x="8470" y="2481"/>
                    <a:pt x="6221" y="1499"/>
                  </a:cubicBezTo>
                  <a:cubicBezTo>
                    <a:pt x="3979" y="520"/>
                    <a:pt x="2240" y="1"/>
                    <a:pt x="1194" y="1"/>
                  </a:cubicBezTo>
                  <a:close/>
                  <a:moveTo>
                    <a:pt x="30263" y="21283"/>
                  </a:moveTo>
                  <a:lnTo>
                    <a:pt x="30263" y="21283"/>
                  </a:lnTo>
                  <a:cubicBezTo>
                    <a:pt x="30263" y="21283"/>
                    <a:pt x="30263" y="21283"/>
                    <a:pt x="30262" y="21283"/>
                  </a:cubicBezTo>
                  <a:lnTo>
                    <a:pt x="30264" y="21283"/>
                  </a:lnTo>
                  <a:cubicBezTo>
                    <a:pt x="30264" y="21283"/>
                    <a:pt x="30264" y="21283"/>
                    <a:pt x="30263" y="21283"/>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7"/>
            <p:cNvSpPr/>
            <p:nvPr/>
          </p:nvSpPr>
          <p:spPr>
            <a:xfrm>
              <a:off x="2845175" y="3506250"/>
              <a:ext cx="796850" cy="532475"/>
            </a:xfrm>
            <a:custGeom>
              <a:rect b="b" l="l" r="r" t="t"/>
              <a:pathLst>
                <a:path extrusionOk="0" h="21299" w="31874">
                  <a:moveTo>
                    <a:pt x="1279" y="15"/>
                  </a:moveTo>
                  <a:cubicBezTo>
                    <a:pt x="2325" y="15"/>
                    <a:pt x="4064" y="534"/>
                    <a:pt x="6306" y="1513"/>
                  </a:cubicBezTo>
                  <a:cubicBezTo>
                    <a:pt x="8553" y="2494"/>
                    <a:pt x="11215" y="3901"/>
                    <a:pt x="14007" y="5579"/>
                  </a:cubicBezTo>
                  <a:cubicBezTo>
                    <a:pt x="15263" y="6339"/>
                    <a:pt x="16486" y="7110"/>
                    <a:pt x="17643" y="7874"/>
                  </a:cubicBezTo>
                  <a:cubicBezTo>
                    <a:pt x="17846" y="8008"/>
                    <a:pt x="18054" y="8145"/>
                    <a:pt x="18253" y="8283"/>
                  </a:cubicBezTo>
                  <a:cubicBezTo>
                    <a:pt x="19112" y="8856"/>
                    <a:pt x="20008" y="9477"/>
                    <a:pt x="20991" y="10176"/>
                  </a:cubicBezTo>
                  <a:lnTo>
                    <a:pt x="20993" y="10179"/>
                  </a:lnTo>
                  <a:cubicBezTo>
                    <a:pt x="23547" y="12014"/>
                    <a:pt x="25858" y="13871"/>
                    <a:pt x="27680" y="15547"/>
                  </a:cubicBezTo>
                  <a:cubicBezTo>
                    <a:pt x="29061" y="16829"/>
                    <a:pt x="30089" y="17944"/>
                    <a:pt x="30730" y="18858"/>
                  </a:cubicBezTo>
                  <a:cubicBezTo>
                    <a:pt x="31393" y="19800"/>
                    <a:pt x="31612" y="20481"/>
                    <a:pt x="31382" y="20883"/>
                  </a:cubicBezTo>
                  <a:lnTo>
                    <a:pt x="31361" y="20916"/>
                  </a:lnTo>
                  <a:cubicBezTo>
                    <a:pt x="31199" y="21158"/>
                    <a:pt x="30860" y="21283"/>
                    <a:pt x="30349" y="21283"/>
                  </a:cubicBezTo>
                  <a:cubicBezTo>
                    <a:pt x="29479" y="21283"/>
                    <a:pt x="28103" y="20916"/>
                    <a:pt x="26369" y="20223"/>
                  </a:cubicBezTo>
                  <a:cubicBezTo>
                    <a:pt x="24646" y="19535"/>
                    <a:pt x="22564" y="18521"/>
                    <a:pt x="20347" y="17293"/>
                  </a:cubicBezTo>
                  <a:cubicBezTo>
                    <a:pt x="18274" y="16145"/>
                    <a:pt x="16131" y="14843"/>
                    <a:pt x="13979" y="13423"/>
                  </a:cubicBezTo>
                  <a:cubicBezTo>
                    <a:pt x="13316" y="12984"/>
                    <a:pt x="12769" y="12615"/>
                    <a:pt x="12259" y="12259"/>
                  </a:cubicBezTo>
                  <a:cubicBezTo>
                    <a:pt x="11326" y="11615"/>
                    <a:pt x="10425" y="10973"/>
                    <a:pt x="9580" y="10350"/>
                  </a:cubicBezTo>
                  <a:cubicBezTo>
                    <a:pt x="8276" y="9382"/>
                    <a:pt x="7054" y="8424"/>
                    <a:pt x="5950" y="7500"/>
                  </a:cubicBezTo>
                  <a:cubicBezTo>
                    <a:pt x="4117" y="5967"/>
                    <a:pt x="2619" y="4536"/>
                    <a:pt x="1617" y="3360"/>
                  </a:cubicBezTo>
                  <a:cubicBezTo>
                    <a:pt x="596" y="2160"/>
                    <a:pt x="95" y="1229"/>
                    <a:pt x="169" y="663"/>
                  </a:cubicBezTo>
                  <a:cubicBezTo>
                    <a:pt x="178" y="564"/>
                    <a:pt x="210" y="467"/>
                    <a:pt x="266" y="384"/>
                  </a:cubicBezTo>
                  <a:cubicBezTo>
                    <a:pt x="427" y="139"/>
                    <a:pt x="769" y="15"/>
                    <a:pt x="1279" y="15"/>
                  </a:cubicBezTo>
                  <a:close/>
                  <a:moveTo>
                    <a:pt x="1279" y="1"/>
                  </a:moveTo>
                  <a:cubicBezTo>
                    <a:pt x="771" y="1"/>
                    <a:pt x="423" y="121"/>
                    <a:pt x="254" y="375"/>
                  </a:cubicBezTo>
                  <a:cubicBezTo>
                    <a:pt x="199" y="463"/>
                    <a:pt x="164" y="562"/>
                    <a:pt x="155" y="663"/>
                  </a:cubicBezTo>
                  <a:cubicBezTo>
                    <a:pt x="0" y="1836"/>
                    <a:pt x="2252" y="4429"/>
                    <a:pt x="5941" y="7514"/>
                  </a:cubicBezTo>
                  <a:cubicBezTo>
                    <a:pt x="7033" y="8429"/>
                    <a:pt x="8250" y="9387"/>
                    <a:pt x="9573" y="10363"/>
                  </a:cubicBezTo>
                  <a:cubicBezTo>
                    <a:pt x="10423" y="10992"/>
                    <a:pt x="11321" y="11633"/>
                    <a:pt x="12249" y="12273"/>
                  </a:cubicBezTo>
                  <a:cubicBezTo>
                    <a:pt x="12810" y="12663"/>
                    <a:pt x="13385" y="13051"/>
                    <a:pt x="13972" y="13437"/>
                  </a:cubicBezTo>
                  <a:cubicBezTo>
                    <a:pt x="16182" y="14894"/>
                    <a:pt x="18340" y="16201"/>
                    <a:pt x="20340" y="17307"/>
                  </a:cubicBezTo>
                  <a:cubicBezTo>
                    <a:pt x="24843" y="19803"/>
                    <a:pt x="28565" y="21299"/>
                    <a:pt x="30349" y="21299"/>
                  </a:cubicBezTo>
                  <a:cubicBezTo>
                    <a:pt x="30855" y="21299"/>
                    <a:pt x="31206" y="21179"/>
                    <a:pt x="31372" y="20925"/>
                  </a:cubicBezTo>
                  <a:lnTo>
                    <a:pt x="31393" y="20892"/>
                  </a:lnTo>
                  <a:cubicBezTo>
                    <a:pt x="31873" y="20061"/>
                    <a:pt x="30414" y="18064"/>
                    <a:pt x="27690" y="15540"/>
                  </a:cubicBezTo>
                  <a:cubicBezTo>
                    <a:pt x="25928" y="13915"/>
                    <a:pt x="23642" y="12065"/>
                    <a:pt x="21003" y="10170"/>
                  </a:cubicBezTo>
                  <a:lnTo>
                    <a:pt x="20998" y="10167"/>
                  </a:lnTo>
                  <a:cubicBezTo>
                    <a:pt x="20121" y="9541"/>
                    <a:pt x="19209" y="8907"/>
                    <a:pt x="18262" y="8274"/>
                  </a:cubicBezTo>
                  <a:cubicBezTo>
                    <a:pt x="18063" y="8135"/>
                    <a:pt x="17858" y="7999"/>
                    <a:pt x="17652" y="7863"/>
                  </a:cubicBezTo>
                  <a:cubicBezTo>
                    <a:pt x="16419" y="7050"/>
                    <a:pt x="15198" y="6283"/>
                    <a:pt x="14016" y="5568"/>
                  </a:cubicBezTo>
                  <a:cubicBezTo>
                    <a:pt x="8317" y="2141"/>
                    <a:pt x="3415" y="3"/>
                    <a:pt x="1282" y="3"/>
                  </a:cubicBezTo>
                  <a:lnTo>
                    <a:pt x="1279"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7"/>
            <p:cNvSpPr/>
            <p:nvPr/>
          </p:nvSpPr>
          <p:spPr>
            <a:xfrm>
              <a:off x="2981975" y="3601625"/>
              <a:ext cx="526600" cy="341800"/>
            </a:xfrm>
            <a:custGeom>
              <a:rect b="b" l="l" r="r" t="t"/>
              <a:pathLst>
                <a:path extrusionOk="0" h="13672" w="21064">
                  <a:moveTo>
                    <a:pt x="799" y="0"/>
                  </a:moveTo>
                  <a:cubicBezTo>
                    <a:pt x="559" y="0"/>
                    <a:pt x="393" y="69"/>
                    <a:pt x="303" y="206"/>
                  </a:cubicBezTo>
                  <a:cubicBezTo>
                    <a:pt x="1" y="663"/>
                    <a:pt x="790" y="1637"/>
                    <a:pt x="2718" y="3187"/>
                  </a:cubicBezTo>
                  <a:cubicBezTo>
                    <a:pt x="4270" y="4433"/>
                    <a:pt x="6516" y="6022"/>
                    <a:pt x="9786" y="8181"/>
                  </a:cubicBezTo>
                  <a:cubicBezTo>
                    <a:pt x="13896" y="10894"/>
                    <a:pt x="18313" y="13672"/>
                    <a:pt x="19872" y="13672"/>
                  </a:cubicBezTo>
                  <a:cubicBezTo>
                    <a:pt x="20119" y="13672"/>
                    <a:pt x="20290" y="13600"/>
                    <a:pt x="20382" y="13462"/>
                  </a:cubicBezTo>
                  <a:cubicBezTo>
                    <a:pt x="21063" y="12427"/>
                    <a:pt x="16023" y="8897"/>
                    <a:pt x="11001" y="5583"/>
                  </a:cubicBezTo>
                  <a:cubicBezTo>
                    <a:pt x="6821" y="2822"/>
                    <a:pt x="2342" y="0"/>
                    <a:pt x="799"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7"/>
            <p:cNvSpPr/>
            <p:nvPr/>
          </p:nvSpPr>
          <p:spPr>
            <a:xfrm>
              <a:off x="2973025" y="3601375"/>
              <a:ext cx="535025" cy="342175"/>
            </a:xfrm>
            <a:custGeom>
              <a:rect b="b" l="l" r="r" t="t"/>
              <a:pathLst>
                <a:path extrusionOk="0" h="13687" w="21401">
                  <a:moveTo>
                    <a:pt x="1157" y="15"/>
                  </a:moveTo>
                  <a:lnTo>
                    <a:pt x="1157" y="17"/>
                  </a:lnTo>
                  <a:cubicBezTo>
                    <a:pt x="1834" y="17"/>
                    <a:pt x="3095" y="544"/>
                    <a:pt x="5013" y="1629"/>
                  </a:cubicBezTo>
                  <a:cubicBezTo>
                    <a:pt x="6577" y="2511"/>
                    <a:pt x="8592" y="3774"/>
                    <a:pt x="11356" y="5598"/>
                  </a:cubicBezTo>
                  <a:cubicBezTo>
                    <a:pt x="14635" y="7764"/>
                    <a:pt x="16865" y="9334"/>
                    <a:pt x="18371" y="10541"/>
                  </a:cubicBezTo>
                  <a:cubicBezTo>
                    <a:pt x="19274" y="11267"/>
                    <a:pt x="19929" y="11874"/>
                    <a:pt x="20324" y="12347"/>
                  </a:cubicBezTo>
                  <a:cubicBezTo>
                    <a:pt x="20749" y="12857"/>
                    <a:pt x="20885" y="13234"/>
                    <a:pt x="20733" y="13467"/>
                  </a:cubicBezTo>
                  <a:cubicBezTo>
                    <a:pt x="20641" y="13603"/>
                    <a:pt x="20472" y="13672"/>
                    <a:pt x="20230" y="13672"/>
                  </a:cubicBezTo>
                  <a:cubicBezTo>
                    <a:pt x="19553" y="13672"/>
                    <a:pt x="18311" y="13160"/>
                    <a:pt x="16427" y="12102"/>
                  </a:cubicBezTo>
                  <a:cubicBezTo>
                    <a:pt x="14861" y="11225"/>
                    <a:pt x="12866" y="9980"/>
                    <a:pt x="10149" y="8184"/>
                  </a:cubicBezTo>
                  <a:cubicBezTo>
                    <a:pt x="6879" y="6025"/>
                    <a:pt x="4632" y="4439"/>
                    <a:pt x="3081" y="3190"/>
                  </a:cubicBezTo>
                  <a:cubicBezTo>
                    <a:pt x="2164" y="2453"/>
                    <a:pt x="1495" y="1837"/>
                    <a:pt x="1093" y="1352"/>
                  </a:cubicBezTo>
                  <a:cubicBezTo>
                    <a:pt x="656" y="832"/>
                    <a:pt x="516" y="451"/>
                    <a:pt x="668" y="218"/>
                  </a:cubicBezTo>
                  <a:cubicBezTo>
                    <a:pt x="756" y="84"/>
                    <a:pt x="922" y="15"/>
                    <a:pt x="1157" y="15"/>
                  </a:cubicBezTo>
                  <a:close/>
                  <a:moveTo>
                    <a:pt x="1157" y="1"/>
                  </a:moveTo>
                  <a:cubicBezTo>
                    <a:pt x="920" y="1"/>
                    <a:pt x="749" y="68"/>
                    <a:pt x="656" y="209"/>
                  </a:cubicBezTo>
                  <a:cubicBezTo>
                    <a:pt x="1" y="1202"/>
                    <a:pt x="4593" y="4531"/>
                    <a:pt x="10139" y="8196"/>
                  </a:cubicBezTo>
                  <a:cubicBezTo>
                    <a:pt x="14882" y="11324"/>
                    <a:pt x="18784" y="13686"/>
                    <a:pt x="20230" y="13686"/>
                  </a:cubicBezTo>
                  <a:cubicBezTo>
                    <a:pt x="20474" y="13686"/>
                    <a:pt x="20650" y="13617"/>
                    <a:pt x="20744" y="13474"/>
                  </a:cubicBezTo>
                  <a:cubicBezTo>
                    <a:pt x="21400" y="12481"/>
                    <a:pt x="16909" y="9246"/>
                    <a:pt x="11363" y="5584"/>
                  </a:cubicBezTo>
                  <a:cubicBezTo>
                    <a:pt x="6602" y="2442"/>
                    <a:pt x="2610" y="1"/>
                    <a:pt x="116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7"/>
            <p:cNvSpPr/>
            <p:nvPr/>
          </p:nvSpPr>
          <p:spPr>
            <a:xfrm>
              <a:off x="2980125" y="3760350"/>
              <a:ext cx="557300" cy="224250"/>
            </a:xfrm>
            <a:custGeom>
              <a:rect b="b" l="l" r="r" t="t"/>
              <a:pathLst>
                <a:path extrusionOk="0" h="8970" w="22292">
                  <a:moveTo>
                    <a:pt x="15600" y="1"/>
                  </a:moveTo>
                  <a:lnTo>
                    <a:pt x="12003" y="867"/>
                  </a:lnTo>
                  <a:lnTo>
                    <a:pt x="6851" y="2109"/>
                  </a:lnTo>
                  <a:lnTo>
                    <a:pt x="1" y="3758"/>
                  </a:lnTo>
                  <a:cubicBezTo>
                    <a:pt x="1850" y="5226"/>
                    <a:pt x="3884" y="6676"/>
                    <a:pt x="5939" y="8034"/>
                  </a:cubicBezTo>
                  <a:cubicBezTo>
                    <a:pt x="6417" y="8348"/>
                    <a:pt x="6891" y="8662"/>
                    <a:pt x="7364" y="8967"/>
                  </a:cubicBezTo>
                  <a:lnTo>
                    <a:pt x="7366" y="8969"/>
                  </a:lnTo>
                  <a:lnTo>
                    <a:pt x="14942" y="7143"/>
                  </a:lnTo>
                  <a:lnTo>
                    <a:pt x="19627" y="6016"/>
                  </a:lnTo>
                  <a:lnTo>
                    <a:pt x="22292" y="5374"/>
                  </a:lnTo>
                  <a:cubicBezTo>
                    <a:pt x="20530" y="3748"/>
                    <a:pt x="18244" y="1901"/>
                    <a:pt x="15605" y="3"/>
                  </a:cubicBezTo>
                  <a:lnTo>
                    <a:pt x="1560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7"/>
            <p:cNvSpPr/>
            <p:nvPr/>
          </p:nvSpPr>
          <p:spPr>
            <a:xfrm>
              <a:off x="2846900" y="3645425"/>
              <a:ext cx="454825" cy="159225"/>
            </a:xfrm>
            <a:custGeom>
              <a:rect b="b" l="l" r="r" t="t"/>
              <a:pathLst>
                <a:path extrusionOk="0" h="6369" w="18193">
                  <a:moveTo>
                    <a:pt x="13947" y="1"/>
                  </a:moveTo>
                  <a:lnTo>
                    <a:pt x="10740" y="772"/>
                  </a:lnTo>
                  <a:lnTo>
                    <a:pt x="5872" y="1945"/>
                  </a:lnTo>
                  <a:lnTo>
                    <a:pt x="1" y="3356"/>
                  </a:lnTo>
                  <a:cubicBezTo>
                    <a:pt x="839" y="4342"/>
                    <a:pt x="1845" y="5355"/>
                    <a:pt x="2974" y="6367"/>
                  </a:cubicBezTo>
                  <a:lnTo>
                    <a:pt x="2977" y="6369"/>
                  </a:lnTo>
                  <a:lnTo>
                    <a:pt x="9504" y="4796"/>
                  </a:lnTo>
                  <a:lnTo>
                    <a:pt x="14542" y="3582"/>
                  </a:lnTo>
                  <a:lnTo>
                    <a:pt x="14545" y="3584"/>
                  </a:lnTo>
                  <a:lnTo>
                    <a:pt x="18193" y="2705"/>
                  </a:lnTo>
                  <a:cubicBezTo>
                    <a:pt x="17994" y="2566"/>
                    <a:pt x="17789" y="2430"/>
                    <a:pt x="17583" y="2296"/>
                  </a:cubicBezTo>
                  <a:cubicBezTo>
                    <a:pt x="16348" y="1481"/>
                    <a:pt x="15129" y="716"/>
                    <a:pt x="139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 name="Shape 1106"/>
        <p:cNvGrpSpPr/>
        <p:nvPr/>
      </p:nvGrpSpPr>
      <p:grpSpPr>
        <a:xfrm>
          <a:off x="0" y="0"/>
          <a:ext cx="0" cy="0"/>
          <a:chOff x="0" y="0"/>
          <a:chExt cx="0" cy="0"/>
        </a:xfrm>
      </p:grpSpPr>
      <p:sp>
        <p:nvSpPr>
          <p:cNvPr id="1107" name="Google Shape;1107;p38"/>
          <p:cNvSpPr txBox="1"/>
          <p:nvPr>
            <p:ph type="title"/>
          </p:nvPr>
        </p:nvSpPr>
        <p:spPr>
          <a:xfrm>
            <a:off x="720000" y="58623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INFOGRAPHICS ARE A GOOD </a:t>
            </a:r>
            <a:r>
              <a:rPr lang="en">
                <a:solidFill>
                  <a:schemeClr val="accent3"/>
                </a:solidFill>
              </a:rPr>
              <a:t>IDEA</a:t>
            </a:r>
            <a:endParaRPr>
              <a:solidFill>
                <a:schemeClr val="accent3"/>
              </a:solidFill>
            </a:endParaRPr>
          </a:p>
        </p:txBody>
      </p:sp>
      <p:sp>
        <p:nvSpPr>
          <p:cNvPr id="1108" name="Google Shape;1108;p38"/>
          <p:cNvSpPr txBox="1"/>
          <p:nvPr/>
        </p:nvSpPr>
        <p:spPr>
          <a:xfrm>
            <a:off x="2762359" y="3016829"/>
            <a:ext cx="1633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1"/>
                </a:solidFill>
                <a:latin typeface="Doppio One"/>
                <a:ea typeface="Doppio One"/>
                <a:cs typeface="Doppio One"/>
                <a:sym typeface="Doppio One"/>
              </a:rPr>
              <a:t>MERCURY</a:t>
            </a:r>
            <a:endParaRPr sz="2500">
              <a:solidFill>
                <a:schemeClr val="accent1"/>
              </a:solidFill>
              <a:latin typeface="Doppio One"/>
              <a:ea typeface="Doppio One"/>
              <a:cs typeface="Doppio One"/>
              <a:sym typeface="Doppio One"/>
            </a:endParaRPr>
          </a:p>
        </p:txBody>
      </p:sp>
      <p:sp>
        <p:nvSpPr>
          <p:cNvPr id="1109" name="Google Shape;1109;p38"/>
          <p:cNvSpPr txBox="1"/>
          <p:nvPr/>
        </p:nvSpPr>
        <p:spPr>
          <a:xfrm>
            <a:off x="827806" y="3016829"/>
            <a:ext cx="1633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1"/>
                </a:solidFill>
                <a:latin typeface="Doppio One"/>
                <a:ea typeface="Doppio One"/>
                <a:cs typeface="Doppio One"/>
                <a:sym typeface="Doppio One"/>
              </a:rPr>
              <a:t>MARS</a:t>
            </a:r>
            <a:endParaRPr sz="2500">
              <a:solidFill>
                <a:schemeClr val="accent1"/>
              </a:solidFill>
              <a:latin typeface="Doppio One"/>
              <a:ea typeface="Doppio One"/>
              <a:cs typeface="Doppio One"/>
              <a:sym typeface="Doppio One"/>
            </a:endParaRPr>
          </a:p>
        </p:txBody>
      </p:sp>
      <p:sp>
        <p:nvSpPr>
          <p:cNvPr id="1110" name="Google Shape;1110;p38"/>
          <p:cNvSpPr txBox="1"/>
          <p:nvPr/>
        </p:nvSpPr>
        <p:spPr>
          <a:xfrm>
            <a:off x="6683984" y="3016829"/>
            <a:ext cx="1633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1"/>
                </a:solidFill>
                <a:latin typeface="Doppio One"/>
                <a:ea typeface="Doppio One"/>
                <a:cs typeface="Doppio One"/>
                <a:sym typeface="Doppio One"/>
              </a:rPr>
              <a:t>VENUS</a:t>
            </a:r>
            <a:endParaRPr sz="2500">
              <a:solidFill>
                <a:schemeClr val="accent1"/>
              </a:solidFill>
              <a:latin typeface="Doppio One"/>
              <a:ea typeface="Doppio One"/>
              <a:cs typeface="Doppio One"/>
              <a:sym typeface="Doppio One"/>
            </a:endParaRPr>
          </a:p>
        </p:txBody>
      </p:sp>
      <p:sp>
        <p:nvSpPr>
          <p:cNvPr id="1111" name="Google Shape;1111;p38"/>
          <p:cNvSpPr txBox="1"/>
          <p:nvPr/>
        </p:nvSpPr>
        <p:spPr>
          <a:xfrm>
            <a:off x="4712925" y="3016829"/>
            <a:ext cx="1633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1"/>
                </a:solidFill>
                <a:latin typeface="Doppio One"/>
                <a:ea typeface="Doppio One"/>
                <a:cs typeface="Doppio One"/>
                <a:sym typeface="Doppio One"/>
              </a:rPr>
              <a:t>SATURN</a:t>
            </a:r>
            <a:endParaRPr sz="2500">
              <a:solidFill>
                <a:schemeClr val="accent1"/>
              </a:solidFill>
              <a:latin typeface="Doppio One"/>
              <a:ea typeface="Doppio One"/>
              <a:cs typeface="Doppio One"/>
              <a:sym typeface="Doppio One"/>
            </a:endParaRPr>
          </a:p>
        </p:txBody>
      </p:sp>
      <p:sp>
        <p:nvSpPr>
          <p:cNvPr id="1112" name="Google Shape;1112;p38"/>
          <p:cNvSpPr txBox="1"/>
          <p:nvPr/>
        </p:nvSpPr>
        <p:spPr>
          <a:xfrm>
            <a:off x="2762359" y="3450399"/>
            <a:ext cx="1633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Cabin"/>
                <a:ea typeface="Cabin"/>
                <a:cs typeface="Cabin"/>
                <a:sym typeface="Cabin"/>
              </a:rPr>
              <a:t>It’s the closest planet to the Sun</a:t>
            </a:r>
            <a:endParaRPr>
              <a:solidFill>
                <a:schemeClr val="accent1"/>
              </a:solidFill>
              <a:latin typeface="Cabin"/>
              <a:ea typeface="Cabin"/>
              <a:cs typeface="Cabin"/>
              <a:sym typeface="Cabin"/>
            </a:endParaRPr>
          </a:p>
        </p:txBody>
      </p:sp>
      <p:sp>
        <p:nvSpPr>
          <p:cNvPr id="1113" name="Google Shape;1113;p38"/>
          <p:cNvSpPr txBox="1"/>
          <p:nvPr/>
        </p:nvSpPr>
        <p:spPr>
          <a:xfrm>
            <a:off x="827806" y="3450399"/>
            <a:ext cx="1633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Cabin"/>
                <a:ea typeface="Cabin"/>
                <a:cs typeface="Cabin"/>
                <a:sym typeface="Cabin"/>
              </a:rPr>
              <a:t>Mars is actually a very cold place</a:t>
            </a:r>
            <a:endParaRPr>
              <a:solidFill>
                <a:schemeClr val="accent1"/>
              </a:solidFill>
              <a:latin typeface="Cabin"/>
              <a:ea typeface="Cabin"/>
              <a:cs typeface="Cabin"/>
              <a:sym typeface="Cabin"/>
            </a:endParaRPr>
          </a:p>
        </p:txBody>
      </p:sp>
      <p:sp>
        <p:nvSpPr>
          <p:cNvPr id="1114" name="Google Shape;1114;p38"/>
          <p:cNvSpPr txBox="1"/>
          <p:nvPr/>
        </p:nvSpPr>
        <p:spPr>
          <a:xfrm>
            <a:off x="6683984" y="3450399"/>
            <a:ext cx="1633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Cabin"/>
                <a:ea typeface="Cabin"/>
                <a:cs typeface="Cabin"/>
                <a:sym typeface="Cabin"/>
              </a:rPr>
              <a:t>Venus has a beautiful name</a:t>
            </a:r>
            <a:endParaRPr>
              <a:solidFill>
                <a:schemeClr val="accent1"/>
              </a:solidFill>
              <a:latin typeface="Cabin"/>
              <a:ea typeface="Cabin"/>
              <a:cs typeface="Cabin"/>
              <a:sym typeface="Cabin"/>
            </a:endParaRPr>
          </a:p>
        </p:txBody>
      </p:sp>
      <p:sp>
        <p:nvSpPr>
          <p:cNvPr id="1115" name="Google Shape;1115;p38"/>
          <p:cNvSpPr txBox="1"/>
          <p:nvPr/>
        </p:nvSpPr>
        <p:spPr>
          <a:xfrm>
            <a:off x="4712925" y="3450399"/>
            <a:ext cx="1633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Cabin"/>
                <a:ea typeface="Cabin"/>
                <a:cs typeface="Cabin"/>
                <a:sym typeface="Cabin"/>
              </a:rPr>
              <a:t>Saturn was named after a Roman god</a:t>
            </a:r>
            <a:endParaRPr>
              <a:solidFill>
                <a:schemeClr val="accent1"/>
              </a:solidFill>
              <a:latin typeface="Cabin"/>
              <a:ea typeface="Cabin"/>
              <a:cs typeface="Cabin"/>
              <a:sym typeface="Cabin"/>
            </a:endParaRPr>
          </a:p>
        </p:txBody>
      </p:sp>
      <p:grpSp>
        <p:nvGrpSpPr>
          <p:cNvPr id="1116" name="Google Shape;1116;p38"/>
          <p:cNvGrpSpPr/>
          <p:nvPr/>
        </p:nvGrpSpPr>
        <p:grpSpPr>
          <a:xfrm>
            <a:off x="7374216" y="1494550"/>
            <a:ext cx="287595" cy="377878"/>
            <a:chOff x="4564025" y="3650200"/>
            <a:chExt cx="204825" cy="269125"/>
          </a:xfrm>
        </p:grpSpPr>
        <p:sp>
          <p:nvSpPr>
            <p:cNvPr id="1117" name="Google Shape;1117;p38"/>
            <p:cNvSpPr/>
            <p:nvPr/>
          </p:nvSpPr>
          <p:spPr>
            <a:xfrm>
              <a:off x="4564025" y="3713900"/>
              <a:ext cx="204825" cy="205425"/>
            </a:xfrm>
            <a:custGeom>
              <a:rect b="b" l="l" r="r" t="t"/>
              <a:pathLst>
                <a:path extrusionOk="0" h="8217" w="8193">
                  <a:moveTo>
                    <a:pt x="4430" y="1906"/>
                  </a:moveTo>
                  <a:lnTo>
                    <a:pt x="4430" y="2597"/>
                  </a:lnTo>
                  <a:cubicBezTo>
                    <a:pt x="4811" y="2740"/>
                    <a:pt x="5049" y="3097"/>
                    <a:pt x="5049" y="3502"/>
                  </a:cubicBezTo>
                  <a:lnTo>
                    <a:pt x="4430" y="3502"/>
                  </a:lnTo>
                  <a:cubicBezTo>
                    <a:pt x="4430" y="3311"/>
                    <a:pt x="4263" y="3168"/>
                    <a:pt x="4096" y="3168"/>
                  </a:cubicBezTo>
                  <a:cubicBezTo>
                    <a:pt x="3929" y="3192"/>
                    <a:pt x="3810" y="3311"/>
                    <a:pt x="3787" y="3478"/>
                  </a:cubicBezTo>
                  <a:cubicBezTo>
                    <a:pt x="3787" y="3645"/>
                    <a:pt x="3929" y="3787"/>
                    <a:pt x="4120" y="3787"/>
                  </a:cubicBezTo>
                  <a:cubicBezTo>
                    <a:pt x="5168" y="3787"/>
                    <a:pt x="5406" y="5264"/>
                    <a:pt x="4430" y="5621"/>
                  </a:cubicBezTo>
                  <a:lnTo>
                    <a:pt x="4430" y="6288"/>
                  </a:lnTo>
                  <a:lnTo>
                    <a:pt x="3787" y="6288"/>
                  </a:lnTo>
                  <a:lnTo>
                    <a:pt x="3787" y="5597"/>
                  </a:lnTo>
                  <a:cubicBezTo>
                    <a:pt x="3406" y="5478"/>
                    <a:pt x="3167" y="5121"/>
                    <a:pt x="3167" y="4716"/>
                  </a:cubicBezTo>
                  <a:lnTo>
                    <a:pt x="3787" y="4716"/>
                  </a:lnTo>
                  <a:cubicBezTo>
                    <a:pt x="3787" y="4934"/>
                    <a:pt x="3946" y="5041"/>
                    <a:pt x="4106" y="5041"/>
                  </a:cubicBezTo>
                  <a:cubicBezTo>
                    <a:pt x="4261" y="5041"/>
                    <a:pt x="4418" y="4940"/>
                    <a:pt x="4430" y="4740"/>
                  </a:cubicBezTo>
                  <a:cubicBezTo>
                    <a:pt x="4430" y="4550"/>
                    <a:pt x="4287" y="4407"/>
                    <a:pt x="4120" y="4407"/>
                  </a:cubicBezTo>
                  <a:cubicBezTo>
                    <a:pt x="3048" y="4407"/>
                    <a:pt x="2786" y="2906"/>
                    <a:pt x="3787" y="2573"/>
                  </a:cubicBezTo>
                  <a:lnTo>
                    <a:pt x="3787" y="1906"/>
                  </a:lnTo>
                  <a:close/>
                  <a:moveTo>
                    <a:pt x="4120" y="1"/>
                  </a:moveTo>
                  <a:cubicBezTo>
                    <a:pt x="2882" y="1"/>
                    <a:pt x="1739" y="644"/>
                    <a:pt x="1143" y="1716"/>
                  </a:cubicBezTo>
                  <a:cubicBezTo>
                    <a:pt x="453" y="2930"/>
                    <a:pt x="71" y="4288"/>
                    <a:pt x="0" y="5669"/>
                  </a:cubicBezTo>
                  <a:cubicBezTo>
                    <a:pt x="0" y="8003"/>
                    <a:pt x="1596" y="8217"/>
                    <a:pt x="3787" y="8217"/>
                  </a:cubicBezTo>
                  <a:lnTo>
                    <a:pt x="4406" y="8217"/>
                  </a:lnTo>
                  <a:cubicBezTo>
                    <a:pt x="6573" y="8217"/>
                    <a:pt x="8192" y="8026"/>
                    <a:pt x="8192" y="5669"/>
                  </a:cubicBezTo>
                  <a:cubicBezTo>
                    <a:pt x="8145" y="4288"/>
                    <a:pt x="7764" y="2930"/>
                    <a:pt x="7073" y="1716"/>
                  </a:cubicBezTo>
                  <a:cubicBezTo>
                    <a:pt x="6478" y="644"/>
                    <a:pt x="5334" y="1"/>
                    <a:pt x="4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18" name="Google Shape;1118;p38"/>
            <p:cNvSpPr/>
            <p:nvPr/>
          </p:nvSpPr>
          <p:spPr>
            <a:xfrm>
              <a:off x="4712250" y="3690100"/>
              <a:ext cx="25625" cy="27400"/>
            </a:xfrm>
            <a:custGeom>
              <a:rect b="b" l="l" r="r" t="t"/>
              <a:pathLst>
                <a:path extrusionOk="0" h="1096" w="1025">
                  <a:moveTo>
                    <a:pt x="382" y="0"/>
                  </a:moveTo>
                  <a:cubicBezTo>
                    <a:pt x="382" y="310"/>
                    <a:pt x="239" y="596"/>
                    <a:pt x="1" y="762"/>
                  </a:cubicBezTo>
                  <a:cubicBezTo>
                    <a:pt x="191" y="858"/>
                    <a:pt x="382" y="977"/>
                    <a:pt x="572" y="1096"/>
                  </a:cubicBezTo>
                  <a:cubicBezTo>
                    <a:pt x="858" y="810"/>
                    <a:pt x="1025" y="429"/>
                    <a:pt x="1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19" name="Google Shape;1119;p38"/>
            <p:cNvSpPr/>
            <p:nvPr/>
          </p:nvSpPr>
          <p:spPr>
            <a:xfrm>
              <a:off x="4627725" y="3650200"/>
              <a:ext cx="78600" cy="54800"/>
            </a:xfrm>
            <a:custGeom>
              <a:rect b="b" l="l" r="r" t="t"/>
              <a:pathLst>
                <a:path extrusionOk="0" h="2192" w="3144">
                  <a:moveTo>
                    <a:pt x="0" y="1"/>
                  </a:moveTo>
                  <a:lnTo>
                    <a:pt x="0" y="1596"/>
                  </a:lnTo>
                  <a:cubicBezTo>
                    <a:pt x="0" y="1811"/>
                    <a:pt x="24" y="2001"/>
                    <a:pt x="95" y="2192"/>
                  </a:cubicBezTo>
                  <a:cubicBezTo>
                    <a:pt x="572" y="2013"/>
                    <a:pt x="1072" y="1924"/>
                    <a:pt x="1569" y="1924"/>
                  </a:cubicBezTo>
                  <a:cubicBezTo>
                    <a:pt x="2066" y="1924"/>
                    <a:pt x="2560" y="2013"/>
                    <a:pt x="3025" y="2192"/>
                  </a:cubicBezTo>
                  <a:cubicBezTo>
                    <a:pt x="3096" y="2001"/>
                    <a:pt x="3144" y="1811"/>
                    <a:pt x="3144" y="1596"/>
                  </a:cubicBezTo>
                  <a:lnTo>
                    <a:pt x="3144" y="1"/>
                  </a:lnTo>
                  <a:lnTo>
                    <a:pt x="1882" y="1"/>
                  </a:lnTo>
                  <a:lnTo>
                    <a:pt x="1882" y="1287"/>
                  </a:lnTo>
                  <a:lnTo>
                    <a:pt x="1262" y="1287"/>
                  </a:lnTo>
                  <a:lnTo>
                    <a:pt x="12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120" name="Google Shape;1120;p38"/>
          <p:cNvGrpSpPr/>
          <p:nvPr/>
        </p:nvGrpSpPr>
        <p:grpSpPr>
          <a:xfrm>
            <a:off x="1454141" y="1494224"/>
            <a:ext cx="358824" cy="358024"/>
            <a:chOff x="2210550" y="2789325"/>
            <a:chExt cx="269125" cy="268525"/>
          </a:xfrm>
        </p:grpSpPr>
        <p:sp>
          <p:nvSpPr>
            <p:cNvPr id="1121" name="Google Shape;1121;p38"/>
            <p:cNvSpPr/>
            <p:nvPr/>
          </p:nvSpPr>
          <p:spPr>
            <a:xfrm>
              <a:off x="2289725" y="2916125"/>
              <a:ext cx="66125" cy="110775"/>
            </a:xfrm>
            <a:custGeom>
              <a:rect b="b" l="l" r="r" t="t"/>
              <a:pathLst>
                <a:path extrusionOk="0" h="4431" w="2645">
                  <a:moveTo>
                    <a:pt x="644" y="1"/>
                  </a:moveTo>
                  <a:lnTo>
                    <a:pt x="644" y="1263"/>
                  </a:lnTo>
                  <a:lnTo>
                    <a:pt x="1" y="1263"/>
                  </a:lnTo>
                  <a:lnTo>
                    <a:pt x="1" y="3168"/>
                  </a:lnTo>
                  <a:lnTo>
                    <a:pt x="644" y="3168"/>
                  </a:lnTo>
                  <a:lnTo>
                    <a:pt x="644" y="4430"/>
                  </a:lnTo>
                  <a:lnTo>
                    <a:pt x="1906" y="4430"/>
                  </a:lnTo>
                  <a:lnTo>
                    <a:pt x="1906" y="3740"/>
                  </a:lnTo>
                  <a:cubicBezTo>
                    <a:pt x="1525" y="3597"/>
                    <a:pt x="1263" y="3239"/>
                    <a:pt x="1263" y="2835"/>
                  </a:cubicBezTo>
                  <a:lnTo>
                    <a:pt x="1906" y="2835"/>
                  </a:lnTo>
                  <a:cubicBezTo>
                    <a:pt x="1906" y="3025"/>
                    <a:pt x="2054" y="3152"/>
                    <a:pt x="2209" y="3152"/>
                  </a:cubicBezTo>
                  <a:cubicBezTo>
                    <a:pt x="2287" y="3152"/>
                    <a:pt x="2366" y="3120"/>
                    <a:pt x="2430" y="3049"/>
                  </a:cubicBezTo>
                  <a:cubicBezTo>
                    <a:pt x="2644" y="2858"/>
                    <a:pt x="2501" y="2525"/>
                    <a:pt x="2215" y="2525"/>
                  </a:cubicBezTo>
                  <a:cubicBezTo>
                    <a:pt x="1168" y="2501"/>
                    <a:pt x="906" y="1049"/>
                    <a:pt x="1906" y="691"/>
                  </a:cubicBezTo>
                  <a:lnTo>
                    <a:pt x="19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22" name="Google Shape;1122;p38"/>
            <p:cNvSpPr/>
            <p:nvPr/>
          </p:nvSpPr>
          <p:spPr>
            <a:xfrm>
              <a:off x="2334375" y="2916125"/>
              <a:ext cx="66125" cy="110775"/>
            </a:xfrm>
            <a:custGeom>
              <a:rect b="b" l="l" r="r" t="t"/>
              <a:pathLst>
                <a:path extrusionOk="0" h="4431" w="2645">
                  <a:moveTo>
                    <a:pt x="739" y="1"/>
                  </a:moveTo>
                  <a:lnTo>
                    <a:pt x="739" y="691"/>
                  </a:lnTo>
                  <a:cubicBezTo>
                    <a:pt x="1120" y="810"/>
                    <a:pt x="1382" y="1191"/>
                    <a:pt x="1382" y="1572"/>
                  </a:cubicBezTo>
                  <a:lnTo>
                    <a:pt x="739" y="1572"/>
                  </a:lnTo>
                  <a:cubicBezTo>
                    <a:pt x="739" y="1406"/>
                    <a:pt x="596" y="1263"/>
                    <a:pt x="429" y="1263"/>
                  </a:cubicBezTo>
                  <a:cubicBezTo>
                    <a:pt x="1" y="1263"/>
                    <a:pt x="1" y="1906"/>
                    <a:pt x="429" y="1906"/>
                  </a:cubicBezTo>
                  <a:cubicBezTo>
                    <a:pt x="438" y="1906"/>
                    <a:pt x="446" y="1906"/>
                    <a:pt x="455" y="1906"/>
                  </a:cubicBezTo>
                  <a:cubicBezTo>
                    <a:pt x="1505" y="1906"/>
                    <a:pt x="1731" y="3385"/>
                    <a:pt x="739" y="3740"/>
                  </a:cubicBezTo>
                  <a:lnTo>
                    <a:pt x="739" y="4430"/>
                  </a:lnTo>
                  <a:lnTo>
                    <a:pt x="2001" y="4430"/>
                  </a:lnTo>
                  <a:lnTo>
                    <a:pt x="2001" y="3168"/>
                  </a:lnTo>
                  <a:lnTo>
                    <a:pt x="2644" y="3168"/>
                  </a:lnTo>
                  <a:lnTo>
                    <a:pt x="2644" y="1263"/>
                  </a:lnTo>
                  <a:lnTo>
                    <a:pt x="2001" y="1263"/>
                  </a:lnTo>
                  <a:lnTo>
                    <a:pt x="20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23" name="Google Shape;1123;p38"/>
            <p:cNvSpPr/>
            <p:nvPr/>
          </p:nvSpPr>
          <p:spPr>
            <a:xfrm>
              <a:off x="2334375" y="2836950"/>
              <a:ext cx="18500" cy="15900"/>
            </a:xfrm>
            <a:custGeom>
              <a:rect b="b" l="l" r="r" t="t"/>
              <a:pathLst>
                <a:path extrusionOk="0" h="636" w="740">
                  <a:moveTo>
                    <a:pt x="429" y="0"/>
                  </a:moveTo>
                  <a:cubicBezTo>
                    <a:pt x="144" y="0"/>
                    <a:pt x="1" y="358"/>
                    <a:pt x="215" y="548"/>
                  </a:cubicBezTo>
                  <a:cubicBezTo>
                    <a:pt x="276" y="609"/>
                    <a:pt x="351" y="636"/>
                    <a:pt x="425" y="636"/>
                  </a:cubicBezTo>
                  <a:cubicBezTo>
                    <a:pt x="584" y="636"/>
                    <a:pt x="739" y="512"/>
                    <a:pt x="739" y="334"/>
                  </a:cubicBezTo>
                  <a:cubicBezTo>
                    <a:pt x="739" y="143"/>
                    <a:pt x="596" y="0"/>
                    <a:pt x="4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24" name="Google Shape;1124;p38"/>
            <p:cNvSpPr/>
            <p:nvPr/>
          </p:nvSpPr>
          <p:spPr>
            <a:xfrm>
              <a:off x="2408200" y="2932150"/>
              <a:ext cx="47650" cy="78675"/>
            </a:xfrm>
            <a:custGeom>
              <a:rect b="b" l="l" r="r" t="t"/>
              <a:pathLst>
                <a:path extrusionOk="0" h="3147" w="1906">
                  <a:moveTo>
                    <a:pt x="37" y="0"/>
                  </a:moveTo>
                  <a:cubicBezTo>
                    <a:pt x="25" y="0"/>
                    <a:pt x="13" y="1"/>
                    <a:pt x="1" y="3"/>
                  </a:cubicBezTo>
                  <a:lnTo>
                    <a:pt x="73" y="3"/>
                  </a:lnTo>
                  <a:cubicBezTo>
                    <a:pt x="61" y="1"/>
                    <a:pt x="49" y="0"/>
                    <a:pt x="37" y="0"/>
                  </a:cubicBezTo>
                  <a:close/>
                  <a:moveTo>
                    <a:pt x="73" y="3"/>
                  </a:moveTo>
                  <a:cubicBezTo>
                    <a:pt x="207" y="22"/>
                    <a:pt x="310" y="150"/>
                    <a:pt x="310" y="312"/>
                  </a:cubicBezTo>
                  <a:lnTo>
                    <a:pt x="310" y="2837"/>
                  </a:lnTo>
                  <a:cubicBezTo>
                    <a:pt x="310" y="3003"/>
                    <a:pt x="168" y="3146"/>
                    <a:pt x="1" y="3146"/>
                  </a:cubicBezTo>
                  <a:lnTo>
                    <a:pt x="1906" y="3146"/>
                  </a:lnTo>
                  <a:cubicBezTo>
                    <a:pt x="1739" y="3146"/>
                    <a:pt x="1596" y="3003"/>
                    <a:pt x="1596" y="2837"/>
                  </a:cubicBezTo>
                  <a:lnTo>
                    <a:pt x="1596" y="312"/>
                  </a:lnTo>
                  <a:cubicBezTo>
                    <a:pt x="1596" y="122"/>
                    <a:pt x="1739" y="3"/>
                    <a:pt x="1906" y="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25" name="Google Shape;1125;p38"/>
            <p:cNvSpPr/>
            <p:nvPr/>
          </p:nvSpPr>
          <p:spPr>
            <a:xfrm>
              <a:off x="2210550" y="3026275"/>
              <a:ext cx="269125" cy="31575"/>
            </a:xfrm>
            <a:custGeom>
              <a:rect b="b" l="l" r="r" t="t"/>
              <a:pathLst>
                <a:path extrusionOk="0" h="1263" w="10765">
                  <a:moveTo>
                    <a:pt x="620" y="0"/>
                  </a:moveTo>
                  <a:lnTo>
                    <a:pt x="620" y="643"/>
                  </a:lnTo>
                  <a:lnTo>
                    <a:pt x="0" y="643"/>
                  </a:lnTo>
                  <a:lnTo>
                    <a:pt x="0" y="1263"/>
                  </a:lnTo>
                  <a:lnTo>
                    <a:pt x="10765" y="1263"/>
                  </a:lnTo>
                  <a:lnTo>
                    <a:pt x="10765" y="643"/>
                  </a:lnTo>
                  <a:lnTo>
                    <a:pt x="10122" y="643"/>
                  </a:lnTo>
                  <a:lnTo>
                    <a:pt x="10122" y="24"/>
                  </a:lnTo>
                  <a:lnTo>
                    <a:pt x="7597" y="24"/>
                  </a:lnTo>
                  <a:lnTo>
                    <a:pt x="7597" y="643"/>
                  </a:lnTo>
                  <a:lnTo>
                    <a:pt x="3168" y="643"/>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26" name="Google Shape;1126;p38"/>
            <p:cNvSpPr/>
            <p:nvPr/>
          </p:nvSpPr>
          <p:spPr>
            <a:xfrm>
              <a:off x="2234350" y="2932150"/>
              <a:ext cx="47675" cy="78675"/>
            </a:xfrm>
            <a:custGeom>
              <a:rect b="b" l="l" r="r" t="t"/>
              <a:pathLst>
                <a:path extrusionOk="0" h="3147" w="1907">
                  <a:moveTo>
                    <a:pt x="37" y="0"/>
                  </a:moveTo>
                  <a:cubicBezTo>
                    <a:pt x="25" y="0"/>
                    <a:pt x="13" y="1"/>
                    <a:pt x="1" y="3"/>
                  </a:cubicBezTo>
                  <a:lnTo>
                    <a:pt x="73" y="3"/>
                  </a:lnTo>
                  <a:cubicBezTo>
                    <a:pt x="61" y="1"/>
                    <a:pt x="49" y="0"/>
                    <a:pt x="37" y="0"/>
                  </a:cubicBezTo>
                  <a:close/>
                  <a:moveTo>
                    <a:pt x="73" y="3"/>
                  </a:moveTo>
                  <a:cubicBezTo>
                    <a:pt x="207" y="22"/>
                    <a:pt x="311" y="150"/>
                    <a:pt x="311" y="312"/>
                  </a:cubicBezTo>
                  <a:lnTo>
                    <a:pt x="311" y="2837"/>
                  </a:lnTo>
                  <a:cubicBezTo>
                    <a:pt x="311" y="3003"/>
                    <a:pt x="168" y="3146"/>
                    <a:pt x="1" y="3146"/>
                  </a:cubicBezTo>
                  <a:lnTo>
                    <a:pt x="1906" y="3146"/>
                  </a:lnTo>
                  <a:cubicBezTo>
                    <a:pt x="1739" y="3146"/>
                    <a:pt x="1597" y="3003"/>
                    <a:pt x="1597" y="2837"/>
                  </a:cubicBezTo>
                  <a:lnTo>
                    <a:pt x="1597" y="312"/>
                  </a:lnTo>
                  <a:cubicBezTo>
                    <a:pt x="1597" y="122"/>
                    <a:pt x="1739" y="3"/>
                    <a:pt x="1906" y="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27" name="Google Shape;1127;p38"/>
            <p:cNvSpPr/>
            <p:nvPr/>
          </p:nvSpPr>
          <p:spPr>
            <a:xfrm>
              <a:off x="2210550" y="2789325"/>
              <a:ext cx="269125" cy="95275"/>
            </a:xfrm>
            <a:custGeom>
              <a:rect b="b" l="l" r="r" t="t"/>
              <a:pathLst>
                <a:path extrusionOk="0" h="3811" w="10765">
                  <a:moveTo>
                    <a:pt x="3811" y="1905"/>
                  </a:moveTo>
                  <a:lnTo>
                    <a:pt x="3811" y="2548"/>
                  </a:lnTo>
                  <a:lnTo>
                    <a:pt x="3168" y="2548"/>
                  </a:lnTo>
                  <a:lnTo>
                    <a:pt x="3168" y="1905"/>
                  </a:lnTo>
                  <a:close/>
                  <a:moveTo>
                    <a:pt x="7597" y="1905"/>
                  </a:moveTo>
                  <a:lnTo>
                    <a:pt x="7597" y="2548"/>
                  </a:lnTo>
                  <a:lnTo>
                    <a:pt x="6954" y="2548"/>
                  </a:lnTo>
                  <a:lnTo>
                    <a:pt x="6954" y="1905"/>
                  </a:lnTo>
                  <a:close/>
                  <a:moveTo>
                    <a:pt x="5387" y="1279"/>
                  </a:moveTo>
                  <a:cubicBezTo>
                    <a:pt x="5871" y="1279"/>
                    <a:pt x="6335" y="1662"/>
                    <a:pt x="6335" y="2239"/>
                  </a:cubicBezTo>
                  <a:cubicBezTo>
                    <a:pt x="6335" y="2739"/>
                    <a:pt x="5906" y="3168"/>
                    <a:pt x="5382" y="3168"/>
                  </a:cubicBezTo>
                  <a:cubicBezTo>
                    <a:pt x="4525" y="3168"/>
                    <a:pt x="4120" y="2167"/>
                    <a:pt x="4716" y="1572"/>
                  </a:cubicBezTo>
                  <a:cubicBezTo>
                    <a:pt x="4910" y="1370"/>
                    <a:pt x="5151" y="1279"/>
                    <a:pt x="5387" y="1279"/>
                  </a:cubicBezTo>
                  <a:close/>
                  <a:moveTo>
                    <a:pt x="5382" y="0"/>
                  </a:moveTo>
                  <a:lnTo>
                    <a:pt x="620" y="2024"/>
                  </a:lnTo>
                  <a:lnTo>
                    <a:pt x="620" y="3191"/>
                  </a:lnTo>
                  <a:lnTo>
                    <a:pt x="0" y="3191"/>
                  </a:lnTo>
                  <a:lnTo>
                    <a:pt x="0" y="3811"/>
                  </a:lnTo>
                  <a:lnTo>
                    <a:pt x="10765" y="3811"/>
                  </a:lnTo>
                  <a:lnTo>
                    <a:pt x="10765" y="3191"/>
                  </a:lnTo>
                  <a:lnTo>
                    <a:pt x="10122" y="3191"/>
                  </a:lnTo>
                  <a:lnTo>
                    <a:pt x="10122" y="2024"/>
                  </a:lnTo>
                  <a:lnTo>
                    <a:pt x="53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28" name="Google Shape;1128;p38"/>
            <p:cNvSpPr/>
            <p:nvPr/>
          </p:nvSpPr>
          <p:spPr>
            <a:xfrm>
              <a:off x="2226025" y="2900650"/>
              <a:ext cx="63725" cy="16100"/>
            </a:xfrm>
            <a:custGeom>
              <a:rect b="b" l="l" r="r" t="t"/>
              <a:pathLst>
                <a:path extrusionOk="0" h="644" w="2549">
                  <a:moveTo>
                    <a:pt x="1" y="1"/>
                  </a:moveTo>
                  <a:lnTo>
                    <a:pt x="1" y="644"/>
                  </a:lnTo>
                  <a:lnTo>
                    <a:pt x="2549" y="644"/>
                  </a:lnTo>
                  <a:lnTo>
                    <a:pt x="25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29" name="Google Shape;1129;p38"/>
            <p:cNvSpPr/>
            <p:nvPr/>
          </p:nvSpPr>
          <p:spPr>
            <a:xfrm>
              <a:off x="2400475" y="2900650"/>
              <a:ext cx="63125" cy="16100"/>
            </a:xfrm>
            <a:custGeom>
              <a:rect b="b" l="l" r="r" t="t"/>
              <a:pathLst>
                <a:path extrusionOk="0" h="644" w="2525">
                  <a:moveTo>
                    <a:pt x="0" y="1"/>
                  </a:moveTo>
                  <a:lnTo>
                    <a:pt x="0" y="644"/>
                  </a:lnTo>
                  <a:lnTo>
                    <a:pt x="2525" y="644"/>
                  </a:lnTo>
                  <a:lnTo>
                    <a:pt x="25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130" name="Google Shape;1130;p38"/>
          <p:cNvGrpSpPr/>
          <p:nvPr/>
        </p:nvGrpSpPr>
        <p:grpSpPr>
          <a:xfrm>
            <a:off x="3399701" y="1497194"/>
            <a:ext cx="358815" cy="358077"/>
            <a:chOff x="1063875" y="2789300"/>
            <a:chExt cx="269725" cy="269150"/>
          </a:xfrm>
        </p:grpSpPr>
        <p:sp>
          <p:nvSpPr>
            <p:cNvPr id="1131" name="Google Shape;1131;p38"/>
            <p:cNvSpPr/>
            <p:nvPr/>
          </p:nvSpPr>
          <p:spPr>
            <a:xfrm>
              <a:off x="1146050" y="2789300"/>
              <a:ext cx="92300" cy="78725"/>
            </a:xfrm>
            <a:custGeom>
              <a:rect b="b" l="l" r="r" t="t"/>
              <a:pathLst>
                <a:path extrusionOk="0" h="3149" w="3692">
                  <a:moveTo>
                    <a:pt x="2429" y="1263"/>
                  </a:moveTo>
                  <a:lnTo>
                    <a:pt x="2405" y="1883"/>
                  </a:lnTo>
                  <a:lnTo>
                    <a:pt x="1786" y="1883"/>
                  </a:lnTo>
                  <a:lnTo>
                    <a:pt x="1786" y="1263"/>
                  </a:lnTo>
                  <a:close/>
                  <a:moveTo>
                    <a:pt x="2139" y="1"/>
                  </a:moveTo>
                  <a:cubicBezTo>
                    <a:pt x="2124" y="1"/>
                    <a:pt x="2110" y="1"/>
                    <a:pt x="2096" y="1"/>
                  </a:cubicBezTo>
                  <a:cubicBezTo>
                    <a:pt x="691" y="1"/>
                    <a:pt x="0" y="1692"/>
                    <a:pt x="976" y="2692"/>
                  </a:cubicBezTo>
                  <a:cubicBezTo>
                    <a:pt x="1299" y="3007"/>
                    <a:pt x="1694" y="3149"/>
                    <a:pt x="2081" y="3149"/>
                  </a:cubicBezTo>
                  <a:cubicBezTo>
                    <a:pt x="2894" y="3149"/>
                    <a:pt x="3675" y="2525"/>
                    <a:pt x="3691" y="1573"/>
                  </a:cubicBezTo>
                  <a:cubicBezTo>
                    <a:pt x="3668" y="706"/>
                    <a:pt x="2999" y="1"/>
                    <a:pt x="21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32" name="Google Shape;1132;p38"/>
            <p:cNvSpPr/>
            <p:nvPr/>
          </p:nvSpPr>
          <p:spPr>
            <a:xfrm>
              <a:off x="1063875" y="2816700"/>
              <a:ext cx="96475" cy="161375"/>
            </a:xfrm>
            <a:custGeom>
              <a:rect b="b" l="l" r="r" t="t"/>
              <a:pathLst>
                <a:path extrusionOk="0" h="6455" w="3859">
                  <a:moveTo>
                    <a:pt x="2239" y="2596"/>
                  </a:moveTo>
                  <a:cubicBezTo>
                    <a:pt x="2454" y="3144"/>
                    <a:pt x="2763" y="3906"/>
                    <a:pt x="3025" y="4573"/>
                  </a:cubicBezTo>
                  <a:lnTo>
                    <a:pt x="1430" y="4573"/>
                  </a:lnTo>
                  <a:cubicBezTo>
                    <a:pt x="1644" y="4049"/>
                    <a:pt x="1977" y="3216"/>
                    <a:pt x="2239" y="2596"/>
                  </a:cubicBezTo>
                  <a:close/>
                  <a:moveTo>
                    <a:pt x="3239" y="1"/>
                  </a:moveTo>
                  <a:lnTo>
                    <a:pt x="3239" y="1"/>
                  </a:lnTo>
                  <a:cubicBezTo>
                    <a:pt x="2811" y="96"/>
                    <a:pt x="2382" y="144"/>
                    <a:pt x="1953" y="144"/>
                  </a:cubicBezTo>
                  <a:lnTo>
                    <a:pt x="1596" y="144"/>
                  </a:lnTo>
                  <a:cubicBezTo>
                    <a:pt x="715" y="144"/>
                    <a:pt x="1" y="858"/>
                    <a:pt x="1" y="1739"/>
                  </a:cubicBezTo>
                  <a:lnTo>
                    <a:pt x="1" y="2025"/>
                  </a:lnTo>
                  <a:lnTo>
                    <a:pt x="1787" y="2025"/>
                  </a:lnTo>
                  <a:cubicBezTo>
                    <a:pt x="1525" y="2668"/>
                    <a:pt x="1025" y="3882"/>
                    <a:pt x="667" y="4764"/>
                  </a:cubicBezTo>
                  <a:lnTo>
                    <a:pt x="644" y="4883"/>
                  </a:lnTo>
                  <a:cubicBezTo>
                    <a:pt x="644" y="5740"/>
                    <a:pt x="1358" y="6454"/>
                    <a:pt x="2239" y="6454"/>
                  </a:cubicBezTo>
                  <a:cubicBezTo>
                    <a:pt x="3097" y="6454"/>
                    <a:pt x="3811" y="5740"/>
                    <a:pt x="3811" y="4883"/>
                  </a:cubicBezTo>
                  <a:lnTo>
                    <a:pt x="3787" y="4764"/>
                  </a:lnTo>
                  <a:cubicBezTo>
                    <a:pt x="3216" y="3335"/>
                    <a:pt x="2906" y="2501"/>
                    <a:pt x="2692" y="2049"/>
                  </a:cubicBezTo>
                  <a:lnTo>
                    <a:pt x="3859" y="2049"/>
                  </a:lnTo>
                  <a:cubicBezTo>
                    <a:pt x="3430" y="1620"/>
                    <a:pt x="3168" y="1049"/>
                    <a:pt x="3168" y="453"/>
                  </a:cubicBezTo>
                  <a:cubicBezTo>
                    <a:pt x="3168" y="310"/>
                    <a:pt x="3192" y="144"/>
                    <a:pt x="32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33" name="Google Shape;1133;p38"/>
            <p:cNvSpPr/>
            <p:nvPr/>
          </p:nvSpPr>
          <p:spPr>
            <a:xfrm>
              <a:off x="1127575" y="3010800"/>
              <a:ext cx="142325" cy="47650"/>
            </a:xfrm>
            <a:custGeom>
              <a:rect b="b" l="l" r="r" t="t"/>
              <a:pathLst>
                <a:path extrusionOk="0" h="1906" w="5693">
                  <a:moveTo>
                    <a:pt x="2216" y="0"/>
                  </a:moveTo>
                  <a:cubicBezTo>
                    <a:pt x="1454" y="0"/>
                    <a:pt x="811" y="524"/>
                    <a:pt x="668" y="1262"/>
                  </a:cubicBezTo>
                  <a:lnTo>
                    <a:pt x="1" y="1262"/>
                  </a:lnTo>
                  <a:lnTo>
                    <a:pt x="1" y="1905"/>
                  </a:lnTo>
                  <a:lnTo>
                    <a:pt x="5693" y="1905"/>
                  </a:lnTo>
                  <a:lnTo>
                    <a:pt x="5693" y="1262"/>
                  </a:lnTo>
                  <a:lnTo>
                    <a:pt x="5026" y="1262"/>
                  </a:lnTo>
                  <a:cubicBezTo>
                    <a:pt x="4859" y="524"/>
                    <a:pt x="4216" y="0"/>
                    <a:pt x="3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34" name="Google Shape;1134;p38"/>
            <p:cNvSpPr/>
            <p:nvPr/>
          </p:nvSpPr>
          <p:spPr>
            <a:xfrm>
              <a:off x="1237725" y="2816700"/>
              <a:ext cx="95875" cy="161375"/>
            </a:xfrm>
            <a:custGeom>
              <a:rect b="b" l="l" r="r" t="t"/>
              <a:pathLst>
                <a:path extrusionOk="0" h="6455" w="3835">
                  <a:moveTo>
                    <a:pt x="1596" y="2596"/>
                  </a:moveTo>
                  <a:lnTo>
                    <a:pt x="2382" y="4573"/>
                  </a:lnTo>
                  <a:lnTo>
                    <a:pt x="810" y="4573"/>
                  </a:lnTo>
                  <a:cubicBezTo>
                    <a:pt x="1001" y="4049"/>
                    <a:pt x="1358" y="3192"/>
                    <a:pt x="1596" y="2596"/>
                  </a:cubicBezTo>
                  <a:close/>
                  <a:moveTo>
                    <a:pt x="620" y="1"/>
                  </a:moveTo>
                  <a:lnTo>
                    <a:pt x="620" y="1"/>
                  </a:lnTo>
                  <a:cubicBezTo>
                    <a:pt x="667" y="144"/>
                    <a:pt x="667" y="310"/>
                    <a:pt x="667" y="453"/>
                  </a:cubicBezTo>
                  <a:cubicBezTo>
                    <a:pt x="667" y="1049"/>
                    <a:pt x="429" y="1620"/>
                    <a:pt x="24" y="2025"/>
                  </a:cubicBezTo>
                  <a:lnTo>
                    <a:pt x="1120" y="2025"/>
                  </a:lnTo>
                  <a:cubicBezTo>
                    <a:pt x="1120" y="2025"/>
                    <a:pt x="382" y="3882"/>
                    <a:pt x="24" y="4764"/>
                  </a:cubicBezTo>
                  <a:lnTo>
                    <a:pt x="1" y="4883"/>
                  </a:lnTo>
                  <a:cubicBezTo>
                    <a:pt x="1" y="5740"/>
                    <a:pt x="715" y="6454"/>
                    <a:pt x="1596" y="6454"/>
                  </a:cubicBezTo>
                  <a:cubicBezTo>
                    <a:pt x="2453" y="6454"/>
                    <a:pt x="3168" y="5740"/>
                    <a:pt x="3168" y="4883"/>
                  </a:cubicBezTo>
                  <a:lnTo>
                    <a:pt x="3144" y="4764"/>
                  </a:lnTo>
                  <a:cubicBezTo>
                    <a:pt x="2572" y="3335"/>
                    <a:pt x="2239" y="2501"/>
                    <a:pt x="2025" y="2049"/>
                  </a:cubicBezTo>
                  <a:lnTo>
                    <a:pt x="3811" y="2049"/>
                  </a:lnTo>
                  <a:lnTo>
                    <a:pt x="3811" y="1715"/>
                  </a:lnTo>
                  <a:cubicBezTo>
                    <a:pt x="3835" y="858"/>
                    <a:pt x="3120" y="144"/>
                    <a:pt x="2239" y="144"/>
                  </a:cubicBezTo>
                  <a:lnTo>
                    <a:pt x="1882" y="144"/>
                  </a:lnTo>
                  <a:cubicBezTo>
                    <a:pt x="1453" y="144"/>
                    <a:pt x="1048" y="96"/>
                    <a:pt x="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35" name="Google Shape;1135;p38"/>
            <p:cNvSpPr/>
            <p:nvPr/>
          </p:nvSpPr>
          <p:spPr>
            <a:xfrm>
              <a:off x="1174625" y="2883375"/>
              <a:ext cx="47650" cy="112550"/>
            </a:xfrm>
            <a:custGeom>
              <a:rect b="b" l="l" r="r" t="t"/>
              <a:pathLst>
                <a:path extrusionOk="0" h="4502" w="1906">
                  <a:moveTo>
                    <a:pt x="0" y="1"/>
                  </a:moveTo>
                  <a:lnTo>
                    <a:pt x="0" y="4502"/>
                  </a:lnTo>
                  <a:cubicBezTo>
                    <a:pt x="119" y="4478"/>
                    <a:pt x="215" y="4478"/>
                    <a:pt x="334" y="4478"/>
                  </a:cubicBezTo>
                  <a:lnTo>
                    <a:pt x="1596" y="4478"/>
                  </a:lnTo>
                  <a:cubicBezTo>
                    <a:pt x="1691" y="4478"/>
                    <a:pt x="1810" y="4478"/>
                    <a:pt x="1905" y="4502"/>
                  </a:cubicBezTo>
                  <a:lnTo>
                    <a:pt x="19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136" name="Google Shape;1136;p38"/>
          <p:cNvGrpSpPr/>
          <p:nvPr/>
        </p:nvGrpSpPr>
        <p:grpSpPr>
          <a:xfrm>
            <a:off x="5367776" y="1497379"/>
            <a:ext cx="329540" cy="358071"/>
            <a:chOff x="3959725" y="2369600"/>
            <a:chExt cx="247700" cy="269125"/>
          </a:xfrm>
        </p:grpSpPr>
        <p:sp>
          <p:nvSpPr>
            <p:cNvPr id="1137" name="Google Shape;1137;p38"/>
            <p:cNvSpPr/>
            <p:nvPr/>
          </p:nvSpPr>
          <p:spPr>
            <a:xfrm>
              <a:off x="4149050" y="2400550"/>
              <a:ext cx="58375" cy="206625"/>
            </a:xfrm>
            <a:custGeom>
              <a:rect b="b" l="l" r="r" t="t"/>
              <a:pathLst>
                <a:path extrusionOk="0" h="8265" w="2335">
                  <a:moveTo>
                    <a:pt x="858" y="0"/>
                  </a:moveTo>
                  <a:lnTo>
                    <a:pt x="858" y="3239"/>
                  </a:lnTo>
                  <a:cubicBezTo>
                    <a:pt x="0" y="3501"/>
                    <a:pt x="0" y="4740"/>
                    <a:pt x="858" y="5025"/>
                  </a:cubicBezTo>
                  <a:lnTo>
                    <a:pt x="858" y="8264"/>
                  </a:lnTo>
                  <a:lnTo>
                    <a:pt x="1477" y="8264"/>
                  </a:lnTo>
                  <a:lnTo>
                    <a:pt x="1477" y="5001"/>
                  </a:lnTo>
                  <a:cubicBezTo>
                    <a:pt x="2334" y="4716"/>
                    <a:pt x="2334" y="3501"/>
                    <a:pt x="1477" y="3215"/>
                  </a:cubicBezTo>
                  <a:lnTo>
                    <a:pt x="14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38" name="Google Shape;1138;p38"/>
            <p:cNvSpPr/>
            <p:nvPr/>
          </p:nvSpPr>
          <p:spPr>
            <a:xfrm>
              <a:off x="4054975" y="2577375"/>
              <a:ext cx="56600" cy="29800"/>
            </a:xfrm>
            <a:custGeom>
              <a:rect b="b" l="l" r="r" t="t"/>
              <a:pathLst>
                <a:path extrusionOk="0" h="1192" w="2264">
                  <a:moveTo>
                    <a:pt x="1144" y="0"/>
                  </a:moveTo>
                  <a:lnTo>
                    <a:pt x="1" y="1191"/>
                  </a:lnTo>
                  <a:lnTo>
                    <a:pt x="2263" y="1191"/>
                  </a:lnTo>
                  <a:lnTo>
                    <a:pt x="1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39" name="Google Shape;1139;p38"/>
            <p:cNvSpPr/>
            <p:nvPr/>
          </p:nvSpPr>
          <p:spPr>
            <a:xfrm>
              <a:off x="4012700" y="2400550"/>
              <a:ext cx="141725" cy="206625"/>
            </a:xfrm>
            <a:custGeom>
              <a:rect b="b" l="l" r="r" t="t"/>
              <a:pathLst>
                <a:path extrusionOk="0" h="8265" w="5669">
                  <a:moveTo>
                    <a:pt x="3144" y="4430"/>
                  </a:moveTo>
                  <a:lnTo>
                    <a:pt x="3144" y="5073"/>
                  </a:lnTo>
                  <a:lnTo>
                    <a:pt x="2525" y="5073"/>
                  </a:lnTo>
                  <a:lnTo>
                    <a:pt x="2525" y="4430"/>
                  </a:lnTo>
                  <a:close/>
                  <a:moveTo>
                    <a:pt x="1" y="0"/>
                  </a:moveTo>
                  <a:lnTo>
                    <a:pt x="1" y="882"/>
                  </a:lnTo>
                  <a:cubicBezTo>
                    <a:pt x="1" y="1929"/>
                    <a:pt x="453" y="2930"/>
                    <a:pt x="1263" y="3620"/>
                  </a:cubicBezTo>
                  <a:lnTo>
                    <a:pt x="1263" y="4597"/>
                  </a:lnTo>
                  <a:cubicBezTo>
                    <a:pt x="453" y="5287"/>
                    <a:pt x="1" y="6287"/>
                    <a:pt x="1" y="7359"/>
                  </a:cubicBezTo>
                  <a:lnTo>
                    <a:pt x="1" y="8264"/>
                  </a:lnTo>
                  <a:lnTo>
                    <a:pt x="811" y="8264"/>
                  </a:lnTo>
                  <a:lnTo>
                    <a:pt x="2525" y="6502"/>
                  </a:lnTo>
                  <a:lnTo>
                    <a:pt x="2525" y="5692"/>
                  </a:lnTo>
                  <a:lnTo>
                    <a:pt x="3144" y="5692"/>
                  </a:lnTo>
                  <a:lnTo>
                    <a:pt x="3144" y="6502"/>
                  </a:lnTo>
                  <a:lnTo>
                    <a:pt x="4859" y="8264"/>
                  </a:lnTo>
                  <a:lnTo>
                    <a:pt x="5669" y="8264"/>
                  </a:lnTo>
                  <a:lnTo>
                    <a:pt x="5669" y="7359"/>
                  </a:lnTo>
                  <a:cubicBezTo>
                    <a:pt x="5669" y="6287"/>
                    <a:pt x="5216" y="5287"/>
                    <a:pt x="4407" y="4597"/>
                  </a:cubicBezTo>
                  <a:lnTo>
                    <a:pt x="4407" y="3644"/>
                  </a:lnTo>
                  <a:cubicBezTo>
                    <a:pt x="5216" y="2953"/>
                    <a:pt x="5669" y="1953"/>
                    <a:pt x="5669" y="882"/>
                  </a:cubicBezTo>
                  <a:lnTo>
                    <a:pt x="5669" y="24"/>
                  </a:lnTo>
                  <a:lnTo>
                    <a:pt x="3144" y="24"/>
                  </a:lnTo>
                  <a:lnTo>
                    <a:pt x="3144" y="72"/>
                  </a:lnTo>
                  <a:cubicBezTo>
                    <a:pt x="3525" y="191"/>
                    <a:pt x="3787" y="548"/>
                    <a:pt x="3787" y="953"/>
                  </a:cubicBezTo>
                  <a:lnTo>
                    <a:pt x="3144" y="953"/>
                  </a:lnTo>
                  <a:cubicBezTo>
                    <a:pt x="3144" y="739"/>
                    <a:pt x="2990" y="632"/>
                    <a:pt x="2835" y="632"/>
                  </a:cubicBezTo>
                  <a:cubicBezTo>
                    <a:pt x="2680" y="632"/>
                    <a:pt x="2525" y="739"/>
                    <a:pt x="2525" y="953"/>
                  </a:cubicBezTo>
                  <a:cubicBezTo>
                    <a:pt x="2525" y="1120"/>
                    <a:pt x="2668" y="1263"/>
                    <a:pt x="2835" y="1263"/>
                  </a:cubicBezTo>
                  <a:cubicBezTo>
                    <a:pt x="3883" y="1286"/>
                    <a:pt x="4145" y="2739"/>
                    <a:pt x="3144" y="3096"/>
                  </a:cubicBezTo>
                  <a:lnTo>
                    <a:pt x="3144" y="3787"/>
                  </a:lnTo>
                  <a:lnTo>
                    <a:pt x="2525" y="3787"/>
                  </a:lnTo>
                  <a:lnTo>
                    <a:pt x="2525" y="3096"/>
                  </a:lnTo>
                  <a:cubicBezTo>
                    <a:pt x="2144" y="2977"/>
                    <a:pt x="1882" y="2620"/>
                    <a:pt x="1882" y="2215"/>
                  </a:cubicBezTo>
                  <a:lnTo>
                    <a:pt x="2525" y="2215"/>
                  </a:lnTo>
                  <a:cubicBezTo>
                    <a:pt x="2525" y="2430"/>
                    <a:pt x="2680" y="2537"/>
                    <a:pt x="2835" y="2537"/>
                  </a:cubicBezTo>
                  <a:cubicBezTo>
                    <a:pt x="2990" y="2537"/>
                    <a:pt x="3144" y="2430"/>
                    <a:pt x="3144" y="2215"/>
                  </a:cubicBezTo>
                  <a:cubicBezTo>
                    <a:pt x="3144" y="2049"/>
                    <a:pt x="3001" y="1906"/>
                    <a:pt x="2835" y="1906"/>
                  </a:cubicBezTo>
                  <a:cubicBezTo>
                    <a:pt x="1787" y="1882"/>
                    <a:pt x="1525" y="429"/>
                    <a:pt x="2525" y="72"/>
                  </a:cubicBezTo>
                  <a:lnTo>
                    <a:pt x="25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40" name="Google Shape;1140;p38"/>
            <p:cNvSpPr/>
            <p:nvPr/>
          </p:nvSpPr>
          <p:spPr>
            <a:xfrm>
              <a:off x="3965075" y="2369600"/>
              <a:ext cx="236975" cy="15500"/>
            </a:xfrm>
            <a:custGeom>
              <a:rect b="b" l="l" r="r" t="t"/>
              <a:pathLst>
                <a:path extrusionOk="0" h="620" w="9479">
                  <a:moveTo>
                    <a:pt x="1" y="0"/>
                  </a:moveTo>
                  <a:lnTo>
                    <a:pt x="1" y="619"/>
                  </a:lnTo>
                  <a:lnTo>
                    <a:pt x="9479" y="619"/>
                  </a:lnTo>
                  <a:lnTo>
                    <a:pt x="94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41" name="Google Shape;1141;p38"/>
            <p:cNvSpPr/>
            <p:nvPr/>
          </p:nvSpPr>
          <p:spPr>
            <a:xfrm>
              <a:off x="3965075" y="2622625"/>
              <a:ext cx="236975" cy="16100"/>
            </a:xfrm>
            <a:custGeom>
              <a:rect b="b" l="l" r="r" t="t"/>
              <a:pathLst>
                <a:path extrusionOk="0" h="644" w="9479">
                  <a:moveTo>
                    <a:pt x="1" y="0"/>
                  </a:moveTo>
                  <a:lnTo>
                    <a:pt x="1" y="643"/>
                  </a:lnTo>
                  <a:lnTo>
                    <a:pt x="9479" y="643"/>
                  </a:lnTo>
                  <a:lnTo>
                    <a:pt x="94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142" name="Google Shape;1142;p38"/>
            <p:cNvSpPr/>
            <p:nvPr/>
          </p:nvSpPr>
          <p:spPr>
            <a:xfrm>
              <a:off x="3959725" y="2400550"/>
              <a:ext cx="58375" cy="206625"/>
            </a:xfrm>
            <a:custGeom>
              <a:rect b="b" l="l" r="r" t="t"/>
              <a:pathLst>
                <a:path extrusionOk="0" h="8265" w="2335">
                  <a:moveTo>
                    <a:pt x="1477" y="0"/>
                  </a:moveTo>
                  <a:lnTo>
                    <a:pt x="858" y="24"/>
                  </a:lnTo>
                  <a:lnTo>
                    <a:pt x="858" y="3239"/>
                  </a:lnTo>
                  <a:cubicBezTo>
                    <a:pt x="0" y="3501"/>
                    <a:pt x="0" y="4740"/>
                    <a:pt x="858" y="5025"/>
                  </a:cubicBezTo>
                  <a:lnTo>
                    <a:pt x="858" y="8264"/>
                  </a:lnTo>
                  <a:lnTo>
                    <a:pt x="1477" y="8264"/>
                  </a:lnTo>
                  <a:lnTo>
                    <a:pt x="1477" y="5001"/>
                  </a:lnTo>
                  <a:cubicBezTo>
                    <a:pt x="2334" y="4716"/>
                    <a:pt x="2334" y="3501"/>
                    <a:pt x="1477" y="3215"/>
                  </a:cubicBezTo>
                  <a:lnTo>
                    <a:pt x="14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cxnSp>
        <p:nvCxnSpPr>
          <p:cNvPr id="1143" name="Google Shape;1143;p38"/>
          <p:cNvCxnSpPr/>
          <p:nvPr/>
        </p:nvCxnSpPr>
        <p:spPr>
          <a:xfrm>
            <a:off x="1292938" y="1958950"/>
            <a:ext cx="650700" cy="0"/>
          </a:xfrm>
          <a:prstGeom prst="straightConnector1">
            <a:avLst/>
          </a:prstGeom>
          <a:noFill/>
          <a:ln cap="flat" cmpd="sng" w="19050">
            <a:solidFill>
              <a:schemeClr val="accent3"/>
            </a:solidFill>
            <a:prstDash val="solid"/>
            <a:round/>
            <a:headEnd len="med" w="med" type="none"/>
            <a:tailEnd len="med" w="med" type="none"/>
          </a:ln>
        </p:spPr>
      </p:cxnSp>
      <p:cxnSp>
        <p:nvCxnSpPr>
          <p:cNvPr id="1144" name="Google Shape;1144;p38"/>
          <p:cNvCxnSpPr/>
          <p:nvPr/>
        </p:nvCxnSpPr>
        <p:spPr>
          <a:xfrm>
            <a:off x="3253759" y="1958950"/>
            <a:ext cx="650700" cy="0"/>
          </a:xfrm>
          <a:prstGeom prst="straightConnector1">
            <a:avLst/>
          </a:prstGeom>
          <a:noFill/>
          <a:ln cap="flat" cmpd="sng" w="19050">
            <a:solidFill>
              <a:schemeClr val="accent3"/>
            </a:solidFill>
            <a:prstDash val="solid"/>
            <a:round/>
            <a:headEnd len="med" w="med" type="none"/>
            <a:tailEnd len="med" w="med" type="none"/>
          </a:ln>
        </p:spPr>
      </p:cxnSp>
      <p:cxnSp>
        <p:nvCxnSpPr>
          <p:cNvPr id="1145" name="Google Shape;1145;p38"/>
          <p:cNvCxnSpPr/>
          <p:nvPr/>
        </p:nvCxnSpPr>
        <p:spPr>
          <a:xfrm>
            <a:off x="5219304" y="1958950"/>
            <a:ext cx="650700" cy="0"/>
          </a:xfrm>
          <a:prstGeom prst="straightConnector1">
            <a:avLst/>
          </a:prstGeom>
          <a:noFill/>
          <a:ln cap="flat" cmpd="sng" w="19050">
            <a:solidFill>
              <a:schemeClr val="accent3"/>
            </a:solidFill>
            <a:prstDash val="solid"/>
            <a:round/>
            <a:headEnd len="med" w="med" type="none"/>
            <a:tailEnd len="med" w="med" type="none"/>
          </a:ln>
        </p:spPr>
      </p:cxnSp>
      <p:cxnSp>
        <p:nvCxnSpPr>
          <p:cNvPr id="1146" name="Google Shape;1146;p38"/>
          <p:cNvCxnSpPr/>
          <p:nvPr/>
        </p:nvCxnSpPr>
        <p:spPr>
          <a:xfrm>
            <a:off x="7187604" y="1958950"/>
            <a:ext cx="650700" cy="0"/>
          </a:xfrm>
          <a:prstGeom prst="straightConnector1">
            <a:avLst/>
          </a:prstGeom>
          <a:noFill/>
          <a:ln cap="flat" cmpd="sng" w="19050">
            <a:solidFill>
              <a:schemeClr val="accent3"/>
            </a:solidFill>
            <a:prstDash val="solid"/>
            <a:round/>
            <a:headEnd len="med" w="med" type="none"/>
            <a:tailEnd len="med" w="med" type="none"/>
          </a:ln>
        </p:spPr>
      </p:cxnSp>
      <p:cxnSp>
        <p:nvCxnSpPr>
          <p:cNvPr id="1147" name="Google Shape;1147;p38"/>
          <p:cNvCxnSpPr>
            <a:stCxn id="1109" idx="0"/>
          </p:cNvCxnSpPr>
          <p:nvPr/>
        </p:nvCxnSpPr>
        <p:spPr>
          <a:xfrm rot="10800000">
            <a:off x="1644556" y="1967129"/>
            <a:ext cx="0" cy="1049700"/>
          </a:xfrm>
          <a:prstGeom prst="straightConnector1">
            <a:avLst/>
          </a:prstGeom>
          <a:noFill/>
          <a:ln cap="flat" cmpd="sng" w="19050">
            <a:solidFill>
              <a:schemeClr val="lt2"/>
            </a:solidFill>
            <a:prstDash val="solid"/>
            <a:round/>
            <a:headEnd len="med" w="med" type="none"/>
            <a:tailEnd len="med" w="med" type="none"/>
          </a:ln>
        </p:spPr>
      </p:cxnSp>
      <p:cxnSp>
        <p:nvCxnSpPr>
          <p:cNvPr id="1148" name="Google Shape;1148;p38"/>
          <p:cNvCxnSpPr>
            <a:stCxn id="1108" idx="0"/>
          </p:cNvCxnSpPr>
          <p:nvPr/>
        </p:nvCxnSpPr>
        <p:spPr>
          <a:xfrm rot="10800000">
            <a:off x="3579109" y="1967129"/>
            <a:ext cx="0" cy="1049700"/>
          </a:xfrm>
          <a:prstGeom prst="straightConnector1">
            <a:avLst/>
          </a:prstGeom>
          <a:noFill/>
          <a:ln cap="flat" cmpd="sng" w="19050">
            <a:solidFill>
              <a:schemeClr val="lt2"/>
            </a:solidFill>
            <a:prstDash val="solid"/>
            <a:round/>
            <a:headEnd len="med" w="med" type="none"/>
            <a:tailEnd len="med" w="med" type="none"/>
          </a:ln>
        </p:spPr>
      </p:cxnSp>
      <p:cxnSp>
        <p:nvCxnSpPr>
          <p:cNvPr id="1149" name="Google Shape;1149;p38"/>
          <p:cNvCxnSpPr>
            <a:stCxn id="1111" idx="0"/>
          </p:cNvCxnSpPr>
          <p:nvPr/>
        </p:nvCxnSpPr>
        <p:spPr>
          <a:xfrm rot="10800000">
            <a:off x="5529675" y="1977329"/>
            <a:ext cx="0" cy="1039500"/>
          </a:xfrm>
          <a:prstGeom prst="straightConnector1">
            <a:avLst/>
          </a:prstGeom>
          <a:noFill/>
          <a:ln cap="flat" cmpd="sng" w="19050">
            <a:solidFill>
              <a:schemeClr val="lt2"/>
            </a:solidFill>
            <a:prstDash val="solid"/>
            <a:round/>
            <a:headEnd len="med" w="med" type="none"/>
            <a:tailEnd len="med" w="med" type="none"/>
          </a:ln>
        </p:spPr>
      </p:cxnSp>
      <p:cxnSp>
        <p:nvCxnSpPr>
          <p:cNvPr id="1150" name="Google Shape;1150;p38"/>
          <p:cNvCxnSpPr>
            <a:stCxn id="1110" idx="0"/>
          </p:cNvCxnSpPr>
          <p:nvPr/>
        </p:nvCxnSpPr>
        <p:spPr>
          <a:xfrm rot="10800000">
            <a:off x="7500734" y="1977329"/>
            <a:ext cx="0" cy="1039500"/>
          </a:xfrm>
          <a:prstGeom prst="straightConnector1">
            <a:avLst/>
          </a:prstGeom>
          <a:noFill/>
          <a:ln cap="flat" cmpd="sng" w="19050">
            <a:solidFill>
              <a:schemeClr val="lt2"/>
            </a:solidFill>
            <a:prstDash val="solid"/>
            <a:round/>
            <a:headEnd len="med" w="med" type="none"/>
            <a:tailEnd len="med" w="med" type="none"/>
          </a:ln>
        </p:spPr>
      </p:cxnSp>
      <p:grpSp>
        <p:nvGrpSpPr>
          <p:cNvPr id="1151" name="Google Shape;1151;p38"/>
          <p:cNvGrpSpPr/>
          <p:nvPr/>
        </p:nvGrpSpPr>
        <p:grpSpPr>
          <a:xfrm rot="1790669">
            <a:off x="8177667" y="687882"/>
            <a:ext cx="663420" cy="956513"/>
            <a:chOff x="1705850" y="434250"/>
            <a:chExt cx="978800" cy="1411225"/>
          </a:xfrm>
        </p:grpSpPr>
        <p:sp>
          <p:nvSpPr>
            <p:cNvPr id="1152" name="Google Shape;1152;p38"/>
            <p:cNvSpPr/>
            <p:nvPr/>
          </p:nvSpPr>
          <p:spPr>
            <a:xfrm>
              <a:off x="2039325" y="1468300"/>
              <a:ext cx="114225" cy="100025"/>
            </a:xfrm>
            <a:custGeom>
              <a:rect b="b" l="l" r="r" t="t"/>
              <a:pathLst>
                <a:path extrusionOk="0" h="4001" w="4569">
                  <a:moveTo>
                    <a:pt x="2278" y="0"/>
                  </a:moveTo>
                  <a:cubicBezTo>
                    <a:pt x="1467" y="0"/>
                    <a:pt x="714" y="508"/>
                    <a:pt x="400" y="1316"/>
                  </a:cubicBezTo>
                  <a:cubicBezTo>
                    <a:pt x="1" y="2353"/>
                    <a:pt x="474" y="3486"/>
                    <a:pt x="1516" y="3872"/>
                  </a:cubicBezTo>
                  <a:cubicBezTo>
                    <a:pt x="1751" y="3959"/>
                    <a:pt x="1995" y="4000"/>
                    <a:pt x="2236" y="4000"/>
                  </a:cubicBezTo>
                  <a:cubicBezTo>
                    <a:pt x="3064" y="4000"/>
                    <a:pt x="3861" y="3514"/>
                    <a:pt x="4169" y="2713"/>
                  </a:cubicBezTo>
                  <a:cubicBezTo>
                    <a:pt x="4568" y="1679"/>
                    <a:pt x="4005" y="510"/>
                    <a:pt x="2966" y="125"/>
                  </a:cubicBezTo>
                  <a:cubicBezTo>
                    <a:pt x="2738" y="40"/>
                    <a:pt x="2506" y="0"/>
                    <a:pt x="2278"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8"/>
            <p:cNvSpPr/>
            <p:nvPr/>
          </p:nvSpPr>
          <p:spPr>
            <a:xfrm>
              <a:off x="1705850" y="434250"/>
              <a:ext cx="978800" cy="1411225"/>
            </a:xfrm>
            <a:custGeom>
              <a:rect b="b" l="l" r="r" t="t"/>
              <a:pathLst>
                <a:path extrusionOk="0" h="56449" w="39152">
                  <a:moveTo>
                    <a:pt x="21401" y="3462"/>
                  </a:moveTo>
                  <a:lnTo>
                    <a:pt x="33255" y="7856"/>
                  </a:lnTo>
                  <a:cubicBezTo>
                    <a:pt x="32341" y="9216"/>
                    <a:pt x="32941" y="10814"/>
                    <a:pt x="34430" y="11366"/>
                  </a:cubicBezTo>
                  <a:cubicBezTo>
                    <a:pt x="27596" y="23744"/>
                    <a:pt x="28819" y="39106"/>
                    <a:pt x="21985" y="51484"/>
                  </a:cubicBezTo>
                  <a:cubicBezTo>
                    <a:pt x="21635" y="51355"/>
                    <a:pt x="21267" y="51294"/>
                    <a:pt x="20897" y="51294"/>
                  </a:cubicBezTo>
                  <a:cubicBezTo>
                    <a:pt x="19686" y="51294"/>
                    <a:pt x="18453" y="51948"/>
                    <a:pt x="17755" y="52990"/>
                  </a:cubicBezTo>
                  <a:cubicBezTo>
                    <a:pt x="13802" y="51526"/>
                    <a:pt x="9851" y="50062"/>
                    <a:pt x="5898" y="48598"/>
                  </a:cubicBezTo>
                  <a:cubicBezTo>
                    <a:pt x="6812" y="47238"/>
                    <a:pt x="6214" y="45640"/>
                    <a:pt x="4725" y="45089"/>
                  </a:cubicBezTo>
                  <a:cubicBezTo>
                    <a:pt x="11560" y="32710"/>
                    <a:pt x="10336" y="17346"/>
                    <a:pt x="17171" y="4970"/>
                  </a:cubicBezTo>
                  <a:cubicBezTo>
                    <a:pt x="17519" y="5099"/>
                    <a:pt x="17886" y="5160"/>
                    <a:pt x="18255" y="5160"/>
                  </a:cubicBezTo>
                  <a:cubicBezTo>
                    <a:pt x="19466" y="5160"/>
                    <a:pt x="20700" y="4504"/>
                    <a:pt x="21401" y="3462"/>
                  </a:cubicBezTo>
                  <a:close/>
                  <a:moveTo>
                    <a:pt x="18013" y="1"/>
                  </a:moveTo>
                  <a:cubicBezTo>
                    <a:pt x="6935" y="14326"/>
                    <a:pt x="11079" y="34292"/>
                    <a:pt x="1" y="48617"/>
                  </a:cubicBezTo>
                  <a:cubicBezTo>
                    <a:pt x="7046" y="51228"/>
                    <a:pt x="14095" y="53837"/>
                    <a:pt x="21142" y="56449"/>
                  </a:cubicBezTo>
                  <a:cubicBezTo>
                    <a:pt x="32218" y="42124"/>
                    <a:pt x="28076" y="22160"/>
                    <a:pt x="39152" y="7835"/>
                  </a:cubicBezTo>
                  <a:cubicBezTo>
                    <a:pt x="32105" y="5224"/>
                    <a:pt x="25060" y="2612"/>
                    <a:pt x="18013"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8"/>
            <p:cNvSpPr/>
            <p:nvPr/>
          </p:nvSpPr>
          <p:spPr>
            <a:xfrm>
              <a:off x="1865525" y="556650"/>
              <a:ext cx="659525" cy="1166525"/>
            </a:xfrm>
            <a:custGeom>
              <a:rect b="b" l="l" r="r" t="t"/>
              <a:pathLst>
                <a:path extrusionOk="0" h="46661" w="26381">
                  <a:moveTo>
                    <a:pt x="17195" y="6055"/>
                  </a:moveTo>
                  <a:cubicBezTo>
                    <a:pt x="17454" y="6055"/>
                    <a:pt x="17715" y="6099"/>
                    <a:pt x="17967" y="6193"/>
                  </a:cubicBezTo>
                  <a:cubicBezTo>
                    <a:pt x="19077" y="6606"/>
                    <a:pt x="19585" y="7816"/>
                    <a:pt x="19158" y="8922"/>
                  </a:cubicBezTo>
                  <a:cubicBezTo>
                    <a:pt x="18823" y="9787"/>
                    <a:pt x="18018" y="10330"/>
                    <a:pt x="17151" y="10330"/>
                  </a:cubicBezTo>
                  <a:cubicBezTo>
                    <a:pt x="16908" y="10330"/>
                    <a:pt x="16659" y="10287"/>
                    <a:pt x="16415" y="10196"/>
                  </a:cubicBezTo>
                  <a:cubicBezTo>
                    <a:pt x="15305" y="9785"/>
                    <a:pt x="14704" y="8539"/>
                    <a:pt x="15131" y="7433"/>
                  </a:cubicBezTo>
                  <a:cubicBezTo>
                    <a:pt x="15460" y="6575"/>
                    <a:pt x="16311" y="6055"/>
                    <a:pt x="17195" y="6055"/>
                  </a:cubicBezTo>
                  <a:close/>
                  <a:moveTo>
                    <a:pt x="12445" y="16581"/>
                  </a:moveTo>
                  <a:cubicBezTo>
                    <a:pt x="13126" y="16581"/>
                    <a:pt x="13832" y="16705"/>
                    <a:pt x="14538" y="16966"/>
                  </a:cubicBezTo>
                  <a:cubicBezTo>
                    <a:pt x="17865" y="18199"/>
                    <a:pt x="19922" y="22035"/>
                    <a:pt x="19223" y="25565"/>
                  </a:cubicBezTo>
                  <a:cubicBezTo>
                    <a:pt x="18671" y="28350"/>
                    <a:pt x="16474" y="30079"/>
                    <a:pt x="13933" y="30079"/>
                  </a:cubicBezTo>
                  <a:cubicBezTo>
                    <a:pt x="13252" y="30079"/>
                    <a:pt x="12546" y="29955"/>
                    <a:pt x="11841" y="29694"/>
                  </a:cubicBezTo>
                  <a:cubicBezTo>
                    <a:pt x="8514" y="28461"/>
                    <a:pt x="6457" y="24625"/>
                    <a:pt x="7156" y="21095"/>
                  </a:cubicBezTo>
                  <a:cubicBezTo>
                    <a:pt x="7706" y="18309"/>
                    <a:pt x="9903" y="16581"/>
                    <a:pt x="12445" y="16581"/>
                  </a:cubicBezTo>
                  <a:close/>
                  <a:moveTo>
                    <a:pt x="9231" y="36329"/>
                  </a:moveTo>
                  <a:cubicBezTo>
                    <a:pt x="9474" y="36329"/>
                    <a:pt x="9721" y="36371"/>
                    <a:pt x="9964" y="36461"/>
                  </a:cubicBezTo>
                  <a:cubicBezTo>
                    <a:pt x="11074" y="36875"/>
                    <a:pt x="11677" y="38121"/>
                    <a:pt x="11250" y="39227"/>
                  </a:cubicBezTo>
                  <a:cubicBezTo>
                    <a:pt x="10921" y="40084"/>
                    <a:pt x="10068" y="40604"/>
                    <a:pt x="9183" y="40604"/>
                  </a:cubicBezTo>
                  <a:cubicBezTo>
                    <a:pt x="8926" y="40604"/>
                    <a:pt x="8665" y="40560"/>
                    <a:pt x="8415" y="40467"/>
                  </a:cubicBezTo>
                  <a:cubicBezTo>
                    <a:pt x="7304" y="40054"/>
                    <a:pt x="6798" y="38842"/>
                    <a:pt x="7225" y="37736"/>
                  </a:cubicBezTo>
                  <a:cubicBezTo>
                    <a:pt x="7557" y="36872"/>
                    <a:pt x="8364" y="36329"/>
                    <a:pt x="9231" y="36329"/>
                  </a:cubicBezTo>
                  <a:close/>
                  <a:moveTo>
                    <a:pt x="15309" y="0"/>
                  </a:moveTo>
                  <a:cubicBezTo>
                    <a:pt x="14319" y="901"/>
                    <a:pt x="13006" y="1446"/>
                    <a:pt x="11714" y="1446"/>
                  </a:cubicBezTo>
                  <a:cubicBezTo>
                    <a:pt x="11625" y="1446"/>
                    <a:pt x="11537" y="1444"/>
                    <a:pt x="11449" y="1439"/>
                  </a:cubicBezTo>
                  <a:cubicBezTo>
                    <a:pt x="5327" y="13334"/>
                    <a:pt x="6119" y="27791"/>
                    <a:pt x="1" y="39687"/>
                  </a:cubicBezTo>
                  <a:cubicBezTo>
                    <a:pt x="1005" y="40488"/>
                    <a:pt x="1488" y="41753"/>
                    <a:pt x="1185" y="42996"/>
                  </a:cubicBezTo>
                  <a:lnTo>
                    <a:pt x="11070" y="46660"/>
                  </a:lnTo>
                  <a:cubicBezTo>
                    <a:pt x="12062" y="45757"/>
                    <a:pt x="13373" y="45212"/>
                    <a:pt x="14667" y="45212"/>
                  </a:cubicBezTo>
                  <a:cubicBezTo>
                    <a:pt x="14756" y="45212"/>
                    <a:pt x="14844" y="45214"/>
                    <a:pt x="14933" y="45219"/>
                  </a:cubicBezTo>
                  <a:cubicBezTo>
                    <a:pt x="21052" y="33323"/>
                    <a:pt x="20262" y="18869"/>
                    <a:pt x="26381" y="6973"/>
                  </a:cubicBezTo>
                  <a:cubicBezTo>
                    <a:pt x="25374" y="6170"/>
                    <a:pt x="24891" y="4904"/>
                    <a:pt x="25196" y="3664"/>
                  </a:cubicBezTo>
                  <a:cubicBezTo>
                    <a:pt x="21899" y="2443"/>
                    <a:pt x="18604" y="1221"/>
                    <a:pt x="15309" y="0"/>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8"/>
            <p:cNvSpPr/>
            <p:nvPr/>
          </p:nvSpPr>
          <p:spPr>
            <a:xfrm>
              <a:off x="1823975" y="520850"/>
              <a:ext cx="742650" cy="1238150"/>
            </a:xfrm>
            <a:custGeom>
              <a:rect b="b" l="l" r="r" t="t"/>
              <a:pathLst>
                <a:path extrusionOk="0" h="49526" w="29706">
                  <a:moveTo>
                    <a:pt x="16927" y="1123"/>
                  </a:moveTo>
                  <a:lnTo>
                    <a:pt x="27200" y="4928"/>
                  </a:lnTo>
                  <a:cubicBezTo>
                    <a:pt x="27191" y="4960"/>
                    <a:pt x="27181" y="4992"/>
                    <a:pt x="27172" y="5025"/>
                  </a:cubicBezTo>
                  <a:cubicBezTo>
                    <a:pt x="26833" y="6244"/>
                    <a:pt x="27306" y="7493"/>
                    <a:pt x="28317" y="8257"/>
                  </a:cubicBezTo>
                  <a:cubicBezTo>
                    <a:pt x="28343" y="8278"/>
                    <a:pt x="28371" y="8297"/>
                    <a:pt x="28396" y="8317"/>
                  </a:cubicBezTo>
                  <a:cubicBezTo>
                    <a:pt x="22141" y="20308"/>
                    <a:pt x="23011" y="34940"/>
                    <a:pt x="16756" y="46933"/>
                  </a:cubicBezTo>
                  <a:cubicBezTo>
                    <a:pt x="16722" y="46928"/>
                    <a:pt x="16685" y="46926"/>
                    <a:pt x="16650" y="46924"/>
                  </a:cubicBezTo>
                  <a:cubicBezTo>
                    <a:pt x="16531" y="46914"/>
                    <a:pt x="16412" y="46909"/>
                    <a:pt x="16292" y="46909"/>
                  </a:cubicBezTo>
                  <a:cubicBezTo>
                    <a:pt x="15051" y="46909"/>
                    <a:pt x="13789" y="47445"/>
                    <a:pt x="12857" y="48325"/>
                  </a:cubicBezTo>
                  <a:cubicBezTo>
                    <a:pt x="12829" y="48351"/>
                    <a:pt x="12803" y="48376"/>
                    <a:pt x="12776" y="48401"/>
                  </a:cubicBezTo>
                  <a:cubicBezTo>
                    <a:pt x="9354" y="47132"/>
                    <a:pt x="5930" y="45864"/>
                    <a:pt x="2503" y="44596"/>
                  </a:cubicBezTo>
                  <a:cubicBezTo>
                    <a:pt x="2512" y="44564"/>
                    <a:pt x="2522" y="44532"/>
                    <a:pt x="2531" y="44499"/>
                  </a:cubicBezTo>
                  <a:cubicBezTo>
                    <a:pt x="2873" y="43282"/>
                    <a:pt x="2399" y="42029"/>
                    <a:pt x="1386" y="41269"/>
                  </a:cubicBezTo>
                  <a:cubicBezTo>
                    <a:pt x="1360" y="41248"/>
                    <a:pt x="1335" y="41227"/>
                    <a:pt x="1307" y="41207"/>
                  </a:cubicBezTo>
                  <a:cubicBezTo>
                    <a:pt x="7562" y="29216"/>
                    <a:pt x="6692" y="14584"/>
                    <a:pt x="12947" y="2591"/>
                  </a:cubicBezTo>
                  <a:lnTo>
                    <a:pt x="13055" y="2600"/>
                  </a:lnTo>
                  <a:cubicBezTo>
                    <a:pt x="13172" y="2610"/>
                    <a:pt x="13290" y="2615"/>
                    <a:pt x="13408" y="2615"/>
                  </a:cubicBezTo>
                  <a:cubicBezTo>
                    <a:pt x="14649" y="2615"/>
                    <a:pt x="15912" y="2080"/>
                    <a:pt x="16846" y="1199"/>
                  </a:cubicBezTo>
                  <a:cubicBezTo>
                    <a:pt x="16874" y="1173"/>
                    <a:pt x="16900" y="1148"/>
                    <a:pt x="16927" y="1123"/>
                  </a:cubicBezTo>
                  <a:close/>
                  <a:moveTo>
                    <a:pt x="16676" y="0"/>
                  </a:moveTo>
                  <a:cubicBezTo>
                    <a:pt x="15975" y="1041"/>
                    <a:pt x="14741" y="1696"/>
                    <a:pt x="13531" y="1696"/>
                  </a:cubicBezTo>
                  <a:cubicBezTo>
                    <a:pt x="13161" y="1696"/>
                    <a:pt x="12795" y="1635"/>
                    <a:pt x="12446" y="1506"/>
                  </a:cubicBezTo>
                  <a:cubicBezTo>
                    <a:pt x="5611" y="13882"/>
                    <a:pt x="6835" y="29246"/>
                    <a:pt x="0" y="41625"/>
                  </a:cubicBezTo>
                  <a:cubicBezTo>
                    <a:pt x="1489" y="42176"/>
                    <a:pt x="2087" y="43774"/>
                    <a:pt x="1173" y="45134"/>
                  </a:cubicBezTo>
                  <a:cubicBezTo>
                    <a:pt x="5124" y="46598"/>
                    <a:pt x="9077" y="48062"/>
                    <a:pt x="13030" y="49526"/>
                  </a:cubicBezTo>
                  <a:cubicBezTo>
                    <a:pt x="13728" y="48484"/>
                    <a:pt x="14961" y="47830"/>
                    <a:pt x="16172" y="47830"/>
                  </a:cubicBezTo>
                  <a:cubicBezTo>
                    <a:pt x="16542" y="47830"/>
                    <a:pt x="16910" y="47891"/>
                    <a:pt x="17260" y="48020"/>
                  </a:cubicBezTo>
                  <a:cubicBezTo>
                    <a:pt x="24094" y="35640"/>
                    <a:pt x="22871" y="20278"/>
                    <a:pt x="29705" y="7902"/>
                  </a:cubicBezTo>
                  <a:cubicBezTo>
                    <a:pt x="28216" y="7350"/>
                    <a:pt x="27616" y="5752"/>
                    <a:pt x="28530" y="4392"/>
                  </a:cubicBezTo>
                  <a:lnTo>
                    <a:pt x="16676" y="0"/>
                  </a:ln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8"/>
            <p:cNvSpPr/>
            <p:nvPr/>
          </p:nvSpPr>
          <p:spPr>
            <a:xfrm>
              <a:off x="1856650" y="548900"/>
              <a:ext cx="677225" cy="1182000"/>
            </a:xfrm>
            <a:custGeom>
              <a:rect b="b" l="l" r="r" t="t"/>
              <a:pathLst>
                <a:path extrusionOk="0" h="47280" w="27089">
                  <a:moveTo>
                    <a:pt x="15664" y="310"/>
                  </a:moveTo>
                  <a:cubicBezTo>
                    <a:pt x="18959" y="1529"/>
                    <a:pt x="22254" y="2751"/>
                    <a:pt x="25551" y="3972"/>
                  </a:cubicBezTo>
                  <a:cubicBezTo>
                    <a:pt x="25246" y="5214"/>
                    <a:pt x="25729" y="6480"/>
                    <a:pt x="26736" y="7281"/>
                  </a:cubicBezTo>
                  <a:cubicBezTo>
                    <a:pt x="20617" y="19177"/>
                    <a:pt x="21407" y="33633"/>
                    <a:pt x="15288" y="45529"/>
                  </a:cubicBezTo>
                  <a:cubicBezTo>
                    <a:pt x="15199" y="45524"/>
                    <a:pt x="15111" y="45522"/>
                    <a:pt x="15022" y="45522"/>
                  </a:cubicBezTo>
                  <a:cubicBezTo>
                    <a:pt x="13728" y="45522"/>
                    <a:pt x="12417" y="46067"/>
                    <a:pt x="11425" y="46968"/>
                  </a:cubicBezTo>
                  <a:lnTo>
                    <a:pt x="1538" y="43306"/>
                  </a:lnTo>
                  <a:cubicBezTo>
                    <a:pt x="1843" y="42063"/>
                    <a:pt x="1360" y="40798"/>
                    <a:pt x="353" y="39997"/>
                  </a:cubicBezTo>
                  <a:lnTo>
                    <a:pt x="356" y="39997"/>
                  </a:lnTo>
                  <a:cubicBezTo>
                    <a:pt x="6474" y="28101"/>
                    <a:pt x="5682" y="13644"/>
                    <a:pt x="11804" y="1749"/>
                  </a:cubicBezTo>
                  <a:cubicBezTo>
                    <a:pt x="11892" y="1754"/>
                    <a:pt x="11980" y="1756"/>
                    <a:pt x="12069" y="1756"/>
                  </a:cubicBezTo>
                  <a:cubicBezTo>
                    <a:pt x="13361" y="1756"/>
                    <a:pt x="14674" y="1211"/>
                    <a:pt x="15664" y="310"/>
                  </a:cubicBezTo>
                  <a:close/>
                  <a:moveTo>
                    <a:pt x="15620" y="1"/>
                  </a:moveTo>
                  <a:cubicBezTo>
                    <a:pt x="15593" y="26"/>
                    <a:pt x="15567" y="51"/>
                    <a:pt x="15539" y="77"/>
                  </a:cubicBezTo>
                  <a:cubicBezTo>
                    <a:pt x="14607" y="958"/>
                    <a:pt x="13342" y="1493"/>
                    <a:pt x="12101" y="1493"/>
                  </a:cubicBezTo>
                  <a:cubicBezTo>
                    <a:pt x="11983" y="1493"/>
                    <a:pt x="11865" y="1488"/>
                    <a:pt x="11748" y="1478"/>
                  </a:cubicBezTo>
                  <a:lnTo>
                    <a:pt x="11640" y="1469"/>
                  </a:lnTo>
                  <a:cubicBezTo>
                    <a:pt x="5385" y="13462"/>
                    <a:pt x="6255" y="28094"/>
                    <a:pt x="0" y="40085"/>
                  </a:cubicBezTo>
                  <a:cubicBezTo>
                    <a:pt x="28" y="40105"/>
                    <a:pt x="53" y="40126"/>
                    <a:pt x="81" y="40147"/>
                  </a:cubicBezTo>
                  <a:cubicBezTo>
                    <a:pt x="1092" y="40909"/>
                    <a:pt x="1566" y="42160"/>
                    <a:pt x="1224" y="43380"/>
                  </a:cubicBezTo>
                  <a:cubicBezTo>
                    <a:pt x="1215" y="43412"/>
                    <a:pt x="1205" y="43444"/>
                    <a:pt x="1196" y="43474"/>
                  </a:cubicBezTo>
                  <a:cubicBezTo>
                    <a:pt x="4620" y="44744"/>
                    <a:pt x="8044" y="46012"/>
                    <a:pt x="11469" y="47279"/>
                  </a:cubicBezTo>
                  <a:cubicBezTo>
                    <a:pt x="11496" y="47256"/>
                    <a:pt x="11522" y="47231"/>
                    <a:pt x="11550" y="47206"/>
                  </a:cubicBezTo>
                  <a:cubicBezTo>
                    <a:pt x="12484" y="46324"/>
                    <a:pt x="13750" y="45787"/>
                    <a:pt x="14991" y="45787"/>
                  </a:cubicBezTo>
                  <a:cubicBezTo>
                    <a:pt x="15109" y="45787"/>
                    <a:pt x="15226" y="45792"/>
                    <a:pt x="15343" y="45802"/>
                  </a:cubicBezTo>
                  <a:cubicBezTo>
                    <a:pt x="15380" y="45806"/>
                    <a:pt x="15415" y="45809"/>
                    <a:pt x="15452" y="45811"/>
                  </a:cubicBezTo>
                  <a:cubicBezTo>
                    <a:pt x="21704" y="33820"/>
                    <a:pt x="20834" y="19188"/>
                    <a:pt x="27089" y="7195"/>
                  </a:cubicBezTo>
                  <a:cubicBezTo>
                    <a:pt x="27064" y="7175"/>
                    <a:pt x="27036" y="7156"/>
                    <a:pt x="27010" y="7135"/>
                  </a:cubicBezTo>
                  <a:cubicBezTo>
                    <a:pt x="25999" y="6371"/>
                    <a:pt x="25526" y="5120"/>
                    <a:pt x="25865" y="3903"/>
                  </a:cubicBezTo>
                  <a:cubicBezTo>
                    <a:pt x="25874" y="3870"/>
                    <a:pt x="25884" y="3838"/>
                    <a:pt x="25893" y="3806"/>
                  </a:cubicBezTo>
                  <a:lnTo>
                    <a:pt x="15620" y="1"/>
                  </a:ln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8"/>
            <p:cNvSpPr/>
            <p:nvPr/>
          </p:nvSpPr>
          <p:spPr>
            <a:xfrm>
              <a:off x="2026925" y="971175"/>
              <a:ext cx="336675" cy="337450"/>
            </a:xfrm>
            <a:custGeom>
              <a:rect b="b" l="l" r="r" t="t"/>
              <a:pathLst>
                <a:path extrusionOk="0" h="13498" w="13467">
                  <a:moveTo>
                    <a:pt x="5989" y="0"/>
                  </a:moveTo>
                  <a:cubicBezTo>
                    <a:pt x="3447" y="0"/>
                    <a:pt x="1250" y="1728"/>
                    <a:pt x="700" y="4514"/>
                  </a:cubicBezTo>
                  <a:cubicBezTo>
                    <a:pt x="1" y="8044"/>
                    <a:pt x="2058" y="11880"/>
                    <a:pt x="5385" y="13113"/>
                  </a:cubicBezTo>
                  <a:cubicBezTo>
                    <a:pt x="6090" y="13374"/>
                    <a:pt x="6796" y="13498"/>
                    <a:pt x="7477" y="13498"/>
                  </a:cubicBezTo>
                  <a:cubicBezTo>
                    <a:pt x="10018" y="13498"/>
                    <a:pt x="12215" y="11769"/>
                    <a:pt x="12767" y="8984"/>
                  </a:cubicBezTo>
                  <a:cubicBezTo>
                    <a:pt x="13466" y="5454"/>
                    <a:pt x="11409" y="1618"/>
                    <a:pt x="8082" y="385"/>
                  </a:cubicBezTo>
                  <a:cubicBezTo>
                    <a:pt x="7376" y="124"/>
                    <a:pt x="6670" y="0"/>
                    <a:pt x="5989"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8"/>
            <p:cNvSpPr/>
            <p:nvPr/>
          </p:nvSpPr>
          <p:spPr>
            <a:xfrm>
              <a:off x="2237275" y="711425"/>
              <a:ext cx="114200" cy="100075"/>
            </a:xfrm>
            <a:custGeom>
              <a:rect b="b" l="l" r="r" t="t"/>
              <a:pathLst>
                <a:path extrusionOk="0" h="4003" w="4568">
                  <a:moveTo>
                    <a:pt x="2275" y="1"/>
                  </a:moveTo>
                  <a:cubicBezTo>
                    <a:pt x="1465" y="1"/>
                    <a:pt x="712" y="509"/>
                    <a:pt x="400" y="1318"/>
                  </a:cubicBezTo>
                  <a:cubicBezTo>
                    <a:pt x="0" y="2355"/>
                    <a:pt x="474" y="3488"/>
                    <a:pt x="1515" y="3874"/>
                  </a:cubicBezTo>
                  <a:cubicBezTo>
                    <a:pt x="1750" y="3961"/>
                    <a:pt x="1994" y="4002"/>
                    <a:pt x="2236" y="4002"/>
                  </a:cubicBezTo>
                  <a:cubicBezTo>
                    <a:pt x="3063" y="4002"/>
                    <a:pt x="3861" y="3516"/>
                    <a:pt x="4168" y="2715"/>
                  </a:cubicBezTo>
                  <a:cubicBezTo>
                    <a:pt x="4568" y="1680"/>
                    <a:pt x="4004" y="512"/>
                    <a:pt x="2965" y="126"/>
                  </a:cubicBezTo>
                  <a:cubicBezTo>
                    <a:pt x="2736" y="41"/>
                    <a:pt x="2503" y="1"/>
                    <a:pt x="2275"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 name="Google Shape;1159;p38"/>
          <p:cNvGrpSpPr/>
          <p:nvPr/>
        </p:nvGrpSpPr>
        <p:grpSpPr>
          <a:xfrm rot="1135194">
            <a:off x="4597558" y="1961224"/>
            <a:ext cx="435970" cy="536160"/>
            <a:chOff x="4081850" y="3204400"/>
            <a:chExt cx="743225" cy="914025"/>
          </a:xfrm>
        </p:grpSpPr>
        <p:sp>
          <p:nvSpPr>
            <p:cNvPr id="1160" name="Google Shape;1160;p38"/>
            <p:cNvSpPr/>
            <p:nvPr/>
          </p:nvSpPr>
          <p:spPr>
            <a:xfrm>
              <a:off x="4106625" y="3204400"/>
              <a:ext cx="718450" cy="914025"/>
            </a:xfrm>
            <a:custGeom>
              <a:rect b="b" l="l" r="r" t="t"/>
              <a:pathLst>
                <a:path extrusionOk="0" h="36561" w="28738">
                  <a:moveTo>
                    <a:pt x="14832" y="0"/>
                  </a:moveTo>
                  <a:cubicBezTo>
                    <a:pt x="12888" y="0"/>
                    <a:pt x="11529" y="569"/>
                    <a:pt x="11529" y="569"/>
                  </a:cubicBezTo>
                  <a:cubicBezTo>
                    <a:pt x="11529" y="569"/>
                    <a:pt x="27955" y="2714"/>
                    <a:pt x="10506" y="29792"/>
                  </a:cubicBezTo>
                  <a:cubicBezTo>
                    <a:pt x="8291" y="33228"/>
                    <a:pt x="6253" y="34299"/>
                    <a:pt x="4573" y="34299"/>
                  </a:cubicBezTo>
                  <a:cubicBezTo>
                    <a:pt x="1798" y="34299"/>
                    <a:pt x="1" y="31378"/>
                    <a:pt x="0" y="31378"/>
                  </a:cubicBezTo>
                  <a:lnTo>
                    <a:pt x="0" y="31378"/>
                  </a:lnTo>
                  <a:cubicBezTo>
                    <a:pt x="0" y="31378"/>
                    <a:pt x="361" y="35656"/>
                    <a:pt x="6396" y="36372"/>
                  </a:cubicBezTo>
                  <a:cubicBezTo>
                    <a:pt x="7105" y="36457"/>
                    <a:pt x="7880" y="36561"/>
                    <a:pt x="8720" y="36561"/>
                  </a:cubicBezTo>
                  <a:cubicBezTo>
                    <a:pt x="11282" y="36561"/>
                    <a:pt x="14450" y="35596"/>
                    <a:pt x="18190" y="30193"/>
                  </a:cubicBezTo>
                  <a:cubicBezTo>
                    <a:pt x="21421" y="25527"/>
                    <a:pt x="28738" y="8230"/>
                    <a:pt x="20691" y="2014"/>
                  </a:cubicBezTo>
                  <a:cubicBezTo>
                    <a:pt x="18635" y="426"/>
                    <a:pt x="16515" y="0"/>
                    <a:pt x="14832"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8"/>
            <p:cNvSpPr/>
            <p:nvPr/>
          </p:nvSpPr>
          <p:spPr>
            <a:xfrm>
              <a:off x="4081975" y="3206200"/>
              <a:ext cx="497850" cy="882300"/>
            </a:xfrm>
            <a:custGeom>
              <a:rect b="b" l="l" r="r" t="t"/>
              <a:pathLst>
                <a:path extrusionOk="0" h="35292" w="19914">
                  <a:moveTo>
                    <a:pt x="14683" y="1"/>
                  </a:moveTo>
                  <a:cubicBezTo>
                    <a:pt x="14676" y="1"/>
                    <a:pt x="14669" y="1"/>
                    <a:pt x="14662" y="1"/>
                  </a:cubicBezTo>
                  <a:cubicBezTo>
                    <a:pt x="12598" y="1"/>
                    <a:pt x="10190" y="1490"/>
                    <a:pt x="7886" y="4191"/>
                  </a:cubicBezTo>
                  <a:cubicBezTo>
                    <a:pt x="5553" y="6925"/>
                    <a:pt x="3475" y="10730"/>
                    <a:pt x="2032" y="14912"/>
                  </a:cubicBezTo>
                  <a:cubicBezTo>
                    <a:pt x="1843" y="15459"/>
                    <a:pt x="1679" y="15967"/>
                    <a:pt x="1531" y="16464"/>
                  </a:cubicBezTo>
                  <a:lnTo>
                    <a:pt x="1531" y="16466"/>
                  </a:lnTo>
                  <a:cubicBezTo>
                    <a:pt x="545" y="19731"/>
                    <a:pt x="19" y="22996"/>
                    <a:pt x="7" y="25907"/>
                  </a:cubicBezTo>
                  <a:cubicBezTo>
                    <a:pt x="0" y="26681"/>
                    <a:pt x="37" y="27454"/>
                    <a:pt x="116" y="28223"/>
                  </a:cubicBezTo>
                  <a:cubicBezTo>
                    <a:pt x="261" y="29600"/>
                    <a:pt x="541" y="30814"/>
                    <a:pt x="949" y="31830"/>
                  </a:cubicBezTo>
                  <a:cubicBezTo>
                    <a:pt x="1284" y="32661"/>
                    <a:pt x="1704" y="33356"/>
                    <a:pt x="2196" y="33899"/>
                  </a:cubicBezTo>
                  <a:cubicBezTo>
                    <a:pt x="2702" y="34455"/>
                    <a:pt x="3286" y="34852"/>
                    <a:pt x="3935" y="35076"/>
                  </a:cubicBezTo>
                  <a:cubicBezTo>
                    <a:pt x="4351" y="35217"/>
                    <a:pt x="4787" y="35291"/>
                    <a:pt x="5226" y="35291"/>
                  </a:cubicBezTo>
                  <a:cubicBezTo>
                    <a:pt x="5233" y="35291"/>
                    <a:pt x="5240" y="35291"/>
                    <a:pt x="5246" y="35291"/>
                  </a:cubicBezTo>
                  <a:cubicBezTo>
                    <a:pt x="7311" y="35291"/>
                    <a:pt x="9717" y="33802"/>
                    <a:pt x="12023" y="31100"/>
                  </a:cubicBezTo>
                  <a:cubicBezTo>
                    <a:pt x="14353" y="28369"/>
                    <a:pt x="16431" y="24561"/>
                    <a:pt x="17874" y="20384"/>
                  </a:cubicBezTo>
                  <a:cubicBezTo>
                    <a:pt x="18334" y="19061"/>
                    <a:pt x="18722" y="17715"/>
                    <a:pt x="19036" y="16351"/>
                  </a:cubicBezTo>
                  <a:cubicBezTo>
                    <a:pt x="19435" y="14635"/>
                    <a:pt x="19698" y="12956"/>
                    <a:pt x="19818" y="11359"/>
                  </a:cubicBezTo>
                  <a:cubicBezTo>
                    <a:pt x="19888" y="10502"/>
                    <a:pt x="19913" y="9668"/>
                    <a:pt x="19899" y="8879"/>
                  </a:cubicBezTo>
                  <a:cubicBezTo>
                    <a:pt x="19851" y="6022"/>
                    <a:pt x="19290" y="3688"/>
                    <a:pt x="18276" y="2129"/>
                  </a:cubicBezTo>
                  <a:cubicBezTo>
                    <a:pt x="17657" y="1174"/>
                    <a:pt x="16881" y="529"/>
                    <a:pt x="15972" y="215"/>
                  </a:cubicBezTo>
                  <a:cubicBezTo>
                    <a:pt x="15558" y="74"/>
                    <a:pt x="15121" y="1"/>
                    <a:pt x="14683"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8"/>
            <p:cNvSpPr/>
            <p:nvPr/>
          </p:nvSpPr>
          <p:spPr>
            <a:xfrm>
              <a:off x="4081850" y="3206025"/>
              <a:ext cx="498125" cy="882575"/>
            </a:xfrm>
            <a:custGeom>
              <a:rect b="b" l="l" r="r" t="t"/>
              <a:pathLst>
                <a:path extrusionOk="0" h="35303" w="19925">
                  <a:moveTo>
                    <a:pt x="14667" y="12"/>
                  </a:moveTo>
                  <a:cubicBezTo>
                    <a:pt x="15113" y="12"/>
                    <a:pt x="15554" y="84"/>
                    <a:pt x="15977" y="229"/>
                  </a:cubicBezTo>
                  <a:cubicBezTo>
                    <a:pt x="16884" y="541"/>
                    <a:pt x="17660" y="1185"/>
                    <a:pt x="18279" y="2141"/>
                  </a:cubicBezTo>
                  <a:cubicBezTo>
                    <a:pt x="19288" y="3700"/>
                    <a:pt x="19851" y="6032"/>
                    <a:pt x="19900" y="8886"/>
                  </a:cubicBezTo>
                  <a:cubicBezTo>
                    <a:pt x="19913" y="9675"/>
                    <a:pt x="19888" y="10509"/>
                    <a:pt x="19819" y="11366"/>
                  </a:cubicBezTo>
                  <a:cubicBezTo>
                    <a:pt x="19699" y="12963"/>
                    <a:pt x="19435" y="14642"/>
                    <a:pt x="19036" y="16355"/>
                  </a:cubicBezTo>
                  <a:cubicBezTo>
                    <a:pt x="18722" y="17720"/>
                    <a:pt x="18334" y="19066"/>
                    <a:pt x="17877" y="20389"/>
                  </a:cubicBezTo>
                  <a:cubicBezTo>
                    <a:pt x="17140" y="22516"/>
                    <a:pt x="16251" y="24534"/>
                    <a:pt x="15231" y="26388"/>
                  </a:cubicBezTo>
                  <a:cubicBezTo>
                    <a:pt x="14245" y="28177"/>
                    <a:pt x="13167" y="29764"/>
                    <a:pt x="12024" y="31103"/>
                  </a:cubicBezTo>
                  <a:cubicBezTo>
                    <a:pt x="10890" y="32433"/>
                    <a:pt x="9733" y="33469"/>
                    <a:pt x="8588" y="34188"/>
                  </a:cubicBezTo>
                  <a:cubicBezTo>
                    <a:pt x="7415" y="34922"/>
                    <a:pt x="6293" y="35294"/>
                    <a:pt x="5251" y="35294"/>
                  </a:cubicBezTo>
                  <a:cubicBezTo>
                    <a:pt x="4806" y="35294"/>
                    <a:pt x="4365" y="35222"/>
                    <a:pt x="3942" y="35077"/>
                  </a:cubicBezTo>
                  <a:cubicBezTo>
                    <a:pt x="3296" y="34853"/>
                    <a:pt x="2709" y="34458"/>
                    <a:pt x="2204" y="33901"/>
                  </a:cubicBezTo>
                  <a:cubicBezTo>
                    <a:pt x="1714" y="33361"/>
                    <a:pt x="1294" y="32666"/>
                    <a:pt x="959" y="31837"/>
                  </a:cubicBezTo>
                  <a:cubicBezTo>
                    <a:pt x="553" y="30821"/>
                    <a:pt x="271" y="29607"/>
                    <a:pt x="128" y="28230"/>
                  </a:cubicBezTo>
                  <a:cubicBezTo>
                    <a:pt x="49" y="27459"/>
                    <a:pt x="12" y="26686"/>
                    <a:pt x="17" y="25914"/>
                  </a:cubicBezTo>
                  <a:cubicBezTo>
                    <a:pt x="28" y="23003"/>
                    <a:pt x="555" y="19738"/>
                    <a:pt x="1541" y="16475"/>
                  </a:cubicBezTo>
                  <a:lnTo>
                    <a:pt x="1543" y="16473"/>
                  </a:lnTo>
                  <a:cubicBezTo>
                    <a:pt x="1689" y="15977"/>
                    <a:pt x="1853" y="15469"/>
                    <a:pt x="2042" y="14921"/>
                  </a:cubicBezTo>
                  <a:cubicBezTo>
                    <a:pt x="2776" y="12792"/>
                    <a:pt x="3667" y="10774"/>
                    <a:pt x="4688" y="8920"/>
                  </a:cubicBezTo>
                  <a:cubicBezTo>
                    <a:pt x="5674" y="7129"/>
                    <a:pt x="6752" y="5542"/>
                    <a:pt x="7895" y="4203"/>
                  </a:cubicBezTo>
                  <a:cubicBezTo>
                    <a:pt x="9029" y="2873"/>
                    <a:pt x="10186" y="1834"/>
                    <a:pt x="11333" y="1118"/>
                  </a:cubicBezTo>
                  <a:cubicBezTo>
                    <a:pt x="12504" y="384"/>
                    <a:pt x="13626" y="12"/>
                    <a:pt x="14667" y="12"/>
                  </a:cubicBezTo>
                  <a:close/>
                  <a:moveTo>
                    <a:pt x="14667" y="1"/>
                  </a:moveTo>
                  <a:cubicBezTo>
                    <a:pt x="10426" y="1"/>
                    <a:pt x="5037" y="6214"/>
                    <a:pt x="2033" y="14917"/>
                  </a:cubicBezTo>
                  <a:cubicBezTo>
                    <a:pt x="1853" y="15439"/>
                    <a:pt x="1686" y="15953"/>
                    <a:pt x="1532" y="16468"/>
                  </a:cubicBezTo>
                  <a:lnTo>
                    <a:pt x="1532" y="16473"/>
                  </a:lnTo>
                  <a:cubicBezTo>
                    <a:pt x="513" y="19840"/>
                    <a:pt x="17" y="23091"/>
                    <a:pt x="8" y="25912"/>
                  </a:cubicBezTo>
                  <a:cubicBezTo>
                    <a:pt x="1" y="26688"/>
                    <a:pt x="38" y="27461"/>
                    <a:pt x="116" y="28230"/>
                  </a:cubicBezTo>
                  <a:cubicBezTo>
                    <a:pt x="262" y="29595"/>
                    <a:pt x="539" y="30816"/>
                    <a:pt x="950" y="31839"/>
                  </a:cubicBezTo>
                  <a:cubicBezTo>
                    <a:pt x="1615" y="33486"/>
                    <a:pt x="2615" y="34631"/>
                    <a:pt x="3940" y="35088"/>
                  </a:cubicBezTo>
                  <a:cubicBezTo>
                    <a:pt x="4356" y="35229"/>
                    <a:pt x="4792" y="35303"/>
                    <a:pt x="5231" y="35303"/>
                  </a:cubicBezTo>
                  <a:cubicBezTo>
                    <a:pt x="5238" y="35303"/>
                    <a:pt x="5245" y="35303"/>
                    <a:pt x="5251" y="35303"/>
                  </a:cubicBezTo>
                  <a:cubicBezTo>
                    <a:pt x="9493" y="35303"/>
                    <a:pt x="14882" y="29092"/>
                    <a:pt x="17886" y="20391"/>
                  </a:cubicBezTo>
                  <a:cubicBezTo>
                    <a:pt x="18346" y="19068"/>
                    <a:pt x="18734" y="17724"/>
                    <a:pt x="19048" y="16360"/>
                  </a:cubicBezTo>
                  <a:cubicBezTo>
                    <a:pt x="19449" y="14628"/>
                    <a:pt x="19713" y="12947"/>
                    <a:pt x="19830" y="11368"/>
                  </a:cubicBezTo>
                  <a:cubicBezTo>
                    <a:pt x="19897" y="10509"/>
                    <a:pt x="19925" y="9680"/>
                    <a:pt x="19911" y="8888"/>
                  </a:cubicBezTo>
                  <a:cubicBezTo>
                    <a:pt x="19863" y="6073"/>
                    <a:pt x="19311" y="3714"/>
                    <a:pt x="18288" y="2136"/>
                  </a:cubicBezTo>
                  <a:cubicBezTo>
                    <a:pt x="17681" y="1201"/>
                    <a:pt x="16912" y="541"/>
                    <a:pt x="15979" y="220"/>
                  </a:cubicBezTo>
                  <a:cubicBezTo>
                    <a:pt x="15563" y="77"/>
                    <a:pt x="15126" y="3"/>
                    <a:pt x="14688" y="3"/>
                  </a:cubicBezTo>
                  <a:cubicBezTo>
                    <a:pt x="14681" y="3"/>
                    <a:pt x="14674" y="3"/>
                    <a:pt x="14667" y="3"/>
                  </a:cubicBezTo>
                  <a:lnTo>
                    <a:pt x="14667"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8"/>
            <p:cNvSpPr/>
            <p:nvPr/>
          </p:nvSpPr>
          <p:spPr>
            <a:xfrm>
              <a:off x="4152175" y="3329225"/>
              <a:ext cx="347700" cy="635150"/>
            </a:xfrm>
            <a:custGeom>
              <a:rect b="b" l="l" r="r" t="t"/>
              <a:pathLst>
                <a:path extrusionOk="0" h="25406" w="13908">
                  <a:moveTo>
                    <a:pt x="10494" y="0"/>
                  </a:moveTo>
                  <a:cubicBezTo>
                    <a:pt x="9111" y="0"/>
                    <a:pt x="7463" y="1090"/>
                    <a:pt x="5853" y="3071"/>
                  </a:cubicBezTo>
                  <a:cubicBezTo>
                    <a:pt x="4228" y="5071"/>
                    <a:pt x="2755" y="7848"/>
                    <a:pt x="1704" y="10889"/>
                  </a:cubicBezTo>
                  <a:cubicBezTo>
                    <a:pt x="545" y="14249"/>
                    <a:pt x="0" y="17595"/>
                    <a:pt x="173" y="20312"/>
                  </a:cubicBezTo>
                  <a:cubicBezTo>
                    <a:pt x="256" y="21633"/>
                    <a:pt x="506" y="22732"/>
                    <a:pt x="912" y="23582"/>
                  </a:cubicBezTo>
                  <a:cubicBezTo>
                    <a:pt x="1332" y="24459"/>
                    <a:pt x="1905" y="25030"/>
                    <a:pt x="2612" y="25272"/>
                  </a:cubicBezTo>
                  <a:cubicBezTo>
                    <a:pt x="2870" y="25362"/>
                    <a:pt x="3140" y="25406"/>
                    <a:pt x="3413" y="25406"/>
                  </a:cubicBezTo>
                  <a:cubicBezTo>
                    <a:pt x="4796" y="25406"/>
                    <a:pt x="6444" y="24314"/>
                    <a:pt x="8052" y="22335"/>
                  </a:cubicBezTo>
                  <a:cubicBezTo>
                    <a:pt x="9677" y="20333"/>
                    <a:pt x="11152" y="17558"/>
                    <a:pt x="12203" y="14514"/>
                  </a:cubicBezTo>
                  <a:cubicBezTo>
                    <a:pt x="13362" y="11157"/>
                    <a:pt x="13907" y="7811"/>
                    <a:pt x="13734" y="5094"/>
                  </a:cubicBezTo>
                  <a:cubicBezTo>
                    <a:pt x="13651" y="3773"/>
                    <a:pt x="13401" y="2672"/>
                    <a:pt x="12995" y="1824"/>
                  </a:cubicBezTo>
                  <a:cubicBezTo>
                    <a:pt x="12575" y="944"/>
                    <a:pt x="12002" y="376"/>
                    <a:pt x="11293" y="132"/>
                  </a:cubicBezTo>
                  <a:cubicBezTo>
                    <a:pt x="11037" y="44"/>
                    <a:pt x="10767" y="0"/>
                    <a:pt x="1049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8"/>
            <p:cNvSpPr/>
            <p:nvPr/>
          </p:nvSpPr>
          <p:spPr>
            <a:xfrm>
              <a:off x="4134675" y="3329050"/>
              <a:ext cx="382675" cy="635450"/>
            </a:xfrm>
            <a:custGeom>
              <a:rect b="b" l="l" r="r" t="t"/>
              <a:pathLst>
                <a:path extrusionOk="0" h="25418" w="15307">
                  <a:moveTo>
                    <a:pt x="11217" y="14"/>
                  </a:moveTo>
                  <a:cubicBezTo>
                    <a:pt x="11480" y="14"/>
                    <a:pt x="11743" y="58"/>
                    <a:pt x="11993" y="143"/>
                  </a:cubicBezTo>
                  <a:cubicBezTo>
                    <a:pt x="12700" y="388"/>
                    <a:pt x="13270" y="956"/>
                    <a:pt x="13690" y="1833"/>
                  </a:cubicBezTo>
                  <a:cubicBezTo>
                    <a:pt x="14097" y="2681"/>
                    <a:pt x="14346" y="3780"/>
                    <a:pt x="14429" y="5101"/>
                  </a:cubicBezTo>
                  <a:cubicBezTo>
                    <a:pt x="14512" y="6421"/>
                    <a:pt x="14427" y="7897"/>
                    <a:pt x="14175" y="9483"/>
                  </a:cubicBezTo>
                  <a:cubicBezTo>
                    <a:pt x="13912" y="11129"/>
                    <a:pt x="13483" y="12822"/>
                    <a:pt x="12898" y="14519"/>
                  </a:cubicBezTo>
                  <a:cubicBezTo>
                    <a:pt x="11848" y="17562"/>
                    <a:pt x="10375" y="20338"/>
                    <a:pt x="8749" y="22337"/>
                  </a:cubicBezTo>
                  <a:cubicBezTo>
                    <a:pt x="7142" y="24316"/>
                    <a:pt x="5496" y="25406"/>
                    <a:pt x="4113" y="25406"/>
                  </a:cubicBezTo>
                  <a:cubicBezTo>
                    <a:pt x="3843" y="25406"/>
                    <a:pt x="3572" y="25362"/>
                    <a:pt x="3316" y="25274"/>
                  </a:cubicBezTo>
                  <a:cubicBezTo>
                    <a:pt x="2610" y="25032"/>
                    <a:pt x="2037" y="24464"/>
                    <a:pt x="1619" y="23586"/>
                  </a:cubicBezTo>
                  <a:cubicBezTo>
                    <a:pt x="1213" y="22737"/>
                    <a:pt x="963" y="21638"/>
                    <a:pt x="880" y="20319"/>
                  </a:cubicBezTo>
                  <a:cubicBezTo>
                    <a:pt x="797" y="18999"/>
                    <a:pt x="883" y="17523"/>
                    <a:pt x="1134" y="15934"/>
                  </a:cubicBezTo>
                  <a:cubicBezTo>
                    <a:pt x="1395" y="14290"/>
                    <a:pt x="1825" y="12596"/>
                    <a:pt x="2411" y="10899"/>
                  </a:cubicBezTo>
                  <a:cubicBezTo>
                    <a:pt x="3462" y="7858"/>
                    <a:pt x="4935" y="5082"/>
                    <a:pt x="6558" y="3083"/>
                  </a:cubicBezTo>
                  <a:cubicBezTo>
                    <a:pt x="8167" y="1104"/>
                    <a:pt x="9814" y="14"/>
                    <a:pt x="11197" y="14"/>
                  </a:cubicBezTo>
                  <a:cubicBezTo>
                    <a:pt x="11203" y="14"/>
                    <a:pt x="11210" y="14"/>
                    <a:pt x="11217" y="14"/>
                  </a:cubicBezTo>
                  <a:close/>
                  <a:moveTo>
                    <a:pt x="11197" y="0"/>
                  </a:moveTo>
                  <a:cubicBezTo>
                    <a:pt x="8350" y="0"/>
                    <a:pt x="4586" y="4565"/>
                    <a:pt x="2400" y="10894"/>
                  </a:cubicBezTo>
                  <a:cubicBezTo>
                    <a:pt x="1" y="17842"/>
                    <a:pt x="409" y="24284"/>
                    <a:pt x="3312" y="25286"/>
                  </a:cubicBezTo>
                  <a:cubicBezTo>
                    <a:pt x="3570" y="25374"/>
                    <a:pt x="3840" y="25417"/>
                    <a:pt x="4113" y="25417"/>
                  </a:cubicBezTo>
                  <a:cubicBezTo>
                    <a:pt x="6960" y="25417"/>
                    <a:pt x="10723" y="20855"/>
                    <a:pt x="12910" y="14524"/>
                  </a:cubicBezTo>
                  <a:cubicBezTo>
                    <a:pt x="15307" y="7578"/>
                    <a:pt x="14900" y="1136"/>
                    <a:pt x="11998" y="134"/>
                  </a:cubicBezTo>
                  <a:cubicBezTo>
                    <a:pt x="11739" y="44"/>
                    <a:pt x="11469" y="0"/>
                    <a:pt x="11197"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8"/>
            <p:cNvSpPr/>
            <p:nvPr/>
          </p:nvSpPr>
          <p:spPr>
            <a:xfrm>
              <a:off x="4120125" y="3272825"/>
              <a:ext cx="418300" cy="747900"/>
            </a:xfrm>
            <a:custGeom>
              <a:rect b="b" l="l" r="r" t="t"/>
              <a:pathLst>
                <a:path extrusionOk="0" fill="none" h="29916" w="16732">
                  <a:moveTo>
                    <a:pt x="13326" y="591"/>
                  </a:moveTo>
                  <a:cubicBezTo>
                    <a:pt x="15041" y="1185"/>
                    <a:pt x="16166" y="3267"/>
                    <a:pt x="16447" y="6380"/>
                  </a:cubicBezTo>
                  <a:cubicBezTo>
                    <a:pt x="16731" y="9492"/>
                    <a:pt x="16152" y="13381"/>
                    <a:pt x="14836" y="17193"/>
                  </a:cubicBezTo>
                  <a:cubicBezTo>
                    <a:pt x="13520" y="21003"/>
                    <a:pt x="11578" y="24420"/>
                    <a:pt x="9433" y="26694"/>
                  </a:cubicBezTo>
                  <a:cubicBezTo>
                    <a:pt x="7290" y="28971"/>
                    <a:pt x="5122" y="29915"/>
                    <a:pt x="3404" y="29322"/>
                  </a:cubicBezTo>
                  <a:cubicBezTo>
                    <a:pt x="1689" y="28731"/>
                    <a:pt x="566" y="26648"/>
                    <a:pt x="282" y="23536"/>
                  </a:cubicBezTo>
                  <a:cubicBezTo>
                    <a:pt x="1" y="20423"/>
                    <a:pt x="580" y="16533"/>
                    <a:pt x="1896" y="12723"/>
                  </a:cubicBezTo>
                  <a:cubicBezTo>
                    <a:pt x="3210" y="8913"/>
                    <a:pt x="5154" y="5496"/>
                    <a:pt x="7297" y="3219"/>
                  </a:cubicBezTo>
                  <a:cubicBezTo>
                    <a:pt x="9442" y="945"/>
                    <a:pt x="11610" y="0"/>
                    <a:pt x="13326" y="591"/>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8"/>
            <p:cNvSpPr/>
            <p:nvPr/>
          </p:nvSpPr>
          <p:spPr>
            <a:xfrm>
              <a:off x="4081975" y="3231825"/>
              <a:ext cx="608550" cy="622075"/>
            </a:xfrm>
            <a:custGeom>
              <a:rect b="b" l="l" r="r" t="t"/>
              <a:pathLst>
                <a:path extrusionOk="0" h="24883" w="24342">
                  <a:moveTo>
                    <a:pt x="20008" y="1"/>
                  </a:moveTo>
                  <a:lnTo>
                    <a:pt x="18283" y="1102"/>
                  </a:lnTo>
                  <a:lnTo>
                    <a:pt x="16073" y="2993"/>
                  </a:lnTo>
                  <a:lnTo>
                    <a:pt x="14593" y="4256"/>
                  </a:lnTo>
                  <a:lnTo>
                    <a:pt x="5669" y="11892"/>
                  </a:lnTo>
                  <a:lnTo>
                    <a:pt x="3709" y="13571"/>
                  </a:lnTo>
                  <a:lnTo>
                    <a:pt x="3709" y="13573"/>
                  </a:lnTo>
                  <a:lnTo>
                    <a:pt x="1527" y="15436"/>
                  </a:lnTo>
                  <a:lnTo>
                    <a:pt x="1527" y="15441"/>
                  </a:lnTo>
                  <a:cubicBezTo>
                    <a:pt x="508" y="18808"/>
                    <a:pt x="12" y="22059"/>
                    <a:pt x="0" y="24882"/>
                  </a:cubicBezTo>
                  <a:lnTo>
                    <a:pt x="1737" y="23395"/>
                  </a:lnTo>
                  <a:lnTo>
                    <a:pt x="2967" y="22345"/>
                  </a:lnTo>
                  <a:lnTo>
                    <a:pt x="8389" y="17706"/>
                  </a:lnTo>
                  <a:lnTo>
                    <a:pt x="8491" y="17618"/>
                  </a:lnTo>
                  <a:lnTo>
                    <a:pt x="9463" y="16789"/>
                  </a:lnTo>
                  <a:lnTo>
                    <a:pt x="9463" y="16787"/>
                  </a:lnTo>
                  <a:lnTo>
                    <a:pt x="11862" y="14734"/>
                  </a:lnTo>
                  <a:lnTo>
                    <a:pt x="16563" y="10717"/>
                  </a:lnTo>
                  <a:lnTo>
                    <a:pt x="18043" y="9449"/>
                  </a:lnTo>
                  <a:lnTo>
                    <a:pt x="19906" y="7856"/>
                  </a:lnTo>
                  <a:lnTo>
                    <a:pt x="24342" y="4420"/>
                  </a:lnTo>
                  <a:cubicBezTo>
                    <a:pt x="23266" y="2321"/>
                    <a:pt x="21829" y="832"/>
                    <a:pt x="20008"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8"/>
            <p:cNvSpPr/>
            <p:nvPr/>
          </p:nvSpPr>
          <p:spPr>
            <a:xfrm>
              <a:off x="4084750" y="3382550"/>
              <a:ext cx="630250" cy="619525"/>
            </a:xfrm>
            <a:custGeom>
              <a:rect b="b" l="l" r="r" t="t"/>
              <a:pathLst>
                <a:path extrusionOk="0" h="24781" w="25210">
                  <a:moveTo>
                    <a:pt x="24769" y="1"/>
                  </a:moveTo>
                  <a:lnTo>
                    <a:pt x="19712" y="4305"/>
                  </a:lnTo>
                  <a:lnTo>
                    <a:pt x="17807" y="5937"/>
                  </a:lnTo>
                  <a:lnTo>
                    <a:pt x="16182" y="7327"/>
                  </a:lnTo>
                  <a:lnTo>
                    <a:pt x="10388" y="12282"/>
                  </a:lnTo>
                  <a:lnTo>
                    <a:pt x="9158" y="13335"/>
                  </a:lnTo>
                  <a:lnTo>
                    <a:pt x="8694" y="13734"/>
                  </a:lnTo>
                  <a:lnTo>
                    <a:pt x="8694" y="13739"/>
                  </a:lnTo>
                  <a:lnTo>
                    <a:pt x="8068" y="14270"/>
                  </a:lnTo>
                  <a:lnTo>
                    <a:pt x="2905" y="18687"/>
                  </a:lnTo>
                  <a:lnTo>
                    <a:pt x="1755" y="19671"/>
                  </a:lnTo>
                  <a:lnTo>
                    <a:pt x="0" y="21169"/>
                  </a:lnTo>
                  <a:cubicBezTo>
                    <a:pt x="143" y="22534"/>
                    <a:pt x="423" y="23755"/>
                    <a:pt x="834" y="24781"/>
                  </a:cubicBezTo>
                  <a:lnTo>
                    <a:pt x="2787" y="23111"/>
                  </a:lnTo>
                  <a:lnTo>
                    <a:pt x="3979" y="22093"/>
                  </a:lnTo>
                  <a:lnTo>
                    <a:pt x="14718" y="12903"/>
                  </a:lnTo>
                  <a:lnTo>
                    <a:pt x="14718" y="12901"/>
                  </a:lnTo>
                  <a:lnTo>
                    <a:pt x="16777" y="11144"/>
                  </a:lnTo>
                  <a:lnTo>
                    <a:pt x="18932" y="9299"/>
                  </a:lnTo>
                  <a:lnTo>
                    <a:pt x="25210" y="3365"/>
                  </a:lnTo>
                  <a:cubicBezTo>
                    <a:pt x="25157" y="2233"/>
                    <a:pt x="25009" y="1107"/>
                    <a:pt x="24769"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38"/>
          <p:cNvGrpSpPr/>
          <p:nvPr/>
        </p:nvGrpSpPr>
        <p:grpSpPr>
          <a:xfrm rot="-1142849">
            <a:off x="6220976" y="1258362"/>
            <a:ext cx="676095" cy="397557"/>
            <a:chOff x="3588600" y="2424575"/>
            <a:chExt cx="1002475" cy="589475"/>
          </a:xfrm>
        </p:grpSpPr>
        <p:sp>
          <p:nvSpPr>
            <p:cNvPr id="1169" name="Google Shape;1169;p38"/>
            <p:cNvSpPr/>
            <p:nvPr/>
          </p:nvSpPr>
          <p:spPr>
            <a:xfrm>
              <a:off x="3588600" y="2424575"/>
              <a:ext cx="1002475" cy="560325"/>
            </a:xfrm>
            <a:custGeom>
              <a:rect b="b" l="l" r="r" t="t"/>
              <a:pathLst>
                <a:path extrusionOk="0" h="22413" w="40099">
                  <a:moveTo>
                    <a:pt x="27641" y="1"/>
                  </a:moveTo>
                  <a:cubicBezTo>
                    <a:pt x="27012" y="1"/>
                    <a:pt x="26337" y="29"/>
                    <a:pt x="25612" y="87"/>
                  </a:cubicBezTo>
                  <a:cubicBezTo>
                    <a:pt x="20336" y="514"/>
                    <a:pt x="3522" y="5460"/>
                    <a:pt x="3792" y="14946"/>
                  </a:cubicBezTo>
                  <a:cubicBezTo>
                    <a:pt x="3942" y="20169"/>
                    <a:pt x="8167" y="22413"/>
                    <a:pt x="8167" y="22413"/>
                  </a:cubicBezTo>
                  <a:cubicBezTo>
                    <a:pt x="8167" y="22413"/>
                    <a:pt x="1" y="9286"/>
                    <a:pt x="29867" y="5871"/>
                  </a:cubicBezTo>
                  <a:cubicBezTo>
                    <a:pt x="30556" y="5793"/>
                    <a:pt x="31186" y="5756"/>
                    <a:pt x="31760" y="5756"/>
                  </a:cubicBezTo>
                  <a:cubicBezTo>
                    <a:pt x="39561" y="5756"/>
                    <a:pt x="37224" y="12517"/>
                    <a:pt x="37224" y="12517"/>
                  </a:cubicBezTo>
                  <a:cubicBezTo>
                    <a:pt x="37224" y="12517"/>
                    <a:pt x="40098" y="9727"/>
                    <a:pt x="37048" y="4948"/>
                  </a:cubicBezTo>
                  <a:cubicBezTo>
                    <a:pt x="35725" y="2876"/>
                    <a:pt x="34060" y="1"/>
                    <a:pt x="27641"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8"/>
            <p:cNvSpPr/>
            <p:nvPr/>
          </p:nvSpPr>
          <p:spPr>
            <a:xfrm>
              <a:off x="3728825" y="2541225"/>
              <a:ext cx="821900" cy="472725"/>
            </a:xfrm>
            <a:custGeom>
              <a:rect b="b" l="l" r="r" t="t"/>
              <a:pathLst>
                <a:path extrusionOk="0" h="18909" w="32876">
                  <a:moveTo>
                    <a:pt x="24519" y="0"/>
                  </a:moveTo>
                  <a:cubicBezTo>
                    <a:pt x="22919" y="0"/>
                    <a:pt x="21194" y="178"/>
                    <a:pt x="19393" y="527"/>
                  </a:cubicBezTo>
                  <a:cubicBezTo>
                    <a:pt x="17470" y="903"/>
                    <a:pt x="15581" y="1434"/>
                    <a:pt x="13743" y="2117"/>
                  </a:cubicBezTo>
                  <a:cubicBezTo>
                    <a:pt x="12517" y="2568"/>
                    <a:pt x="11316" y="3085"/>
                    <a:pt x="10146" y="3664"/>
                  </a:cubicBezTo>
                  <a:cubicBezTo>
                    <a:pt x="8673" y="4389"/>
                    <a:pt x="7303" y="5193"/>
                    <a:pt x="6080" y="6052"/>
                  </a:cubicBezTo>
                  <a:cubicBezTo>
                    <a:pt x="5422" y="6507"/>
                    <a:pt x="4803" y="6980"/>
                    <a:pt x="4242" y="7458"/>
                  </a:cubicBezTo>
                  <a:cubicBezTo>
                    <a:pt x="2210" y="9183"/>
                    <a:pt x="857" y="10968"/>
                    <a:pt x="330" y="12621"/>
                  </a:cubicBezTo>
                  <a:cubicBezTo>
                    <a:pt x="5" y="13632"/>
                    <a:pt x="0" y="14574"/>
                    <a:pt x="309" y="15415"/>
                  </a:cubicBezTo>
                  <a:cubicBezTo>
                    <a:pt x="1129" y="17636"/>
                    <a:pt x="4073" y="18908"/>
                    <a:pt x="8384" y="18908"/>
                  </a:cubicBezTo>
                  <a:cubicBezTo>
                    <a:pt x="9984" y="18908"/>
                    <a:pt x="11709" y="18731"/>
                    <a:pt x="13508" y="18382"/>
                  </a:cubicBezTo>
                  <a:cubicBezTo>
                    <a:pt x="15433" y="18006"/>
                    <a:pt x="17322" y="17472"/>
                    <a:pt x="19160" y="16789"/>
                  </a:cubicBezTo>
                  <a:cubicBezTo>
                    <a:pt x="19668" y="16602"/>
                    <a:pt x="20132" y="16419"/>
                    <a:pt x="20578" y="16232"/>
                  </a:cubicBezTo>
                  <a:lnTo>
                    <a:pt x="20580" y="16232"/>
                  </a:lnTo>
                  <a:cubicBezTo>
                    <a:pt x="23519" y="15015"/>
                    <a:pt x="26186" y="13466"/>
                    <a:pt x="28297" y="11753"/>
                  </a:cubicBezTo>
                  <a:cubicBezTo>
                    <a:pt x="28858" y="11298"/>
                    <a:pt x="29393" y="10813"/>
                    <a:pt x="29904" y="10303"/>
                  </a:cubicBezTo>
                  <a:cubicBezTo>
                    <a:pt x="30813" y="9384"/>
                    <a:pt x="31522" y="8462"/>
                    <a:pt x="32016" y="7567"/>
                  </a:cubicBezTo>
                  <a:cubicBezTo>
                    <a:pt x="32418" y="6835"/>
                    <a:pt x="32672" y="6121"/>
                    <a:pt x="32771" y="5447"/>
                  </a:cubicBezTo>
                  <a:cubicBezTo>
                    <a:pt x="32875" y="4752"/>
                    <a:pt x="32813" y="4094"/>
                    <a:pt x="32591" y="3494"/>
                  </a:cubicBezTo>
                  <a:cubicBezTo>
                    <a:pt x="31772" y="1275"/>
                    <a:pt x="28830" y="0"/>
                    <a:pt x="24519"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8"/>
            <p:cNvSpPr/>
            <p:nvPr/>
          </p:nvSpPr>
          <p:spPr>
            <a:xfrm>
              <a:off x="3728475" y="2541100"/>
              <a:ext cx="826625" cy="472950"/>
            </a:xfrm>
            <a:custGeom>
              <a:rect b="b" l="l" r="r" t="t"/>
              <a:pathLst>
                <a:path extrusionOk="0" h="18918" w="33065">
                  <a:moveTo>
                    <a:pt x="24533" y="12"/>
                  </a:moveTo>
                  <a:cubicBezTo>
                    <a:pt x="25568" y="12"/>
                    <a:pt x="26537" y="88"/>
                    <a:pt x="27422" y="236"/>
                  </a:cubicBezTo>
                  <a:cubicBezTo>
                    <a:pt x="28311" y="384"/>
                    <a:pt x="29112" y="605"/>
                    <a:pt x="29802" y="896"/>
                  </a:cubicBezTo>
                  <a:cubicBezTo>
                    <a:pt x="30506" y="1192"/>
                    <a:pt x="31100" y="1559"/>
                    <a:pt x="31566" y="1988"/>
                  </a:cubicBezTo>
                  <a:cubicBezTo>
                    <a:pt x="32044" y="2429"/>
                    <a:pt x="32393" y="2937"/>
                    <a:pt x="32601" y="3501"/>
                  </a:cubicBezTo>
                  <a:cubicBezTo>
                    <a:pt x="32822" y="4101"/>
                    <a:pt x="32882" y="4757"/>
                    <a:pt x="32781" y="5450"/>
                  </a:cubicBezTo>
                  <a:cubicBezTo>
                    <a:pt x="32679" y="6124"/>
                    <a:pt x="32425" y="6837"/>
                    <a:pt x="32026" y="7569"/>
                  </a:cubicBezTo>
                  <a:cubicBezTo>
                    <a:pt x="31532" y="8465"/>
                    <a:pt x="30823" y="9384"/>
                    <a:pt x="29915" y="10303"/>
                  </a:cubicBezTo>
                  <a:cubicBezTo>
                    <a:pt x="29405" y="10816"/>
                    <a:pt x="28869" y="11298"/>
                    <a:pt x="28308" y="11753"/>
                  </a:cubicBezTo>
                  <a:cubicBezTo>
                    <a:pt x="26200" y="13464"/>
                    <a:pt x="23531" y="15013"/>
                    <a:pt x="20594" y="16233"/>
                  </a:cubicBezTo>
                  <a:lnTo>
                    <a:pt x="20589" y="16235"/>
                  </a:lnTo>
                  <a:cubicBezTo>
                    <a:pt x="20144" y="16420"/>
                    <a:pt x="19682" y="16602"/>
                    <a:pt x="19174" y="16789"/>
                  </a:cubicBezTo>
                  <a:cubicBezTo>
                    <a:pt x="17336" y="17473"/>
                    <a:pt x="15447" y="18006"/>
                    <a:pt x="13522" y="18382"/>
                  </a:cubicBezTo>
                  <a:cubicBezTo>
                    <a:pt x="11721" y="18731"/>
                    <a:pt x="9998" y="18906"/>
                    <a:pt x="8398" y="18906"/>
                  </a:cubicBezTo>
                  <a:cubicBezTo>
                    <a:pt x="7364" y="18906"/>
                    <a:pt x="6391" y="18833"/>
                    <a:pt x="5509" y="18685"/>
                  </a:cubicBezTo>
                  <a:cubicBezTo>
                    <a:pt x="4620" y="18537"/>
                    <a:pt x="3819" y="18313"/>
                    <a:pt x="3129" y="18024"/>
                  </a:cubicBezTo>
                  <a:cubicBezTo>
                    <a:pt x="2425" y="17729"/>
                    <a:pt x="1831" y="17359"/>
                    <a:pt x="1365" y="16932"/>
                  </a:cubicBezTo>
                  <a:cubicBezTo>
                    <a:pt x="885" y="16491"/>
                    <a:pt x="538" y="15983"/>
                    <a:pt x="328" y="15420"/>
                  </a:cubicBezTo>
                  <a:cubicBezTo>
                    <a:pt x="19" y="14579"/>
                    <a:pt x="26" y="13640"/>
                    <a:pt x="349" y="12628"/>
                  </a:cubicBezTo>
                  <a:cubicBezTo>
                    <a:pt x="875" y="10977"/>
                    <a:pt x="2228" y="9193"/>
                    <a:pt x="4260" y="7468"/>
                  </a:cubicBezTo>
                  <a:cubicBezTo>
                    <a:pt x="4821" y="6992"/>
                    <a:pt x="5438" y="6519"/>
                    <a:pt x="6096" y="6062"/>
                  </a:cubicBezTo>
                  <a:cubicBezTo>
                    <a:pt x="7322" y="5203"/>
                    <a:pt x="8689" y="4401"/>
                    <a:pt x="10162" y="3674"/>
                  </a:cubicBezTo>
                  <a:cubicBezTo>
                    <a:pt x="11333" y="3094"/>
                    <a:pt x="12533" y="2580"/>
                    <a:pt x="13759" y="2129"/>
                  </a:cubicBezTo>
                  <a:cubicBezTo>
                    <a:pt x="15595" y="1446"/>
                    <a:pt x="17486" y="912"/>
                    <a:pt x="19407" y="536"/>
                  </a:cubicBezTo>
                  <a:cubicBezTo>
                    <a:pt x="21208" y="190"/>
                    <a:pt x="22933" y="12"/>
                    <a:pt x="24533" y="12"/>
                  </a:cubicBezTo>
                  <a:close/>
                  <a:moveTo>
                    <a:pt x="24533" y="0"/>
                  </a:moveTo>
                  <a:cubicBezTo>
                    <a:pt x="21377" y="0"/>
                    <a:pt x="17611" y="693"/>
                    <a:pt x="13755" y="2118"/>
                  </a:cubicBezTo>
                  <a:cubicBezTo>
                    <a:pt x="12529" y="2570"/>
                    <a:pt x="11328" y="3085"/>
                    <a:pt x="10157" y="3665"/>
                  </a:cubicBezTo>
                  <a:cubicBezTo>
                    <a:pt x="8668" y="4399"/>
                    <a:pt x="7301" y="5205"/>
                    <a:pt x="6091" y="6052"/>
                  </a:cubicBezTo>
                  <a:cubicBezTo>
                    <a:pt x="5431" y="6509"/>
                    <a:pt x="4814" y="6983"/>
                    <a:pt x="4253" y="7461"/>
                  </a:cubicBezTo>
                  <a:cubicBezTo>
                    <a:pt x="2249" y="9160"/>
                    <a:pt x="871" y="10952"/>
                    <a:pt x="340" y="12624"/>
                  </a:cubicBezTo>
                  <a:cubicBezTo>
                    <a:pt x="21" y="13614"/>
                    <a:pt x="0" y="14561"/>
                    <a:pt x="319" y="15424"/>
                  </a:cubicBezTo>
                  <a:cubicBezTo>
                    <a:pt x="1169" y="17724"/>
                    <a:pt x="4256" y="18918"/>
                    <a:pt x="8398" y="18918"/>
                  </a:cubicBezTo>
                  <a:cubicBezTo>
                    <a:pt x="11554" y="18918"/>
                    <a:pt x="15323" y="18225"/>
                    <a:pt x="19179" y="16801"/>
                  </a:cubicBezTo>
                  <a:cubicBezTo>
                    <a:pt x="19661" y="16623"/>
                    <a:pt x="20130" y="16438"/>
                    <a:pt x="20594" y="16244"/>
                  </a:cubicBezTo>
                  <a:lnTo>
                    <a:pt x="20596" y="16244"/>
                  </a:lnTo>
                  <a:cubicBezTo>
                    <a:pt x="23630" y="14986"/>
                    <a:pt x="26269" y="13425"/>
                    <a:pt x="28315" y="11762"/>
                  </a:cubicBezTo>
                  <a:cubicBezTo>
                    <a:pt x="28876" y="11308"/>
                    <a:pt x="29412" y="10825"/>
                    <a:pt x="29922" y="10312"/>
                  </a:cubicBezTo>
                  <a:cubicBezTo>
                    <a:pt x="30823" y="9400"/>
                    <a:pt x="31539" y="8479"/>
                    <a:pt x="32035" y="7576"/>
                  </a:cubicBezTo>
                  <a:cubicBezTo>
                    <a:pt x="32829" y="6126"/>
                    <a:pt x="33065" y="4725"/>
                    <a:pt x="32612" y="3499"/>
                  </a:cubicBezTo>
                  <a:cubicBezTo>
                    <a:pt x="31763" y="1196"/>
                    <a:pt x="28675" y="3"/>
                    <a:pt x="24533" y="3"/>
                  </a:cubicBezTo>
                  <a:lnTo>
                    <a:pt x="24533" y="0"/>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8"/>
            <p:cNvSpPr/>
            <p:nvPr/>
          </p:nvSpPr>
          <p:spPr>
            <a:xfrm>
              <a:off x="3839525" y="2619200"/>
              <a:ext cx="606025" cy="324450"/>
            </a:xfrm>
            <a:custGeom>
              <a:rect b="b" l="l" r="r" t="t"/>
              <a:pathLst>
                <a:path extrusionOk="0" h="12978" w="24241">
                  <a:moveTo>
                    <a:pt x="18484" y="0"/>
                  </a:moveTo>
                  <a:cubicBezTo>
                    <a:pt x="16067" y="0"/>
                    <a:pt x="13169" y="578"/>
                    <a:pt x="10324" y="1628"/>
                  </a:cubicBezTo>
                  <a:cubicBezTo>
                    <a:pt x="7216" y="2778"/>
                    <a:pt x="4478" y="4364"/>
                    <a:pt x="2619" y="6094"/>
                  </a:cubicBezTo>
                  <a:cubicBezTo>
                    <a:pt x="760" y="7823"/>
                    <a:pt x="1" y="9490"/>
                    <a:pt x="481" y="10788"/>
                  </a:cubicBezTo>
                  <a:cubicBezTo>
                    <a:pt x="742" y="11497"/>
                    <a:pt x="1351" y="12049"/>
                    <a:pt x="2291" y="12425"/>
                  </a:cubicBezTo>
                  <a:cubicBezTo>
                    <a:pt x="3199" y="12792"/>
                    <a:pt x="4367" y="12977"/>
                    <a:pt x="5757" y="12977"/>
                  </a:cubicBezTo>
                  <a:cubicBezTo>
                    <a:pt x="8177" y="12977"/>
                    <a:pt x="11072" y="12400"/>
                    <a:pt x="13917" y="11349"/>
                  </a:cubicBezTo>
                  <a:cubicBezTo>
                    <a:pt x="17025" y="10202"/>
                    <a:pt x="19763" y="8613"/>
                    <a:pt x="21622" y="6884"/>
                  </a:cubicBezTo>
                  <a:cubicBezTo>
                    <a:pt x="23481" y="5154"/>
                    <a:pt x="24240" y="3487"/>
                    <a:pt x="23762" y="2189"/>
                  </a:cubicBezTo>
                  <a:cubicBezTo>
                    <a:pt x="23499" y="1481"/>
                    <a:pt x="22892" y="931"/>
                    <a:pt x="21952" y="552"/>
                  </a:cubicBezTo>
                  <a:cubicBezTo>
                    <a:pt x="21042" y="185"/>
                    <a:pt x="19876" y="0"/>
                    <a:pt x="1848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8"/>
            <p:cNvSpPr/>
            <p:nvPr/>
          </p:nvSpPr>
          <p:spPr>
            <a:xfrm>
              <a:off x="3826550" y="2619025"/>
              <a:ext cx="632050" cy="324775"/>
            </a:xfrm>
            <a:custGeom>
              <a:rect b="b" l="l" r="r" t="t"/>
              <a:pathLst>
                <a:path extrusionOk="0" h="12991" w="25282">
                  <a:moveTo>
                    <a:pt x="19005" y="12"/>
                  </a:moveTo>
                  <a:cubicBezTo>
                    <a:pt x="20395" y="12"/>
                    <a:pt x="21561" y="199"/>
                    <a:pt x="22469" y="564"/>
                  </a:cubicBezTo>
                  <a:cubicBezTo>
                    <a:pt x="23406" y="943"/>
                    <a:pt x="24014" y="1492"/>
                    <a:pt x="24274" y="2199"/>
                  </a:cubicBezTo>
                  <a:cubicBezTo>
                    <a:pt x="24517" y="2852"/>
                    <a:pt x="24445" y="3600"/>
                    <a:pt x="24060" y="4420"/>
                  </a:cubicBezTo>
                  <a:cubicBezTo>
                    <a:pt x="23688" y="5214"/>
                    <a:pt x="23041" y="6046"/>
                    <a:pt x="22139" y="6886"/>
                  </a:cubicBezTo>
                  <a:cubicBezTo>
                    <a:pt x="21234" y="7726"/>
                    <a:pt x="20118" y="8537"/>
                    <a:pt x="18823" y="9294"/>
                  </a:cubicBezTo>
                  <a:cubicBezTo>
                    <a:pt x="17481" y="10077"/>
                    <a:pt x="16004" y="10770"/>
                    <a:pt x="14434" y="11349"/>
                  </a:cubicBezTo>
                  <a:cubicBezTo>
                    <a:pt x="11589" y="12400"/>
                    <a:pt x="8693" y="12977"/>
                    <a:pt x="6276" y="12977"/>
                  </a:cubicBezTo>
                  <a:cubicBezTo>
                    <a:pt x="4886" y="12977"/>
                    <a:pt x="3720" y="12792"/>
                    <a:pt x="2810" y="12428"/>
                  </a:cubicBezTo>
                  <a:cubicBezTo>
                    <a:pt x="1873" y="12049"/>
                    <a:pt x="1266" y="11499"/>
                    <a:pt x="1005" y="10793"/>
                  </a:cubicBezTo>
                  <a:cubicBezTo>
                    <a:pt x="762" y="10139"/>
                    <a:pt x="834" y="9391"/>
                    <a:pt x="1219" y="8569"/>
                  </a:cubicBezTo>
                  <a:cubicBezTo>
                    <a:pt x="1591" y="7775"/>
                    <a:pt x="2238" y="6946"/>
                    <a:pt x="3140" y="6106"/>
                  </a:cubicBezTo>
                  <a:cubicBezTo>
                    <a:pt x="4046" y="5265"/>
                    <a:pt x="5161" y="4452"/>
                    <a:pt x="6456" y="3697"/>
                  </a:cubicBezTo>
                  <a:cubicBezTo>
                    <a:pt x="7798" y="2912"/>
                    <a:pt x="9275" y="2222"/>
                    <a:pt x="10845" y="1640"/>
                  </a:cubicBezTo>
                  <a:cubicBezTo>
                    <a:pt x="13688" y="592"/>
                    <a:pt x="16586" y="12"/>
                    <a:pt x="19003" y="12"/>
                  </a:cubicBezTo>
                  <a:close/>
                  <a:moveTo>
                    <a:pt x="19003" y="1"/>
                  </a:moveTo>
                  <a:cubicBezTo>
                    <a:pt x="16669" y="1"/>
                    <a:pt x="13799" y="539"/>
                    <a:pt x="10843" y="1631"/>
                  </a:cubicBezTo>
                  <a:cubicBezTo>
                    <a:pt x="4410" y="4007"/>
                    <a:pt x="0" y="8110"/>
                    <a:pt x="993" y="10797"/>
                  </a:cubicBezTo>
                  <a:cubicBezTo>
                    <a:pt x="1529" y="12250"/>
                    <a:pt x="3533" y="12991"/>
                    <a:pt x="6276" y="12991"/>
                  </a:cubicBezTo>
                  <a:cubicBezTo>
                    <a:pt x="8610" y="12991"/>
                    <a:pt x="11480" y="12455"/>
                    <a:pt x="14438" y="11363"/>
                  </a:cubicBezTo>
                  <a:cubicBezTo>
                    <a:pt x="20871" y="8987"/>
                    <a:pt x="25281" y="4882"/>
                    <a:pt x="24288" y="2194"/>
                  </a:cubicBezTo>
                  <a:cubicBezTo>
                    <a:pt x="23750" y="742"/>
                    <a:pt x="21748" y="1"/>
                    <a:pt x="19003"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8"/>
            <p:cNvSpPr/>
            <p:nvPr/>
          </p:nvSpPr>
          <p:spPr>
            <a:xfrm>
              <a:off x="3793350" y="2581275"/>
              <a:ext cx="694500" cy="395675"/>
            </a:xfrm>
            <a:custGeom>
              <a:rect b="b" l="l" r="r" t="t"/>
              <a:pathLst>
                <a:path extrusionOk="0" fill="none" h="15827" w="27780">
                  <a:moveTo>
                    <a:pt x="27193" y="3000"/>
                  </a:moveTo>
                  <a:cubicBezTo>
                    <a:pt x="27780" y="4588"/>
                    <a:pt x="26942" y="6630"/>
                    <a:pt x="24861" y="8675"/>
                  </a:cubicBezTo>
                  <a:cubicBezTo>
                    <a:pt x="22783" y="10721"/>
                    <a:pt x="19631" y="12601"/>
                    <a:pt x="16103" y="13905"/>
                  </a:cubicBezTo>
                  <a:cubicBezTo>
                    <a:pt x="12575" y="15207"/>
                    <a:pt x="8957" y="15826"/>
                    <a:pt x="6048" y="15623"/>
                  </a:cubicBezTo>
                  <a:cubicBezTo>
                    <a:pt x="3138" y="15422"/>
                    <a:pt x="1173" y="14416"/>
                    <a:pt x="587" y="12827"/>
                  </a:cubicBezTo>
                  <a:cubicBezTo>
                    <a:pt x="1" y="11236"/>
                    <a:pt x="839" y="9195"/>
                    <a:pt x="2919" y="7149"/>
                  </a:cubicBezTo>
                  <a:cubicBezTo>
                    <a:pt x="4999" y="5106"/>
                    <a:pt x="8149" y="3224"/>
                    <a:pt x="11677" y="1922"/>
                  </a:cubicBezTo>
                  <a:cubicBezTo>
                    <a:pt x="15205" y="617"/>
                    <a:pt x="18823" y="0"/>
                    <a:pt x="21733" y="201"/>
                  </a:cubicBezTo>
                  <a:cubicBezTo>
                    <a:pt x="24642" y="405"/>
                    <a:pt x="26607" y="1411"/>
                    <a:pt x="27193" y="300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8"/>
            <p:cNvSpPr/>
            <p:nvPr/>
          </p:nvSpPr>
          <p:spPr>
            <a:xfrm>
              <a:off x="3681200" y="2703950"/>
              <a:ext cx="755175" cy="243275"/>
            </a:xfrm>
            <a:custGeom>
              <a:rect b="b" l="l" r="r" t="t"/>
              <a:pathLst>
                <a:path extrusionOk="0" h="9731" w="30207">
                  <a:moveTo>
                    <a:pt x="926" y="0"/>
                  </a:moveTo>
                  <a:cubicBezTo>
                    <a:pt x="129" y="1312"/>
                    <a:pt x="0" y="3260"/>
                    <a:pt x="259" y="5583"/>
                  </a:cubicBezTo>
                  <a:lnTo>
                    <a:pt x="2378" y="5980"/>
                  </a:lnTo>
                  <a:lnTo>
                    <a:pt x="4900" y="6585"/>
                  </a:lnTo>
                  <a:lnTo>
                    <a:pt x="6687" y="6906"/>
                  </a:lnTo>
                  <a:lnTo>
                    <a:pt x="17477" y="8832"/>
                  </a:lnTo>
                  <a:lnTo>
                    <a:pt x="19846" y="9255"/>
                  </a:lnTo>
                  <a:lnTo>
                    <a:pt x="19848" y="9255"/>
                  </a:lnTo>
                  <a:lnTo>
                    <a:pt x="22485" y="9730"/>
                  </a:lnTo>
                  <a:lnTo>
                    <a:pt x="22487" y="9730"/>
                  </a:lnTo>
                  <a:cubicBezTo>
                    <a:pt x="25521" y="8472"/>
                    <a:pt x="28160" y="6909"/>
                    <a:pt x="30206" y="5246"/>
                  </a:cubicBezTo>
                  <a:lnTo>
                    <a:pt x="28107" y="4872"/>
                  </a:lnTo>
                  <a:lnTo>
                    <a:pt x="26623" y="4604"/>
                  </a:lnTo>
                  <a:lnTo>
                    <a:pt x="20065" y="3434"/>
                  </a:lnTo>
                  <a:lnTo>
                    <a:pt x="19941" y="3413"/>
                  </a:lnTo>
                  <a:lnTo>
                    <a:pt x="18770" y="3200"/>
                  </a:lnTo>
                  <a:lnTo>
                    <a:pt x="18765" y="3200"/>
                  </a:lnTo>
                  <a:lnTo>
                    <a:pt x="15867" y="2683"/>
                  </a:lnTo>
                  <a:lnTo>
                    <a:pt x="10185" y="1665"/>
                  </a:lnTo>
                  <a:lnTo>
                    <a:pt x="8396" y="1349"/>
                  </a:lnTo>
                  <a:lnTo>
                    <a:pt x="6144" y="947"/>
                  </a:lnTo>
                  <a:lnTo>
                    <a:pt x="926"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8"/>
            <p:cNvSpPr/>
            <p:nvPr/>
          </p:nvSpPr>
          <p:spPr>
            <a:xfrm>
              <a:off x="3728300" y="2598600"/>
              <a:ext cx="801050" cy="200325"/>
            </a:xfrm>
            <a:custGeom>
              <a:rect b="b" l="l" r="r" t="t"/>
              <a:pathLst>
                <a:path extrusionOk="0" h="8013" w="32042">
                  <a:moveTo>
                    <a:pt x="2584" y="0"/>
                  </a:moveTo>
                  <a:lnTo>
                    <a:pt x="0" y="2649"/>
                  </a:lnTo>
                  <a:lnTo>
                    <a:pt x="6096" y="3752"/>
                  </a:lnTo>
                  <a:lnTo>
                    <a:pt x="8403" y="4163"/>
                  </a:lnTo>
                  <a:lnTo>
                    <a:pt x="10368" y="4512"/>
                  </a:lnTo>
                  <a:lnTo>
                    <a:pt x="17371" y="5763"/>
                  </a:lnTo>
                  <a:lnTo>
                    <a:pt x="18858" y="6031"/>
                  </a:lnTo>
                  <a:lnTo>
                    <a:pt x="19421" y="6131"/>
                  </a:lnTo>
                  <a:lnTo>
                    <a:pt x="19426" y="6131"/>
                  </a:lnTo>
                  <a:lnTo>
                    <a:pt x="20178" y="6267"/>
                  </a:lnTo>
                  <a:lnTo>
                    <a:pt x="26420" y="7382"/>
                  </a:lnTo>
                  <a:lnTo>
                    <a:pt x="27810" y="7631"/>
                  </a:lnTo>
                  <a:lnTo>
                    <a:pt x="29929" y="8012"/>
                  </a:lnTo>
                  <a:cubicBezTo>
                    <a:pt x="30830" y="7100"/>
                    <a:pt x="31546" y="6177"/>
                    <a:pt x="32042" y="5276"/>
                  </a:cubicBezTo>
                  <a:lnTo>
                    <a:pt x="29682" y="4854"/>
                  </a:lnTo>
                  <a:lnTo>
                    <a:pt x="28241" y="4595"/>
                  </a:lnTo>
                  <a:lnTo>
                    <a:pt x="15258" y="2277"/>
                  </a:lnTo>
                  <a:lnTo>
                    <a:pt x="15256" y="2277"/>
                  </a:lnTo>
                  <a:lnTo>
                    <a:pt x="12769" y="1829"/>
                  </a:lnTo>
                  <a:lnTo>
                    <a:pt x="10164" y="1365"/>
                  </a:lnTo>
                  <a:lnTo>
                    <a:pt x="2584"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 name="Google Shape;1177;p38"/>
          <p:cNvGrpSpPr/>
          <p:nvPr/>
        </p:nvGrpSpPr>
        <p:grpSpPr>
          <a:xfrm rot="1332357">
            <a:off x="2420029" y="1430833"/>
            <a:ext cx="549194" cy="531477"/>
            <a:chOff x="1785750" y="3413025"/>
            <a:chExt cx="785025" cy="759700"/>
          </a:xfrm>
        </p:grpSpPr>
        <p:sp>
          <p:nvSpPr>
            <p:cNvPr id="1178" name="Google Shape;1178;p38"/>
            <p:cNvSpPr/>
            <p:nvPr/>
          </p:nvSpPr>
          <p:spPr>
            <a:xfrm>
              <a:off x="1785750" y="3414125"/>
              <a:ext cx="739475" cy="758125"/>
            </a:xfrm>
            <a:custGeom>
              <a:rect b="b" l="l" r="r" t="t"/>
              <a:pathLst>
                <a:path extrusionOk="0" h="30325" w="29579">
                  <a:moveTo>
                    <a:pt x="9020" y="1"/>
                  </a:moveTo>
                  <a:cubicBezTo>
                    <a:pt x="7692" y="1"/>
                    <a:pt x="5740" y="539"/>
                    <a:pt x="3861" y="3055"/>
                  </a:cubicBezTo>
                  <a:cubicBezTo>
                    <a:pt x="2298" y="5150"/>
                    <a:pt x="1" y="7953"/>
                    <a:pt x="3376" y="15081"/>
                  </a:cubicBezTo>
                  <a:cubicBezTo>
                    <a:pt x="5324" y="19195"/>
                    <a:pt x="13615" y="30324"/>
                    <a:pt x="21398" y="30324"/>
                  </a:cubicBezTo>
                  <a:cubicBezTo>
                    <a:pt x="22382" y="30324"/>
                    <a:pt x="23358" y="30147"/>
                    <a:pt x="24312" y="29754"/>
                  </a:cubicBezTo>
                  <a:cubicBezTo>
                    <a:pt x="28992" y="27831"/>
                    <a:pt x="29579" y="23234"/>
                    <a:pt x="29579" y="23234"/>
                  </a:cubicBezTo>
                  <a:lnTo>
                    <a:pt x="29579" y="23234"/>
                  </a:lnTo>
                  <a:cubicBezTo>
                    <a:pt x="29578" y="23234"/>
                    <a:pt x="27493" y="25961"/>
                    <a:pt x="23856" y="25961"/>
                  </a:cubicBezTo>
                  <a:cubicBezTo>
                    <a:pt x="19899" y="25961"/>
                    <a:pt x="14105" y="22732"/>
                    <a:pt x="7161" y="9243"/>
                  </a:cubicBezTo>
                  <a:cubicBezTo>
                    <a:pt x="2674" y="532"/>
                    <a:pt x="10659" y="303"/>
                    <a:pt x="10659" y="303"/>
                  </a:cubicBezTo>
                  <a:cubicBezTo>
                    <a:pt x="10659" y="303"/>
                    <a:pt x="10015" y="1"/>
                    <a:pt x="9020"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8"/>
            <p:cNvSpPr/>
            <p:nvPr/>
          </p:nvSpPr>
          <p:spPr>
            <a:xfrm>
              <a:off x="1907725" y="3413150"/>
              <a:ext cx="621375" cy="676450"/>
            </a:xfrm>
            <a:custGeom>
              <a:rect b="b" l="l" r="r" t="t"/>
              <a:pathLst>
                <a:path extrusionOk="0" h="27058" w="24855">
                  <a:moveTo>
                    <a:pt x="4358" y="0"/>
                  </a:moveTo>
                  <a:cubicBezTo>
                    <a:pt x="3185" y="0"/>
                    <a:pt x="2222" y="319"/>
                    <a:pt x="1497" y="949"/>
                  </a:cubicBezTo>
                  <a:cubicBezTo>
                    <a:pt x="725" y="1619"/>
                    <a:pt x="266" y="2603"/>
                    <a:pt x="132" y="3870"/>
                  </a:cubicBezTo>
                  <a:cubicBezTo>
                    <a:pt x="0" y="5094"/>
                    <a:pt x="176" y="6532"/>
                    <a:pt x="656" y="8144"/>
                  </a:cubicBezTo>
                  <a:cubicBezTo>
                    <a:pt x="1640" y="11460"/>
                    <a:pt x="3789" y="15136"/>
                    <a:pt x="6710" y="18495"/>
                  </a:cubicBezTo>
                  <a:cubicBezTo>
                    <a:pt x="7537" y="19451"/>
                    <a:pt x="8417" y="20361"/>
                    <a:pt x="9343" y="21225"/>
                  </a:cubicBezTo>
                  <a:cubicBezTo>
                    <a:pt x="10504" y="22310"/>
                    <a:pt x="11700" y="23275"/>
                    <a:pt x="12898" y="24090"/>
                  </a:cubicBezTo>
                  <a:cubicBezTo>
                    <a:pt x="13538" y="24529"/>
                    <a:pt x="14178" y="24928"/>
                    <a:pt x="14803" y="25272"/>
                  </a:cubicBezTo>
                  <a:cubicBezTo>
                    <a:pt x="16911" y="26438"/>
                    <a:pt x="18881" y="27057"/>
                    <a:pt x="20497" y="27057"/>
                  </a:cubicBezTo>
                  <a:cubicBezTo>
                    <a:pt x="20606" y="27057"/>
                    <a:pt x="20714" y="27052"/>
                    <a:pt x="20818" y="27048"/>
                  </a:cubicBezTo>
                  <a:cubicBezTo>
                    <a:pt x="21848" y="26995"/>
                    <a:pt x="22702" y="26678"/>
                    <a:pt x="23358" y="26108"/>
                  </a:cubicBezTo>
                  <a:cubicBezTo>
                    <a:pt x="24129" y="25438"/>
                    <a:pt x="24589" y="24455"/>
                    <a:pt x="24723" y="23187"/>
                  </a:cubicBezTo>
                  <a:cubicBezTo>
                    <a:pt x="24854" y="21961"/>
                    <a:pt x="24677" y="20525"/>
                    <a:pt x="24199" y="18911"/>
                  </a:cubicBezTo>
                  <a:cubicBezTo>
                    <a:pt x="23215" y="15598"/>
                    <a:pt x="21063" y="11922"/>
                    <a:pt x="18144" y="8560"/>
                  </a:cubicBezTo>
                  <a:cubicBezTo>
                    <a:pt x="17800" y="8165"/>
                    <a:pt x="17477" y="7807"/>
                    <a:pt x="17154" y="7468"/>
                  </a:cubicBezTo>
                  <a:lnTo>
                    <a:pt x="17152" y="7465"/>
                  </a:lnTo>
                  <a:cubicBezTo>
                    <a:pt x="15041" y="5219"/>
                    <a:pt x="12723" y="3332"/>
                    <a:pt x="10449" y="2011"/>
                  </a:cubicBezTo>
                  <a:cubicBezTo>
                    <a:pt x="9846" y="1658"/>
                    <a:pt x="9223" y="1337"/>
                    <a:pt x="8585" y="1051"/>
                  </a:cubicBezTo>
                  <a:cubicBezTo>
                    <a:pt x="7442" y="543"/>
                    <a:pt x="6364" y="215"/>
                    <a:pt x="5385" y="74"/>
                  </a:cubicBezTo>
                  <a:cubicBezTo>
                    <a:pt x="5046" y="26"/>
                    <a:pt x="4702" y="0"/>
                    <a:pt x="4358"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8"/>
            <p:cNvSpPr/>
            <p:nvPr/>
          </p:nvSpPr>
          <p:spPr>
            <a:xfrm>
              <a:off x="1866050" y="3413025"/>
              <a:ext cx="704725" cy="676675"/>
            </a:xfrm>
            <a:custGeom>
              <a:rect b="b" l="l" r="r" t="t"/>
              <a:pathLst>
                <a:path extrusionOk="0" h="27067" w="28189">
                  <a:moveTo>
                    <a:pt x="6022" y="1"/>
                  </a:moveTo>
                  <a:cubicBezTo>
                    <a:pt x="6022" y="1"/>
                    <a:pt x="6022" y="1"/>
                    <a:pt x="6022" y="1"/>
                  </a:cubicBezTo>
                  <a:lnTo>
                    <a:pt x="6022" y="1"/>
                  </a:lnTo>
                  <a:cubicBezTo>
                    <a:pt x="6023" y="1"/>
                    <a:pt x="6024" y="1"/>
                    <a:pt x="6025" y="1"/>
                  </a:cubicBezTo>
                  <a:close/>
                  <a:moveTo>
                    <a:pt x="6025" y="12"/>
                  </a:moveTo>
                  <a:cubicBezTo>
                    <a:pt x="6369" y="12"/>
                    <a:pt x="6710" y="38"/>
                    <a:pt x="7052" y="86"/>
                  </a:cubicBezTo>
                  <a:cubicBezTo>
                    <a:pt x="8031" y="227"/>
                    <a:pt x="9107" y="555"/>
                    <a:pt x="10250" y="1063"/>
                  </a:cubicBezTo>
                  <a:cubicBezTo>
                    <a:pt x="10887" y="1349"/>
                    <a:pt x="11511" y="1668"/>
                    <a:pt x="12113" y="2021"/>
                  </a:cubicBezTo>
                  <a:cubicBezTo>
                    <a:pt x="14388" y="3344"/>
                    <a:pt x="16706" y="5231"/>
                    <a:pt x="18814" y="7475"/>
                  </a:cubicBezTo>
                  <a:lnTo>
                    <a:pt x="18816" y="7477"/>
                  </a:lnTo>
                  <a:cubicBezTo>
                    <a:pt x="19139" y="7817"/>
                    <a:pt x="19463" y="8172"/>
                    <a:pt x="19807" y="8569"/>
                  </a:cubicBezTo>
                  <a:cubicBezTo>
                    <a:pt x="21282" y="10266"/>
                    <a:pt x="22561" y="12047"/>
                    <a:pt x="23612" y="13855"/>
                  </a:cubicBezTo>
                  <a:cubicBezTo>
                    <a:pt x="24626" y="15605"/>
                    <a:pt x="25381" y="17307"/>
                    <a:pt x="25861" y="18918"/>
                  </a:cubicBezTo>
                  <a:cubicBezTo>
                    <a:pt x="26339" y="20530"/>
                    <a:pt x="26514" y="21966"/>
                    <a:pt x="26385" y="23190"/>
                  </a:cubicBezTo>
                  <a:cubicBezTo>
                    <a:pt x="26251" y="24458"/>
                    <a:pt x="25792" y="25439"/>
                    <a:pt x="25020" y="26108"/>
                  </a:cubicBezTo>
                  <a:cubicBezTo>
                    <a:pt x="24365" y="26676"/>
                    <a:pt x="23513" y="26993"/>
                    <a:pt x="22485" y="27046"/>
                  </a:cubicBezTo>
                  <a:cubicBezTo>
                    <a:pt x="22381" y="27051"/>
                    <a:pt x="22273" y="27055"/>
                    <a:pt x="22164" y="27055"/>
                  </a:cubicBezTo>
                  <a:cubicBezTo>
                    <a:pt x="20548" y="27055"/>
                    <a:pt x="18578" y="26439"/>
                    <a:pt x="16473" y="25270"/>
                  </a:cubicBezTo>
                  <a:cubicBezTo>
                    <a:pt x="15847" y="24926"/>
                    <a:pt x="15207" y="24529"/>
                    <a:pt x="14568" y="24088"/>
                  </a:cubicBezTo>
                  <a:cubicBezTo>
                    <a:pt x="13369" y="23273"/>
                    <a:pt x="12173" y="22310"/>
                    <a:pt x="11012" y="21225"/>
                  </a:cubicBezTo>
                  <a:cubicBezTo>
                    <a:pt x="10086" y="20361"/>
                    <a:pt x="9209" y="19452"/>
                    <a:pt x="8380" y="18496"/>
                  </a:cubicBezTo>
                  <a:cubicBezTo>
                    <a:pt x="6904" y="16799"/>
                    <a:pt x="5625" y="15018"/>
                    <a:pt x="4574" y="13210"/>
                  </a:cubicBezTo>
                  <a:cubicBezTo>
                    <a:pt x="3561" y="11463"/>
                    <a:pt x="2806" y="9759"/>
                    <a:pt x="2326" y="8147"/>
                  </a:cubicBezTo>
                  <a:cubicBezTo>
                    <a:pt x="1848" y="6535"/>
                    <a:pt x="1672" y="5099"/>
                    <a:pt x="1801" y="3875"/>
                  </a:cubicBezTo>
                  <a:cubicBezTo>
                    <a:pt x="1938" y="2610"/>
                    <a:pt x="2397" y="1629"/>
                    <a:pt x="3166" y="959"/>
                  </a:cubicBezTo>
                  <a:cubicBezTo>
                    <a:pt x="3889" y="331"/>
                    <a:pt x="4852" y="12"/>
                    <a:pt x="6025" y="12"/>
                  </a:cubicBezTo>
                  <a:close/>
                  <a:moveTo>
                    <a:pt x="6022" y="1"/>
                  </a:moveTo>
                  <a:lnTo>
                    <a:pt x="6022" y="1"/>
                  </a:lnTo>
                  <a:cubicBezTo>
                    <a:pt x="4880" y="1"/>
                    <a:pt x="3902" y="306"/>
                    <a:pt x="3159" y="950"/>
                  </a:cubicBezTo>
                  <a:cubicBezTo>
                    <a:pt x="0" y="3695"/>
                    <a:pt x="2335" y="11555"/>
                    <a:pt x="8370" y="18503"/>
                  </a:cubicBezTo>
                  <a:cubicBezTo>
                    <a:pt x="9199" y="19461"/>
                    <a:pt x="10079" y="20371"/>
                    <a:pt x="11005" y="21234"/>
                  </a:cubicBezTo>
                  <a:cubicBezTo>
                    <a:pt x="12180" y="22331"/>
                    <a:pt x="13379" y="23291"/>
                    <a:pt x="14561" y="24100"/>
                  </a:cubicBezTo>
                  <a:cubicBezTo>
                    <a:pt x="15203" y="24541"/>
                    <a:pt x="15840" y="24935"/>
                    <a:pt x="16466" y="25282"/>
                  </a:cubicBezTo>
                  <a:cubicBezTo>
                    <a:pt x="18553" y="26436"/>
                    <a:pt x="20527" y="27067"/>
                    <a:pt x="22162" y="27067"/>
                  </a:cubicBezTo>
                  <a:cubicBezTo>
                    <a:pt x="22273" y="27067"/>
                    <a:pt x="22379" y="27064"/>
                    <a:pt x="22485" y="27060"/>
                  </a:cubicBezTo>
                  <a:cubicBezTo>
                    <a:pt x="23490" y="27007"/>
                    <a:pt x="24355" y="26702"/>
                    <a:pt x="25027" y="26118"/>
                  </a:cubicBezTo>
                  <a:cubicBezTo>
                    <a:pt x="28188" y="23372"/>
                    <a:pt x="25854" y="15513"/>
                    <a:pt x="19814" y="8562"/>
                  </a:cubicBezTo>
                  <a:cubicBezTo>
                    <a:pt x="19486" y="8186"/>
                    <a:pt x="19160" y="7824"/>
                    <a:pt x="18825" y="7470"/>
                  </a:cubicBezTo>
                  <a:lnTo>
                    <a:pt x="18823" y="7468"/>
                  </a:lnTo>
                  <a:cubicBezTo>
                    <a:pt x="16643" y="5150"/>
                    <a:pt x="14323" y="3296"/>
                    <a:pt x="12118" y="2012"/>
                  </a:cubicBezTo>
                  <a:cubicBezTo>
                    <a:pt x="11515" y="1659"/>
                    <a:pt x="10892" y="1340"/>
                    <a:pt x="10255" y="1054"/>
                  </a:cubicBezTo>
                  <a:cubicBezTo>
                    <a:pt x="9121" y="550"/>
                    <a:pt x="8038" y="215"/>
                    <a:pt x="7050" y="77"/>
                  </a:cubicBezTo>
                  <a:cubicBezTo>
                    <a:pt x="6710" y="28"/>
                    <a:pt x="6366" y="3"/>
                    <a:pt x="6022"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8"/>
            <p:cNvSpPr/>
            <p:nvPr/>
          </p:nvSpPr>
          <p:spPr>
            <a:xfrm>
              <a:off x="1995350" y="3506475"/>
              <a:ext cx="474975" cy="482675"/>
            </a:xfrm>
            <a:custGeom>
              <a:rect b="b" l="l" r="r" t="t"/>
              <a:pathLst>
                <a:path extrusionOk="0" h="19307" w="18999">
                  <a:moveTo>
                    <a:pt x="2905" y="1"/>
                  </a:moveTo>
                  <a:cubicBezTo>
                    <a:pt x="2180" y="1"/>
                    <a:pt x="1587" y="197"/>
                    <a:pt x="1143" y="583"/>
                  </a:cubicBezTo>
                  <a:cubicBezTo>
                    <a:pt x="132" y="1460"/>
                    <a:pt x="0" y="3229"/>
                    <a:pt x="774" y="5566"/>
                  </a:cubicBezTo>
                  <a:cubicBezTo>
                    <a:pt x="1548" y="7900"/>
                    <a:pt x="3134" y="10521"/>
                    <a:pt x="5240" y="12945"/>
                  </a:cubicBezTo>
                  <a:cubicBezTo>
                    <a:pt x="6893" y="14848"/>
                    <a:pt x="8715" y="16455"/>
                    <a:pt x="10516" y="17598"/>
                  </a:cubicBezTo>
                  <a:cubicBezTo>
                    <a:pt x="12275" y="18715"/>
                    <a:pt x="13880" y="19306"/>
                    <a:pt x="15150" y="19306"/>
                  </a:cubicBezTo>
                  <a:cubicBezTo>
                    <a:pt x="15875" y="19306"/>
                    <a:pt x="16468" y="19112"/>
                    <a:pt x="16909" y="18727"/>
                  </a:cubicBezTo>
                  <a:cubicBezTo>
                    <a:pt x="18999" y="16912"/>
                    <a:pt x="17161" y="11366"/>
                    <a:pt x="12813" y="6362"/>
                  </a:cubicBezTo>
                  <a:cubicBezTo>
                    <a:pt x="11162" y="4462"/>
                    <a:pt x="9338" y="2853"/>
                    <a:pt x="7539" y="1710"/>
                  </a:cubicBezTo>
                  <a:cubicBezTo>
                    <a:pt x="5778" y="592"/>
                    <a:pt x="4175" y="1"/>
                    <a:pt x="2905"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8"/>
            <p:cNvSpPr/>
            <p:nvPr/>
          </p:nvSpPr>
          <p:spPr>
            <a:xfrm>
              <a:off x="1971500" y="3506375"/>
              <a:ext cx="499050" cy="482950"/>
            </a:xfrm>
            <a:custGeom>
              <a:rect b="b" l="l" r="r" t="t"/>
              <a:pathLst>
                <a:path extrusionOk="0" h="19318" w="19962">
                  <a:moveTo>
                    <a:pt x="3859" y="12"/>
                  </a:moveTo>
                  <a:cubicBezTo>
                    <a:pt x="4492" y="12"/>
                    <a:pt x="5212" y="160"/>
                    <a:pt x="6004" y="453"/>
                  </a:cubicBezTo>
                  <a:cubicBezTo>
                    <a:pt x="6787" y="744"/>
                    <a:pt x="7625" y="1169"/>
                    <a:pt x="8491" y="1721"/>
                  </a:cubicBezTo>
                  <a:cubicBezTo>
                    <a:pt x="10290" y="2861"/>
                    <a:pt x="12114" y="4471"/>
                    <a:pt x="13765" y="6371"/>
                  </a:cubicBezTo>
                  <a:cubicBezTo>
                    <a:pt x="14829" y="7595"/>
                    <a:pt x="15762" y="8871"/>
                    <a:pt x="16535" y="10160"/>
                  </a:cubicBezTo>
                  <a:cubicBezTo>
                    <a:pt x="17284" y="11407"/>
                    <a:pt x="17854" y="12614"/>
                    <a:pt x="18228" y="13750"/>
                  </a:cubicBezTo>
                  <a:cubicBezTo>
                    <a:pt x="18604" y="14886"/>
                    <a:pt x="18768" y="15891"/>
                    <a:pt x="18713" y="16738"/>
                  </a:cubicBezTo>
                  <a:cubicBezTo>
                    <a:pt x="18657" y="17613"/>
                    <a:pt x="18371" y="18283"/>
                    <a:pt x="17861" y="18726"/>
                  </a:cubicBezTo>
                  <a:cubicBezTo>
                    <a:pt x="17418" y="19110"/>
                    <a:pt x="16826" y="19306"/>
                    <a:pt x="16104" y="19306"/>
                  </a:cubicBezTo>
                  <a:cubicBezTo>
                    <a:pt x="15471" y="19306"/>
                    <a:pt x="14751" y="19156"/>
                    <a:pt x="13959" y="18862"/>
                  </a:cubicBezTo>
                  <a:cubicBezTo>
                    <a:pt x="13176" y="18574"/>
                    <a:pt x="12338" y="18147"/>
                    <a:pt x="11472" y="17597"/>
                  </a:cubicBezTo>
                  <a:cubicBezTo>
                    <a:pt x="9673" y="16454"/>
                    <a:pt x="7849" y="14847"/>
                    <a:pt x="6198" y="12947"/>
                  </a:cubicBezTo>
                  <a:cubicBezTo>
                    <a:pt x="5134" y="11721"/>
                    <a:pt x="4201" y="10446"/>
                    <a:pt x="3427" y="9155"/>
                  </a:cubicBezTo>
                  <a:cubicBezTo>
                    <a:pt x="2679" y="7909"/>
                    <a:pt x="2109" y="6703"/>
                    <a:pt x="1735" y="5567"/>
                  </a:cubicBezTo>
                  <a:cubicBezTo>
                    <a:pt x="1359" y="4431"/>
                    <a:pt x="1195" y="3427"/>
                    <a:pt x="1250" y="2579"/>
                  </a:cubicBezTo>
                  <a:cubicBezTo>
                    <a:pt x="1305" y="1702"/>
                    <a:pt x="1592" y="1035"/>
                    <a:pt x="2102" y="591"/>
                  </a:cubicBezTo>
                  <a:cubicBezTo>
                    <a:pt x="2545" y="206"/>
                    <a:pt x="3136" y="12"/>
                    <a:pt x="3859" y="12"/>
                  </a:cubicBezTo>
                  <a:close/>
                  <a:moveTo>
                    <a:pt x="3859" y="0"/>
                  </a:moveTo>
                  <a:cubicBezTo>
                    <a:pt x="3150" y="0"/>
                    <a:pt x="2548" y="187"/>
                    <a:pt x="2095" y="582"/>
                  </a:cubicBezTo>
                  <a:cubicBezTo>
                    <a:pt x="1" y="2402"/>
                    <a:pt x="1834" y="7941"/>
                    <a:pt x="6189" y="12954"/>
                  </a:cubicBezTo>
                  <a:cubicBezTo>
                    <a:pt x="9599" y="16879"/>
                    <a:pt x="13545" y="19317"/>
                    <a:pt x="16104" y="19317"/>
                  </a:cubicBezTo>
                  <a:cubicBezTo>
                    <a:pt x="16813" y="19317"/>
                    <a:pt x="17415" y="19130"/>
                    <a:pt x="17868" y="18735"/>
                  </a:cubicBezTo>
                  <a:cubicBezTo>
                    <a:pt x="19962" y="16914"/>
                    <a:pt x="18129" y="11374"/>
                    <a:pt x="13774" y="6364"/>
                  </a:cubicBezTo>
                  <a:cubicBezTo>
                    <a:pt x="10364" y="2439"/>
                    <a:pt x="6418" y="0"/>
                    <a:pt x="385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8"/>
            <p:cNvSpPr/>
            <p:nvPr/>
          </p:nvSpPr>
          <p:spPr>
            <a:xfrm>
              <a:off x="1957425" y="3464225"/>
              <a:ext cx="524275" cy="572250"/>
            </a:xfrm>
            <a:custGeom>
              <a:rect b="b" l="l" r="r" t="t"/>
              <a:pathLst>
                <a:path extrusionOk="0" fill="none" h="22890" w="20971">
                  <a:moveTo>
                    <a:pt x="15154" y="7387"/>
                  </a:moveTo>
                  <a:cubicBezTo>
                    <a:pt x="17544" y="10137"/>
                    <a:pt x="19343" y="13201"/>
                    <a:pt x="20158" y="15907"/>
                  </a:cubicBezTo>
                  <a:cubicBezTo>
                    <a:pt x="20971" y="18614"/>
                    <a:pt x="20733" y="20738"/>
                    <a:pt x="19495" y="21814"/>
                  </a:cubicBezTo>
                  <a:cubicBezTo>
                    <a:pt x="18255" y="22890"/>
                    <a:pt x="16119" y="22830"/>
                    <a:pt x="13554" y="21645"/>
                  </a:cubicBezTo>
                  <a:cubicBezTo>
                    <a:pt x="10989" y="20463"/>
                    <a:pt x="8204" y="18253"/>
                    <a:pt x="5817" y="15503"/>
                  </a:cubicBezTo>
                  <a:cubicBezTo>
                    <a:pt x="3427" y="12753"/>
                    <a:pt x="1626" y="9689"/>
                    <a:pt x="813" y="6983"/>
                  </a:cubicBezTo>
                  <a:cubicBezTo>
                    <a:pt x="0" y="4279"/>
                    <a:pt x="238" y="2155"/>
                    <a:pt x="1476" y="1077"/>
                  </a:cubicBezTo>
                  <a:cubicBezTo>
                    <a:pt x="2714" y="1"/>
                    <a:pt x="4852" y="63"/>
                    <a:pt x="7417" y="1245"/>
                  </a:cubicBezTo>
                  <a:cubicBezTo>
                    <a:pt x="9982" y="2428"/>
                    <a:pt x="12765" y="4637"/>
                    <a:pt x="15154" y="7387"/>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8"/>
            <p:cNvSpPr/>
            <p:nvPr/>
          </p:nvSpPr>
          <p:spPr>
            <a:xfrm>
              <a:off x="2169050" y="3463300"/>
              <a:ext cx="263475" cy="709425"/>
            </a:xfrm>
            <a:custGeom>
              <a:rect b="b" l="l" r="r" t="t"/>
              <a:pathLst>
                <a:path extrusionOk="0" h="28377" w="10539">
                  <a:moveTo>
                    <a:pt x="0" y="1"/>
                  </a:moveTo>
                  <a:lnTo>
                    <a:pt x="379" y="2030"/>
                  </a:lnTo>
                  <a:lnTo>
                    <a:pt x="644" y="3467"/>
                  </a:lnTo>
                  <a:lnTo>
                    <a:pt x="1831" y="9805"/>
                  </a:lnTo>
                  <a:lnTo>
                    <a:pt x="1854" y="9925"/>
                  </a:lnTo>
                  <a:lnTo>
                    <a:pt x="2064" y="11061"/>
                  </a:lnTo>
                  <a:lnTo>
                    <a:pt x="2067" y="11063"/>
                  </a:lnTo>
                  <a:lnTo>
                    <a:pt x="2591" y="13866"/>
                  </a:lnTo>
                  <a:lnTo>
                    <a:pt x="3616" y="19364"/>
                  </a:lnTo>
                  <a:lnTo>
                    <a:pt x="3939" y="21093"/>
                  </a:lnTo>
                  <a:lnTo>
                    <a:pt x="4348" y="23271"/>
                  </a:lnTo>
                  <a:lnTo>
                    <a:pt x="5285" y="28358"/>
                  </a:lnTo>
                  <a:cubicBezTo>
                    <a:pt x="5482" y="28370"/>
                    <a:pt x="5677" y="28376"/>
                    <a:pt x="5870" y="28376"/>
                  </a:cubicBezTo>
                  <a:cubicBezTo>
                    <a:pt x="7557" y="28376"/>
                    <a:pt x="9113" y="27897"/>
                    <a:pt x="10538" y="26940"/>
                  </a:cubicBezTo>
                  <a:lnTo>
                    <a:pt x="10365" y="25046"/>
                  </a:lnTo>
                  <a:lnTo>
                    <a:pt x="9885" y="22465"/>
                  </a:lnTo>
                  <a:lnTo>
                    <a:pt x="9562" y="20736"/>
                  </a:lnTo>
                  <a:lnTo>
                    <a:pt x="7611" y="10301"/>
                  </a:lnTo>
                  <a:lnTo>
                    <a:pt x="7181" y="8011"/>
                  </a:lnTo>
                  <a:lnTo>
                    <a:pt x="7179" y="8008"/>
                  </a:lnTo>
                  <a:lnTo>
                    <a:pt x="6705" y="5459"/>
                  </a:lnTo>
                  <a:lnTo>
                    <a:pt x="6703" y="5457"/>
                  </a:lnTo>
                  <a:cubicBezTo>
                    <a:pt x="4526" y="3139"/>
                    <a:pt x="2205" y="1285"/>
                    <a:pt x="0"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8"/>
            <p:cNvSpPr/>
            <p:nvPr/>
          </p:nvSpPr>
          <p:spPr>
            <a:xfrm>
              <a:off x="2042325" y="3414925"/>
              <a:ext cx="215000" cy="748150"/>
            </a:xfrm>
            <a:custGeom>
              <a:rect b="b" l="l" r="r" t="t"/>
              <a:pathLst>
                <a:path extrusionOk="0" h="29926" w="8600">
                  <a:moveTo>
                    <a:pt x="1" y="1"/>
                  </a:moveTo>
                  <a:lnTo>
                    <a:pt x="428" y="2282"/>
                  </a:lnTo>
                  <a:lnTo>
                    <a:pt x="687" y="3675"/>
                  </a:lnTo>
                  <a:lnTo>
                    <a:pt x="3035" y="16231"/>
                  </a:lnTo>
                  <a:lnTo>
                    <a:pt x="3035" y="16233"/>
                  </a:lnTo>
                  <a:lnTo>
                    <a:pt x="3483" y="18637"/>
                  </a:lnTo>
                  <a:lnTo>
                    <a:pt x="3954" y="21158"/>
                  </a:lnTo>
                  <a:lnTo>
                    <a:pt x="5069" y="28346"/>
                  </a:lnTo>
                  <a:lnTo>
                    <a:pt x="8600" y="29925"/>
                  </a:lnTo>
                  <a:lnTo>
                    <a:pt x="7512" y="24024"/>
                  </a:lnTo>
                  <a:lnTo>
                    <a:pt x="7094" y="21795"/>
                  </a:lnTo>
                  <a:lnTo>
                    <a:pt x="6739" y="19895"/>
                  </a:lnTo>
                  <a:lnTo>
                    <a:pt x="5473" y="13123"/>
                  </a:lnTo>
                  <a:lnTo>
                    <a:pt x="5205" y="11684"/>
                  </a:lnTo>
                  <a:lnTo>
                    <a:pt x="5102" y="11139"/>
                  </a:lnTo>
                  <a:lnTo>
                    <a:pt x="5099" y="11137"/>
                  </a:lnTo>
                  <a:lnTo>
                    <a:pt x="4965" y="10408"/>
                  </a:lnTo>
                  <a:lnTo>
                    <a:pt x="3836" y="4372"/>
                  </a:lnTo>
                  <a:lnTo>
                    <a:pt x="3585" y="3028"/>
                  </a:lnTo>
                  <a:lnTo>
                    <a:pt x="3204" y="975"/>
                  </a:lnTo>
                  <a:cubicBezTo>
                    <a:pt x="2070" y="472"/>
                    <a:pt x="989" y="139"/>
                    <a:pt x="1"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 name="Google Shape;1186;p38"/>
          <p:cNvGrpSpPr/>
          <p:nvPr/>
        </p:nvGrpSpPr>
        <p:grpSpPr>
          <a:xfrm flipH="1">
            <a:off x="276743" y="3127933"/>
            <a:ext cx="530159" cy="550985"/>
            <a:chOff x="2777975" y="4487350"/>
            <a:chExt cx="803150" cy="834825"/>
          </a:xfrm>
        </p:grpSpPr>
        <p:sp>
          <p:nvSpPr>
            <p:cNvPr id="1187" name="Google Shape;1187;p38"/>
            <p:cNvSpPr/>
            <p:nvPr/>
          </p:nvSpPr>
          <p:spPr>
            <a:xfrm>
              <a:off x="2801475" y="4545025"/>
              <a:ext cx="776425" cy="720275"/>
            </a:xfrm>
            <a:custGeom>
              <a:rect b="b" l="l" r="r" t="t"/>
              <a:pathLst>
                <a:path extrusionOk="0" h="28811" w="31057">
                  <a:moveTo>
                    <a:pt x="14617" y="0"/>
                  </a:moveTo>
                  <a:cubicBezTo>
                    <a:pt x="8672" y="0"/>
                    <a:pt x="3310" y="3412"/>
                    <a:pt x="718" y="8603"/>
                  </a:cubicBezTo>
                  <a:cubicBezTo>
                    <a:pt x="469" y="9391"/>
                    <a:pt x="287" y="10196"/>
                    <a:pt x="169" y="11012"/>
                  </a:cubicBezTo>
                  <a:cubicBezTo>
                    <a:pt x="53" y="11797"/>
                    <a:pt x="0" y="12589"/>
                    <a:pt x="5" y="13381"/>
                  </a:cubicBezTo>
                  <a:cubicBezTo>
                    <a:pt x="10" y="14161"/>
                    <a:pt x="77" y="14939"/>
                    <a:pt x="201" y="15710"/>
                  </a:cubicBezTo>
                  <a:cubicBezTo>
                    <a:pt x="284" y="16230"/>
                    <a:pt x="393" y="16747"/>
                    <a:pt x="527" y="17255"/>
                  </a:cubicBezTo>
                  <a:cubicBezTo>
                    <a:pt x="905" y="18673"/>
                    <a:pt x="1483" y="20028"/>
                    <a:pt x="2240" y="21282"/>
                  </a:cubicBezTo>
                  <a:cubicBezTo>
                    <a:pt x="4565" y="25133"/>
                    <a:pt x="8532" y="27950"/>
                    <a:pt x="13328" y="28648"/>
                  </a:cubicBezTo>
                  <a:cubicBezTo>
                    <a:pt x="14085" y="28757"/>
                    <a:pt x="14838" y="28811"/>
                    <a:pt x="15582" y="28811"/>
                  </a:cubicBezTo>
                  <a:cubicBezTo>
                    <a:pt x="22075" y="28811"/>
                    <a:pt x="27874" y="24745"/>
                    <a:pt x="30130" y="18733"/>
                  </a:cubicBezTo>
                  <a:cubicBezTo>
                    <a:pt x="30456" y="17802"/>
                    <a:pt x="30691" y="16842"/>
                    <a:pt x="30837" y="15865"/>
                  </a:cubicBezTo>
                  <a:cubicBezTo>
                    <a:pt x="30906" y="15389"/>
                    <a:pt x="30952" y="14916"/>
                    <a:pt x="30978" y="14445"/>
                  </a:cubicBezTo>
                  <a:cubicBezTo>
                    <a:pt x="31056" y="12953"/>
                    <a:pt x="30121" y="13422"/>
                    <a:pt x="29793" y="12021"/>
                  </a:cubicBezTo>
                  <a:cubicBezTo>
                    <a:pt x="29671" y="11506"/>
                    <a:pt x="29523" y="10998"/>
                    <a:pt x="29354" y="10504"/>
                  </a:cubicBezTo>
                  <a:cubicBezTo>
                    <a:pt x="29098" y="9765"/>
                    <a:pt x="28789" y="9047"/>
                    <a:pt x="28426" y="8356"/>
                  </a:cubicBezTo>
                  <a:cubicBezTo>
                    <a:pt x="26191" y="4085"/>
                    <a:pt x="22007" y="910"/>
                    <a:pt x="16874" y="164"/>
                  </a:cubicBezTo>
                  <a:cubicBezTo>
                    <a:pt x="16116" y="54"/>
                    <a:pt x="15362" y="0"/>
                    <a:pt x="14617"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8"/>
            <p:cNvSpPr/>
            <p:nvPr/>
          </p:nvSpPr>
          <p:spPr>
            <a:xfrm>
              <a:off x="2801650" y="4487525"/>
              <a:ext cx="779300" cy="777675"/>
            </a:xfrm>
            <a:custGeom>
              <a:rect b="b" l="l" r="r" t="t"/>
              <a:pathLst>
                <a:path extrusionOk="0" h="31107" w="31172">
                  <a:moveTo>
                    <a:pt x="15542" y="0"/>
                  </a:moveTo>
                  <a:cubicBezTo>
                    <a:pt x="8747" y="5"/>
                    <a:pt x="2743" y="4422"/>
                    <a:pt x="716" y="10908"/>
                  </a:cubicBezTo>
                  <a:cubicBezTo>
                    <a:pt x="469" y="11693"/>
                    <a:pt x="284" y="12499"/>
                    <a:pt x="169" y="13316"/>
                  </a:cubicBezTo>
                  <a:cubicBezTo>
                    <a:pt x="53" y="14099"/>
                    <a:pt x="0" y="14891"/>
                    <a:pt x="5" y="15683"/>
                  </a:cubicBezTo>
                  <a:cubicBezTo>
                    <a:pt x="10" y="16461"/>
                    <a:pt x="74" y="17239"/>
                    <a:pt x="199" y="18010"/>
                  </a:cubicBezTo>
                  <a:cubicBezTo>
                    <a:pt x="287" y="18546"/>
                    <a:pt x="395" y="19066"/>
                    <a:pt x="527" y="19555"/>
                  </a:cubicBezTo>
                  <a:cubicBezTo>
                    <a:pt x="905" y="20970"/>
                    <a:pt x="1480" y="22326"/>
                    <a:pt x="2240" y="23580"/>
                  </a:cubicBezTo>
                  <a:cubicBezTo>
                    <a:pt x="4657" y="27588"/>
                    <a:pt x="8696" y="30269"/>
                    <a:pt x="13321" y="30941"/>
                  </a:cubicBezTo>
                  <a:cubicBezTo>
                    <a:pt x="14069" y="31049"/>
                    <a:pt x="14822" y="31105"/>
                    <a:pt x="15577" y="31105"/>
                  </a:cubicBezTo>
                  <a:lnTo>
                    <a:pt x="15579" y="31107"/>
                  </a:lnTo>
                  <a:cubicBezTo>
                    <a:pt x="20354" y="31098"/>
                    <a:pt x="24861" y="28900"/>
                    <a:pt x="27807" y="25143"/>
                  </a:cubicBezTo>
                  <a:cubicBezTo>
                    <a:pt x="29479" y="23009"/>
                    <a:pt x="30564" y="20474"/>
                    <a:pt x="30950" y="17791"/>
                  </a:cubicBezTo>
                  <a:cubicBezTo>
                    <a:pt x="31019" y="17325"/>
                    <a:pt x="31068" y="16849"/>
                    <a:pt x="31091" y="16373"/>
                  </a:cubicBezTo>
                  <a:cubicBezTo>
                    <a:pt x="31171" y="14909"/>
                    <a:pt x="31042" y="13443"/>
                    <a:pt x="30710" y="12014"/>
                  </a:cubicBezTo>
                  <a:cubicBezTo>
                    <a:pt x="30587" y="11504"/>
                    <a:pt x="30442" y="10993"/>
                    <a:pt x="30271" y="10497"/>
                  </a:cubicBezTo>
                  <a:cubicBezTo>
                    <a:pt x="30015" y="9760"/>
                    <a:pt x="29705" y="9042"/>
                    <a:pt x="29343" y="8352"/>
                  </a:cubicBezTo>
                  <a:cubicBezTo>
                    <a:pt x="28218" y="6209"/>
                    <a:pt x="26614" y="4355"/>
                    <a:pt x="24656" y="2935"/>
                  </a:cubicBezTo>
                  <a:cubicBezTo>
                    <a:pt x="23660" y="2217"/>
                    <a:pt x="22584" y="1619"/>
                    <a:pt x="21451" y="1155"/>
                  </a:cubicBezTo>
                  <a:cubicBezTo>
                    <a:pt x="19573" y="393"/>
                    <a:pt x="17567" y="0"/>
                    <a:pt x="15542"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8"/>
            <p:cNvSpPr/>
            <p:nvPr/>
          </p:nvSpPr>
          <p:spPr>
            <a:xfrm>
              <a:off x="2801525" y="4487350"/>
              <a:ext cx="779600" cy="777975"/>
            </a:xfrm>
            <a:custGeom>
              <a:rect b="b" l="l" r="r" t="t"/>
              <a:pathLst>
                <a:path extrusionOk="0" h="31119" w="31184">
                  <a:moveTo>
                    <a:pt x="15547" y="10"/>
                  </a:moveTo>
                  <a:cubicBezTo>
                    <a:pt x="17572" y="12"/>
                    <a:pt x="19576" y="402"/>
                    <a:pt x="21453" y="1164"/>
                  </a:cubicBezTo>
                  <a:cubicBezTo>
                    <a:pt x="23714" y="2090"/>
                    <a:pt x="25723" y="3535"/>
                    <a:pt x="27318" y="5385"/>
                  </a:cubicBezTo>
                  <a:cubicBezTo>
                    <a:pt x="28106" y="6295"/>
                    <a:pt x="28784" y="7294"/>
                    <a:pt x="29343" y="8359"/>
                  </a:cubicBezTo>
                  <a:cubicBezTo>
                    <a:pt x="29706" y="9049"/>
                    <a:pt x="30015" y="9767"/>
                    <a:pt x="30271" y="10506"/>
                  </a:cubicBezTo>
                  <a:cubicBezTo>
                    <a:pt x="30442" y="11000"/>
                    <a:pt x="30588" y="11511"/>
                    <a:pt x="30710" y="12023"/>
                  </a:cubicBezTo>
                  <a:cubicBezTo>
                    <a:pt x="31043" y="13448"/>
                    <a:pt x="31170" y="14914"/>
                    <a:pt x="31091" y="16378"/>
                  </a:cubicBezTo>
                  <a:cubicBezTo>
                    <a:pt x="31066" y="16854"/>
                    <a:pt x="31019" y="17329"/>
                    <a:pt x="30950" y="17796"/>
                  </a:cubicBezTo>
                  <a:cubicBezTo>
                    <a:pt x="30562" y="20476"/>
                    <a:pt x="29479" y="23012"/>
                    <a:pt x="27810" y="25143"/>
                  </a:cubicBezTo>
                  <a:cubicBezTo>
                    <a:pt x="24866" y="28904"/>
                    <a:pt x="20357" y="31102"/>
                    <a:pt x="15584" y="31107"/>
                  </a:cubicBezTo>
                  <a:cubicBezTo>
                    <a:pt x="13640" y="31105"/>
                    <a:pt x="11712" y="30745"/>
                    <a:pt x="9902" y="30040"/>
                  </a:cubicBezTo>
                  <a:cubicBezTo>
                    <a:pt x="7773" y="29209"/>
                    <a:pt x="5856" y="27918"/>
                    <a:pt x="4286" y="26258"/>
                  </a:cubicBezTo>
                  <a:cubicBezTo>
                    <a:pt x="3513" y="25443"/>
                    <a:pt x="2831" y="24545"/>
                    <a:pt x="2250" y="23584"/>
                  </a:cubicBezTo>
                  <a:cubicBezTo>
                    <a:pt x="1492" y="22331"/>
                    <a:pt x="915" y="20977"/>
                    <a:pt x="539" y="19562"/>
                  </a:cubicBezTo>
                  <a:cubicBezTo>
                    <a:pt x="407" y="19070"/>
                    <a:pt x="299" y="18551"/>
                    <a:pt x="211" y="18017"/>
                  </a:cubicBezTo>
                  <a:cubicBezTo>
                    <a:pt x="86" y="17246"/>
                    <a:pt x="21" y="16468"/>
                    <a:pt x="17" y="15690"/>
                  </a:cubicBezTo>
                  <a:cubicBezTo>
                    <a:pt x="10" y="14898"/>
                    <a:pt x="65" y="14106"/>
                    <a:pt x="181" y="13323"/>
                  </a:cubicBezTo>
                  <a:cubicBezTo>
                    <a:pt x="296" y="12506"/>
                    <a:pt x="481" y="11702"/>
                    <a:pt x="728" y="10915"/>
                  </a:cubicBezTo>
                  <a:cubicBezTo>
                    <a:pt x="2755" y="4434"/>
                    <a:pt x="8756" y="16"/>
                    <a:pt x="15549" y="12"/>
                  </a:cubicBezTo>
                  <a:lnTo>
                    <a:pt x="15547" y="10"/>
                  </a:lnTo>
                  <a:close/>
                  <a:moveTo>
                    <a:pt x="15549" y="0"/>
                  </a:moveTo>
                  <a:cubicBezTo>
                    <a:pt x="8761" y="0"/>
                    <a:pt x="2732" y="4445"/>
                    <a:pt x="716" y="10913"/>
                  </a:cubicBezTo>
                  <a:cubicBezTo>
                    <a:pt x="469" y="11700"/>
                    <a:pt x="287" y="12503"/>
                    <a:pt x="169" y="13321"/>
                  </a:cubicBezTo>
                  <a:cubicBezTo>
                    <a:pt x="54" y="14106"/>
                    <a:pt x="1" y="14898"/>
                    <a:pt x="5" y="15690"/>
                  </a:cubicBezTo>
                  <a:cubicBezTo>
                    <a:pt x="10" y="16470"/>
                    <a:pt x="75" y="17248"/>
                    <a:pt x="199" y="18017"/>
                  </a:cubicBezTo>
                  <a:cubicBezTo>
                    <a:pt x="282" y="18539"/>
                    <a:pt x="393" y="19054"/>
                    <a:pt x="527" y="19564"/>
                  </a:cubicBezTo>
                  <a:cubicBezTo>
                    <a:pt x="906" y="20980"/>
                    <a:pt x="1483" y="22335"/>
                    <a:pt x="2240" y="23589"/>
                  </a:cubicBezTo>
                  <a:cubicBezTo>
                    <a:pt x="4563" y="27440"/>
                    <a:pt x="8530" y="30257"/>
                    <a:pt x="13326" y="30955"/>
                  </a:cubicBezTo>
                  <a:cubicBezTo>
                    <a:pt x="14074" y="31063"/>
                    <a:pt x="14829" y="31116"/>
                    <a:pt x="15584" y="31119"/>
                  </a:cubicBezTo>
                  <a:cubicBezTo>
                    <a:pt x="22077" y="31119"/>
                    <a:pt x="27875" y="27052"/>
                    <a:pt x="30131" y="21040"/>
                  </a:cubicBezTo>
                  <a:cubicBezTo>
                    <a:pt x="30525" y="19994"/>
                    <a:pt x="30805" y="18906"/>
                    <a:pt x="30964" y="17798"/>
                  </a:cubicBezTo>
                  <a:cubicBezTo>
                    <a:pt x="31033" y="17322"/>
                    <a:pt x="31080" y="16849"/>
                    <a:pt x="31105" y="16378"/>
                  </a:cubicBezTo>
                  <a:cubicBezTo>
                    <a:pt x="31183" y="14914"/>
                    <a:pt x="31054" y="13448"/>
                    <a:pt x="30722" y="12021"/>
                  </a:cubicBezTo>
                  <a:cubicBezTo>
                    <a:pt x="30602" y="11506"/>
                    <a:pt x="30454" y="10996"/>
                    <a:pt x="30283" y="10502"/>
                  </a:cubicBezTo>
                  <a:cubicBezTo>
                    <a:pt x="30029" y="9765"/>
                    <a:pt x="29717" y="9047"/>
                    <a:pt x="29355" y="8354"/>
                  </a:cubicBezTo>
                  <a:cubicBezTo>
                    <a:pt x="27120" y="4083"/>
                    <a:pt x="22936" y="908"/>
                    <a:pt x="17803" y="164"/>
                  </a:cubicBezTo>
                  <a:cubicBezTo>
                    <a:pt x="17057" y="56"/>
                    <a:pt x="16304" y="0"/>
                    <a:pt x="1554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8"/>
            <p:cNvSpPr/>
            <p:nvPr/>
          </p:nvSpPr>
          <p:spPr>
            <a:xfrm>
              <a:off x="2861275" y="4546975"/>
              <a:ext cx="658650" cy="658675"/>
            </a:xfrm>
            <a:custGeom>
              <a:rect b="b" l="l" r="r" t="t"/>
              <a:pathLst>
                <a:path extrusionOk="0" fill="none" h="26347" w="26346">
                  <a:moveTo>
                    <a:pt x="22488" y="3859"/>
                  </a:moveTo>
                  <a:cubicBezTo>
                    <a:pt x="24958" y="6329"/>
                    <a:pt x="26346" y="9680"/>
                    <a:pt x="26346" y="13173"/>
                  </a:cubicBezTo>
                  <a:cubicBezTo>
                    <a:pt x="26346" y="16667"/>
                    <a:pt x="24958" y="20017"/>
                    <a:pt x="22488" y="22488"/>
                  </a:cubicBezTo>
                  <a:cubicBezTo>
                    <a:pt x="20017" y="24958"/>
                    <a:pt x="16667" y="26346"/>
                    <a:pt x="13173" y="26346"/>
                  </a:cubicBezTo>
                  <a:cubicBezTo>
                    <a:pt x="9680" y="26346"/>
                    <a:pt x="6329" y="24958"/>
                    <a:pt x="3859" y="22488"/>
                  </a:cubicBezTo>
                  <a:cubicBezTo>
                    <a:pt x="1388" y="20017"/>
                    <a:pt x="0" y="16667"/>
                    <a:pt x="0" y="13173"/>
                  </a:cubicBezTo>
                  <a:cubicBezTo>
                    <a:pt x="0" y="9680"/>
                    <a:pt x="1388" y="6329"/>
                    <a:pt x="3859" y="3859"/>
                  </a:cubicBezTo>
                  <a:cubicBezTo>
                    <a:pt x="6329" y="1388"/>
                    <a:pt x="9680" y="1"/>
                    <a:pt x="13173" y="1"/>
                  </a:cubicBezTo>
                  <a:cubicBezTo>
                    <a:pt x="16667" y="1"/>
                    <a:pt x="20017" y="1388"/>
                    <a:pt x="22488" y="3859"/>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8"/>
            <p:cNvSpPr/>
            <p:nvPr/>
          </p:nvSpPr>
          <p:spPr>
            <a:xfrm>
              <a:off x="2892850" y="4588600"/>
              <a:ext cx="595500" cy="575475"/>
            </a:xfrm>
            <a:custGeom>
              <a:rect b="b" l="l" r="r" t="t"/>
              <a:pathLst>
                <a:path extrusionOk="0" h="23019" w="23820">
                  <a:moveTo>
                    <a:pt x="11896" y="0"/>
                  </a:moveTo>
                  <a:cubicBezTo>
                    <a:pt x="5865" y="7"/>
                    <a:pt x="864" y="4669"/>
                    <a:pt x="432" y="10684"/>
                  </a:cubicBezTo>
                  <a:cubicBezTo>
                    <a:pt x="0" y="16701"/>
                    <a:pt x="4286" y="22028"/>
                    <a:pt x="10255" y="22896"/>
                  </a:cubicBezTo>
                  <a:cubicBezTo>
                    <a:pt x="10809" y="22977"/>
                    <a:pt x="11365" y="23019"/>
                    <a:pt x="11924" y="23019"/>
                  </a:cubicBezTo>
                  <a:cubicBezTo>
                    <a:pt x="17955" y="23009"/>
                    <a:pt x="22959" y="18348"/>
                    <a:pt x="23388" y="12333"/>
                  </a:cubicBezTo>
                  <a:cubicBezTo>
                    <a:pt x="23820" y="6315"/>
                    <a:pt x="19534" y="989"/>
                    <a:pt x="13566" y="120"/>
                  </a:cubicBezTo>
                  <a:cubicBezTo>
                    <a:pt x="13014" y="40"/>
                    <a:pt x="12455" y="0"/>
                    <a:pt x="11896"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8"/>
            <p:cNvSpPr/>
            <p:nvPr/>
          </p:nvSpPr>
          <p:spPr>
            <a:xfrm>
              <a:off x="2882925" y="4588425"/>
              <a:ext cx="615425" cy="575775"/>
            </a:xfrm>
            <a:custGeom>
              <a:rect b="b" l="l" r="r" t="t"/>
              <a:pathLst>
                <a:path extrusionOk="0" h="23031" w="24617">
                  <a:moveTo>
                    <a:pt x="12293" y="10"/>
                  </a:moveTo>
                  <a:lnTo>
                    <a:pt x="12293" y="12"/>
                  </a:lnTo>
                  <a:cubicBezTo>
                    <a:pt x="12852" y="12"/>
                    <a:pt x="13409" y="53"/>
                    <a:pt x="13963" y="132"/>
                  </a:cubicBezTo>
                  <a:cubicBezTo>
                    <a:pt x="19927" y="1000"/>
                    <a:pt x="24210" y="6327"/>
                    <a:pt x="23780" y="12340"/>
                  </a:cubicBezTo>
                  <a:cubicBezTo>
                    <a:pt x="23349" y="18350"/>
                    <a:pt x="18350" y="23012"/>
                    <a:pt x="12321" y="23019"/>
                  </a:cubicBezTo>
                  <a:cubicBezTo>
                    <a:pt x="11765" y="23019"/>
                    <a:pt x="11206" y="22979"/>
                    <a:pt x="10654" y="22899"/>
                  </a:cubicBezTo>
                  <a:cubicBezTo>
                    <a:pt x="4685" y="22033"/>
                    <a:pt x="397" y="16706"/>
                    <a:pt x="829" y="10691"/>
                  </a:cubicBezTo>
                  <a:cubicBezTo>
                    <a:pt x="1261" y="4676"/>
                    <a:pt x="6262" y="17"/>
                    <a:pt x="12293" y="10"/>
                  </a:cubicBezTo>
                  <a:close/>
                  <a:moveTo>
                    <a:pt x="12293" y="0"/>
                  </a:moveTo>
                  <a:cubicBezTo>
                    <a:pt x="6669" y="0"/>
                    <a:pt x="1746" y="4127"/>
                    <a:pt x="915" y="9857"/>
                  </a:cubicBezTo>
                  <a:cubicBezTo>
                    <a:pt x="0" y="16149"/>
                    <a:pt x="4360" y="21993"/>
                    <a:pt x="10652" y="22908"/>
                  </a:cubicBezTo>
                  <a:cubicBezTo>
                    <a:pt x="11203" y="22989"/>
                    <a:pt x="11762" y="23028"/>
                    <a:pt x="12321" y="23030"/>
                  </a:cubicBezTo>
                  <a:cubicBezTo>
                    <a:pt x="17948" y="23030"/>
                    <a:pt x="22868" y="18902"/>
                    <a:pt x="23702" y="13171"/>
                  </a:cubicBezTo>
                  <a:cubicBezTo>
                    <a:pt x="24616" y="6879"/>
                    <a:pt x="20257" y="1035"/>
                    <a:pt x="13965" y="120"/>
                  </a:cubicBezTo>
                  <a:cubicBezTo>
                    <a:pt x="13411" y="40"/>
                    <a:pt x="12852" y="0"/>
                    <a:pt x="1229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8"/>
            <p:cNvSpPr/>
            <p:nvPr/>
          </p:nvSpPr>
          <p:spPr>
            <a:xfrm>
              <a:off x="2814700" y="4787800"/>
              <a:ext cx="766375" cy="289275"/>
            </a:xfrm>
            <a:custGeom>
              <a:rect b="b" l="l" r="r" t="t"/>
              <a:pathLst>
                <a:path extrusionOk="0" h="11571" w="30655">
                  <a:moveTo>
                    <a:pt x="30192" y="1"/>
                  </a:moveTo>
                  <a:lnTo>
                    <a:pt x="0" y="7546"/>
                  </a:lnTo>
                  <a:cubicBezTo>
                    <a:pt x="379" y="8962"/>
                    <a:pt x="956" y="10317"/>
                    <a:pt x="1713" y="11571"/>
                  </a:cubicBezTo>
                  <a:lnTo>
                    <a:pt x="30573" y="4360"/>
                  </a:lnTo>
                  <a:cubicBezTo>
                    <a:pt x="30654" y="2896"/>
                    <a:pt x="30525" y="1428"/>
                    <a:pt x="30192"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8"/>
            <p:cNvSpPr/>
            <p:nvPr/>
          </p:nvSpPr>
          <p:spPr>
            <a:xfrm>
              <a:off x="2801650" y="4696250"/>
              <a:ext cx="756850" cy="241550"/>
            </a:xfrm>
            <a:custGeom>
              <a:rect b="b" l="l" r="r" t="t"/>
              <a:pathLst>
                <a:path extrusionOk="0" h="9662" w="30274">
                  <a:moveTo>
                    <a:pt x="29347" y="1"/>
                  </a:moveTo>
                  <a:lnTo>
                    <a:pt x="0" y="7334"/>
                  </a:lnTo>
                  <a:cubicBezTo>
                    <a:pt x="5" y="8112"/>
                    <a:pt x="70" y="8890"/>
                    <a:pt x="194" y="9661"/>
                  </a:cubicBezTo>
                  <a:lnTo>
                    <a:pt x="30273" y="2143"/>
                  </a:lnTo>
                  <a:cubicBezTo>
                    <a:pt x="30019" y="1407"/>
                    <a:pt x="29710" y="691"/>
                    <a:pt x="293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8"/>
            <p:cNvSpPr/>
            <p:nvPr/>
          </p:nvSpPr>
          <p:spPr>
            <a:xfrm>
              <a:off x="2777975" y="4760150"/>
              <a:ext cx="776700" cy="562025"/>
            </a:xfrm>
            <a:custGeom>
              <a:rect b="b" l="l" r="r" t="t"/>
              <a:pathLst>
                <a:path extrusionOk="0" h="22481" w="31068">
                  <a:moveTo>
                    <a:pt x="1658" y="1"/>
                  </a:moveTo>
                  <a:lnTo>
                    <a:pt x="1658" y="1"/>
                  </a:lnTo>
                  <a:cubicBezTo>
                    <a:pt x="562" y="2201"/>
                    <a:pt x="1" y="4628"/>
                    <a:pt x="17" y="7087"/>
                  </a:cubicBezTo>
                  <a:cubicBezTo>
                    <a:pt x="21" y="7867"/>
                    <a:pt x="88" y="8645"/>
                    <a:pt x="213" y="9417"/>
                  </a:cubicBezTo>
                  <a:cubicBezTo>
                    <a:pt x="296" y="9936"/>
                    <a:pt x="405" y="10453"/>
                    <a:pt x="541" y="10961"/>
                  </a:cubicBezTo>
                  <a:cubicBezTo>
                    <a:pt x="917" y="12379"/>
                    <a:pt x="1495" y="13732"/>
                    <a:pt x="2252" y="14988"/>
                  </a:cubicBezTo>
                  <a:cubicBezTo>
                    <a:pt x="4577" y="18837"/>
                    <a:pt x="8542" y="21654"/>
                    <a:pt x="13340" y="22352"/>
                  </a:cubicBezTo>
                  <a:cubicBezTo>
                    <a:pt x="13938" y="22439"/>
                    <a:pt x="14538" y="22481"/>
                    <a:pt x="15137" y="22481"/>
                  </a:cubicBezTo>
                  <a:cubicBezTo>
                    <a:pt x="22061" y="22481"/>
                    <a:pt x="28760" y="16846"/>
                    <a:pt x="31068" y="10128"/>
                  </a:cubicBezTo>
                  <a:lnTo>
                    <a:pt x="31068" y="10128"/>
                  </a:lnTo>
                  <a:cubicBezTo>
                    <a:pt x="28814" y="16140"/>
                    <a:pt x="23015" y="20206"/>
                    <a:pt x="16520" y="20206"/>
                  </a:cubicBezTo>
                  <a:cubicBezTo>
                    <a:pt x="15776" y="20206"/>
                    <a:pt x="15023" y="20152"/>
                    <a:pt x="14265" y="20043"/>
                  </a:cubicBezTo>
                  <a:cubicBezTo>
                    <a:pt x="9470" y="19345"/>
                    <a:pt x="5503" y="16528"/>
                    <a:pt x="3180" y="12677"/>
                  </a:cubicBezTo>
                  <a:cubicBezTo>
                    <a:pt x="2423" y="11423"/>
                    <a:pt x="1845" y="10068"/>
                    <a:pt x="1467" y="8652"/>
                  </a:cubicBezTo>
                  <a:cubicBezTo>
                    <a:pt x="1333" y="8142"/>
                    <a:pt x="1224" y="7627"/>
                    <a:pt x="1141" y="7105"/>
                  </a:cubicBezTo>
                  <a:cubicBezTo>
                    <a:pt x="1017" y="6336"/>
                    <a:pt x="950" y="5558"/>
                    <a:pt x="945" y="4778"/>
                  </a:cubicBezTo>
                  <a:cubicBezTo>
                    <a:pt x="940" y="3984"/>
                    <a:pt x="993" y="3192"/>
                    <a:pt x="1109" y="2409"/>
                  </a:cubicBezTo>
                  <a:cubicBezTo>
                    <a:pt x="1227" y="1591"/>
                    <a:pt x="1409" y="786"/>
                    <a:pt x="1658"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 name="Google Shape;1196;p38"/>
          <p:cNvGrpSpPr/>
          <p:nvPr/>
        </p:nvGrpSpPr>
        <p:grpSpPr>
          <a:xfrm rot="-5035946">
            <a:off x="508635" y="1100058"/>
            <a:ext cx="529773" cy="397395"/>
            <a:chOff x="2787100" y="3506250"/>
            <a:chExt cx="854925" cy="641300"/>
          </a:xfrm>
        </p:grpSpPr>
        <p:sp>
          <p:nvSpPr>
            <p:cNvPr id="1197" name="Google Shape;1197;p38"/>
            <p:cNvSpPr/>
            <p:nvPr/>
          </p:nvSpPr>
          <p:spPr>
            <a:xfrm>
              <a:off x="2787100" y="3512900"/>
              <a:ext cx="842975" cy="634650"/>
            </a:xfrm>
            <a:custGeom>
              <a:rect b="b" l="l" r="r" t="t"/>
              <a:pathLst>
                <a:path extrusionOk="0" h="25386" w="33719">
                  <a:moveTo>
                    <a:pt x="3124" y="1"/>
                  </a:moveTo>
                  <a:cubicBezTo>
                    <a:pt x="2995" y="1"/>
                    <a:pt x="2867" y="8"/>
                    <a:pt x="2741" y="23"/>
                  </a:cubicBezTo>
                  <a:lnTo>
                    <a:pt x="2478" y="397"/>
                  </a:lnTo>
                  <a:lnTo>
                    <a:pt x="818" y="2755"/>
                  </a:lnTo>
                  <a:cubicBezTo>
                    <a:pt x="169" y="3736"/>
                    <a:pt x="0" y="4937"/>
                    <a:pt x="432" y="5807"/>
                  </a:cubicBezTo>
                  <a:cubicBezTo>
                    <a:pt x="892" y="6726"/>
                    <a:pt x="1557" y="7680"/>
                    <a:pt x="2393" y="8657"/>
                  </a:cubicBezTo>
                  <a:cubicBezTo>
                    <a:pt x="3231" y="9645"/>
                    <a:pt x="4240" y="10656"/>
                    <a:pt x="5366" y="11668"/>
                  </a:cubicBezTo>
                  <a:lnTo>
                    <a:pt x="5371" y="11670"/>
                  </a:lnTo>
                  <a:cubicBezTo>
                    <a:pt x="6110" y="12333"/>
                    <a:pt x="6897" y="12993"/>
                    <a:pt x="7722" y="13656"/>
                  </a:cubicBezTo>
                  <a:cubicBezTo>
                    <a:pt x="9571" y="15124"/>
                    <a:pt x="11605" y="16574"/>
                    <a:pt x="13660" y="17932"/>
                  </a:cubicBezTo>
                  <a:cubicBezTo>
                    <a:pt x="14138" y="18246"/>
                    <a:pt x="14612" y="18560"/>
                    <a:pt x="15085" y="18865"/>
                  </a:cubicBezTo>
                  <a:lnTo>
                    <a:pt x="15087" y="18867"/>
                  </a:lnTo>
                  <a:cubicBezTo>
                    <a:pt x="19982" y="22040"/>
                    <a:pt x="24748" y="24785"/>
                    <a:pt x="28475" y="25360"/>
                  </a:cubicBezTo>
                  <a:cubicBezTo>
                    <a:pt x="28587" y="25377"/>
                    <a:pt x="28701" y="25385"/>
                    <a:pt x="28818" y="25385"/>
                  </a:cubicBezTo>
                  <a:cubicBezTo>
                    <a:pt x="29844" y="25385"/>
                    <a:pt x="31001" y="24740"/>
                    <a:pt x="31680" y="23714"/>
                  </a:cubicBezTo>
                  <a:lnTo>
                    <a:pt x="33718" y="20626"/>
                  </a:lnTo>
                  <a:cubicBezTo>
                    <a:pt x="32442" y="19537"/>
                    <a:pt x="30200" y="17895"/>
                    <a:pt x="27350" y="15914"/>
                  </a:cubicBezTo>
                  <a:cubicBezTo>
                    <a:pt x="25127" y="14371"/>
                    <a:pt x="22529" y="12624"/>
                    <a:pt x="19724" y="10765"/>
                  </a:cubicBezTo>
                  <a:lnTo>
                    <a:pt x="18971" y="10268"/>
                  </a:lnTo>
                  <a:cubicBezTo>
                    <a:pt x="18269" y="9804"/>
                    <a:pt x="17590" y="9342"/>
                    <a:pt x="16939" y="8885"/>
                  </a:cubicBezTo>
                  <a:lnTo>
                    <a:pt x="16934" y="8883"/>
                  </a:lnTo>
                  <a:cubicBezTo>
                    <a:pt x="15565" y="7913"/>
                    <a:pt x="14305" y="6966"/>
                    <a:pt x="13134" y="6073"/>
                  </a:cubicBezTo>
                  <a:cubicBezTo>
                    <a:pt x="8674" y="2661"/>
                    <a:pt x="5567" y="1"/>
                    <a:pt x="3124"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8"/>
            <p:cNvSpPr/>
            <p:nvPr/>
          </p:nvSpPr>
          <p:spPr>
            <a:xfrm>
              <a:off x="2847300" y="3506425"/>
              <a:ext cx="788375" cy="532075"/>
            </a:xfrm>
            <a:custGeom>
              <a:rect b="b" l="l" r="r" t="t"/>
              <a:pathLst>
                <a:path extrusionOk="0" h="21283" w="31535">
                  <a:moveTo>
                    <a:pt x="1194" y="1"/>
                  </a:moveTo>
                  <a:cubicBezTo>
                    <a:pt x="680" y="1"/>
                    <a:pt x="338" y="125"/>
                    <a:pt x="174" y="372"/>
                  </a:cubicBezTo>
                  <a:cubicBezTo>
                    <a:pt x="118" y="458"/>
                    <a:pt x="84" y="555"/>
                    <a:pt x="75" y="656"/>
                  </a:cubicBezTo>
                  <a:cubicBezTo>
                    <a:pt x="1" y="1224"/>
                    <a:pt x="502" y="2157"/>
                    <a:pt x="1527" y="3360"/>
                  </a:cubicBezTo>
                  <a:cubicBezTo>
                    <a:pt x="2527" y="4536"/>
                    <a:pt x="4025" y="5967"/>
                    <a:pt x="5861" y="7500"/>
                  </a:cubicBezTo>
                  <a:cubicBezTo>
                    <a:pt x="6962" y="8424"/>
                    <a:pt x="8184" y="9382"/>
                    <a:pt x="9491" y="10350"/>
                  </a:cubicBezTo>
                  <a:cubicBezTo>
                    <a:pt x="10333" y="10973"/>
                    <a:pt x="11234" y="11615"/>
                    <a:pt x="12167" y="12259"/>
                  </a:cubicBezTo>
                  <a:cubicBezTo>
                    <a:pt x="12679" y="12615"/>
                    <a:pt x="13227" y="12984"/>
                    <a:pt x="13889" y="13423"/>
                  </a:cubicBezTo>
                  <a:cubicBezTo>
                    <a:pt x="16041" y="14843"/>
                    <a:pt x="18184" y="16145"/>
                    <a:pt x="20257" y="17293"/>
                  </a:cubicBezTo>
                  <a:cubicBezTo>
                    <a:pt x="22474" y="18521"/>
                    <a:pt x="24557" y="19535"/>
                    <a:pt x="26281" y="20225"/>
                  </a:cubicBezTo>
                  <a:cubicBezTo>
                    <a:pt x="28015" y="20917"/>
                    <a:pt x="29393" y="21282"/>
                    <a:pt x="30263" y="21283"/>
                  </a:cubicBezTo>
                  <a:lnTo>
                    <a:pt x="30263" y="21283"/>
                  </a:lnTo>
                  <a:cubicBezTo>
                    <a:pt x="30775" y="21282"/>
                    <a:pt x="31119" y="21158"/>
                    <a:pt x="31280" y="20913"/>
                  </a:cubicBezTo>
                  <a:lnTo>
                    <a:pt x="31301" y="20881"/>
                  </a:lnTo>
                  <a:cubicBezTo>
                    <a:pt x="31534" y="20477"/>
                    <a:pt x="31315" y="19793"/>
                    <a:pt x="30650" y="18847"/>
                  </a:cubicBezTo>
                  <a:cubicBezTo>
                    <a:pt x="30008" y="17932"/>
                    <a:pt x="28981" y="16817"/>
                    <a:pt x="27600" y="15536"/>
                  </a:cubicBezTo>
                  <a:cubicBezTo>
                    <a:pt x="25776" y="13857"/>
                    <a:pt x="23465" y="12000"/>
                    <a:pt x="20911" y="10167"/>
                  </a:cubicBezTo>
                  <a:lnTo>
                    <a:pt x="20908" y="10165"/>
                  </a:lnTo>
                  <a:cubicBezTo>
                    <a:pt x="19925" y="9463"/>
                    <a:pt x="19029" y="8844"/>
                    <a:pt x="18170" y="8271"/>
                  </a:cubicBezTo>
                  <a:cubicBezTo>
                    <a:pt x="17971" y="8133"/>
                    <a:pt x="17764" y="7994"/>
                    <a:pt x="17560" y="7860"/>
                  </a:cubicBezTo>
                  <a:cubicBezTo>
                    <a:pt x="16404" y="7096"/>
                    <a:pt x="15180" y="6325"/>
                    <a:pt x="13924" y="5568"/>
                  </a:cubicBezTo>
                  <a:cubicBezTo>
                    <a:pt x="11132" y="3887"/>
                    <a:pt x="8470" y="2481"/>
                    <a:pt x="6221" y="1499"/>
                  </a:cubicBezTo>
                  <a:cubicBezTo>
                    <a:pt x="3979" y="520"/>
                    <a:pt x="2240" y="1"/>
                    <a:pt x="1194" y="1"/>
                  </a:cubicBezTo>
                  <a:close/>
                  <a:moveTo>
                    <a:pt x="30263" y="21283"/>
                  </a:moveTo>
                  <a:lnTo>
                    <a:pt x="30263" y="21283"/>
                  </a:lnTo>
                  <a:cubicBezTo>
                    <a:pt x="30263" y="21283"/>
                    <a:pt x="30263" y="21283"/>
                    <a:pt x="30262" y="21283"/>
                  </a:cubicBezTo>
                  <a:lnTo>
                    <a:pt x="30264" y="21283"/>
                  </a:lnTo>
                  <a:cubicBezTo>
                    <a:pt x="30264" y="21283"/>
                    <a:pt x="30264" y="21283"/>
                    <a:pt x="30263" y="21283"/>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8"/>
            <p:cNvSpPr/>
            <p:nvPr/>
          </p:nvSpPr>
          <p:spPr>
            <a:xfrm>
              <a:off x="2845175" y="3506250"/>
              <a:ext cx="796850" cy="532475"/>
            </a:xfrm>
            <a:custGeom>
              <a:rect b="b" l="l" r="r" t="t"/>
              <a:pathLst>
                <a:path extrusionOk="0" h="21299" w="31874">
                  <a:moveTo>
                    <a:pt x="1279" y="15"/>
                  </a:moveTo>
                  <a:cubicBezTo>
                    <a:pt x="2325" y="15"/>
                    <a:pt x="4064" y="534"/>
                    <a:pt x="6306" y="1513"/>
                  </a:cubicBezTo>
                  <a:cubicBezTo>
                    <a:pt x="8553" y="2494"/>
                    <a:pt x="11215" y="3901"/>
                    <a:pt x="14007" y="5579"/>
                  </a:cubicBezTo>
                  <a:cubicBezTo>
                    <a:pt x="15263" y="6339"/>
                    <a:pt x="16486" y="7110"/>
                    <a:pt x="17643" y="7874"/>
                  </a:cubicBezTo>
                  <a:cubicBezTo>
                    <a:pt x="17846" y="8008"/>
                    <a:pt x="18054" y="8145"/>
                    <a:pt x="18253" y="8283"/>
                  </a:cubicBezTo>
                  <a:cubicBezTo>
                    <a:pt x="19112" y="8856"/>
                    <a:pt x="20008" y="9477"/>
                    <a:pt x="20991" y="10176"/>
                  </a:cubicBezTo>
                  <a:lnTo>
                    <a:pt x="20993" y="10179"/>
                  </a:lnTo>
                  <a:cubicBezTo>
                    <a:pt x="23547" y="12014"/>
                    <a:pt x="25858" y="13871"/>
                    <a:pt x="27680" y="15547"/>
                  </a:cubicBezTo>
                  <a:cubicBezTo>
                    <a:pt x="29061" y="16829"/>
                    <a:pt x="30089" y="17944"/>
                    <a:pt x="30730" y="18858"/>
                  </a:cubicBezTo>
                  <a:cubicBezTo>
                    <a:pt x="31393" y="19800"/>
                    <a:pt x="31612" y="20481"/>
                    <a:pt x="31382" y="20883"/>
                  </a:cubicBezTo>
                  <a:lnTo>
                    <a:pt x="31361" y="20916"/>
                  </a:lnTo>
                  <a:cubicBezTo>
                    <a:pt x="31199" y="21158"/>
                    <a:pt x="30860" y="21283"/>
                    <a:pt x="30349" y="21283"/>
                  </a:cubicBezTo>
                  <a:cubicBezTo>
                    <a:pt x="29479" y="21283"/>
                    <a:pt x="28103" y="20916"/>
                    <a:pt x="26369" y="20223"/>
                  </a:cubicBezTo>
                  <a:cubicBezTo>
                    <a:pt x="24646" y="19535"/>
                    <a:pt x="22564" y="18521"/>
                    <a:pt x="20347" y="17293"/>
                  </a:cubicBezTo>
                  <a:cubicBezTo>
                    <a:pt x="18274" y="16145"/>
                    <a:pt x="16131" y="14843"/>
                    <a:pt x="13979" y="13423"/>
                  </a:cubicBezTo>
                  <a:cubicBezTo>
                    <a:pt x="13316" y="12984"/>
                    <a:pt x="12769" y="12615"/>
                    <a:pt x="12259" y="12259"/>
                  </a:cubicBezTo>
                  <a:cubicBezTo>
                    <a:pt x="11326" y="11615"/>
                    <a:pt x="10425" y="10973"/>
                    <a:pt x="9580" y="10350"/>
                  </a:cubicBezTo>
                  <a:cubicBezTo>
                    <a:pt x="8276" y="9382"/>
                    <a:pt x="7054" y="8424"/>
                    <a:pt x="5950" y="7500"/>
                  </a:cubicBezTo>
                  <a:cubicBezTo>
                    <a:pt x="4117" y="5967"/>
                    <a:pt x="2619" y="4536"/>
                    <a:pt x="1617" y="3360"/>
                  </a:cubicBezTo>
                  <a:cubicBezTo>
                    <a:pt x="596" y="2160"/>
                    <a:pt x="95" y="1229"/>
                    <a:pt x="169" y="663"/>
                  </a:cubicBezTo>
                  <a:cubicBezTo>
                    <a:pt x="178" y="564"/>
                    <a:pt x="210" y="467"/>
                    <a:pt x="266" y="384"/>
                  </a:cubicBezTo>
                  <a:cubicBezTo>
                    <a:pt x="427" y="139"/>
                    <a:pt x="769" y="15"/>
                    <a:pt x="1279" y="15"/>
                  </a:cubicBezTo>
                  <a:close/>
                  <a:moveTo>
                    <a:pt x="1279" y="1"/>
                  </a:moveTo>
                  <a:cubicBezTo>
                    <a:pt x="771" y="1"/>
                    <a:pt x="423" y="121"/>
                    <a:pt x="254" y="375"/>
                  </a:cubicBezTo>
                  <a:cubicBezTo>
                    <a:pt x="199" y="463"/>
                    <a:pt x="164" y="562"/>
                    <a:pt x="155" y="663"/>
                  </a:cubicBezTo>
                  <a:cubicBezTo>
                    <a:pt x="0" y="1836"/>
                    <a:pt x="2252" y="4429"/>
                    <a:pt x="5941" y="7514"/>
                  </a:cubicBezTo>
                  <a:cubicBezTo>
                    <a:pt x="7033" y="8429"/>
                    <a:pt x="8250" y="9387"/>
                    <a:pt x="9573" y="10363"/>
                  </a:cubicBezTo>
                  <a:cubicBezTo>
                    <a:pt x="10423" y="10992"/>
                    <a:pt x="11321" y="11633"/>
                    <a:pt x="12249" y="12273"/>
                  </a:cubicBezTo>
                  <a:cubicBezTo>
                    <a:pt x="12810" y="12663"/>
                    <a:pt x="13385" y="13051"/>
                    <a:pt x="13972" y="13437"/>
                  </a:cubicBezTo>
                  <a:cubicBezTo>
                    <a:pt x="16182" y="14894"/>
                    <a:pt x="18340" y="16201"/>
                    <a:pt x="20340" y="17307"/>
                  </a:cubicBezTo>
                  <a:cubicBezTo>
                    <a:pt x="24843" y="19803"/>
                    <a:pt x="28565" y="21299"/>
                    <a:pt x="30349" y="21299"/>
                  </a:cubicBezTo>
                  <a:cubicBezTo>
                    <a:pt x="30855" y="21299"/>
                    <a:pt x="31206" y="21179"/>
                    <a:pt x="31372" y="20925"/>
                  </a:cubicBezTo>
                  <a:lnTo>
                    <a:pt x="31393" y="20892"/>
                  </a:lnTo>
                  <a:cubicBezTo>
                    <a:pt x="31873" y="20061"/>
                    <a:pt x="30414" y="18064"/>
                    <a:pt x="27690" y="15540"/>
                  </a:cubicBezTo>
                  <a:cubicBezTo>
                    <a:pt x="25928" y="13915"/>
                    <a:pt x="23642" y="12065"/>
                    <a:pt x="21003" y="10170"/>
                  </a:cubicBezTo>
                  <a:lnTo>
                    <a:pt x="20998" y="10167"/>
                  </a:lnTo>
                  <a:cubicBezTo>
                    <a:pt x="20121" y="9541"/>
                    <a:pt x="19209" y="8907"/>
                    <a:pt x="18262" y="8274"/>
                  </a:cubicBezTo>
                  <a:cubicBezTo>
                    <a:pt x="18063" y="8135"/>
                    <a:pt x="17858" y="7999"/>
                    <a:pt x="17652" y="7863"/>
                  </a:cubicBezTo>
                  <a:cubicBezTo>
                    <a:pt x="16419" y="7050"/>
                    <a:pt x="15198" y="6283"/>
                    <a:pt x="14016" y="5568"/>
                  </a:cubicBezTo>
                  <a:cubicBezTo>
                    <a:pt x="8317" y="2141"/>
                    <a:pt x="3415" y="3"/>
                    <a:pt x="1282" y="3"/>
                  </a:cubicBezTo>
                  <a:lnTo>
                    <a:pt x="1279"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8"/>
            <p:cNvSpPr/>
            <p:nvPr/>
          </p:nvSpPr>
          <p:spPr>
            <a:xfrm>
              <a:off x="2981975" y="3601625"/>
              <a:ext cx="526600" cy="341800"/>
            </a:xfrm>
            <a:custGeom>
              <a:rect b="b" l="l" r="r" t="t"/>
              <a:pathLst>
                <a:path extrusionOk="0" h="13672" w="21064">
                  <a:moveTo>
                    <a:pt x="799" y="0"/>
                  </a:moveTo>
                  <a:cubicBezTo>
                    <a:pt x="559" y="0"/>
                    <a:pt x="393" y="69"/>
                    <a:pt x="303" y="206"/>
                  </a:cubicBezTo>
                  <a:cubicBezTo>
                    <a:pt x="1" y="663"/>
                    <a:pt x="790" y="1637"/>
                    <a:pt x="2718" y="3187"/>
                  </a:cubicBezTo>
                  <a:cubicBezTo>
                    <a:pt x="4270" y="4433"/>
                    <a:pt x="6516" y="6022"/>
                    <a:pt x="9786" y="8181"/>
                  </a:cubicBezTo>
                  <a:cubicBezTo>
                    <a:pt x="13896" y="10894"/>
                    <a:pt x="18313" y="13672"/>
                    <a:pt x="19872" y="13672"/>
                  </a:cubicBezTo>
                  <a:cubicBezTo>
                    <a:pt x="20119" y="13672"/>
                    <a:pt x="20290" y="13600"/>
                    <a:pt x="20382" y="13462"/>
                  </a:cubicBezTo>
                  <a:cubicBezTo>
                    <a:pt x="21063" y="12427"/>
                    <a:pt x="16023" y="8897"/>
                    <a:pt x="11001" y="5583"/>
                  </a:cubicBezTo>
                  <a:cubicBezTo>
                    <a:pt x="6821" y="2822"/>
                    <a:pt x="2342" y="0"/>
                    <a:pt x="799"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8"/>
            <p:cNvSpPr/>
            <p:nvPr/>
          </p:nvSpPr>
          <p:spPr>
            <a:xfrm>
              <a:off x="2973025" y="3601375"/>
              <a:ext cx="535025" cy="342175"/>
            </a:xfrm>
            <a:custGeom>
              <a:rect b="b" l="l" r="r" t="t"/>
              <a:pathLst>
                <a:path extrusionOk="0" h="13687" w="21401">
                  <a:moveTo>
                    <a:pt x="1157" y="15"/>
                  </a:moveTo>
                  <a:lnTo>
                    <a:pt x="1157" y="17"/>
                  </a:lnTo>
                  <a:cubicBezTo>
                    <a:pt x="1834" y="17"/>
                    <a:pt x="3095" y="544"/>
                    <a:pt x="5013" y="1629"/>
                  </a:cubicBezTo>
                  <a:cubicBezTo>
                    <a:pt x="6577" y="2511"/>
                    <a:pt x="8592" y="3774"/>
                    <a:pt x="11356" y="5598"/>
                  </a:cubicBezTo>
                  <a:cubicBezTo>
                    <a:pt x="14635" y="7764"/>
                    <a:pt x="16865" y="9334"/>
                    <a:pt x="18371" y="10541"/>
                  </a:cubicBezTo>
                  <a:cubicBezTo>
                    <a:pt x="19274" y="11267"/>
                    <a:pt x="19929" y="11874"/>
                    <a:pt x="20324" y="12347"/>
                  </a:cubicBezTo>
                  <a:cubicBezTo>
                    <a:pt x="20749" y="12857"/>
                    <a:pt x="20885" y="13234"/>
                    <a:pt x="20733" y="13467"/>
                  </a:cubicBezTo>
                  <a:cubicBezTo>
                    <a:pt x="20641" y="13603"/>
                    <a:pt x="20472" y="13672"/>
                    <a:pt x="20230" y="13672"/>
                  </a:cubicBezTo>
                  <a:cubicBezTo>
                    <a:pt x="19553" y="13672"/>
                    <a:pt x="18311" y="13160"/>
                    <a:pt x="16427" y="12102"/>
                  </a:cubicBezTo>
                  <a:cubicBezTo>
                    <a:pt x="14861" y="11225"/>
                    <a:pt x="12866" y="9980"/>
                    <a:pt x="10149" y="8184"/>
                  </a:cubicBezTo>
                  <a:cubicBezTo>
                    <a:pt x="6879" y="6025"/>
                    <a:pt x="4632" y="4439"/>
                    <a:pt x="3081" y="3190"/>
                  </a:cubicBezTo>
                  <a:cubicBezTo>
                    <a:pt x="2164" y="2453"/>
                    <a:pt x="1495" y="1837"/>
                    <a:pt x="1093" y="1352"/>
                  </a:cubicBezTo>
                  <a:cubicBezTo>
                    <a:pt x="656" y="832"/>
                    <a:pt x="516" y="451"/>
                    <a:pt x="668" y="218"/>
                  </a:cubicBezTo>
                  <a:cubicBezTo>
                    <a:pt x="756" y="84"/>
                    <a:pt x="922" y="15"/>
                    <a:pt x="1157" y="15"/>
                  </a:cubicBezTo>
                  <a:close/>
                  <a:moveTo>
                    <a:pt x="1157" y="1"/>
                  </a:moveTo>
                  <a:cubicBezTo>
                    <a:pt x="920" y="1"/>
                    <a:pt x="749" y="68"/>
                    <a:pt x="656" y="209"/>
                  </a:cubicBezTo>
                  <a:cubicBezTo>
                    <a:pt x="1" y="1202"/>
                    <a:pt x="4593" y="4531"/>
                    <a:pt x="10139" y="8196"/>
                  </a:cubicBezTo>
                  <a:cubicBezTo>
                    <a:pt x="14882" y="11324"/>
                    <a:pt x="18784" y="13686"/>
                    <a:pt x="20230" y="13686"/>
                  </a:cubicBezTo>
                  <a:cubicBezTo>
                    <a:pt x="20474" y="13686"/>
                    <a:pt x="20650" y="13617"/>
                    <a:pt x="20744" y="13474"/>
                  </a:cubicBezTo>
                  <a:cubicBezTo>
                    <a:pt x="21400" y="12481"/>
                    <a:pt x="16909" y="9246"/>
                    <a:pt x="11363" y="5584"/>
                  </a:cubicBezTo>
                  <a:cubicBezTo>
                    <a:pt x="6602" y="2442"/>
                    <a:pt x="2610" y="1"/>
                    <a:pt x="116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8"/>
            <p:cNvSpPr/>
            <p:nvPr/>
          </p:nvSpPr>
          <p:spPr>
            <a:xfrm>
              <a:off x="2980125" y="3760350"/>
              <a:ext cx="557300" cy="224250"/>
            </a:xfrm>
            <a:custGeom>
              <a:rect b="b" l="l" r="r" t="t"/>
              <a:pathLst>
                <a:path extrusionOk="0" h="8970" w="22292">
                  <a:moveTo>
                    <a:pt x="15600" y="1"/>
                  </a:moveTo>
                  <a:lnTo>
                    <a:pt x="12003" y="867"/>
                  </a:lnTo>
                  <a:lnTo>
                    <a:pt x="6851" y="2109"/>
                  </a:lnTo>
                  <a:lnTo>
                    <a:pt x="1" y="3758"/>
                  </a:lnTo>
                  <a:cubicBezTo>
                    <a:pt x="1850" y="5226"/>
                    <a:pt x="3884" y="6676"/>
                    <a:pt x="5939" y="8034"/>
                  </a:cubicBezTo>
                  <a:cubicBezTo>
                    <a:pt x="6417" y="8348"/>
                    <a:pt x="6891" y="8662"/>
                    <a:pt x="7364" y="8967"/>
                  </a:cubicBezTo>
                  <a:lnTo>
                    <a:pt x="7366" y="8969"/>
                  </a:lnTo>
                  <a:lnTo>
                    <a:pt x="14942" y="7143"/>
                  </a:lnTo>
                  <a:lnTo>
                    <a:pt x="19627" y="6016"/>
                  </a:lnTo>
                  <a:lnTo>
                    <a:pt x="22292" y="5374"/>
                  </a:lnTo>
                  <a:cubicBezTo>
                    <a:pt x="20530" y="3748"/>
                    <a:pt x="18244" y="1901"/>
                    <a:pt x="15605" y="3"/>
                  </a:cubicBezTo>
                  <a:lnTo>
                    <a:pt x="1560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8"/>
            <p:cNvSpPr/>
            <p:nvPr/>
          </p:nvSpPr>
          <p:spPr>
            <a:xfrm>
              <a:off x="2846900" y="3645425"/>
              <a:ext cx="454825" cy="159225"/>
            </a:xfrm>
            <a:custGeom>
              <a:rect b="b" l="l" r="r" t="t"/>
              <a:pathLst>
                <a:path extrusionOk="0" h="6369" w="18193">
                  <a:moveTo>
                    <a:pt x="13947" y="1"/>
                  </a:moveTo>
                  <a:lnTo>
                    <a:pt x="10740" y="772"/>
                  </a:lnTo>
                  <a:lnTo>
                    <a:pt x="5872" y="1945"/>
                  </a:lnTo>
                  <a:lnTo>
                    <a:pt x="1" y="3356"/>
                  </a:lnTo>
                  <a:cubicBezTo>
                    <a:pt x="839" y="4342"/>
                    <a:pt x="1845" y="5355"/>
                    <a:pt x="2974" y="6367"/>
                  </a:cubicBezTo>
                  <a:lnTo>
                    <a:pt x="2977" y="6369"/>
                  </a:lnTo>
                  <a:lnTo>
                    <a:pt x="9504" y="4796"/>
                  </a:lnTo>
                  <a:lnTo>
                    <a:pt x="14542" y="3582"/>
                  </a:lnTo>
                  <a:lnTo>
                    <a:pt x="14545" y="3584"/>
                  </a:lnTo>
                  <a:lnTo>
                    <a:pt x="18193" y="2705"/>
                  </a:lnTo>
                  <a:cubicBezTo>
                    <a:pt x="17994" y="2566"/>
                    <a:pt x="17789" y="2430"/>
                    <a:pt x="17583" y="2296"/>
                  </a:cubicBezTo>
                  <a:cubicBezTo>
                    <a:pt x="16348" y="1481"/>
                    <a:pt x="15129" y="716"/>
                    <a:pt x="139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7" name="Shape 1207"/>
        <p:cNvGrpSpPr/>
        <p:nvPr/>
      </p:nvGrpSpPr>
      <p:grpSpPr>
        <a:xfrm>
          <a:off x="0" y="0"/>
          <a:ext cx="0" cy="0"/>
          <a:chOff x="0" y="0"/>
          <a:chExt cx="0" cy="0"/>
        </a:xfrm>
      </p:grpSpPr>
      <p:sp>
        <p:nvSpPr>
          <p:cNvPr id="1208" name="Google Shape;1208;p39"/>
          <p:cNvSpPr txBox="1"/>
          <p:nvPr>
            <p:ph type="title"/>
          </p:nvPr>
        </p:nvSpPr>
        <p:spPr>
          <a:xfrm>
            <a:off x="720000" y="588469"/>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DON’T HESITATE TO USE </a:t>
            </a:r>
            <a:r>
              <a:rPr lang="en">
                <a:solidFill>
                  <a:schemeClr val="accent3"/>
                </a:solidFill>
              </a:rPr>
              <a:t>TABLES</a:t>
            </a:r>
            <a:endParaRPr>
              <a:solidFill>
                <a:schemeClr val="accent3"/>
              </a:solidFill>
            </a:endParaRPr>
          </a:p>
        </p:txBody>
      </p:sp>
      <p:graphicFrame>
        <p:nvGraphicFramePr>
          <p:cNvPr id="1209" name="Google Shape;1209;p39"/>
          <p:cNvGraphicFramePr/>
          <p:nvPr/>
        </p:nvGraphicFramePr>
        <p:xfrm>
          <a:off x="720013" y="1449822"/>
          <a:ext cx="3000000" cy="3000000"/>
        </p:xfrm>
        <a:graphic>
          <a:graphicData uri="http://schemas.openxmlformats.org/drawingml/2006/table">
            <a:tbl>
              <a:tblPr>
                <a:noFill/>
                <a:tableStyleId>{4E6CCB74-BDBD-4918-B460-E7E3B2EF9BA2}</a:tableStyleId>
              </a:tblPr>
              <a:tblGrid>
                <a:gridCol w="1738650"/>
                <a:gridCol w="1553825"/>
                <a:gridCol w="3315425"/>
                <a:gridCol w="1096075"/>
              </a:tblGrid>
              <a:tr h="256100">
                <a:tc>
                  <a:txBody>
                    <a:bodyPr/>
                    <a:lstStyle/>
                    <a:p>
                      <a:pPr indent="0" lvl="0" marL="0" rtl="0" algn="ctr">
                        <a:spcBef>
                          <a:spcPts val="0"/>
                        </a:spcBef>
                        <a:spcAft>
                          <a:spcPts val="0"/>
                        </a:spcAft>
                        <a:buNone/>
                      </a:pPr>
                      <a:r>
                        <a:rPr lang="en" sz="2500">
                          <a:solidFill>
                            <a:schemeClr val="accent1"/>
                          </a:solidFill>
                          <a:latin typeface="Doppio One"/>
                          <a:ea typeface="Doppio One"/>
                          <a:cs typeface="Doppio One"/>
                          <a:sym typeface="Doppio One"/>
                        </a:rPr>
                        <a:t>NAME</a:t>
                      </a:r>
                      <a:endParaRPr sz="2500">
                        <a:solidFill>
                          <a:schemeClr val="accent1"/>
                        </a:solidFill>
                        <a:latin typeface="Doppio One"/>
                        <a:ea typeface="Doppio One"/>
                        <a:cs typeface="Doppio One"/>
                        <a:sym typeface="Doppi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accent1"/>
                          </a:solidFill>
                          <a:latin typeface="Doppio One"/>
                          <a:ea typeface="Doppio One"/>
                          <a:cs typeface="Doppio One"/>
                          <a:sym typeface="Doppio One"/>
                        </a:rPr>
                        <a:t>AMOUNT</a:t>
                      </a:r>
                      <a:endParaRPr sz="2500">
                        <a:solidFill>
                          <a:schemeClr val="accent1"/>
                        </a:solidFill>
                        <a:latin typeface="Doppio One"/>
                        <a:ea typeface="Doppio One"/>
                        <a:cs typeface="Doppio One"/>
                        <a:sym typeface="Doppi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accent3"/>
                      </a:solidFill>
                      <a:prstDash val="solid"/>
                      <a:round/>
                      <a:headEnd len="sm" w="sm" type="none"/>
                      <a:tailEnd len="sm" w="sm" type="none"/>
                    </a:lnB>
                  </a:tcPr>
                </a:tc>
                <a:tc gridSpan="2">
                  <a:txBody>
                    <a:bodyPr/>
                    <a:lstStyle/>
                    <a:p>
                      <a:pPr indent="0" lvl="0" marL="0" rtl="0" algn="ctr">
                        <a:spcBef>
                          <a:spcPts val="0"/>
                        </a:spcBef>
                        <a:spcAft>
                          <a:spcPts val="0"/>
                        </a:spcAft>
                        <a:buNone/>
                      </a:pPr>
                      <a:r>
                        <a:rPr lang="en" sz="2500">
                          <a:solidFill>
                            <a:schemeClr val="accent1"/>
                          </a:solidFill>
                          <a:latin typeface="Doppio One"/>
                          <a:ea typeface="Doppio One"/>
                          <a:cs typeface="Doppio One"/>
                          <a:sym typeface="Doppio One"/>
                        </a:rPr>
                        <a:t>DESCRIPTION</a:t>
                      </a:r>
                      <a:endParaRPr sz="2500">
                        <a:solidFill>
                          <a:schemeClr val="accent1"/>
                        </a:solidFill>
                        <a:latin typeface="Doppio One"/>
                        <a:ea typeface="Doppio One"/>
                        <a:cs typeface="Doppio One"/>
                        <a:sym typeface="Doppi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accent3"/>
                      </a:solidFill>
                      <a:prstDash val="solid"/>
                      <a:round/>
                      <a:headEnd len="sm" w="sm" type="none"/>
                      <a:tailEnd len="sm" w="sm" type="none"/>
                    </a:lnB>
                  </a:tcPr>
                </a:tc>
                <a:tc hMerge="1"/>
              </a:tr>
              <a:tr h="256100">
                <a:tc>
                  <a:txBody>
                    <a:bodyPr/>
                    <a:lstStyle/>
                    <a:p>
                      <a:pPr indent="0" lvl="0" marL="0" rtl="0" algn="ctr">
                        <a:spcBef>
                          <a:spcPts val="0"/>
                        </a:spcBef>
                        <a:spcAft>
                          <a:spcPts val="0"/>
                        </a:spcAft>
                        <a:buNone/>
                      </a:pPr>
                      <a:r>
                        <a:rPr lang="en" sz="2500">
                          <a:solidFill>
                            <a:schemeClr val="accent1"/>
                          </a:solidFill>
                          <a:latin typeface="Doppio One"/>
                          <a:ea typeface="Doppio One"/>
                          <a:cs typeface="Doppio One"/>
                          <a:sym typeface="Doppio One"/>
                        </a:rPr>
                        <a:t>VENUS</a:t>
                      </a:r>
                      <a:endParaRPr sz="2500">
                        <a:solidFill>
                          <a:schemeClr val="accent1"/>
                        </a:solidFill>
                        <a:latin typeface="Doppio One"/>
                        <a:ea typeface="Doppio One"/>
                        <a:cs typeface="Doppio One"/>
                        <a:sym typeface="Doppi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Cabin"/>
                          <a:ea typeface="Cabin"/>
                          <a:cs typeface="Cabin"/>
                          <a:sym typeface="Cabin"/>
                        </a:rPr>
                        <a:t>$59.99</a:t>
                      </a:r>
                      <a:endParaRPr>
                        <a:solidFill>
                          <a:schemeClr val="accent1"/>
                        </a:solidFill>
                        <a:latin typeface="Cabin"/>
                        <a:ea typeface="Cabin"/>
                        <a:cs typeface="Cabin"/>
                        <a:sym typeface="Cab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Cabin"/>
                          <a:ea typeface="Cabin"/>
                          <a:cs typeface="Cabin"/>
                          <a:sym typeface="Cabin"/>
                        </a:rPr>
                        <a:t>Venus has a beautiful name and it’s hot</a:t>
                      </a:r>
                      <a:endParaRPr>
                        <a:solidFill>
                          <a:schemeClr val="accent1"/>
                        </a:solidFill>
                        <a:latin typeface="Cabin"/>
                        <a:ea typeface="Cabin"/>
                        <a:cs typeface="Cabin"/>
                        <a:sym typeface="Cab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r>
              <a:tr h="256100">
                <a:tc>
                  <a:txBody>
                    <a:bodyPr/>
                    <a:lstStyle/>
                    <a:p>
                      <a:pPr indent="0" lvl="0" marL="0" rtl="0" algn="ctr">
                        <a:spcBef>
                          <a:spcPts val="0"/>
                        </a:spcBef>
                        <a:spcAft>
                          <a:spcPts val="0"/>
                        </a:spcAft>
                        <a:buNone/>
                      </a:pPr>
                      <a:r>
                        <a:rPr lang="en" sz="2500">
                          <a:solidFill>
                            <a:schemeClr val="accent1"/>
                          </a:solidFill>
                          <a:latin typeface="Doppio One"/>
                          <a:ea typeface="Doppio One"/>
                          <a:cs typeface="Doppio One"/>
                          <a:sym typeface="Doppio One"/>
                        </a:rPr>
                        <a:t>SATURN</a:t>
                      </a:r>
                      <a:endParaRPr sz="2500">
                        <a:solidFill>
                          <a:schemeClr val="accent1"/>
                        </a:solidFill>
                        <a:latin typeface="Doppio One"/>
                        <a:ea typeface="Doppio One"/>
                        <a:cs typeface="Doppio One"/>
                        <a:sym typeface="Doppi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Cabin"/>
                          <a:ea typeface="Cabin"/>
                          <a:cs typeface="Cabin"/>
                          <a:sym typeface="Cabin"/>
                        </a:rPr>
                        <a:t>$105</a:t>
                      </a:r>
                      <a:endParaRPr>
                        <a:solidFill>
                          <a:schemeClr val="accent1"/>
                        </a:solidFill>
                        <a:latin typeface="Cabin"/>
                        <a:ea typeface="Cabin"/>
                        <a:cs typeface="Cabin"/>
                        <a:sym typeface="Cab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Cabin"/>
                          <a:ea typeface="Cabin"/>
                          <a:cs typeface="Cabin"/>
                          <a:sym typeface="Cabin"/>
                        </a:rPr>
                        <a:t>Saturn is composed mainly of hydrogen</a:t>
                      </a:r>
                      <a:endParaRPr>
                        <a:solidFill>
                          <a:schemeClr val="accent1"/>
                        </a:solidFill>
                        <a:latin typeface="Cabin"/>
                        <a:ea typeface="Cabin"/>
                        <a:cs typeface="Cabin"/>
                        <a:sym typeface="Cab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r>
              <a:tr h="256100">
                <a:tc>
                  <a:txBody>
                    <a:bodyPr/>
                    <a:lstStyle/>
                    <a:p>
                      <a:pPr indent="0" lvl="0" marL="0" rtl="0" algn="ctr">
                        <a:spcBef>
                          <a:spcPts val="0"/>
                        </a:spcBef>
                        <a:spcAft>
                          <a:spcPts val="0"/>
                        </a:spcAft>
                        <a:buNone/>
                      </a:pPr>
                      <a:r>
                        <a:rPr lang="en" sz="2500">
                          <a:solidFill>
                            <a:schemeClr val="accent1"/>
                          </a:solidFill>
                          <a:latin typeface="Doppio One"/>
                          <a:ea typeface="Doppio One"/>
                          <a:cs typeface="Doppio One"/>
                          <a:sym typeface="Doppio One"/>
                        </a:rPr>
                        <a:t>JUPITER</a:t>
                      </a:r>
                      <a:endParaRPr sz="2500">
                        <a:solidFill>
                          <a:schemeClr val="accent1"/>
                        </a:solidFill>
                        <a:latin typeface="Doppio One"/>
                        <a:ea typeface="Doppio One"/>
                        <a:cs typeface="Doppio One"/>
                        <a:sym typeface="Doppi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Cabin"/>
                          <a:ea typeface="Cabin"/>
                          <a:cs typeface="Cabin"/>
                          <a:sym typeface="Cabin"/>
                        </a:rPr>
                        <a:t>$65.95</a:t>
                      </a:r>
                      <a:endParaRPr>
                        <a:solidFill>
                          <a:schemeClr val="accent1"/>
                        </a:solidFill>
                        <a:latin typeface="Cabin"/>
                        <a:ea typeface="Cabin"/>
                        <a:cs typeface="Cabin"/>
                        <a:sym typeface="Cab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Cabin"/>
                          <a:ea typeface="Cabin"/>
                          <a:cs typeface="Cabin"/>
                          <a:sym typeface="Cabin"/>
                        </a:rPr>
                        <a:t>Jupiter is the biggest planet of them all</a:t>
                      </a:r>
                      <a:endParaRPr>
                        <a:solidFill>
                          <a:schemeClr val="accent1"/>
                        </a:solidFill>
                        <a:latin typeface="Cabin"/>
                        <a:ea typeface="Cabin"/>
                        <a:cs typeface="Cabin"/>
                        <a:sym typeface="Cab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r>
              <a:tr h="256100">
                <a:tc>
                  <a:txBody>
                    <a:bodyPr/>
                    <a:lstStyle/>
                    <a:p>
                      <a:pPr indent="0" lvl="0" marL="0" rtl="0" algn="ctr">
                        <a:spcBef>
                          <a:spcPts val="0"/>
                        </a:spcBef>
                        <a:spcAft>
                          <a:spcPts val="0"/>
                        </a:spcAft>
                        <a:buNone/>
                      </a:pPr>
                      <a:r>
                        <a:rPr lang="en" sz="2500">
                          <a:solidFill>
                            <a:schemeClr val="accent1"/>
                          </a:solidFill>
                          <a:latin typeface="Doppio One"/>
                          <a:ea typeface="Doppio One"/>
                          <a:cs typeface="Doppio One"/>
                          <a:sym typeface="Doppio One"/>
                        </a:rPr>
                        <a:t>MARS</a:t>
                      </a:r>
                      <a:endParaRPr sz="2500">
                        <a:solidFill>
                          <a:schemeClr val="accent1"/>
                        </a:solidFill>
                        <a:latin typeface="Doppio One"/>
                        <a:ea typeface="Doppio One"/>
                        <a:cs typeface="Doppio One"/>
                        <a:sym typeface="Doppi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Cabin"/>
                          <a:ea typeface="Cabin"/>
                          <a:cs typeface="Cabin"/>
                          <a:sym typeface="Cabin"/>
                        </a:rPr>
                        <a:t>$89.99</a:t>
                      </a:r>
                      <a:endParaRPr>
                        <a:solidFill>
                          <a:schemeClr val="accent1"/>
                        </a:solidFill>
                        <a:latin typeface="Cabin"/>
                        <a:ea typeface="Cabin"/>
                        <a:cs typeface="Cabin"/>
                        <a:sym typeface="Cab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Cabin"/>
                          <a:ea typeface="Cabin"/>
                          <a:cs typeface="Cabin"/>
                          <a:sym typeface="Cabin"/>
                        </a:rPr>
                        <a:t>Mars is actually a very cold place</a:t>
                      </a:r>
                      <a:endParaRPr>
                        <a:solidFill>
                          <a:schemeClr val="accent1"/>
                        </a:solidFill>
                        <a:latin typeface="Cabin"/>
                        <a:ea typeface="Cabin"/>
                        <a:cs typeface="Cabin"/>
                        <a:sym typeface="Cab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rgbClr val="9E9E9E">
                          <a:alpha val="0"/>
                        </a:srgbClr>
                      </a:solidFill>
                      <a:prstDash val="solid"/>
                      <a:round/>
                      <a:headEnd len="sm" w="sm" type="none"/>
                      <a:tailEnd len="sm" w="sm" type="none"/>
                    </a:lnB>
                  </a:tcPr>
                </a:tc>
              </a:tr>
            </a:tbl>
          </a:graphicData>
        </a:graphic>
      </p:graphicFrame>
      <p:grpSp>
        <p:nvGrpSpPr>
          <p:cNvPr id="1210" name="Google Shape;1210;p39"/>
          <p:cNvGrpSpPr/>
          <p:nvPr/>
        </p:nvGrpSpPr>
        <p:grpSpPr>
          <a:xfrm>
            <a:off x="7821418" y="3839230"/>
            <a:ext cx="378686" cy="378616"/>
            <a:chOff x="2795800" y="4083100"/>
            <a:chExt cx="269700" cy="269650"/>
          </a:xfrm>
        </p:grpSpPr>
        <p:sp>
          <p:nvSpPr>
            <p:cNvPr id="1211" name="Google Shape;1211;p39"/>
            <p:cNvSpPr/>
            <p:nvPr/>
          </p:nvSpPr>
          <p:spPr>
            <a:xfrm>
              <a:off x="2795800" y="4083100"/>
              <a:ext cx="166725" cy="142850"/>
            </a:xfrm>
            <a:custGeom>
              <a:rect b="b" l="l" r="r" t="t"/>
              <a:pathLst>
                <a:path extrusionOk="0" h="5714" w="6669">
                  <a:moveTo>
                    <a:pt x="3191" y="665"/>
                  </a:moveTo>
                  <a:lnTo>
                    <a:pt x="3191" y="1355"/>
                  </a:lnTo>
                  <a:cubicBezTo>
                    <a:pt x="3548" y="1474"/>
                    <a:pt x="3810" y="1832"/>
                    <a:pt x="3810" y="2236"/>
                  </a:cubicBezTo>
                  <a:lnTo>
                    <a:pt x="3191" y="2236"/>
                  </a:lnTo>
                  <a:cubicBezTo>
                    <a:pt x="3191" y="2046"/>
                    <a:pt x="3032" y="1919"/>
                    <a:pt x="2870" y="1919"/>
                  </a:cubicBezTo>
                  <a:cubicBezTo>
                    <a:pt x="2789" y="1919"/>
                    <a:pt x="2707" y="1951"/>
                    <a:pt x="2643" y="2022"/>
                  </a:cubicBezTo>
                  <a:cubicBezTo>
                    <a:pt x="2453" y="2213"/>
                    <a:pt x="2572" y="2546"/>
                    <a:pt x="2858" y="2546"/>
                  </a:cubicBezTo>
                  <a:cubicBezTo>
                    <a:pt x="3929" y="2546"/>
                    <a:pt x="4191" y="4046"/>
                    <a:pt x="3191" y="4380"/>
                  </a:cubicBezTo>
                  <a:lnTo>
                    <a:pt x="3191" y="5070"/>
                  </a:lnTo>
                  <a:lnTo>
                    <a:pt x="2548" y="5070"/>
                  </a:lnTo>
                  <a:lnTo>
                    <a:pt x="2548" y="4380"/>
                  </a:lnTo>
                  <a:cubicBezTo>
                    <a:pt x="2167" y="4261"/>
                    <a:pt x="1905" y="3903"/>
                    <a:pt x="1929" y="3499"/>
                  </a:cubicBezTo>
                  <a:lnTo>
                    <a:pt x="2548" y="3499"/>
                  </a:lnTo>
                  <a:cubicBezTo>
                    <a:pt x="2548" y="3689"/>
                    <a:pt x="2696" y="3816"/>
                    <a:pt x="2859" y="3816"/>
                  </a:cubicBezTo>
                  <a:cubicBezTo>
                    <a:pt x="2940" y="3816"/>
                    <a:pt x="3024" y="3784"/>
                    <a:pt x="3096" y="3713"/>
                  </a:cubicBezTo>
                  <a:cubicBezTo>
                    <a:pt x="3286" y="3522"/>
                    <a:pt x="3144" y="3189"/>
                    <a:pt x="2858" y="3189"/>
                  </a:cubicBezTo>
                  <a:cubicBezTo>
                    <a:pt x="1810" y="3189"/>
                    <a:pt x="1548" y="1689"/>
                    <a:pt x="2548" y="1355"/>
                  </a:cubicBezTo>
                  <a:lnTo>
                    <a:pt x="2548" y="665"/>
                  </a:lnTo>
                  <a:close/>
                  <a:moveTo>
                    <a:pt x="2881" y="0"/>
                  </a:moveTo>
                  <a:cubicBezTo>
                    <a:pt x="1414" y="0"/>
                    <a:pt x="0" y="1143"/>
                    <a:pt x="0" y="2856"/>
                  </a:cubicBezTo>
                  <a:cubicBezTo>
                    <a:pt x="24" y="4427"/>
                    <a:pt x="1286" y="5713"/>
                    <a:pt x="2858" y="5713"/>
                  </a:cubicBezTo>
                  <a:cubicBezTo>
                    <a:pt x="5406" y="5689"/>
                    <a:pt x="6668" y="2617"/>
                    <a:pt x="4858" y="831"/>
                  </a:cubicBezTo>
                  <a:cubicBezTo>
                    <a:pt x="4284" y="257"/>
                    <a:pt x="3577" y="0"/>
                    <a:pt x="28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12" name="Google Shape;1212;p39"/>
            <p:cNvSpPr/>
            <p:nvPr/>
          </p:nvSpPr>
          <p:spPr>
            <a:xfrm>
              <a:off x="2830325" y="4238425"/>
              <a:ext cx="92300" cy="82175"/>
            </a:xfrm>
            <a:custGeom>
              <a:rect b="b" l="l" r="r" t="t"/>
              <a:pathLst>
                <a:path extrusionOk="0" h="3287" w="3692">
                  <a:moveTo>
                    <a:pt x="1477" y="0"/>
                  </a:moveTo>
                  <a:lnTo>
                    <a:pt x="0" y="1477"/>
                  </a:lnTo>
                  <a:lnTo>
                    <a:pt x="453" y="1929"/>
                  </a:lnTo>
                  <a:lnTo>
                    <a:pt x="1167" y="1191"/>
                  </a:lnTo>
                  <a:lnTo>
                    <a:pt x="1167" y="3287"/>
                  </a:lnTo>
                  <a:lnTo>
                    <a:pt x="3692" y="3287"/>
                  </a:lnTo>
                  <a:lnTo>
                    <a:pt x="3692" y="2644"/>
                  </a:lnTo>
                  <a:lnTo>
                    <a:pt x="1786" y="2644"/>
                  </a:lnTo>
                  <a:lnTo>
                    <a:pt x="1786" y="1215"/>
                  </a:lnTo>
                  <a:lnTo>
                    <a:pt x="2525" y="1929"/>
                  </a:lnTo>
                  <a:lnTo>
                    <a:pt x="2977" y="1477"/>
                  </a:lnTo>
                  <a:lnTo>
                    <a:pt x="14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13" name="Google Shape;1213;p39"/>
            <p:cNvSpPr/>
            <p:nvPr/>
          </p:nvSpPr>
          <p:spPr>
            <a:xfrm>
              <a:off x="2954750" y="4099100"/>
              <a:ext cx="92900" cy="82800"/>
            </a:xfrm>
            <a:custGeom>
              <a:rect b="b" l="l" r="r" t="t"/>
              <a:pathLst>
                <a:path extrusionOk="0" h="3312" w="3716">
                  <a:moveTo>
                    <a:pt x="0" y="1"/>
                  </a:moveTo>
                  <a:lnTo>
                    <a:pt x="0" y="644"/>
                  </a:lnTo>
                  <a:lnTo>
                    <a:pt x="1882" y="644"/>
                  </a:lnTo>
                  <a:lnTo>
                    <a:pt x="1882" y="2097"/>
                  </a:lnTo>
                  <a:lnTo>
                    <a:pt x="1191" y="1358"/>
                  </a:lnTo>
                  <a:lnTo>
                    <a:pt x="739" y="1811"/>
                  </a:lnTo>
                  <a:lnTo>
                    <a:pt x="2215" y="3311"/>
                  </a:lnTo>
                  <a:lnTo>
                    <a:pt x="3716" y="1811"/>
                  </a:lnTo>
                  <a:lnTo>
                    <a:pt x="3263" y="1358"/>
                  </a:lnTo>
                  <a:lnTo>
                    <a:pt x="2549" y="2097"/>
                  </a:lnTo>
                  <a:lnTo>
                    <a:pt x="25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14" name="Google Shape;1214;p39"/>
            <p:cNvSpPr/>
            <p:nvPr/>
          </p:nvSpPr>
          <p:spPr>
            <a:xfrm>
              <a:off x="2954750" y="4194375"/>
              <a:ext cx="110750" cy="110150"/>
            </a:xfrm>
            <a:custGeom>
              <a:rect b="b" l="l" r="r" t="t"/>
              <a:pathLst>
                <a:path extrusionOk="0" h="4406" w="4430">
                  <a:moveTo>
                    <a:pt x="2930" y="1643"/>
                  </a:moveTo>
                  <a:lnTo>
                    <a:pt x="3382" y="2096"/>
                  </a:lnTo>
                  <a:lnTo>
                    <a:pt x="2215" y="3263"/>
                  </a:lnTo>
                  <a:lnTo>
                    <a:pt x="1048" y="2096"/>
                  </a:lnTo>
                  <a:lnTo>
                    <a:pt x="1477" y="1643"/>
                  </a:lnTo>
                  <a:lnTo>
                    <a:pt x="2215" y="2382"/>
                  </a:lnTo>
                  <a:lnTo>
                    <a:pt x="2930" y="1643"/>
                  </a:lnTo>
                  <a:close/>
                  <a:moveTo>
                    <a:pt x="2215" y="0"/>
                  </a:moveTo>
                  <a:cubicBezTo>
                    <a:pt x="1001" y="0"/>
                    <a:pt x="0" y="977"/>
                    <a:pt x="0" y="2191"/>
                  </a:cubicBezTo>
                  <a:cubicBezTo>
                    <a:pt x="0" y="2882"/>
                    <a:pt x="334" y="3548"/>
                    <a:pt x="882" y="3953"/>
                  </a:cubicBezTo>
                  <a:cubicBezTo>
                    <a:pt x="1025" y="4072"/>
                    <a:pt x="1144" y="4239"/>
                    <a:pt x="1191" y="4406"/>
                  </a:cubicBezTo>
                  <a:lnTo>
                    <a:pt x="3215" y="4406"/>
                  </a:lnTo>
                  <a:cubicBezTo>
                    <a:pt x="3287" y="4239"/>
                    <a:pt x="3382" y="4072"/>
                    <a:pt x="3549" y="3953"/>
                  </a:cubicBezTo>
                  <a:cubicBezTo>
                    <a:pt x="4097" y="3548"/>
                    <a:pt x="4430" y="2882"/>
                    <a:pt x="4406" y="2191"/>
                  </a:cubicBezTo>
                  <a:cubicBezTo>
                    <a:pt x="4406" y="977"/>
                    <a:pt x="3430" y="0"/>
                    <a:pt x="22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15" name="Google Shape;1215;p39"/>
            <p:cNvSpPr/>
            <p:nvPr/>
          </p:nvSpPr>
          <p:spPr>
            <a:xfrm>
              <a:off x="2986300" y="4320575"/>
              <a:ext cx="47650" cy="32175"/>
            </a:xfrm>
            <a:custGeom>
              <a:rect b="b" l="l" r="r" t="t"/>
              <a:pathLst>
                <a:path extrusionOk="0" h="1287" w="1906">
                  <a:moveTo>
                    <a:pt x="1" y="1"/>
                  </a:moveTo>
                  <a:lnTo>
                    <a:pt x="1" y="1287"/>
                  </a:lnTo>
                  <a:lnTo>
                    <a:pt x="1906" y="1287"/>
                  </a:lnTo>
                  <a:lnTo>
                    <a:pt x="19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216" name="Google Shape;1216;p39"/>
          <p:cNvGrpSpPr/>
          <p:nvPr/>
        </p:nvGrpSpPr>
        <p:grpSpPr>
          <a:xfrm>
            <a:off x="7844392" y="3264936"/>
            <a:ext cx="332737" cy="377878"/>
            <a:chOff x="3965075" y="3650200"/>
            <a:chExt cx="236975" cy="269125"/>
          </a:xfrm>
        </p:grpSpPr>
        <p:sp>
          <p:nvSpPr>
            <p:cNvPr id="1217" name="Google Shape;1217;p39"/>
            <p:cNvSpPr/>
            <p:nvPr/>
          </p:nvSpPr>
          <p:spPr>
            <a:xfrm>
              <a:off x="3987700" y="3682350"/>
              <a:ext cx="65525" cy="110775"/>
            </a:xfrm>
            <a:custGeom>
              <a:rect b="b" l="l" r="r" t="t"/>
              <a:pathLst>
                <a:path extrusionOk="0" h="4431" w="2621">
                  <a:moveTo>
                    <a:pt x="1001" y="1"/>
                  </a:moveTo>
                  <a:lnTo>
                    <a:pt x="1001" y="691"/>
                  </a:lnTo>
                  <a:cubicBezTo>
                    <a:pt x="1" y="1049"/>
                    <a:pt x="263" y="2501"/>
                    <a:pt x="1310" y="2525"/>
                  </a:cubicBezTo>
                  <a:cubicBezTo>
                    <a:pt x="1739" y="2525"/>
                    <a:pt x="1739" y="3144"/>
                    <a:pt x="1310" y="3144"/>
                  </a:cubicBezTo>
                  <a:cubicBezTo>
                    <a:pt x="1144" y="3144"/>
                    <a:pt x="1001" y="3001"/>
                    <a:pt x="1001" y="2835"/>
                  </a:cubicBezTo>
                  <a:lnTo>
                    <a:pt x="358" y="2835"/>
                  </a:lnTo>
                  <a:cubicBezTo>
                    <a:pt x="358" y="3240"/>
                    <a:pt x="620" y="3597"/>
                    <a:pt x="1001" y="3740"/>
                  </a:cubicBezTo>
                  <a:lnTo>
                    <a:pt x="1001" y="4430"/>
                  </a:lnTo>
                  <a:lnTo>
                    <a:pt x="1620" y="4430"/>
                  </a:lnTo>
                  <a:lnTo>
                    <a:pt x="1620" y="3740"/>
                  </a:lnTo>
                  <a:cubicBezTo>
                    <a:pt x="2620" y="3359"/>
                    <a:pt x="2358" y="1906"/>
                    <a:pt x="1310" y="1882"/>
                  </a:cubicBezTo>
                  <a:cubicBezTo>
                    <a:pt x="882" y="1882"/>
                    <a:pt x="882" y="1263"/>
                    <a:pt x="1310" y="1263"/>
                  </a:cubicBezTo>
                  <a:cubicBezTo>
                    <a:pt x="1477" y="1263"/>
                    <a:pt x="1620" y="1406"/>
                    <a:pt x="1620" y="1573"/>
                  </a:cubicBezTo>
                  <a:lnTo>
                    <a:pt x="2263" y="1573"/>
                  </a:lnTo>
                  <a:cubicBezTo>
                    <a:pt x="2263" y="1168"/>
                    <a:pt x="2001" y="810"/>
                    <a:pt x="1620" y="691"/>
                  </a:cubicBezTo>
                  <a:lnTo>
                    <a:pt x="16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18" name="Google Shape;1218;p39"/>
            <p:cNvSpPr/>
            <p:nvPr/>
          </p:nvSpPr>
          <p:spPr>
            <a:xfrm>
              <a:off x="4091300" y="3650200"/>
              <a:ext cx="110750" cy="190550"/>
            </a:xfrm>
            <a:custGeom>
              <a:rect b="b" l="l" r="r" t="t"/>
              <a:pathLst>
                <a:path extrusionOk="0" h="7622" w="4430">
                  <a:moveTo>
                    <a:pt x="0" y="1"/>
                  </a:moveTo>
                  <a:lnTo>
                    <a:pt x="0" y="977"/>
                  </a:lnTo>
                  <a:cubicBezTo>
                    <a:pt x="0" y="1858"/>
                    <a:pt x="715" y="2549"/>
                    <a:pt x="1572" y="2549"/>
                  </a:cubicBezTo>
                  <a:lnTo>
                    <a:pt x="1906" y="2549"/>
                  </a:lnTo>
                  <a:lnTo>
                    <a:pt x="1906" y="3502"/>
                  </a:lnTo>
                  <a:cubicBezTo>
                    <a:pt x="1620" y="3311"/>
                    <a:pt x="1286" y="3192"/>
                    <a:pt x="953" y="3192"/>
                  </a:cubicBezTo>
                  <a:lnTo>
                    <a:pt x="0" y="3192"/>
                  </a:lnTo>
                  <a:lnTo>
                    <a:pt x="0" y="4145"/>
                  </a:lnTo>
                  <a:cubicBezTo>
                    <a:pt x="0" y="5002"/>
                    <a:pt x="715" y="5716"/>
                    <a:pt x="1572" y="5716"/>
                  </a:cubicBezTo>
                  <a:lnTo>
                    <a:pt x="1906" y="5716"/>
                  </a:lnTo>
                  <a:lnTo>
                    <a:pt x="1906" y="6693"/>
                  </a:lnTo>
                  <a:lnTo>
                    <a:pt x="643" y="6693"/>
                  </a:lnTo>
                  <a:lnTo>
                    <a:pt x="643" y="7621"/>
                  </a:lnTo>
                  <a:lnTo>
                    <a:pt x="3787" y="7621"/>
                  </a:lnTo>
                  <a:lnTo>
                    <a:pt x="3787" y="6693"/>
                  </a:lnTo>
                  <a:lnTo>
                    <a:pt x="2525" y="6693"/>
                  </a:lnTo>
                  <a:lnTo>
                    <a:pt x="2525" y="3811"/>
                  </a:lnTo>
                  <a:lnTo>
                    <a:pt x="2834" y="3811"/>
                  </a:lnTo>
                  <a:cubicBezTo>
                    <a:pt x="3715" y="3811"/>
                    <a:pt x="4430" y="3097"/>
                    <a:pt x="4430" y="2216"/>
                  </a:cubicBezTo>
                  <a:lnTo>
                    <a:pt x="4430" y="1287"/>
                  </a:lnTo>
                  <a:lnTo>
                    <a:pt x="3477" y="1287"/>
                  </a:lnTo>
                  <a:cubicBezTo>
                    <a:pt x="3144" y="1287"/>
                    <a:pt x="2810" y="1382"/>
                    <a:pt x="2525" y="1596"/>
                  </a:cubicBezTo>
                  <a:cubicBezTo>
                    <a:pt x="2525" y="715"/>
                    <a:pt x="1834" y="1"/>
                    <a:pt x="9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19" name="Google Shape;1219;p39"/>
            <p:cNvSpPr/>
            <p:nvPr/>
          </p:nvSpPr>
          <p:spPr>
            <a:xfrm>
              <a:off x="3981150" y="3816900"/>
              <a:ext cx="78625" cy="23850"/>
            </a:xfrm>
            <a:custGeom>
              <a:rect b="b" l="l" r="r" t="t"/>
              <a:pathLst>
                <a:path extrusionOk="0" h="954" w="3145">
                  <a:moveTo>
                    <a:pt x="1" y="1"/>
                  </a:moveTo>
                  <a:lnTo>
                    <a:pt x="1" y="953"/>
                  </a:lnTo>
                  <a:lnTo>
                    <a:pt x="3144" y="953"/>
                  </a:lnTo>
                  <a:lnTo>
                    <a:pt x="31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20" name="Google Shape;1220;p39"/>
            <p:cNvSpPr/>
            <p:nvPr/>
          </p:nvSpPr>
          <p:spPr>
            <a:xfrm>
              <a:off x="3981150" y="3895500"/>
              <a:ext cx="78625" cy="23825"/>
            </a:xfrm>
            <a:custGeom>
              <a:rect b="b" l="l" r="r" t="t"/>
              <a:pathLst>
                <a:path extrusionOk="0" h="953" w="3145">
                  <a:moveTo>
                    <a:pt x="1" y="0"/>
                  </a:moveTo>
                  <a:lnTo>
                    <a:pt x="1" y="953"/>
                  </a:lnTo>
                  <a:lnTo>
                    <a:pt x="3144" y="953"/>
                  </a:lnTo>
                  <a:lnTo>
                    <a:pt x="3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21" name="Google Shape;1221;p39"/>
            <p:cNvSpPr/>
            <p:nvPr/>
          </p:nvSpPr>
          <p:spPr>
            <a:xfrm>
              <a:off x="3965075" y="3856200"/>
              <a:ext cx="79200" cy="23850"/>
            </a:xfrm>
            <a:custGeom>
              <a:rect b="b" l="l" r="r" t="t"/>
              <a:pathLst>
                <a:path extrusionOk="0" h="954" w="3168">
                  <a:moveTo>
                    <a:pt x="1" y="1"/>
                  </a:moveTo>
                  <a:lnTo>
                    <a:pt x="1" y="953"/>
                  </a:lnTo>
                  <a:lnTo>
                    <a:pt x="3168" y="953"/>
                  </a:lnTo>
                  <a:lnTo>
                    <a:pt x="31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22" name="Google Shape;1222;p39"/>
            <p:cNvSpPr/>
            <p:nvPr/>
          </p:nvSpPr>
          <p:spPr>
            <a:xfrm>
              <a:off x="4107375" y="3895500"/>
              <a:ext cx="78600" cy="23825"/>
            </a:xfrm>
            <a:custGeom>
              <a:rect b="b" l="l" r="r" t="t"/>
              <a:pathLst>
                <a:path extrusionOk="0" h="953" w="3144">
                  <a:moveTo>
                    <a:pt x="0" y="0"/>
                  </a:moveTo>
                  <a:lnTo>
                    <a:pt x="0" y="953"/>
                  </a:lnTo>
                  <a:lnTo>
                    <a:pt x="3144" y="953"/>
                  </a:lnTo>
                  <a:lnTo>
                    <a:pt x="3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23" name="Google Shape;1223;p39"/>
            <p:cNvSpPr/>
            <p:nvPr/>
          </p:nvSpPr>
          <p:spPr>
            <a:xfrm>
              <a:off x="4091300" y="3856200"/>
              <a:ext cx="79200" cy="23850"/>
            </a:xfrm>
            <a:custGeom>
              <a:rect b="b" l="l" r="r" t="t"/>
              <a:pathLst>
                <a:path extrusionOk="0" h="954" w="3168">
                  <a:moveTo>
                    <a:pt x="0" y="1"/>
                  </a:moveTo>
                  <a:lnTo>
                    <a:pt x="0" y="953"/>
                  </a:lnTo>
                  <a:lnTo>
                    <a:pt x="3168" y="953"/>
                  </a:lnTo>
                  <a:lnTo>
                    <a:pt x="31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224" name="Google Shape;1224;p39"/>
          <p:cNvGrpSpPr/>
          <p:nvPr/>
        </p:nvGrpSpPr>
        <p:grpSpPr>
          <a:xfrm>
            <a:off x="7831636" y="2689289"/>
            <a:ext cx="337756" cy="378721"/>
            <a:chOff x="5686875" y="3226300"/>
            <a:chExt cx="240550" cy="269725"/>
          </a:xfrm>
        </p:grpSpPr>
        <p:sp>
          <p:nvSpPr>
            <p:cNvPr id="1225" name="Google Shape;1225;p39"/>
            <p:cNvSpPr/>
            <p:nvPr/>
          </p:nvSpPr>
          <p:spPr>
            <a:xfrm>
              <a:off x="5789875" y="3338250"/>
              <a:ext cx="65500" cy="110750"/>
            </a:xfrm>
            <a:custGeom>
              <a:rect b="b" l="l" r="r" t="t"/>
              <a:pathLst>
                <a:path extrusionOk="0" h="4430" w="2620">
                  <a:moveTo>
                    <a:pt x="1000" y="0"/>
                  </a:moveTo>
                  <a:lnTo>
                    <a:pt x="1000" y="691"/>
                  </a:lnTo>
                  <a:cubicBezTo>
                    <a:pt x="0" y="1048"/>
                    <a:pt x="262" y="2524"/>
                    <a:pt x="1310" y="2524"/>
                  </a:cubicBezTo>
                  <a:cubicBezTo>
                    <a:pt x="1739" y="2524"/>
                    <a:pt x="1739" y="3167"/>
                    <a:pt x="1310" y="3167"/>
                  </a:cubicBezTo>
                  <a:cubicBezTo>
                    <a:pt x="1143" y="3167"/>
                    <a:pt x="1000" y="3025"/>
                    <a:pt x="1000" y="2834"/>
                  </a:cubicBezTo>
                  <a:lnTo>
                    <a:pt x="357" y="2834"/>
                  </a:lnTo>
                  <a:cubicBezTo>
                    <a:pt x="357" y="3239"/>
                    <a:pt x="619" y="3596"/>
                    <a:pt x="1000" y="3739"/>
                  </a:cubicBezTo>
                  <a:lnTo>
                    <a:pt x="1000" y="4430"/>
                  </a:lnTo>
                  <a:lnTo>
                    <a:pt x="1619" y="4430"/>
                  </a:lnTo>
                  <a:lnTo>
                    <a:pt x="1619" y="3739"/>
                  </a:lnTo>
                  <a:cubicBezTo>
                    <a:pt x="2620" y="3382"/>
                    <a:pt x="2382" y="1905"/>
                    <a:pt x="1310" y="1905"/>
                  </a:cubicBezTo>
                  <a:cubicBezTo>
                    <a:pt x="1024" y="1905"/>
                    <a:pt x="881" y="1572"/>
                    <a:pt x="1072" y="1358"/>
                  </a:cubicBezTo>
                  <a:cubicBezTo>
                    <a:pt x="1139" y="1298"/>
                    <a:pt x="1218" y="1271"/>
                    <a:pt x="1295" y="1271"/>
                  </a:cubicBezTo>
                  <a:cubicBezTo>
                    <a:pt x="1462" y="1271"/>
                    <a:pt x="1619" y="1400"/>
                    <a:pt x="1619" y="1596"/>
                  </a:cubicBezTo>
                  <a:lnTo>
                    <a:pt x="2262" y="1596"/>
                  </a:lnTo>
                  <a:cubicBezTo>
                    <a:pt x="2262" y="1191"/>
                    <a:pt x="2000" y="834"/>
                    <a:pt x="1619" y="691"/>
                  </a:cubicBezTo>
                  <a:lnTo>
                    <a:pt x="161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26" name="Google Shape;1226;p39"/>
            <p:cNvSpPr/>
            <p:nvPr/>
          </p:nvSpPr>
          <p:spPr>
            <a:xfrm>
              <a:off x="5686875" y="3226300"/>
              <a:ext cx="240550" cy="269725"/>
            </a:xfrm>
            <a:custGeom>
              <a:rect b="b" l="l" r="r" t="t"/>
              <a:pathLst>
                <a:path extrusionOk="0" h="10789" w="9622">
                  <a:moveTo>
                    <a:pt x="4477" y="1"/>
                  </a:moveTo>
                  <a:lnTo>
                    <a:pt x="4477" y="1954"/>
                  </a:lnTo>
                  <a:lnTo>
                    <a:pt x="5120" y="1954"/>
                  </a:lnTo>
                  <a:lnTo>
                    <a:pt x="5120" y="3835"/>
                  </a:lnTo>
                  <a:lnTo>
                    <a:pt x="5739" y="3835"/>
                  </a:lnTo>
                  <a:lnTo>
                    <a:pt x="5739" y="3216"/>
                  </a:lnTo>
                  <a:cubicBezTo>
                    <a:pt x="6454" y="3287"/>
                    <a:pt x="7097" y="3549"/>
                    <a:pt x="7645" y="4002"/>
                  </a:cubicBezTo>
                  <a:lnTo>
                    <a:pt x="7216" y="4454"/>
                  </a:lnTo>
                  <a:lnTo>
                    <a:pt x="7668" y="4883"/>
                  </a:lnTo>
                  <a:lnTo>
                    <a:pt x="8097" y="4454"/>
                  </a:lnTo>
                  <a:cubicBezTo>
                    <a:pt x="8550" y="5002"/>
                    <a:pt x="8812" y="5669"/>
                    <a:pt x="8883" y="6359"/>
                  </a:cubicBezTo>
                  <a:lnTo>
                    <a:pt x="8288" y="6359"/>
                  </a:lnTo>
                  <a:lnTo>
                    <a:pt x="8288" y="7002"/>
                  </a:lnTo>
                  <a:lnTo>
                    <a:pt x="8883" y="7002"/>
                  </a:lnTo>
                  <a:cubicBezTo>
                    <a:pt x="8812" y="7693"/>
                    <a:pt x="8550" y="8360"/>
                    <a:pt x="8097" y="8908"/>
                  </a:cubicBezTo>
                  <a:lnTo>
                    <a:pt x="7668" y="8479"/>
                  </a:lnTo>
                  <a:lnTo>
                    <a:pt x="7216" y="8908"/>
                  </a:lnTo>
                  <a:lnTo>
                    <a:pt x="7645" y="9360"/>
                  </a:lnTo>
                  <a:cubicBezTo>
                    <a:pt x="7097" y="9789"/>
                    <a:pt x="6454" y="10074"/>
                    <a:pt x="5739" y="10146"/>
                  </a:cubicBezTo>
                  <a:lnTo>
                    <a:pt x="5739" y="9527"/>
                  </a:lnTo>
                  <a:lnTo>
                    <a:pt x="5120" y="9527"/>
                  </a:lnTo>
                  <a:lnTo>
                    <a:pt x="5120" y="10146"/>
                  </a:lnTo>
                  <a:cubicBezTo>
                    <a:pt x="4406" y="10074"/>
                    <a:pt x="3739" y="9789"/>
                    <a:pt x="3215" y="9336"/>
                  </a:cubicBezTo>
                  <a:lnTo>
                    <a:pt x="3644" y="8908"/>
                  </a:lnTo>
                  <a:lnTo>
                    <a:pt x="3191" y="8455"/>
                  </a:lnTo>
                  <a:lnTo>
                    <a:pt x="2763" y="8908"/>
                  </a:lnTo>
                  <a:cubicBezTo>
                    <a:pt x="2310" y="8360"/>
                    <a:pt x="2024" y="7693"/>
                    <a:pt x="1977" y="7002"/>
                  </a:cubicBezTo>
                  <a:lnTo>
                    <a:pt x="2596" y="7002"/>
                  </a:lnTo>
                  <a:lnTo>
                    <a:pt x="2596" y="6359"/>
                  </a:lnTo>
                  <a:lnTo>
                    <a:pt x="1977" y="6359"/>
                  </a:lnTo>
                  <a:cubicBezTo>
                    <a:pt x="2048" y="5597"/>
                    <a:pt x="2382" y="4859"/>
                    <a:pt x="2906" y="4311"/>
                  </a:cubicBezTo>
                  <a:lnTo>
                    <a:pt x="2906" y="5193"/>
                  </a:lnTo>
                  <a:lnTo>
                    <a:pt x="3525" y="5193"/>
                  </a:lnTo>
                  <a:lnTo>
                    <a:pt x="3525" y="3311"/>
                  </a:lnTo>
                  <a:lnTo>
                    <a:pt x="1643" y="3311"/>
                  </a:lnTo>
                  <a:lnTo>
                    <a:pt x="1643" y="3954"/>
                  </a:lnTo>
                  <a:lnTo>
                    <a:pt x="2382" y="3954"/>
                  </a:lnTo>
                  <a:cubicBezTo>
                    <a:pt x="0" y="6574"/>
                    <a:pt x="1882" y="10789"/>
                    <a:pt x="5454" y="10789"/>
                  </a:cubicBezTo>
                  <a:cubicBezTo>
                    <a:pt x="7645" y="10789"/>
                    <a:pt x="9455" y="9027"/>
                    <a:pt x="9526" y="6836"/>
                  </a:cubicBezTo>
                  <a:cubicBezTo>
                    <a:pt x="9621" y="4645"/>
                    <a:pt x="7930" y="2763"/>
                    <a:pt x="5739" y="2597"/>
                  </a:cubicBezTo>
                  <a:lnTo>
                    <a:pt x="5739" y="1954"/>
                  </a:lnTo>
                  <a:lnTo>
                    <a:pt x="6382" y="1954"/>
                  </a:lnTo>
                  <a:lnTo>
                    <a:pt x="63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227" name="Google Shape;1227;p39"/>
          <p:cNvGrpSpPr/>
          <p:nvPr/>
        </p:nvGrpSpPr>
        <p:grpSpPr>
          <a:xfrm>
            <a:off x="7821821" y="2124753"/>
            <a:ext cx="377878" cy="377878"/>
            <a:chOff x="2210550" y="3226900"/>
            <a:chExt cx="269125" cy="269125"/>
          </a:xfrm>
        </p:grpSpPr>
        <p:sp>
          <p:nvSpPr>
            <p:cNvPr id="1228" name="Google Shape;1228;p39"/>
            <p:cNvSpPr/>
            <p:nvPr/>
          </p:nvSpPr>
          <p:spPr>
            <a:xfrm>
              <a:off x="2299250" y="3226900"/>
              <a:ext cx="92300" cy="117925"/>
            </a:xfrm>
            <a:custGeom>
              <a:rect b="b" l="l" r="r" t="t"/>
              <a:pathLst>
                <a:path extrusionOk="0" h="4717" w="3692">
                  <a:moveTo>
                    <a:pt x="882" y="1"/>
                  </a:moveTo>
                  <a:lnTo>
                    <a:pt x="882" y="1930"/>
                  </a:lnTo>
                  <a:lnTo>
                    <a:pt x="1" y="1930"/>
                  </a:lnTo>
                  <a:lnTo>
                    <a:pt x="1858" y="4716"/>
                  </a:lnTo>
                  <a:lnTo>
                    <a:pt x="3692" y="1930"/>
                  </a:lnTo>
                  <a:lnTo>
                    <a:pt x="2811" y="1930"/>
                  </a:lnTo>
                  <a:lnTo>
                    <a:pt x="28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29" name="Google Shape;1229;p39"/>
            <p:cNvSpPr/>
            <p:nvPr/>
          </p:nvSpPr>
          <p:spPr>
            <a:xfrm>
              <a:off x="2210550" y="3354325"/>
              <a:ext cx="269125" cy="78600"/>
            </a:xfrm>
            <a:custGeom>
              <a:rect b="b" l="l" r="r" t="t"/>
              <a:pathLst>
                <a:path extrusionOk="0" h="3144" w="10765">
                  <a:moveTo>
                    <a:pt x="0" y="0"/>
                  </a:moveTo>
                  <a:lnTo>
                    <a:pt x="0" y="3144"/>
                  </a:lnTo>
                  <a:lnTo>
                    <a:pt x="1263" y="3144"/>
                  </a:lnTo>
                  <a:lnTo>
                    <a:pt x="1263" y="1881"/>
                  </a:lnTo>
                  <a:lnTo>
                    <a:pt x="643" y="1881"/>
                  </a:lnTo>
                  <a:lnTo>
                    <a:pt x="643" y="1262"/>
                  </a:lnTo>
                  <a:lnTo>
                    <a:pt x="10122" y="1262"/>
                  </a:lnTo>
                  <a:lnTo>
                    <a:pt x="10122" y="1881"/>
                  </a:lnTo>
                  <a:lnTo>
                    <a:pt x="9479" y="1881"/>
                  </a:lnTo>
                  <a:lnTo>
                    <a:pt x="9479" y="3144"/>
                  </a:lnTo>
                  <a:lnTo>
                    <a:pt x="10765" y="3144"/>
                  </a:lnTo>
                  <a:lnTo>
                    <a:pt x="107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30" name="Google Shape;1230;p39"/>
            <p:cNvSpPr/>
            <p:nvPr/>
          </p:nvSpPr>
          <p:spPr>
            <a:xfrm>
              <a:off x="2334375" y="3432900"/>
              <a:ext cx="21475" cy="16100"/>
            </a:xfrm>
            <a:custGeom>
              <a:rect b="b" l="l" r="r" t="t"/>
              <a:pathLst>
                <a:path extrusionOk="0" h="644" w="859">
                  <a:moveTo>
                    <a:pt x="429" y="1"/>
                  </a:moveTo>
                  <a:cubicBezTo>
                    <a:pt x="1" y="1"/>
                    <a:pt x="1" y="644"/>
                    <a:pt x="429" y="644"/>
                  </a:cubicBezTo>
                  <a:cubicBezTo>
                    <a:pt x="858" y="644"/>
                    <a:pt x="858" y="1"/>
                    <a:pt x="4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31" name="Google Shape;1231;p39"/>
            <p:cNvSpPr/>
            <p:nvPr/>
          </p:nvSpPr>
          <p:spPr>
            <a:xfrm>
              <a:off x="2400475" y="3464450"/>
              <a:ext cx="31575" cy="31575"/>
            </a:xfrm>
            <a:custGeom>
              <a:rect b="b" l="l" r="r" t="t"/>
              <a:pathLst>
                <a:path extrusionOk="0" h="1263" w="1263">
                  <a:moveTo>
                    <a:pt x="619" y="1"/>
                  </a:moveTo>
                  <a:cubicBezTo>
                    <a:pt x="286" y="1"/>
                    <a:pt x="0" y="287"/>
                    <a:pt x="0" y="644"/>
                  </a:cubicBezTo>
                  <a:lnTo>
                    <a:pt x="0" y="1263"/>
                  </a:lnTo>
                  <a:lnTo>
                    <a:pt x="1262" y="1263"/>
                  </a:lnTo>
                  <a:lnTo>
                    <a:pt x="12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32" name="Google Shape;1232;p39"/>
            <p:cNvSpPr/>
            <p:nvPr/>
          </p:nvSpPr>
          <p:spPr>
            <a:xfrm>
              <a:off x="2258175" y="3464450"/>
              <a:ext cx="31575" cy="31575"/>
            </a:xfrm>
            <a:custGeom>
              <a:rect b="b" l="l" r="r" t="t"/>
              <a:pathLst>
                <a:path extrusionOk="0" h="1263" w="1263">
                  <a:moveTo>
                    <a:pt x="1" y="1"/>
                  </a:moveTo>
                  <a:lnTo>
                    <a:pt x="1" y="1263"/>
                  </a:lnTo>
                  <a:lnTo>
                    <a:pt x="1263" y="1263"/>
                  </a:lnTo>
                  <a:lnTo>
                    <a:pt x="1263" y="644"/>
                  </a:lnTo>
                  <a:cubicBezTo>
                    <a:pt x="1263" y="287"/>
                    <a:pt x="977" y="1"/>
                    <a:pt x="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33" name="Google Shape;1233;p39"/>
            <p:cNvSpPr/>
            <p:nvPr/>
          </p:nvSpPr>
          <p:spPr>
            <a:xfrm>
              <a:off x="2400475" y="3401350"/>
              <a:ext cx="31575" cy="16100"/>
            </a:xfrm>
            <a:custGeom>
              <a:rect b="b" l="l" r="r" t="t"/>
              <a:pathLst>
                <a:path extrusionOk="0" h="644" w="1263">
                  <a:moveTo>
                    <a:pt x="0" y="0"/>
                  </a:moveTo>
                  <a:cubicBezTo>
                    <a:pt x="0" y="358"/>
                    <a:pt x="286" y="643"/>
                    <a:pt x="619" y="643"/>
                  </a:cubicBezTo>
                  <a:lnTo>
                    <a:pt x="1262" y="643"/>
                  </a:lnTo>
                  <a:lnTo>
                    <a:pt x="1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34" name="Google Shape;1234;p39"/>
            <p:cNvSpPr/>
            <p:nvPr/>
          </p:nvSpPr>
          <p:spPr>
            <a:xfrm>
              <a:off x="2258175" y="3401350"/>
              <a:ext cx="173875" cy="94675"/>
            </a:xfrm>
            <a:custGeom>
              <a:rect b="b" l="l" r="r" t="t"/>
              <a:pathLst>
                <a:path extrusionOk="0" h="3787" w="6955">
                  <a:moveTo>
                    <a:pt x="3477" y="643"/>
                  </a:moveTo>
                  <a:cubicBezTo>
                    <a:pt x="4335" y="643"/>
                    <a:pt x="4740" y="1644"/>
                    <a:pt x="4144" y="2263"/>
                  </a:cubicBezTo>
                  <a:cubicBezTo>
                    <a:pt x="3953" y="2455"/>
                    <a:pt x="3716" y="2540"/>
                    <a:pt x="3484" y="2540"/>
                  </a:cubicBezTo>
                  <a:cubicBezTo>
                    <a:pt x="2996" y="2540"/>
                    <a:pt x="2525" y="2161"/>
                    <a:pt x="2525" y="1596"/>
                  </a:cubicBezTo>
                  <a:cubicBezTo>
                    <a:pt x="2525" y="1072"/>
                    <a:pt x="2954" y="643"/>
                    <a:pt x="3477" y="643"/>
                  </a:cubicBezTo>
                  <a:close/>
                  <a:moveTo>
                    <a:pt x="1906" y="0"/>
                  </a:moveTo>
                  <a:cubicBezTo>
                    <a:pt x="1906" y="691"/>
                    <a:pt x="1334" y="1263"/>
                    <a:pt x="644" y="1263"/>
                  </a:cubicBezTo>
                  <a:lnTo>
                    <a:pt x="1" y="1263"/>
                  </a:lnTo>
                  <a:lnTo>
                    <a:pt x="1" y="1906"/>
                  </a:lnTo>
                  <a:lnTo>
                    <a:pt x="644" y="1906"/>
                  </a:lnTo>
                  <a:cubicBezTo>
                    <a:pt x="1334" y="1906"/>
                    <a:pt x="1906" y="2453"/>
                    <a:pt x="1906" y="3168"/>
                  </a:cubicBezTo>
                  <a:lnTo>
                    <a:pt x="1906" y="3787"/>
                  </a:lnTo>
                  <a:lnTo>
                    <a:pt x="5049" y="3787"/>
                  </a:lnTo>
                  <a:lnTo>
                    <a:pt x="5049" y="3168"/>
                  </a:lnTo>
                  <a:cubicBezTo>
                    <a:pt x="5049" y="2453"/>
                    <a:pt x="5621" y="1906"/>
                    <a:pt x="6311" y="1906"/>
                  </a:cubicBezTo>
                  <a:lnTo>
                    <a:pt x="6954" y="1906"/>
                  </a:lnTo>
                  <a:lnTo>
                    <a:pt x="6954" y="1263"/>
                  </a:lnTo>
                  <a:lnTo>
                    <a:pt x="6311" y="1263"/>
                  </a:lnTo>
                  <a:cubicBezTo>
                    <a:pt x="5621" y="1263"/>
                    <a:pt x="5049" y="691"/>
                    <a:pt x="5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235" name="Google Shape;1235;p39"/>
            <p:cNvSpPr/>
            <p:nvPr/>
          </p:nvSpPr>
          <p:spPr>
            <a:xfrm>
              <a:off x="2258175" y="3401350"/>
              <a:ext cx="31575" cy="16100"/>
            </a:xfrm>
            <a:custGeom>
              <a:rect b="b" l="l" r="r" t="t"/>
              <a:pathLst>
                <a:path extrusionOk="0" h="644" w="1263">
                  <a:moveTo>
                    <a:pt x="1" y="0"/>
                  </a:moveTo>
                  <a:lnTo>
                    <a:pt x="1" y="643"/>
                  </a:lnTo>
                  <a:lnTo>
                    <a:pt x="644" y="643"/>
                  </a:lnTo>
                  <a:cubicBezTo>
                    <a:pt x="977" y="643"/>
                    <a:pt x="1263" y="358"/>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236" name="Google Shape;1236;p39"/>
          <p:cNvGrpSpPr/>
          <p:nvPr/>
        </p:nvGrpSpPr>
        <p:grpSpPr>
          <a:xfrm rot="-1142849">
            <a:off x="8247369" y="325979"/>
            <a:ext cx="676095" cy="397557"/>
            <a:chOff x="3588600" y="2424575"/>
            <a:chExt cx="1002475" cy="589475"/>
          </a:xfrm>
        </p:grpSpPr>
        <p:sp>
          <p:nvSpPr>
            <p:cNvPr id="1237" name="Google Shape;1237;p39"/>
            <p:cNvSpPr/>
            <p:nvPr/>
          </p:nvSpPr>
          <p:spPr>
            <a:xfrm>
              <a:off x="3588600" y="2424575"/>
              <a:ext cx="1002475" cy="560325"/>
            </a:xfrm>
            <a:custGeom>
              <a:rect b="b" l="l" r="r" t="t"/>
              <a:pathLst>
                <a:path extrusionOk="0" h="22413" w="40099">
                  <a:moveTo>
                    <a:pt x="27641" y="1"/>
                  </a:moveTo>
                  <a:cubicBezTo>
                    <a:pt x="27012" y="1"/>
                    <a:pt x="26337" y="29"/>
                    <a:pt x="25612" y="87"/>
                  </a:cubicBezTo>
                  <a:cubicBezTo>
                    <a:pt x="20336" y="514"/>
                    <a:pt x="3522" y="5460"/>
                    <a:pt x="3792" y="14946"/>
                  </a:cubicBezTo>
                  <a:cubicBezTo>
                    <a:pt x="3942" y="20169"/>
                    <a:pt x="8167" y="22413"/>
                    <a:pt x="8167" y="22413"/>
                  </a:cubicBezTo>
                  <a:cubicBezTo>
                    <a:pt x="8167" y="22413"/>
                    <a:pt x="1" y="9286"/>
                    <a:pt x="29867" y="5871"/>
                  </a:cubicBezTo>
                  <a:cubicBezTo>
                    <a:pt x="30556" y="5793"/>
                    <a:pt x="31186" y="5756"/>
                    <a:pt x="31760" y="5756"/>
                  </a:cubicBezTo>
                  <a:cubicBezTo>
                    <a:pt x="39561" y="5756"/>
                    <a:pt x="37224" y="12517"/>
                    <a:pt x="37224" y="12517"/>
                  </a:cubicBezTo>
                  <a:cubicBezTo>
                    <a:pt x="37224" y="12517"/>
                    <a:pt x="40098" y="9727"/>
                    <a:pt x="37048" y="4948"/>
                  </a:cubicBezTo>
                  <a:cubicBezTo>
                    <a:pt x="35725" y="2876"/>
                    <a:pt x="34060" y="1"/>
                    <a:pt x="27641"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9"/>
            <p:cNvSpPr/>
            <p:nvPr/>
          </p:nvSpPr>
          <p:spPr>
            <a:xfrm>
              <a:off x="3728825" y="2541225"/>
              <a:ext cx="821900" cy="472725"/>
            </a:xfrm>
            <a:custGeom>
              <a:rect b="b" l="l" r="r" t="t"/>
              <a:pathLst>
                <a:path extrusionOk="0" h="18909" w="32876">
                  <a:moveTo>
                    <a:pt x="24519" y="0"/>
                  </a:moveTo>
                  <a:cubicBezTo>
                    <a:pt x="22919" y="0"/>
                    <a:pt x="21194" y="178"/>
                    <a:pt x="19393" y="527"/>
                  </a:cubicBezTo>
                  <a:cubicBezTo>
                    <a:pt x="17470" y="903"/>
                    <a:pt x="15581" y="1434"/>
                    <a:pt x="13743" y="2117"/>
                  </a:cubicBezTo>
                  <a:cubicBezTo>
                    <a:pt x="12517" y="2568"/>
                    <a:pt x="11316" y="3085"/>
                    <a:pt x="10146" y="3664"/>
                  </a:cubicBezTo>
                  <a:cubicBezTo>
                    <a:pt x="8673" y="4389"/>
                    <a:pt x="7303" y="5193"/>
                    <a:pt x="6080" y="6052"/>
                  </a:cubicBezTo>
                  <a:cubicBezTo>
                    <a:pt x="5422" y="6507"/>
                    <a:pt x="4803" y="6980"/>
                    <a:pt x="4242" y="7458"/>
                  </a:cubicBezTo>
                  <a:cubicBezTo>
                    <a:pt x="2210" y="9183"/>
                    <a:pt x="857" y="10968"/>
                    <a:pt x="330" y="12621"/>
                  </a:cubicBezTo>
                  <a:cubicBezTo>
                    <a:pt x="5" y="13632"/>
                    <a:pt x="0" y="14574"/>
                    <a:pt x="309" y="15415"/>
                  </a:cubicBezTo>
                  <a:cubicBezTo>
                    <a:pt x="1129" y="17636"/>
                    <a:pt x="4073" y="18908"/>
                    <a:pt x="8384" y="18908"/>
                  </a:cubicBezTo>
                  <a:cubicBezTo>
                    <a:pt x="9984" y="18908"/>
                    <a:pt x="11709" y="18731"/>
                    <a:pt x="13508" y="18382"/>
                  </a:cubicBezTo>
                  <a:cubicBezTo>
                    <a:pt x="15433" y="18006"/>
                    <a:pt x="17322" y="17472"/>
                    <a:pt x="19160" y="16789"/>
                  </a:cubicBezTo>
                  <a:cubicBezTo>
                    <a:pt x="19668" y="16602"/>
                    <a:pt x="20132" y="16419"/>
                    <a:pt x="20578" y="16232"/>
                  </a:cubicBezTo>
                  <a:lnTo>
                    <a:pt x="20580" y="16232"/>
                  </a:lnTo>
                  <a:cubicBezTo>
                    <a:pt x="23519" y="15015"/>
                    <a:pt x="26186" y="13466"/>
                    <a:pt x="28297" y="11753"/>
                  </a:cubicBezTo>
                  <a:cubicBezTo>
                    <a:pt x="28858" y="11298"/>
                    <a:pt x="29393" y="10813"/>
                    <a:pt x="29904" y="10303"/>
                  </a:cubicBezTo>
                  <a:cubicBezTo>
                    <a:pt x="30813" y="9384"/>
                    <a:pt x="31522" y="8462"/>
                    <a:pt x="32016" y="7567"/>
                  </a:cubicBezTo>
                  <a:cubicBezTo>
                    <a:pt x="32418" y="6835"/>
                    <a:pt x="32672" y="6121"/>
                    <a:pt x="32771" y="5447"/>
                  </a:cubicBezTo>
                  <a:cubicBezTo>
                    <a:pt x="32875" y="4752"/>
                    <a:pt x="32813" y="4094"/>
                    <a:pt x="32591" y="3494"/>
                  </a:cubicBezTo>
                  <a:cubicBezTo>
                    <a:pt x="31772" y="1275"/>
                    <a:pt x="28830" y="0"/>
                    <a:pt x="24519"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9"/>
            <p:cNvSpPr/>
            <p:nvPr/>
          </p:nvSpPr>
          <p:spPr>
            <a:xfrm>
              <a:off x="3728475" y="2541100"/>
              <a:ext cx="826625" cy="472950"/>
            </a:xfrm>
            <a:custGeom>
              <a:rect b="b" l="l" r="r" t="t"/>
              <a:pathLst>
                <a:path extrusionOk="0" h="18918" w="33065">
                  <a:moveTo>
                    <a:pt x="24533" y="12"/>
                  </a:moveTo>
                  <a:cubicBezTo>
                    <a:pt x="25568" y="12"/>
                    <a:pt x="26537" y="88"/>
                    <a:pt x="27422" y="236"/>
                  </a:cubicBezTo>
                  <a:cubicBezTo>
                    <a:pt x="28311" y="384"/>
                    <a:pt x="29112" y="605"/>
                    <a:pt x="29802" y="896"/>
                  </a:cubicBezTo>
                  <a:cubicBezTo>
                    <a:pt x="30506" y="1192"/>
                    <a:pt x="31100" y="1559"/>
                    <a:pt x="31566" y="1988"/>
                  </a:cubicBezTo>
                  <a:cubicBezTo>
                    <a:pt x="32044" y="2429"/>
                    <a:pt x="32393" y="2937"/>
                    <a:pt x="32601" y="3501"/>
                  </a:cubicBezTo>
                  <a:cubicBezTo>
                    <a:pt x="32822" y="4101"/>
                    <a:pt x="32882" y="4757"/>
                    <a:pt x="32781" y="5450"/>
                  </a:cubicBezTo>
                  <a:cubicBezTo>
                    <a:pt x="32679" y="6124"/>
                    <a:pt x="32425" y="6837"/>
                    <a:pt x="32026" y="7569"/>
                  </a:cubicBezTo>
                  <a:cubicBezTo>
                    <a:pt x="31532" y="8465"/>
                    <a:pt x="30823" y="9384"/>
                    <a:pt x="29915" y="10303"/>
                  </a:cubicBezTo>
                  <a:cubicBezTo>
                    <a:pt x="29405" y="10816"/>
                    <a:pt x="28869" y="11298"/>
                    <a:pt x="28308" y="11753"/>
                  </a:cubicBezTo>
                  <a:cubicBezTo>
                    <a:pt x="26200" y="13464"/>
                    <a:pt x="23531" y="15013"/>
                    <a:pt x="20594" y="16233"/>
                  </a:cubicBezTo>
                  <a:lnTo>
                    <a:pt x="20589" y="16235"/>
                  </a:lnTo>
                  <a:cubicBezTo>
                    <a:pt x="20144" y="16420"/>
                    <a:pt x="19682" y="16602"/>
                    <a:pt x="19174" y="16789"/>
                  </a:cubicBezTo>
                  <a:cubicBezTo>
                    <a:pt x="17336" y="17473"/>
                    <a:pt x="15447" y="18006"/>
                    <a:pt x="13522" y="18382"/>
                  </a:cubicBezTo>
                  <a:cubicBezTo>
                    <a:pt x="11721" y="18731"/>
                    <a:pt x="9998" y="18906"/>
                    <a:pt x="8398" y="18906"/>
                  </a:cubicBezTo>
                  <a:cubicBezTo>
                    <a:pt x="7364" y="18906"/>
                    <a:pt x="6391" y="18833"/>
                    <a:pt x="5509" y="18685"/>
                  </a:cubicBezTo>
                  <a:cubicBezTo>
                    <a:pt x="4620" y="18537"/>
                    <a:pt x="3819" y="18313"/>
                    <a:pt x="3129" y="18024"/>
                  </a:cubicBezTo>
                  <a:cubicBezTo>
                    <a:pt x="2425" y="17729"/>
                    <a:pt x="1831" y="17359"/>
                    <a:pt x="1365" y="16932"/>
                  </a:cubicBezTo>
                  <a:cubicBezTo>
                    <a:pt x="885" y="16491"/>
                    <a:pt x="538" y="15983"/>
                    <a:pt x="328" y="15420"/>
                  </a:cubicBezTo>
                  <a:cubicBezTo>
                    <a:pt x="19" y="14579"/>
                    <a:pt x="26" y="13640"/>
                    <a:pt x="349" y="12628"/>
                  </a:cubicBezTo>
                  <a:cubicBezTo>
                    <a:pt x="875" y="10977"/>
                    <a:pt x="2228" y="9193"/>
                    <a:pt x="4260" y="7468"/>
                  </a:cubicBezTo>
                  <a:cubicBezTo>
                    <a:pt x="4821" y="6992"/>
                    <a:pt x="5438" y="6519"/>
                    <a:pt x="6096" y="6062"/>
                  </a:cubicBezTo>
                  <a:cubicBezTo>
                    <a:pt x="7322" y="5203"/>
                    <a:pt x="8689" y="4401"/>
                    <a:pt x="10162" y="3674"/>
                  </a:cubicBezTo>
                  <a:cubicBezTo>
                    <a:pt x="11333" y="3094"/>
                    <a:pt x="12533" y="2580"/>
                    <a:pt x="13759" y="2129"/>
                  </a:cubicBezTo>
                  <a:cubicBezTo>
                    <a:pt x="15595" y="1446"/>
                    <a:pt x="17486" y="912"/>
                    <a:pt x="19407" y="536"/>
                  </a:cubicBezTo>
                  <a:cubicBezTo>
                    <a:pt x="21208" y="190"/>
                    <a:pt x="22933" y="12"/>
                    <a:pt x="24533" y="12"/>
                  </a:cubicBezTo>
                  <a:close/>
                  <a:moveTo>
                    <a:pt x="24533" y="0"/>
                  </a:moveTo>
                  <a:cubicBezTo>
                    <a:pt x="21377" y="0"/>
                    <a:pt x="17611" y="693"/>
                    <a:pt x="13755" y="2118"/>
                  </a:cubicBezTo>
                  <a:cubicBezTo>
                    <a:pt x="12529" y="2570"/>
                    <a:pt x="11328" y="3085"/>
                    <a:pt x="10157" y="3665"/>
                  </a:cubicBezTo>
                  <a:cubicBezTo>
                    <a:pt x="8668" y="4399"/>
                    <a:pt x="7301" y="5205"/>
                    <a:pt x="6091" y="6052"/>
                  </a:cubicBezTo>
                  <a:cubicBezTo>
                    <a:pt x="5431" y="6509"/>
                    <a:pt x="4814" y="6983"/>
                    <a:pt x="4253" y="7461"/>
                  </a:cubicBezTo>
                  <a:cubicBezTo>
                    <a:pt x="2249" y="9160"/>
                    <a:pt x="871" y="10952"/>
                    <a:pt x="340" y="12624"/>
                  </a:cubicBezTo>
                  <a:cubicBezTo>
                    <a:pt x="21" y="13614"/>
                    <a:pt x="0" y="14561"/>
                    <a:pt x="319" y="15424"/>
                  </a:cubicBezTo>
                  <a:cubicBezTo>
                    <a:pt x="1169" y="17724"/>
                    <a:pt x="4256" y="18918"/>
                    <a:pt x="8398" y="18918"/>
                  </a:cubicBezTo>
                  <a:cubicBezTo>
                    <a:pt x="11554" y="18918"/>
                    <a:pt x="15323" y="18225"/>
                    <a:pt x="19179" y="16801"/>
                  </a:cubicBezTo>
                  <a:cubicBezTo>
                    <a:pt x="19661" y="16623"/>
                    <a:pt x="20130" y="16438"/>
                    <a:pt x="20594" y="16244"/>
                  </a:cubicBezTo>
                  <a:lnTo>
                    <a:pt x="20596" y="16244"/>
                  </a:lnTo>
                  <a:cubicBezTo>
                    <a:pt x="23630" y="14986"/>
                    <a:pt x="26269" y="13425"/>
                    <a:pt x="28315" y="11762"/>
                  </a:cubicBezTo>
                  <a:cubicBezTo>
                    <a:pt x="28876" y="11308"/>
                    <a:pt x="29412" y="10825"/>
                    <a:pt x="29922" y="10312"/>
                  </a:cubicBezTo>
                  <a:cubicBezTo>
                    <a:pt x="30823" y="9400"/>
                    <a:pt x="31539" y="8479"/>
                    <a:pt x="32035" y="7576"/>
                  </a:cubicBezTo>
                  <a:cubicBezTo>
                    <a:pt x="32829" y="6126"/>
                    <a:pt x="33065" y="4725"/>
                    <a:pt x="32612" y="3499"/>
                  </a:cubicBezTo>
                  <a:cubicBezTo>
                    <a:pt x="31763" y="1196"/>
                    <a:pt x="28675" y="3"/>
                    <a:pt x="24533" y="3"/>
                  </a:cubicBezTo>
                  <a:lnTo>
                    <a:pt x="24533" y="0"/>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9"/>
            <p:cNvSpPr/>
            <p:nvPr/>
          </p:nvSpPr>
          <p:spPr>
            <a:xfrm>
              <a:off x="3839525" y="2619200"/>
              <a:ext cx="606025" cy="324450"/>
            </a:xfrm>
            <a:custGeom>
              <a:rect b="b" l="l" r="r" t="t"/>
              <a:pathLst>
                <a:path extrusionOk="0" h="12978" w="24241">
                  <a:moveTo>
                    <a:pt x="18484" y="0"/>
                  </a:moveTo>
                  <a:cubicBezTo>
                    <a:pt x="16067" y="0"/>
                    <a:pt x="13169" y="578"/>
                    <a:pt x="10324" y="1628"/>
                  </a:cubicBezTo>
                  <a:cubicBezTo>
                    <a:pt x="7216" y="2778"/>
                    <a:pt x="4478" y="4364"/>
                    <a:pt x="2619" y="6094"/>
                  </a:cubicBezTo>
                  <a:cubicBezTo>
                    <a:pt x="760" y="7823"/>
                    <a:pt x="1" y="9490"/>
                    <a:pt x="481" y="10788"/>
                  </a:cubicBezTo>
                  <a:cubicBezTo>
                    <a:pt x="742" y="11497"/>
                    <a:pt x="1351" y="12049"/>
                    <a:pt x="2291" y="12425"/>
                  </a:cubicBezTo>
                  <a:cubicBezTo>
                    <a:pt x="3199" y="12792"/>
                    <a:pt x="4367" y="12977"/>
                    <a:pt x="5757" y="12977"/>
                  </a:cubicBezTo>
                  <a:cubicBezTo>
                    <a:pt x="8177" y="12977"/>
                    <a:pt x="11072" y="12400"/>
                    <a:pt x="13917" y="11349"/>
                  </a:cubicBezTo>
                  <a:cubicBezTo>
                    <a:pt x="17025" y="10202"/>
                    <a:pt x="19763" y="8613"/>
                    <a:pt x="21622" y="6884"/>
                  </a:cubicBezTo>
                  <a:cubicBezTo>
                    <a:pt x="23481" y="5154"/>
                    <a:pt x="24240" y="3487"/>
                    <a:pt x="23762" y="2189"/>
                  </a:cubicBezTo>
                  <a:cubicBezTo>
                    <a:pt x="23499" y="1481"/>
                    <a:pt x="22892" y="931"/>
                    <a:pt x="21952" y="552"/>
                  </a:cubicBezTo>
                  <a:cubicBezTo>
                    <a:pt x="21042" y="185"/>
                    <a:pt x="19876" y="0"/>
                    <a:pt x="1848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9"/>
            <p:cNvSpPr/>
            <p:nvPr/>
          </p:nvSpPr>
          <p:spPr>
            <a:xfrm>
              <a:off x="3826550" y="2619025"/>
              <a:ext cx="632050" cy="324775"/>
            </a:xfrm>
            <a:custGeom>
              <a:rect b="b" l="l" r="r" t="t"/>
              <a:pathLst>
                <a:path extrusionOk="0" h="12991" w="25282">
                  <a:moveTo>
                    <a:pt x="19005" y="12"/>
                  </a:moveTo>
                  <a:cubicBezTo>
                    <a:pt x="20395" y="12"/>
                    <a:pt x="21561" y="199"/>
                    <a:pt x="22469" y="564"/>
                  </a:cubicBezTo>
                  <a:cubicBezTo>
                    <a:pt x="23406" y="943"/>
                    <a:pt x="24014" y="1492"/>
                    <a:pt x="24274" y="2199"/>
                  </a:cubicBezTo>
                  <a:cubicBezTo>
                    <a:pt x="24517" y="2852"/>
                    <a:pt x="24445" y="3600"/>
                    <a:pt x="24060" y="4420"/>
                  </a:cubicBezTo>
                  <a:cubicBezTo>
                    <a:pt x="23688" y="5214"/>
                    <a:pt x="23041" y="6046"/>
                    <a:pt x="22139" y="6886"/>
                  </a:cubicBezTo>
                  <a:cubicBezTo>
                    <a:pt x="21234" y="7726"/>
                    <a:pt x="20118" y="8537"/>
                    <a:pt x="18823" y="9294"/>
                  </a:cubicBezTo>
                  <a:cubicBezTo>
                    <a:pt x="17481" y="10077"/>
                    <a:pt x="16004" y="10770"/>
                    <a:pt x="14434" y="11349"/>
                  </a:cubicBezTo>
                  <a:cubicBezTo>
                    <a:pt x="11589" y="12400"/>
                    <a:pt x="8693" y="12977"/>
                    <a:pt x="6276" y="12977"/>
                  </a:cubicBezTo>
                  <a:cubicBezTo>
                    <a:pt x="4886" y="12977"/>
                    <a:pt x="3720" y="12792"/>
                    <a:pt x="2810" y="12428"/>
                  </a:cubicBezTo>
                  <a:cubicBezTo>
                    <a:pt x="1873" y="12049"/>
                    <a:pt x="1266" y="11499"/>
                    <a:pt x="1005" y="10793"/>
                  </a:cubicBezTo>
                  <a:cubicBezTo>
                    <a:pt x="762" y="10139"/>
                    <a:pt x="834" y="9391"/>
                    <a:pt x="1219" y="8569"/>
                  </a:cubicBezTo>
                  <a:cubicBezTo>
                    <a:pt x="1591" y="7775"/>
                    <a:pt x="2238" y="6946"/>
                    <a:pt x="3140" y="6106"/>
                  </a:cubicBezTo>
                  <a:cubicBezTo>
                    <a:pt x="4046" y="5265"/>
                    <a:pt x="5161" y="4452"/>
                    <a:pt x="6456" y="3697"/>
                  </a:cubicBezTo>
                  <a:cubicBezTo>
                    <a:pt x="7798" y="2912"/>
                    <a:pt x="9275" y="2222"/>
                    <a:pt x="10845" y="1640"/>
                  </a:cubicBezTo>
                  <a:cubicBezTo>
                    <a:pt x="13688" y="592"/>
                    <a:pt x="16586" y="12"/>
                    <a:pt x="19003" y="12"/>
                  </a:cubicBezTo>
                  <a:close/>
                  <a:moveTo>
                    <a:pt x="19003" y="1"/>
                  </a:moveTo>
                  <a:cubicBezTo>
                    <a:pt x="16669" y="1"/>
                    <a:pt x="13799" y="539"/>
                    <a:pt x="10843" y="1631"/>
                  </a:cubicBezTo>
                  <a:cubicBezTo>
                    <a:pt x="4410" y="4007"/>
                    <a:pt x="0" y="8110"/>
                    <a:pt x="993" y="10797"/>
                  </a:cubicBezTo>
                  <a:cubicBezTo>
                    <a:pt x="1529" y="12250"/>
                    <a:pt x="3533" y="12991"/>
                    <a:pt x="6276" y="12991"/>
                  </a:cubicBezTo>
                  <a:cubicBezTo>
                    <a:pt x="8610" y="12991"/>
                    <a:pt x="11480" y="12455"/>
                    <a:pt x="14438" y="11363"/>
                  </a:cubicBezTo>
                  <a:cubicBezTo>
                    <a:pt x="20871" y="8987"/>
                    <a:pt x="25281" y="4882"/>
                    <a:pt x="24288" y="2194"/>
                  </a:cubicBezTo>
                  <a:cubicBezTo>
                    <a:pt x="23750" y="742"/>
                    <a:pt x="21748" y="1"/>
                    <a:pt x="19003"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9"/>
            <p:cNvSpPr/>
            <p:nvPr/>
          </p:nvSpPr>
          <p:spPr>
            <a:xfrm>
              <a:off x="3793350" y="2581275"/>
              <a:ext cx="694500" cy="395675"/>
            </a:xfrm>
            <a:custGeom>
              <a:rect b="b" l="l" r="r" t="t"/>
              <a:pathLst>
                <a:path extrusionOk="0" fill="none" h="15827" w="27780">
                  <a:moveTo>
                    <a:pt x="27193" y="3000"/>
                  </a:moveTo>
                  <a:cubicBezTo>
                    <a:pt x="27780" y="4588"/>
                    <a:pt x="26942" y="6630"/>
                    <a:pt x="24861" y="8675"/>
                  </a:cubicBezTo>
                  <a:cubicBezTo>
                    <a:pt x="22783" y="10721"/>
                    <a:pt x="19631" y="12601"/>
                    <a:pt x="16103" y="13905"/>
                  </a:cubicBezTo>
                  <a:cubicBezTo>
                    <a:pt x="12575" y="15207"/>
                    <a:pt x="8957" y="15826"/>
                    <a:pt x="6048" y="15623"/>
                  </a:cubicBezTo>
                  <a:cubicBezTo>
                    <a:pt x="3138" y="15422"/>
                    <a:pt x="1173" y="14416"/>
                    <a:pt x="587" y="12827"/>
                  </a:cubicBezTo>
                  <a:cubicBezTo>
                    <a:pt x="1" y="11236"/>
                    <a:pt x="839" y="9195"/>
                    <a:pt x="2919" y="7149"/>
                  </a:cubicBezTo>
                  <a:cubicBezTo>
                    <a:pt x="4999" y="5106"/>
                    <a:pt x="8149" y="3224"/>
                    <a:pt x="11677" y="1922"/>
                  </a:cubicBezTo>
                  <a:cubicBezTo>
                    <a:pt x="15205" y="617"/>
                    <a:pt x="18823" y="0"/>
                    <a:pt x="21733" y="201"/>
                  </a:cubicBezTo>
                  <a:cubicBezTo>
                    <a:pt x="24642" y="405"/>
                    <a:pt x="26607" y="1411"/>
                    <a:pt x="27193" y="300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9"/>
            <p:cNvSpPr/>
            <p:nvPr/>
          </p:nvSpPr>
          <p:spPr>
            <a:xfrm>
              <a:off x="3681200" y="2703950"/>
              <a:ext cx="755175" cy="243275"/>
            </a:xfrm>
            <a:custGeom>
              <a:rect b="b" l="l" r="r" t="t"/>
              <a:pathLst>
                <a:path extrusionOk="0" h="9731" w="30207">
                  <a:moveTo>
                    <a:pt x="926" y="0"/>
                  </a:moveTo>
                  <a:cubicBezTo>
                    <a:pt x="129" y="1312"/>
                    <a:pt x="0" y="3260"/>
                    <a:pt x="259" y="5583"/>
                  </a:cubicBezTo>
                  <a:lnTo>
                    <a:pt x="2378" y="5980"/>
                  </a:lnTo>
                  <a:lnTo>
                    <a:pt x="4900" y="6585"/>
                  </a:lnTo>
                  <a:lnTo>
                    <a:pt x="6687" y="6906"/>
                  </a:lnTo>
                  <a:lnTo>
                    <a:pt x="17477" y="8832"/>
                  </a:lnTo>
                  <a:lnTo>
                    <a:pt x="19846" y="9255"/>
                  </a:lnTo>
                  <a:lnTo>
                    <a:pt x="19848" y="9255"/>
                  </a:lnTo>
                  <a:lnTo>
                    <a:pt x="22485" y="9730"/>
                  </a:lnTo>
                  <a:lnTo>
                    <a:pt x="22487" y="9730"/>
                  </a:lnTo>
                  <a:cubicBezTo>
                    <a:pt x="25521" y="8472"/>
                    <a:pt x="28160" y="6909"/>
                    <a:pt x="30206" y="5246"/>
                  </a:cubicBezTo>
                  <a:lnTo>
                    <a:pt x="28107" y="4872"/>
                  </a:lnTo>
                  <a:lnTo>
                    <a:pt x="26623" y="4604"/>
                  </a:lnTo>
                  <a:lnTo>
                    <a:pt x="20065" y="3434"/>
                  </a:lnTo>
                  <a:lnTo>
                    <a:pt x="19941" y="3413"/>
                  </a:lnTo>
                  <a:lnTo>
                    <a:pt x="18770" y="3200"/>
                  </a:lnTo>
                  <a:lnTo>
                    <a:pt x="18765" y="3200"/>
                  </a:lnTo>
                  <a:lnTo>
                    <a:pt x="15867" y="2683"/>
                  </a:lnTo>
                  <a:lnTo>
                    <a:pt x="10185" y="1665"/>
                  </a:lnTo>
                  <a:lnTo>
                    <a:pt x="8396" y="1349"/>
                  </a:lnTo>
                  <a:lnTo>
                    <a:pt x="6144" y="947"/>
                  </a:lnTo>
                  <a:lnTo>
                    <a:pt x="926"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9"/>
            <p:cNvSpPr/>
            <p:nvPr/>
          </p:nvSpPr>
          <p:spPr>
            <a:xfrm>
              <a:off x="3728300" y="2598600"/>
              <a:ext cx="801050" cy="200325"/>
            </a:xfrm>
            <a:custGeom>
              <a:rect b="b" l="l" r="r" t="t"/>
              <a:pathLst>
                <a:path extrusionOk="0" h="8013" w="32042">
                  <a:moveTo>
                    <a:pt x="2584" y="0"/>
                  </a:moveTo>
                  <a:lnTo>
                    <a:pt x="0" y="2649"/>
                  </a:lnTo>
                  <a:lnTo>
                    <a:pt x="6096" y="3752"/>
                  </a:lnTo>
                  <a:lnTo>
                    <a:pt x="8403" y="4163"/>
                  </a:lnTo>
                  <a:lnTo>
                    <a:pt x="10368" y="4512"/>
                  </a:lnTo>
                  <a:lnTo>
                    <a:pt x="17371" y="5763"/>
                  </a:lnTo>
                  <a:lnTo>
                    <a:pt x="18858" y="6031"/>
                  </a:lnTo>
                  <a:lnTo>
                    <a:pt x="19421" y="6131"/>
                  </a:lnTo>
                  <a:lnTo>
                    <a:pt x="19426" y="6131"/>
                  </a:lnTo>
                  <a:lnTo>
                    <a:pt x="20178" y="6267"/>
                  </a:lnTo>
                  <a:lnTo>
                    <a:pt x="26420" y="7382"/>
                  </a:lnTo>
                  <a:lnTo>
                    <a:pt x="27810" y="7631"/>
                  </a:lnTo>
                  <a:lnTo>
                    <a:pt x="29929" y="8012"/>
                  </a:lnTo>
                  <a:cubicBezTo>
                    <a:pt x="30830" y="7100"/>
                    <a:pt x="31546" y="6177"/>
                    <a:pt x="32042" y="5276"/>
                  </a:cubicBezTo>
                  <a:lnTo>
                    <a:pt x="29682" y="4854"/>
                  </a:lnTo>
                  <a:lnTo>
                    <a:pt x="28241" y="4595"/>
                  </a:lnTo>
                  <a:lnTo>
                    <a:pt x="15258" y="2277"/>
                  </a:lnTo>
                  <a:lnTo>
                    <a:pt x="15256" y="2277"/>
                  </a:lnTo>
                  <a:lnTo>
                    <a:pt x="12769" y="1829"/>
                  </a:lnTo>
                  <a:lnTo>
                    <a:pt x="10164" y="1365"/>
                  </a:lnTo>
                  <a:lnTo>
                    <a:pt x="2584"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 name="Google Shape;1245;p39"/>
          <p:cNvGrpSpPr/>
          <p:nvPr/>
        </p:nvGrpSpPr>
        <p:grpSpPr>
          <a:xfrm flipH="1">
            <a:off x="240843" y="414295"/>
            <a:ext cx="530159" cy="550985"/>
            <a:chOff x="2777975" y="4487350"/>
            <a:chExt cx="803150" cy="834825"/>
          </a:xfrm>
        </p:grpSpPr>
        <p:sp>
          <p:nvSpPr>
            <p:cNvPr id="1246" name="Google Shape;1246;p39"/>
            <p:cNvSpPr/>
            <p:nvPr/>
          </p:nvSpPr>
          <p:spPr>
            <a:xfrm>
              <a:off x="2801475" y="4545025"/>
              <a:ext cx="776425" cy="720275"/>
            </a:xfrm>
            <a:custGeom>
              <a:rect b="b" l="l" r="r" t="t"/>
              <a:pathLst>
                <a:path extrusionOk="0" h="28811" w="31057">
                  <a:moveTo>
                    <a:pt x="14617" y="0"/>
                  </a:moveTo>
                  <a:cubicBezTo>
                    <a:pt x="8672" y="0"/>
                    <a:pt x="3310" y="3412"/>
                    <a:pt x="718" y="8603"/>
                  </a:cubicBezTo>
                  <a:cubicBezTo>
                    <a:pt x="469" y="9391"/>
                    <a:pt x="287" y="10196"/>
                    <a:pt x="169" y="11012"/>
                  </a:cubicBezTo>
                  <a:cubicBezTo>
                    <a:pt x="53" y="11797"/>
                    <a:pt x="0" y="12589"/>
                    <a:pt x="5" y="13381"/>
                  </a:cubicBezTo>
                  <a:cubicBezTo>
                    <a:pt x="10" y="14161"/>
                    <a:pt x="77" y="14939"/>
                    <a:pt x="201" y="15710"/>
                  </a:cubicBezTo>
                  <a:cubicBezTo>
                    <a:pt x="284" y="16230"/>
                    <a:pt x="393" y="16747"/>
                    <a:pt x="527" y="17255"/>
                  </a:cubicBezTo>
                  <a:cubicBezTo>
                    <a:pt x="905" y="18673"/>
                    <a:pt x="1483" y="20028"/>
                    <a:pt x="2240" y="21282"/>
                  </a:cubicBezTo>
                  <a:cubicBezTo>
                    <a:pt x="4565" y="25133"/>
                    <a:pt x="8532" y="27950"/>
                    <a:pt x="13328" y="28648"/>
                  </a:cubicBezTo>
                  <a:cubicBezTo>
                    <a:pt x="14085" y="28757"/>
                    <a:pt x="14838" y="28811"/>
                    <a:pt x="15582" y="28811"/>
                  </a:cubicBezTo>
                  <a:cubicBezTo>
                    <a:pt x="22075" y="28811"/>
                    <a:pt x="27874" y="24745"/>
                    <a:pt x="30130" y="18733"/>
                  </a:cubicBezTo>
                  <a:cubicBezTo>
                    <a:pt x="30456" y="17802"/>
                    <a:pt x="30691" y="16842"/>
                    <a:pt x="30837" y="15865"/>
                  </a:cubicBezTo>
                  <a:cubicBezTo>
                    <a:pt x="30906" y="15389"/>
                    <a:pt x="30952" y="14916"/>
                    <a:pt x="30978" y="14445"/>
                  </a:cubicBezTo>
                  <a:cubicBezTo>
                    <a:pt x="31056" y="12953"/>
                    <a:pt x="30121" y="13422"/>
                    <a:pt x="29793" y="12021"/>
                  </a:cubicBezTo>
                  <a:cubicBezTo>
                    <a:pt x="29671" y="11506"/>
                    <a:pt x="29523" y="10998"/>
                    <a:pt x="29354" y="10504"/>
                  </a:cubicBezTo>
                  <a:cubicBezTo>
                    <a:pt x="29098" y="9765"/>
                    <a:pt x="28789" y="9047"/>
                    <a:pt x="28426" y="8356"/>
                  </a:cubicBezTo>
                  <a:cubicBezTo>
                    <a:pt x="26191" y="4085"/>
                    <a:pt x="22007" y="910"/>
                    <a:pt x="16874" y="164"/>
                  </a:cubicBezTo>
                  <a:cubicBezTo>
                    <a:pt x="16116" y="54"/>
                    <a:pt x="15362" y="0"/>
                    <a:pt x="14617"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9"/>
            <p:cNvSpPr/>
            <p:nvPr/>
          </p:nvSpPr>
          <p:spPr>
            <a:xfrm>
              <a:off x="2801650" y="4487525"/>
              <a:ext cx="779300" cy="777675"/>
            </a:xfrm>
            <a:custGeom>
              <a:rect b="b" l="l" r="r" t="t"/>
              <a:pathLst>
                <a:path extrusionOk="0" h="31107" w="31172">
                  <a:moveTo>
                    <a:pt x="15542" y="0"/>
                  </a:moveTo>
                  <a:cubicBezTo>
                    <a:pt x="8747" y="5"/>
                    <a:pt x="2743" y="4422"/>
                    <a:pt x="716" y="10908"/>
                  </a:cubicBezTo>
                  <a:cubicBezTo>
                    <a:pt x="469" y="11693"/>
                    <a:pt x="284" y="12499"/>
                    <a:pt x="169" y="13316"/>
                  </a:cubicBezTo>
                  <a:cubicBezTo>
                    <a:pt x="53" y="14099"/>
                    <a:pt x="0" y="14891"/>
                    <a:pt x="5" y="15683"/>
                  </a:cubicBezTo>
                  <a:cubicBezTo>
                    <a:pt x="10" y="16461"/>
                    <a:pt x="74" y="17239"/>
                    <a:pt x="199" y="18010"/>
                  </a:cubicBezTo>
                  <a:cubicBezTo>
                    <a:pt x="287" y="18546"/>
                    <a:pt x="395" y="19066"/>
                    <a:pt x="527" y="19555"/>
                  </a:cubicBezTo>
                  <a:cubicBezTo>
                    <a:pt x="905" y="20970"/>
                    <a:pt x="1480" y="22326"/>
                    <a:pt x="2240" y="23580"/>
                  </a:cubicBezTo>
                  <a:cubicBezTo>
                    <a:pt x="4657" y="27588"/>
                    <a:pt x="8696" y="30269"/>
                    <a:pt x="13321" y="30941"/>
                  </a:cubicBezTo>
                  <a:cubicBezTo>
                    <a:pt x="14069" y="31049"/>
                    <a:pt x="14822" y="31105"/>
                    <a:pt x="15577" y="31105"/>
                  </a:cubicBezTo>
                  <a:lnTo>
                    <a:pt x="15579" y="31107"/>
                  </a:lnTo>
                  <a:cubicBezTo>
                    <a:pt x="20354" y="31098"/>
                    <a:pt x="24861" y="28900"/>
                    <a:pt x="27807" y="25143"/>
                  </a:cubicBezTo>
                  <a:cubicBezTo>
                    <a:pt x="29479" y="23009"/>
                    <a:pt x="30564" y="20474"/>
                    <a:pt x="30950" y="17791"/>
                  </a:cubicBezTo>
                  <a:cubicBezTo>
                    <a:pt x="31019" y="17325"/>
                    <a:pt x="31068" y="16849"/>
                    <a:pt x="31091" y="16373"/>
                  </a:cubicBezTo>
                  <a:cubicBezTo>
                    <a:pt x="31171" y="14909"/>
                    <a:pt x="31042" y="13443"/>
                    <a:pt x="30710" y="12014"/>
                  </a:cubicBezTo>
                  <a:cubicBezTo>
                    <a:pt x="30587" y="11504"/>
                    <a:pt x="30442" y="10993"/>
                    <a:pt x="30271" y="10497"/>
                  </a:cubicBezTo>
                  <a:cubicBezTo>
                    <a:pt x="30015" y="9760"/>
                    <a:pt x="29705" y="9042"/>
                    <a:pt x="29343" y="8352"/>
                  </a:cubicBezTo>
                  <a:cubicBezTo>
                    <a:pt x="28218" y="6209"/>
                    <a:pt x="26614" y="4355"/>
                    <a:pt x="24656" y="2935"/>
                  </a:cubicBezTo>
                  <a:cubicBezTo>
                    <a:pt x="23660" y="2217"/>
                    <a:pt x="22584" y="1619"/>
                    <a:pt x="21451" y="1155"/>
                  </a:cubicBezTo>
                  <a:cubicBezTo>
                    <a:pt x="19573" y="393"/>
                    <a:pt x="17567" y="0"/>
                    <a:pt x="15542"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9"/>
            <p:cNvSpPr/>
            <p:nvPr/>
          </p:nvSpPr>
          <p:spPr>
            <a:xfrm>
              <a:off x="2801525" y="4487350"/>
              <a:ext cx="779600" cy="777975"/>
            </a:xfrm>
            <a:custGeom>
              <a:rect b="b" l="l" r="r" t="t"/>
              <a:pathLst>
                <a:path extrusionOk="0" h="31119" w="31184">
                  <a:moveTo>
                    <a:pt x="15547" y="10"/>
                  </a:moveTo>
                  <a:cubicBezTo>
                    <a:pt x="17572" y="12"/>
                    <a:pt x="19576" y="402"/>
                    <a:pt x="21453" y="1164"/>
                  </a:cubicBezTo>
                  <a:cubicBezTo>
                    <a:pt x="23714" y="2090"/>
                    <a:pt x="25723" y="3535"/>
                    <a:pt x="27318" y="5385"/>
                  </a:cubicBezTo>
                  <a:cubicBezTo>
                    <a:pt x="28106" y="6295"/>
                    <a:pt x="28784" y="7294"/>
                    <a:pt x="29343" y="8359"/>
                  </a:cubicBezTo>
                  <a:cubicBezTo>
                    <a:pt x="29706" y="9049"/>
                    <a:pt x="30015" y="9767"/>
                    <a:pt x="30271" y="10506"/>
                  </a:cubicBezTo>
                  <a:cubicBezTo>
                    <a:pt x="30442" y="11000"/>
                    <a:pt x="30588" y="11511"/>
                    <a:pt x="30710" y="12023"/>
                  </a:cubicBezTo>
                  <a:cubicBezTo>
                    <a:pt x="31043" y="13448"/>
                    <a:pt x="31170" y="14914"/>
                    <a:pt x="31091" y="16378"/>
                  </a:cubicBezTo>
                  <a:cubicBezTo>
                    <a:pt x="31066" y="16854"/>
                    <a:pt x="31019" y="17329"/>
                    <a:pt x="30950" y="17796"/>
                  </a:cubicBezTo>
                  <a:cubicBezTo>
                    <a:pt x="30562" y="20476"/>
                    <a:pt x="29479" y="23012"/>
                    <a:pt x="27810" y="25143"/>
                  </a:cubicBezTo>
                  <a:cubicBezTo>
                    <a:pt x="24866" y="28904"/>
                    <a:pt x="20357" y="31102"/>
                    <a:pt x="15584" y="31107"/>
                  </a:cubicBezTo>
                  <a:cubicBezTo>
                    <a:pt x="13640" y="31105"/>
                    <a:pt x="11712" y="30745"/>
                    <a:pt x="9902" y="30040"/>
                  </a:cubicBezTo>
                  <a:cubicBezTo>
                    <a:pt x="7773" y="29209"/>
                    <a:pt x="5856" y="27918"/>
                    <a:pt x="4286" y="26258"/>
                  </a:cubicBezTo>
                  <a:cubicBezTo>
                    <a:pt x="3513" y="25443"/>
                    <a:pt x="2831" y="24545"/>
                    <a:pt x="2250" y="23584"/>
                  </a:cubicBezTo>
                  <a:cubicBezTo>
                    <a:pt x="1492" y="22331"/>
                    <a:pt x="915" y="20977"/>
                    <a:pt x="539" y="19562"/>
                  </a:cubicBezTo>
                  <a:cubicBezTo>
                    <a:pt x="407" y="19070"/>
                    <a:pt x="299" y="18551"/>
                    <a:pt x="211" y="18017"/>
                  </a:cubicBezTo>
                  <a:cubicBezTo>
                    <a:pt x="86" y="17246"/>
                    <a:pt x="21" y="16468"/>
                    <a:pt x="17" y="15690"/>
                  </a:cubicBezTo>
                  <a:cubicBezTo>
                    <a:pt x="10" y="14898"/>
                    <a:pt x="65" y="14106"/>
                    <a:pt x="181" y="13323"/>
                  </a:cubicBezTo>
                  <a:cubicBezTo>
                    <a:pt x="296" y="12506"/>
                    <a:pt x="481" y="11702"/>
                    <a:pt x="728" y="10915"/>
                  </a:cubicBezTo>
                  <a:cubicBezTo>
                    <a:pt x="2755" y="4434"/>
                    <a:pt x="8756" y="16"/>
                    <a:pt x="15549" y="12"/>
                  </a:cubicBezTo>
                  <a:lnTo>
                    <a:pt x="15547" y="10"/>
                  </a:lnTo>
                  <a:close/>
                  <a:moveTo>
                    <a:pt x="15549" y="0"/>
                  </a:moveTo>
                  <a:cubicBezTo>
                    <a:pt x="8761" y="0"/>
                    <a:pt x="2732" y="4445"/>
                    <a:pt x="716" y="10913"/>
                  </a:cubicBezTo>
                  <a:cubicBezTo>
                    <a:pt x="469" y="11700"/>
                    <a:pt x="287" y="12503"/>
                    <a:pt x="169" y="13321"/>
                  </a:cubicBezTo>
                  <a:cubicBezTo>
                    <a:pt x="54" y="14106"/>
                    <a:pt x="1" y="14898"/>
                    <a:pt x="5" y="15690"/>
                  </a:cubicBezTo>
                  <a:cubicBezTo>
                    <a:pt x="10" y="16470"/>
                    <a:pt x="75" y="17248"/>
                    <a:pt x="199" y="18017"/>
                  </a:cubicBezTo>
                  <a:cubicBezTo>
                    <a:pt x="282" y="18539"/>
                    <a:pt x="393" y="19054"/>
                    <a:pt x="527" y="19564"/>
                  </a:cubicBezTo>
                  <a:cubicBezTo>
                    <a:pt x="906" y="20980"/>
                    <a:pt x="1483" y="22335"/>
                    <a:pt x="2240" y="23589"/>
                  </a:cubicBezTo>
                  <a:cubicBezTo>
                    <a:pt x="4563" y="27440"/>
                    <a:pt x="8530" y="30257"/>
                    <a:pt x="13326" y="30955"/>
                  </a:cubicBezTo>
                  <a:cubicBezTo>
                    <a:pt x="14074" y="31063"/>
                    <a:pt x="14829" y="31116"/>
                    <a:pt x="15584" y="31119"/>
                  </a:cubicBezTo>
                  <a:cubicBezTo>
                    <a:pt x="22077" y="31119"/>
                    <a:pt x="27875" y="27052"/>
                    <a:pt x="30131" y="21040"/>
                  </a:cubicBezTo>
                  <a:cubicBezTo>
                    <a:pt x="30525" y="19994"/>
                    <a:pt x="30805" y="18906"/>
                    <a:pt x="30964" y="17798"/>
                  </a:cubicBezTo>
                  <a:cubicBezTo>
                    <a:pt x="31033" y="17322"/>
                    <a:pt x="31080" y="16849"/>
                    <a:pt x="31105" y="16378"/>
                  </a:cubicBezTo>
                  <a:cubicBezTo>
                    <a:pt x="31183" y="14914"/>
                    <a:pt x="31054" y="13448"/>
                    <a:pt x="30722" y="12021"/>
                  </a:cubicBezTo>
                  <a:cubicBezTo>
                    <a:pt x="30602" y="11506"/>
                    <a:pt x="30454" y="10996"/>
                    <a:pt x="30283" y="10502"/>
                  </a:cubicBezTo>
                  <a:cubicBezTo>
                    <a:pt x="30029" y="9765"/>
                    <a:pt x="29717" y="9047"/>
                    <a:pt x="29355" y="8354"/>
                  </a:cubicBezTo>
                  <a:cubicBezTo>
                    <a:pt x="27120" y="4083"/>
                    <a:pt x="22936" y="908"/>
                    <a:pt x="17803" y="164"/>
                  </a:cubicBezTo>
                  <a:cubicBezTo>
                    <a:pt x="17057" y="56"/>
                    <a:pt x="16304" y="0"/>
                    <a:pt x="1554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9"/>
            <p:cNvSpPr/>
            <p:nvPr/>
          </p:nvSpPr>
          <p:spPr>
            <a:xfrm>
              <a:off x="2861275" y="4546975"/>
              <a:ext cx="658650" cy="658675"/>
            </a:xfrm>
            <a:custGeom>
              <a:rect b="b" l="l" r="r" t="t"/>
              <a:pathLst>
                <a:path extrusionOk="0" fill="none" h="26347" w="26346">
                  <a:moveTo>
                    <a:pt x="22488" y="3859"/>
                  </a:moveTo>
                  <a:cubicBezTo>
                    <a:pt x="24958" y="6329"/>
                    <a:pt x="26346" y="9680"/>
                    <a:pt x="26346" y="13173"/>
                  </a:cubicBezTo>
                  <a:cubicBezTo>
                    <a:pt x="26346" y="16667"/>
                    <a:pt x="24958" y="20017"/>
                    <a:pt x="22488" y="22488"/>
                  </a:cubicBezTo>
                  <a:cubicBezTo>
                    <a:pt x="20017" y="24958"/>
                    <a:pt x="16667" y="26346"/>
                    <a:pt x="13173" y="26346"/>
                  </a:cubicBezTo>
                  <a:cubicBezTo>
                    <a:pt x="9680" y="26346"/>
                    <a:pt x="6329" y="24958"/>
                    <a:pt x="3859" y="22488"/>
                  </a:cubicBezTo>
                  <a:cubicBezTo>
                    <a:pt x="1388" y="20017"/>
                    <a:pt x="0" y="16667"/>
                    <a:pt x="0" y="13173"/>
                  </a:cubicBezTo>
                  <a:cubicBezTo>
                    <a:pt x="0" y="9680"/>
                    <a:pt x="1388" y="6329"/>
                    <a:pt x="3859" y="3859"/>
                  </a:cubicBezTo>
                  <a:cubicBezTo>
                    <a:pt x="6329" y="1388"/>
                    <a:pt x="9680" y="1"/>
                    <a:pt x="13173" y="1"/>
                  </a:cubicBezTo>
                  <a:cubicBezTo>
                    <a:pt x="16667" y="1"/>
                    <a:pt x="20017" y="1388"/>
                    <a:pt x="22488" y="3859"/>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9"/>
            <p:cNvSpPr/>
            <p:nvPr/>
          </p:nvSpPr>
          <p:spPr>
            <a:xfrm>
              <a:off x="2892850" y="4588600"/>
              <a:ext cx="595500" cy="575475"/>
            </a:xfrm>
            <a:custGeom>
              <a:rect b="b" l="l" r="r" t="t"/>
              <a:pathLst>
                <a:path extrusionOk="0" h="23019" w="23820">
                  <a:moveTo>
                    <a:pt x="11896" y="0"/>
                  </a:moveTo>
                  <a:cubicBezTo>
                    <a:pt x="5865" y="7"/>
                    <a:pt x="864" y="4669"/>
                    <a:pt x="432" y="10684"/>
                  </a:cubicBezTo>
                  <a:cubicBezTo>
                    <a:pt x="0" y="16701"/>
                    <a:pt x="4286" y="22028"/>
                    <a:pt x="10255" y="22896"/>
                  </a:cubicBezTo>
                  <a:cubicBezTo>
                    <a:pt x="10809" y="22977"/>
                    <a:pt x="11365" y="23019"/>
                    <a:pt x="11924" y="23019"/>
                  </a:cubicBezTo>
                  <a:cubicBezTo>
                    <a:pt x="17955" y="23009"/>
                    <a:pt x="22959" y="18348"/>
                    <a:pt x="23388" y="12333"/>
                  </a:cubicBezTo>
                  <a:cubicBezTo>
                    <a:pt x="23820" y="6315"/>
                    <a:pt x="19534" y="989"/>
                    <a:pt x="13566" y="120"/>
                  </a:cubicBezTo>
                  <a:cubicBezTo>
                    <a:pt x="13014" y="40"/>
                    <a:pt x="12455" y="0"/>
                    <a:pt x="11896"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9"/>
            <p:cNvSpPr/>
            <p:nvPr/>
          </p:nvSpPr>
          <p:spPr>
            <a:xfrm>
              <a:off x="2882925" y="4588425"/>
              <a:ext cx="615425" cy="575775"/>
            </a:xfrm>
            <a:custGeom>
              <a:rect b="b" l="l" r="r" t="t"/>
              <a:pathLst>
                <a:path extrusionOk="0" h="23031" w="24617">
                  <a:moveTo>
                    <a:pt x="12293" y="10"/>
                  </a:moveTo>
                  <a:lnTo>
                    <a:pt x="12293" y="12"/>
                  </a:lnTo>
                  <a:cubicBezTo>
                    <a:pt x="12852" y="12"/>
                    <a:pt x="13409" y="53"/>
                    <a:pt x="13963" y="132"/>
                  </a:cubicBezTo>
                  <a:cubicBezTo>
                    <a:pt x="19927" y="1000"/>
                    <a:pt x="24210" y="6327"/>
                    <a:pt x="23780" y="12340"/>
                  </a:cubicBezTo>
                  <a:cubicBezTo>
                    <a:pt x="23349" y="18350"/>
                    <a:pt x="18350" y="23012"/>
                    <a:pt x="12321" y="23019"/>
                  </a:cubicBezTo>
                  <a:cubicBezTo>
                    <a:pt x="11765" y="23019"/>
                    <a:pt x="11206" y="22979"/>
                    <a:pt x="10654" y="22899"/>
                  </a:cubicBezTo>
                  <a:cubicBezTo>
                    <a:pt x="4685" y="22033"/>
                    <a:pt x="397" y="16706"/>
                    <a:pt x="829" y="10691"/>
                  </a:cubicBezTo>
                  <a:cubicBezTo>
                    <a:pt x="1261" y="4676"/>
                    <a:pt x="6262" y="17"/>
                    <a:pt x="12293" y="10"/>
                  </a:cubicBezTo>
                  <a:close/>
                  <a:moveTo>
                    <a:pt x="12293" y="0"/>
                  </a:moveTo>
                  <a:cubicBezTo>
                    <a:pt x="6669" y="0"/>
                    <a:pt x="1746" y="4127"/>
                    <a:pt x="915" y="9857"/>
                  </a:cubicBezTo>
                  <a:cubicBezTo>
                    <a:pt x="0" y="16149"/>
                    <a:pt x="4360" y="21993"/>
                    <a:pt x="10652" y="22908"/>
                  </a:cubicBezTo>
                  <a:cubicBezTo>
                    <a:pt x="11203" y="22989"/>
                    <a:pt x="11762" y="23028"/>
                    <a:pt x="12321" y="23030"/>
                  </a:cubicBezTo>
                  <a:cubicBezTo>
                    <a:pt x="17948" y="23030"/>
                    <a:pt x="22868" y="18902"/>
                    <a:pt x="23702" y="13171"/>
                  </a:cubicBezTo>
                  <a:cubicBezTo>
                    <a:pt x="24616" y="6879"/>
                    <a:pt x="20257" y="1035"/>
                    <a:pt x="13965" y="120"/>
                  </a:cubicBezTo>
                  <a:cubicBezTo>
                    <a:pt x="13411" y="40"/>
                    <a:pt x="12852" y="0"/>
                    <a:pt x="1229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9"/>
            <p:cNvSpPr/>
            <p:nvPr/>
          </p:nvSpPr>
          <p:spPr>
            <a:xfrm>
              <a:off x="2814700" y="4787800"/>
              <a:ext cx="766375" cy="289275"/>
            </a:xfrm>
            <a:custGeom>
              <a:rect b="b" l="l" r="r" t="t"/>
              <a:pathLst>
                <a:path extrusionOk="0" h="11571" w="30655">
                  <a:moveTo>
                    <a:pt x="30192" y="1"/>
                  </a:moveTo>
                  <a:lnTo>
                    <a:pt x="0" y="7546"/>
                  </a:lnTo>
                  <a:cubicBezTo>
                    <a:pt x="379" y="8962"/>
                    <a:pt x="956" y="10317"/>
                    <a:pt x="1713" y="11571"/>
                  </a:cubicBezTo>
                  <a:lnTo>
                    <a:pt x="30573" y="4360"/>
                  </a:lnTo>
                  <a:cubicBezTo>
                    <a:pt x="30654" y="2896"/>
                    <a:pt x="30525" y="1428"/>
                    <a:pt x="30192"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9"/>
            <p:cNvSpPr/>
            <p:nvPr/>
          </p:nvSpPr>
          <p:spPr>
            <a:xfrm>
              <a:off x="2801650" y="4696250"/>
              <a:ext cx="756850" cy="241550"/>
            </a:xfrm>
            <a:custGeom>
              <a:rect b="b" l="l" r="r" t="t"/>
              <a:pathLst>
                <a:path extrusionOk="0" h="9662" w="30274">
                  <a:moveTo>
                    <a:pt x="29347" y="1"/>
                  </a:moveTo>
                  <a:lnTo>
                    <a:pt x="0" y="7334"/>
                  </a:lnTo>
                  <a:cubicBezTo>
                    <a:pt x="5" y="8112"/>
                    <a:pt x="70" y="8890"/>
                    <a:pt x="194" y="9661"/>
                  </a:cubicBezTo>
                  <a:lnTo>
                    <a:pt x="30273" y="2143"/>
                  </a:lnTo>
                  <a:cubicBezTo>
                    <a:pt x="30019" y="1407"/>
                    <a:pt x="29710" y="691"/>
                    <a:pt x="293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9"/>
            <p:cNvSpPr/>
            <p:nvPr/>
          </p:nvSpPr>
          <p:spPr>
            <a:xfrm>
              <a:off x="2777975" y="4760150"/>
              <a:ext cx="776700" cy="562025"/>
            </a:xfrm>
            <a:custGeom>
              <a:rect b="b" l="l" r="r" t="t"/>
              <a:pathLst>
                <a:path extrusionOk="0" h="22481" w="31068">
                  <a:moveTo>
                    <a:pt x="1658" y="1"/>
                  </a:moveTo>
                  <a:lnTo>
                    <a:pt x="1658" y="1"/>
                  </a:lnTo>
                  <a:cubicBezTo>
                    <a:pt x="562" y="2201"/>
                    <a:pt x="1" y="4628"/>
                    <a:pt x="17" y="7087"/>
                  </a:cubicBezTo>
                  <a:cubicBezTo>
                    <a:pt x="21" y="7867"/>
                    <a:pt x="88" y="8645"/>
                    <a:pt x="213" y="9417"/>
                  </a:cubicBezTo>
                  <a:cubicBezTo>
                    <a:pt x="296" y="9936"/>
                    <a:pt x="405" y="10453"/>
                    <a:pt x="541" y="10961"/>
                  </a:cubicBezTo>
                  <a:cubicBezTo>
                    <a:pt x="917" y="12379"/>
                    <a:pt x="1495" y="13732"/>
                    <a:pt x="2252" y="14988"/>
                  </a:cubicBezTo>
                  <a:cubicBezTo>
                    <a:pt x="4577" y="18837"/>
                    <a:pt x="8542" y="21654"/>
                    <a:pt x="13340" y="22352"/>
                  </a:cubicBezTo>
                  <a:cubicBezTo>
                    <a:pt x="13938" y="22439"/>
                    <a:pt x="14538" y="22481"/>
                    <a:pt x="15137" y="22481"/>
                  </a:cubicBezTo>
                  <a:cubicBezTo>
                    <a:pt x="22061" y="22481"/>
                    <a:pt x="28760" y="16846"/>
                    <a:pt x="31068" y="10128"/>
                  </a:cubicBezTo>
                  <a:lnTo>
                    <a:pt x="31068" y="10128"/>
                  </a:lnTo>
                  <a:cubicBezTo>
                    <a:pt x="28814" y="16140"/>
                    <a:pt x="23015" y="20206"/>
                    <a:pt x="16520" y="20206"/>
                  </a:cubicBezTo>
                  <a:cubicBezTo>
                    <a:pt x="15776" y="20206"/>
                    <a:pt x="15023" y="20152"/>
                    <a:pt x="14265" y="20043"/>
                  </a:cubicBezTo>
                  <a:cubicBezTo>
                    <a:pt x="9470" y="19345"/>
                    <a:pt x="5503" y="16528"/>
                    <a:pt x="3180" y="12677"/>
                  </a:cubicBezTo>
                  <a:cubicBezTo>
                    <a:pt x="2423" y="11423"/>
                    <a:pt x="1845" y="10068"/>
                    <a:pt x="1467" y="8652"/>
                  </a:cubicBezTo>
                  <a:cubicBezTo>
                    <a:pt x="1333" y="8142"/>
                    <a:pt x="1224" y="7627"/>
                    <a:pt x="1141" y="7105"/>
                  </a:cubicBezTo>
                  <a:cubicBezTo>
                    <a:pt x="1017" y="6336"/>
                    <a:pt x="950" y="5558"/>
                    <a:pt x="945" y="4778"/>
                  </a:cubicBezTo>
                  <a:cubicBezTo>
                    <a:pt x="940" y="3984"/>
                    <a:pt x="993" y="3192"/>
                    <a:pt x="1109" y="2409"/>
                  </a:cubicBezTo>
                  <a:cubicBezTo>
                    <a:pt x="1227" y="1591"/>
                    <a:pt x="1409" y="786"/>
                    <a:pt x="1658"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8" name="Shape 1258"/>
        <p:cNvGrpSpPr/>
        <p:nvPr/>
      </p:nvGrpSpPr>
      <p:grpSpPr>
        <a:xfrm>
          <a:off x="0" y="0"/>
          <a:ext cx="0" cy="0"/>
          <a:chOff x="0" y="0"/>
          <a:chExt cx="0" cy="0"/>
        </a:xfrm>
      </p:grpSpPr>
      <p:grpSp>
        <p:nvGrpSpPr>
          <p:cNvPr id="1259" name="Google Shape;1259;p40"/>
          <p:cNvGrpSpPr/>
          <p:nvPr/>
        </p:nvGrpSpPr>
        <p:grpSpPr>
          <a:xfrm flipH="1">
            <a:off x="8072358" y="2771903"/>
            <a:ext cx="530166" cy="502936"/>
            <a:chOff x="1717700" y="2254700"/>
            <a:chExt cx="781725" cy="741575"/>
          </a:xfrm>
        </p:grpSpPr>
        <p:sp>
          <p:nvSpPr>
            <p:cNvPr id="1260" name="Google Shape;1260;p40"/>
            <p:cNvSpPr/>
            <p:nvPr/>
          </p:nvSpPr>
          <p:spPr>
            <a:xfrm>
              <a:off x="1748125" y="2300200"/>
              <a:ext cx="717650" cy="650525"/>
            </a:xfrm>
            <a:custGeom>
              <a:rect b="b" l="l" r="r" t="t"/>
              <a:pathLst>
                <a:path extrusionOk="0" h="26021" w="28706">
                  <a:moveTo>
                    <a:pt x="15025" y="0"/>
                  </a:moveTo>
                  <a:cubicBezTo>
                    <a:pt x="11160" y="0"/>
                    <a:pt x="7313" y="1600"/>
                    <a:pt x="4560" y="4734"/>
                  </a:cubicBezTo>
                  <a:cubicBezTo>
                    <a:pt x="162" y="9743"/>
                    <a:pt x="0" y="17021"/>
                    <a:pt x="3801" y="22174"/>
                  </a:cubicBezTo>
                  <a:cubicBezTo>
                    <a:pt x="4341" y="22872"/>
                    <a:pt x="4946" y="23518"/>
                    <a:pt x="5609" y="24102"/>
                  </a:cubicBezTo>
                  <a:cubicBezTo>
                    <a:pt x="5932" y="24386"/>
                    <a:pt x="6264" y="24652"/>
                    <a:pt x="6604" y="24901"/>
                  </a:cubicBezTo>
                  <a:cubicBezTo>
                    <a:pt x="6953" y="25155"/>
                    <a:pt x="7201" y="25230"/>
                    <a:pt x="7416" y="25230"/>
                  </a:cubicBezTo>
                  <a:cubicBezTo>
                    <a:pt x="7729" y="25230"/>
                    <a:pt x="7975" y="25072"/>
                    <a:pt x="8368" y="25072"/>
                  </a:cubicBezTo>
                  <a:cubicBezTo>
                    <a:pt x="8543" y="25072"/>
                    <a:pt x="8748" y="25103"/>
                    <a:pt x="9001" y="25194"/>
                  </a:cubicBezTo>
                  <a:cubicBezTo>
                    <a:pt x="9444" y="25354"/>
                    <a:pt x="9896" y="25492"/>
                    <a:pt x="10354" y="25608"/>
                  </a:cubicBezTo>
                  <a:cubicBezTo>
                    <a:pt x="11030" y="25776"/>
                    <a:pt x="11721" y="25894"/>
                    <a:pt x="12416" y="25959"/>
                  </a:cubicBezTo>
                  <a:cubicBezTo>
                    <a:pt x="12854" y="26000"/>
                    <a:pt x="13293" y="26021"/>
                    <a:pt x="13732" y="26021"/>
                  </a:cubicBezTo>
                  <a:cubicBezTo>
                    <a:pt x="17598" y="26021"/>
                    <a:pt x="21444" y="24419"/>
                    <a:pt x="24196" y="21288"/>
                  </a:cubicBezTo>
                  <a:cubicBezTo>
                    <a:pt x="28262" y="16658"/>
                    <a:pt x="28705" y="10089"/>
                    <a:pt x="25745" y="5051"/>
                  </a:cubicBezTo>
                  <a:cubicBezTo>
                    <a:pt x="25277" y="4480"/>
                    <a:pt x="24762" y="3949"/>
                    <a:pt x="24205" y="3465"/>
                  </a:cubicBezTo>
                  <a:cubicBezTo>
                    <a:pt x="23674" y="2996"/>
                    <a:pt x="23106" y="2569"/>
                    <a:pt x="22508" y="2185"/>
                  </a:cubicBezTo>
                  <a:cubicBezTo>
                    <a:pt x="21922" y="1809"/>
                    <a:pt x="21305" y="1479"/>
                    <a:pt x="20668" y="1195"/>
                  </a:cubicBezTo>
                  <a:cubicBezTo>
                    <a:pt x="20236" y="1003"/>
                    <a:pt x="19795" y="835"/>
                    <a:pt x="19347" y="687"/>
                  </a:cubicBezTo>
                  <a:cubicBezTo>
                    <a:pt x="18100" y="280"/>
                    <a:pt x="16803" y="52"/>
                    <a:pt x="15491" y="8"/>
                  </a:cubicBezTo>
                  <a:cubicBezTo>
                    <a:pt x="15336" y="3"/>
                    <a:pt x="15180" y="0"/>
                    <a:pt x="15025"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0"/>
            <p:cNvSpPr/>
            <p:nvPr/>
          </p:nvSpPr>
          <p:spPr>
            <a:xfrm>
              <a:off x="1755500" y="2300325"/>
              <a:ext cx="740400" cy="695775"/>
            </a:xfrm>
            <a:custGeom>
              <a:rect b="b" l="l" r="r" t="t"/>
              <a:pathLst>
                <a:path extrusionOk="0" h="27831" w="29616">
                  <a:moveTo>
                    <a:pt x="14709" y="1"/>
                  </a:moveTo>
                  <a:cubicBezTo>
                    <a:pt x="10711" y="1"/>
                    <a:pt x="6906" y="1725"/>
                    <a:pt x="4270" y="4732"/>
                  </a:cubicBezTo>
                  <a:cubicBezTo>
                    <a:pt x="1084" y="8350"/>
                    <a:pt x="1" y="13360"/>
                    <a:pt x="1409" y="17972"/>
                  </a:cubicBezTo>
                  <a:cubicBezTo>
                    <a:pt x="2162" y="20449"/>
                    <a:pt x="3591" y="22666"/>
                    <a:pt x="5538" y="24372"/>
                  </a:cubicBezTo>
                  <a:cubicBezTo>
                    <a:pt x="5852" y="24649"/>
                    <a:pt x="6186" y="24919"/>
                    <a:pt x="6533" y="25169"/>
                  </a:cubicBezTo>
                  <a:cubicBezTo>
                    <a:pt x="7590" y="25942"/>
                    <a:pt x="8754" y="26561"/>
                    <a:pt x="9987" y="27009"/>
                  </a:cubicBezTo>
                  <a:cubicBezTo>
                    <a:pt x="10428" y="27166"/>
                    <a:pt x="10883" y="27304"/>
                    <a:pt x="11340" y="27418"/>
                  </a:cubicBezTo>
                  <a:cubicBezTo>
                    <a:pt x="12017" y="27586"/>
                    <a:pt x="12707" y="27704"/>
                    <a:pt x="13402" y="27769"/>
                  </a:cubicBezTo>
                  <a:cubicBezTo>
                    <a:pt x="13838" y="27810"/>
                    <a:pt x="14282" y="27831"/>
                    <a:pt x="14720" y="27831"/>
                  </a:cubicBezTo>
                  <a:cubicBezTo>
                    <a:pt x="14724" y="27831"/>
                    <a:pt x="14728" y="27831"/>
                    <a:pt x="14732" y="27831"/>
                  </a:cubicBezTo>
                  <a:cubicBezTo>
                    <a:pt x="20119" y="27831"/>
                    <a:pt x="25025" y="24719"/>
                    <a:pt x="27318" y="19844"/>
                  </a:cubicBezTo>
                  <a:cubicBezTo>
                    <a:pt x="29616" y="14965"/>
                    <a:pt x="28886" y="9200"/>
                    <a:pt x="25446" y="5048"/>
                  </a:cubicBezTo>
                  <a:cubicBezTo>
                    <a:pt x="24977" y="4478"/>
                    <a:pt x="24462" y="3947"/>
                    <a:pt x="23908" y="3462"/>
                  </a:cubicBezTo>
                  <a:cubicBezTo>
                    <a:pt x="23374" y="2993"/>
                    <a:pt x="22806" y="2566"/>
                    <a:pt x="22211" y="2185"/>
                  </a:cubicBezTo>
                  <a:cubicBezTo>
                    <a:pt x="21622" y="1809"/>
                    <a:pt x="21008" y="1476"/>
                    <a:pt x="20370" y="1194"/>
                  </a:cubicBezTo>
                  <a:cubicBezTo>
                    <a:pt x="19925" y="998"/>
                    <a:pt x="19484" y="827"/>
                    <a:pt x="19050" y="686"/>
                  </a:cubicBezTo>
                  <a:cubicBezTo>
                    <a:pt x="17803" y="280"/>
                    <a:pt x="16505" y="51"/>
                    <a:pt x="15196" y="10"/>
                  </a:cubicBezTo>
                  <a:cubicBezTo>
                    <a:pt x="15041" y="3"/>
                    <a:pt x="14882" y="1"/>
                    <a:pt x="14725" y="1"/>
                  </a:cubicBezTo>
                  <a:cubicBezTo>
                    <a:pt x="14720" y="1"/>
                    <a:pt x="14714" y="1"/>
                    <a:pt x="14709" y="1"/>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0"/>
            <p:cNvSpPr/>
            <p:nvPr/>
          </p:nvSpPr>
          <p:spPr>
            <a:xfrm>
              <a:off x="1748125" y="2300150"/>
              <a:ext cx="751300" cy="696125"/>
            </a:xfrm>
            <a:custGeom>
              <a:rect b="b" l="l" r="r" t="t"/>
              <a:pathLst>
                <a:path extrusionOk="0" h="27845" w="30052">
                  <a:moveTo>
                    <a:pt x="15005" y="15"/>
                  </a:moveTo>
                  <a:cubicBezTo>
                    <a:pt x="15010" y="15"/>
                    <a:pt x="15015" y="15"/>
                    <a:pt x="15020" y="15"/>
                  </a:cubicBezTo>
                  <a:cubicBezTo>
                    <a:pt x="15177" y="15"/>
                    <a:pt x="15334" y="17"/>
                    <a:pt x="15491" y="21"/>
                  </a:cubicBezTo>
                  <a:cubicBezTo>
                    <a:pt x="16800" y="65"/>
                    <a:pt x="18098" y="294"/>
                    <a:pt x="19342" y="700"/>
                  </a:cubicBezTo>
                  <a:cubicBezTo>
                    <a:pt x="19774" y="841"/>
                    <a:pt x="20218" y="1012"/>
                    <a:pt x="20663" y="1208"/>
                  </a:cubicBezTo>
                  <a:cubicBezTo>
                    <a:pt x="21300" y="1490"/>
                    <a:pt x="21915" y="1820"/>
                    <a:pt x="22503" y="2197"/>
                  </a:cubicBezTo>
                  <a:cubicBezTo>
                    <a:pt x="23099" y="2580"/>
                    <a:pt x="23667" y="3007"/>
                    <a:pt x="24198" y="3476"/>
                  </a:cubicBezTo>
                  <a:cubicBezTo>
                    <a:pt x="24752" y="3961"/>
                    <a:pt x="25267" y="4489"/>
                    <a:pt x="25736" y="5060"/>
                  </a:cubicBezTo>
                  <a:cubicBezTo>
                    <a:pt x="26789" y="6327"/>
                    <a:pt x="27606" y="7773"/>
                    <a:pt x="28147" y="9329"/>
                  </a:cubicBezTo>
                  <a:cubicBezTo>
                    <a:pt x="29638" y="13584"/>
                    <a:pt x="28973" y="18297"/>
                    <a:pt x="26364" y="21975"/>
                  </a:cubicBezTo>
                  <a:cubicBezTo>
                    <a:pt x="23756" y="25652"/>
                    <a:pt x="19529" y="27833"/>
                    <a:pt x="15023" y="27833"/>
                  </a:cubicBezTo>
                  <a:cubicBezTo>
                    <a:pt x="15020" y="27833"/>
                    <a:pt x="15018" y="27833"/>
                    <a:pt x="15015" y="27833"/>
                  </a:cubicBezTo>
                  <a:cubicBezTo>
                    <a:pt x="14577" y="27833"/>
                    <a:pt x="14133" y="27812"/>
                    <a:pt x="13697" y="27771"/>
                  </a:cubicBezTo>
                  <a:cubicBezTo>
                    <a:pt x="13002" y="27706"/>
                    <a:pt x="12312" y="27589"/>
                    <a:pt x="11635" y="27420"/>
                  </a:cubicBezTo>
                  <a:cubicBezTo>
                    <a:pt x="11180" y="27307"/>
                    <a:pt x="10725" y="27168"/>
                    <a:pt x="10282" y="27011"/>
                  </a:cubicBezTo>
                  <a:cubicBezTo>
                    <a:pt x="9051" y="26563"/>
                    <a:pt x="7888" y="25945"/>
                    <a:pt x="6830" y="25173"/>
                  </a:cubicBezTo>
                  <a:cubicBezTo>
                    <a:pt x="6486" y="24922"/>
                    <a:pt x="6151" y="24654"/>
                    <a:pt x="5835" y="24374"/>
                  </a:cubicBezTo>
                  <a:cubicBezTo>
                    <a:pt x="3888" y="22670"/>
                    <a:pt x="2459" y="20454"/>
                    <a:pt x="1706" y="17979"/>
                  </a:cubicBezTo>
                  <a:cubicBezTo>
                    <a:pt x="420" y="13760"/>
                    <a:pt x="1210" y="9184"/>
                    <a:pt x="3835" y="5642"/>
                  </a:cubicBezTo>
                  <a:cubicBezTo>
                    <a:pt x="6458" y="2103"/>
                    <a:pt x="10601" y="15"/>
                    <a:pt x="15005" y="15"/>
                  </a:cubicBezTo>
                  <a:close/>
                  <a:moveTo>
                    <a:pt x="15020" y="1"/>
                  </a:moveTo>
                  <a:lnTo>
                    <a:pt x="15020" y="3"/>
                  </a:lnTo>
                  <a:cubicBezTo>
                    <a:pt x="11155" y="3"/>
                    <a:pt x="7310" y="1603"/>
                    <a:pt x="4560" y="4736"/>
                  </a:cubicBezTo>
                  <a:cubicBezTo>
                    <a:pt x="159" y="9745"/>
                    <a:pt x="0" y="17023"/>
                    <a:pt x="3801" y="22176"/>
                  </a:cubicBezTo>
                  <a:cubicBezTo>
                    <a:pt x="4394" y="22984"/>
                    <a:pt x="5073" y="23723"/>
                    <a:pt x="5828" y="24384"/>
                  </a:cubicBezTo>
                  <a:cubicBezTo>
                    <a:pt x="6149" y="24668"/>
                    <a:pt x="6484" y="24933"/>
                    <a:pt x="6823" y="25180"/>
                  </a:cubicBezTo>
                  <a:cubicBezTo>
                    <a:pt x="7883" y="25954"/>
                    <a:pt x="9047" y="26575"/>
                    <a:pt x="10280" y="27021"/>
                  </a:cubicBezTo>
                  <a:cubicBezTo>
                    <a:pt x="10725" y="27180"/>
                    <a:pt x="11178" y="27318"/>
                    <a:pt x="11633" y="27432"/>
                  </a:cubicBezTo>
                  <a:cubicBezTo>
                    <a:pt x="12312" y="27600"/>
                    <a:pt x="13000" y="27718"/>
                    <a:pt x="13697" y="27782"/>
                  </a:cubicBezTo>
                  <a:cubicBezTo>
                    <a:pt x="14136" y="27824"/>
                    <a:pt x="14574" y="27845"/>
                    <a:pt x="15015" y="27845"/>
                  </a:cubicBezTo>
                  <a:cubicBezTo>
                    <a:pt x="18881" y="27845"/>
                    <a:pt x="22725" y="26245"/>
                    <a:pt x="25475" y="23111"/>
                  </a:cubicBezTo>
                  <a:cubicBezTo>
                    <a:pt x="30051" y="17900"/>
                    <a:pt x="30035" y="10227"/>
                    <a:pt x="25745" y="5050"/>
                  </a:cubicBezTo>
                  <a:cubicBezTo>
                    <a:pt x="25277" y="4482"/>
                    <a:pt x="24762" y="3951"/>
                    <a:pt x="24205" y="3464"/>
                  </a:cubicBezTo>
                  <a:cubicBezTo>
                    <a:pt x="23672" y="2995"/>
                    <a:pt x="23106" y="2568"/>
                    <a:pt x="22508" y="2185"/>
                  </a:cubicBezTo>
                  <a:cubicBezTo>
                    <a:pt x="21922" y="1809"/>
                    <a:pt x="21305" y="1478"/>
                    <a:pt x="20668" y="1197"/>
                  </a:cubicBezTo>
                  <a:cubicBezTo>
                    <a:pt x="20236" y="1005"/>
                    <a:pt x="19795" y="834"/>
                    <a:pt x="19347" y="689"/>
                  </a:cubicBezTo>
                  <a:cubicBezTo>
                    <a:pt x="18100" y="280"/>
                    <a:pt x="16803" y="52"/>
                    <a:pt x="15491" y="10"/>
                  </a:cubicBezTo>
                  <a:cubicBezTo>
                    <a:pt x="15334" y="5"/>
                    <a:pt x="15177" y="1"/>
                    <a:pt x="1502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0"/>
            <p:cNvSpPr/>
            <p:nvPr/>
          </p:nvSpPr>
          <p:spPr>
            <a:xfrm>
              <a:off x="1828875" y="2353550"/>
              <a:ext cx="589400" cy="589400"/>
            </a:xfrm>
            <a:custGeom>
              <a:rect b="b" l="l" r="r" t="t"/>
              <a:pathLst>
                <a:path extrusionOk="0" fill="none" h="23576" w="23576">
                  <a:moveTo>
                    <a:pt x="20123" y="3452"/>
                  </a:moveTo>
                  <a:cubicBezTo>
                    <a:pt x="22333" y="5662"/>
                    <a:pt x="23575" y="8662"/>
                    <a:pt x="23575" y="11788"/>
                  </a:cubicBezTo>
                  <a:cubicBezTo>
                    <a:pt x="23575" y="14914"/>
                    <a:pt x="22333" y="17911"/>
                    <a:pt x="20123" y="20121"/>
                  </a:cubicBezTo>
                  <a:cubicBezTo>
                    <a:pt x="17911" y="22333"/>
                    <a:pt x="14914" y="23575"/>
                    <a:pt x="11788" y="23575"/>
                  </a:cubicBezTo>
                  <a:cubicBezTo>
                    <a:pt x="8661" y="23575"/>
                    <a:pt x="5664" y="22333"/>
                    <a:pt x="3452" y="20121"/>
                  </a:cubicBezTo>
                  <a:cubicBezTo>
                    <a:pt x="1243" y="17911"/>
                    <a:pt x="0" y="14914"/>
                    <a:pt x="0" y="11788"/>
                  </a:cubicBezTo>
                  <a:cubicBezTo>
                    <a:pt x="0" y="8662"/>
                    <a:pt x="1243" y="5662"/>
                    <a:pt x="3452" y="3452"/>
                  </a:cubicBezTo>
                  <a:cubicBezTo>
                    <a:pt x="5664" y="1243"/>
                    <a:pt x="8661" y="1"/>
                    <a:pt x="11788" y="1"/>
                  </a:cubicBezTo>
                  <a:cubicBezTo>
                    <a:pt x="14914" y="1"/>
                    <a:pt x="17911" y="1243"/>
                    <a:pt x="20123" y="3452"/>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0"/>
            <p:cNvSpPr/>
            <p:nvPr/>
          </p:nvSpPr>
          <p:spPr>
            <a:xfrm>
              <a:off x="1854800" y="2392075"/>
              <a:ext cx="553825" cy="513575"/>
            </a:xfrm>
            <a:custGeom>
              <a:rect b="b" l="l" r="r" t="t"/>
              <a:pathLst>
                <a:path extrusionOk="0" h="20543" w="22153">
                  <a:moveTo>
                    <a:pt x="10769" y="1"/>
                  </a:moveTo>
                  <a:cubicBezTo>
                    <a:pt x="10066" y="1"/>
                    <a:pt x="9353" y="73"/>
                    <a:pt x="8640" y="224"/>
                  </a:cubicBezTo>
                  <a:cubicBezTo>
                    <a:pt x="3496" y="1311"/>
                    <a:pt x="0" y="6102"/>
                    <a:pt x="543" y="11330"/>
                  </a:cubicBezTo>
                  <a:cubicBezTo>
                    <a:pt x="1083" y="16560"/>
                    <a:pt x="5489" y="20536"/>
                    <a:pt x="10746" y="20543"/>
                  </a:cubicBezTo>
                  <a:cubicBezTo>
                    <a:pt x="10752" y="20543"/>
                    <a:pt x="10757" y="20543"/>
                    <a:pt x="10763" y="20543"/>
                  </a:cubicBezTo>
                  <a:cubicBezTo>
                    <a:pt x="12195" y="20543"/>
                    <a:pt x="13614" y="20243"/>
                    <a:pt x="14925" y="19661"/>
                  </a:cubicBezTo>
                  <a:cubicBezTo>
                    <a:pt x="19733" y="17529"/>
                    <a:pt x="22152" y="12113"/>
                    <a:pt x="20536" y="7111"/>
                  </a:cubicBezTo>
                  <a:cubicBezTo>
                    <a:pt x="19144" y="2803"/>
                    <a:pt x="15140" y="1"/>
                    <a:pt x="10769" y="1"/>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0"/>
            <p:cNvSpPr/>
            <p:nvPr/>
          </p:nvSpPr>
          <p:spPr>
            <a:xfrm>
              <a:off x="1836200" y="2390675"/>
              <a:ext cx="574725" cy="515125"/>
            </a:xfrm>
            <a:custGeom>
              <a:rect b="b" l="l" r="r" t="t"/>
              <a:pathLst>
                <a:path extrusionOk="0" h="20605" w="22989">
                  <a:moveTo>
                    <a:pt x="9338" y="226"/>
                  </a:moveTo>
                  <a:cubicBezTo>
                    <a:pt x="4666" y="1196"/>
                    <a:pt x="1150" y="5334"/>
                    <a:pt x="1148" y="10298"/>
                  </a:cubicBezTo>
                  <a:cubicBezTo>
                    <a:pt x="1146" y="15415"/>
                    <a:pt x="4876" y="19657"/>
                    <a:pt x="9761" y="20458"/>
                  </a:cubicBezTo>
                  <a:lnTo>
                    <a:pt x="9761" y="20458"/>
                  </a:lnTo>
                  <a:cubicBezTo>
                    <a:pt x="7896" y="20140"/>
                    <a:pt x="6139" y="19311"/>
                    <a:pt x="4695" y="18043"/>
                  </a:cubicBezTo>
                  <a:cubicBezTo>
                    <a:pt x="421" y="14286"/>
                    <a:pt x="1" y="7777"/>
                    <a:pt x="3755" y="3503"/>
                  </a:cubicBezTo>
                  <a:cubicBezTo>
                    <a:pt x="5228" y="1823"/>
                    <a:pt x="7191" y="684"/>
                    <a:pt x="9338" y="226"/>
                  </a:cubicBezTo>
                  <a:close/>
                  <a:moveTo>
                    <a:pt x="11483" y="0"/>
                  </a:moveTo>
                  <a:cubicBezTo>
                    <a:pt x="10756" y="0"/>
                    <a:pt x="10038" y="77"/>
                    <a:pt x="9338" y="226"/>
                  </a:cubicBezTo>
                  <a:lnTo>
                    <a:pt x="9338" y="226"/>
                  </a:lnTo>
                  <a:cubicBezTo>
                    <a:pt x="10017" y="86"/>
                    <a:pt x="10720" y="12"/>
                    <a:pt x="11440" y="12"/>
                  </a:cubicBezTo>
                  <a:cubicBezTo>
                    <a:pt x="11460" y="12"/>
                    <a:pt x="11479" y="12"/>
                    <a:pt x="11499" y="12"/>
                  </a:cubicBezTo>
                  <a:cubicBezTo>
                    <a:pt x="11501" y="12"/>
                    <a:pt x="11502" y="12"/>
                    <a:pt x="11504" y="12"/>
                  </a:cubicBezTo>
                  <a:cubicBezTo>
                    <a:pt x="16773" y="12"/>
                    <a:pt x="21193" y="3994"/>
                    <a:pt x="21740" y="9236"/>
                  </a:cubicBezTo>
                  <a:cubicBezTo>
                    <a:pt x="22285" y="14480"/>
                    <a:pt x="18780" y="19290"/>
                    <a:pt x="13619" y="20372"/>
                  </a:cubicBezTo>
                  <a:cubicBezTo>
                    <a:pt x="12919" y="20520"/>
                    <a:pt x="12206" y="20594"/>
                    <a:pt x="11490" y="20594"/>
                  </a:cubicBezTo>
                  <a:cubicBezTo>
                    <a:pt x="11473" y="20594"/>
                    <a:pt x="11456" y="20594"/>
                    <a:pt x="11439" y="20594"/>
                  </a:cubicBezTo>
                  <a:cubicBezTo>
                    <a:pt x="10868" y="20594"/>
                    <a:pt x="10307" y="20548"/>
                    <a:pt x="9761" y="20458"/>
                  </a:cubicBezTo>
                  <a:lnTo>
                    <a:pt x="9761" y="20458"/>
                  </a:lnTo>
                  <a:cubicBezTo>
                    <a:pt x="10329" y="20555"/>
                    <a:pt x="10907" y="20604"/>
                    <a:pt x="11490" y="20604"/>
                  </a:cubicBezTo>
                  <a:cubicBezTo>
                    <a:pt x="11713" y="20604"/>
                    <a:pt x="11936" y="20597"/>
                    <a:pt x="12160" y="20583"/>
                  </a:cubicBezTo>
                  <a:cubicBezTo>
                    <a:pt x="14887" y="20407"/>
                    <a:pt x="17431" y="19156"/>
                    <a:pt x="19234" y="17103"/>
                  </a:cubicBezTo>
                  <a:cubicBezTo>
                    <a:pt x="22989" y="12829"/>
                    <a:pt x="22569" y="6320"/>
                    <a:pt x="18295" y="2563"/>
                  </a:cubicBezTo>
                  <a:cubicBezTo>
                    <a:pt x="16420" y="912"/>
                    <a:pt x="14006" y="0"/>
                    <a:pt x="11509" y="0"/>
                  </a:cubicBezTo>
                  <a:cubicBezTo>
                    <a:pt x="11506" y="0"/>
                    <a:pt x="11503" y="0"/>
                    <a:pt x="11499" y="0"/>
                  </a:cubicBezTo>
                  <a:cubicBezTo>
                    <a:pt x="11494" y="0"/>
                    <a:pt x="11489" y="0"/>
                    <a:pt x="1148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0"/>
            <p:cNvSpPr/>
            <p:nvPr/>
          </p:nvSpPr>
          <p:spPr>
            <a:xfrm>
              <a:off x="1918750" y="2300450"/>
              <a:ext cx="313075" cy="675175"/>
            </a:xfrm>
            <a:custGeom>
              <a:rect b="b" l="l" r="r" t="t"/>
              <a:pathLst>
                <a:path extrusionOk="0" h="27007" w="12523">
                  <a:moveTo>
                    <a:pt x="8666" y="0"/>
                  </a:moveTo>
                  <a:lnTo>
                    <a:pt x="0" y="25168"/>
                  </a:lnTo>
                  <a:cubicBezTo>
                    <a:pt x="1058" y="25942"/>
                    <a:pt x="2222" y="26561"/>
                    <a:pt x="3455" y="27006"/>
                  </a:cubicBezTo>
                  <a:lnTo>
                    <a:pt x="12522" y="677"/>
                  </a:lnTo>
                  <a:cubicBezTo>
                    <a:pt x="11275" y="270"/>
                    <a:pt x="9978" y="42"/>
                    <a:pt x="8666"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0"/>
            <p:cNvSpPr/>
            <p:nvPr/>
          </p:nvSpPr>
          <p:spPr>
            <a:xfrm>
              <a:off x="2039000" y="2330125"/>
              <a:ext cx="271850" cy="664550"/>
            </a:xfrm>
            <a:custGeom>
              <a:rect b="b" l="l" r="r" t="t"/>
              <a:pathLst>
                <a:path extrusionOk="0" h="26582" w="10874">
                  <a:moveTo>
                    <a:pt x="9033" y="0"/>
                  </a:moveTo>
                  <a:lnTo>
                    <a:pt x="0" y="26233"/>
                  </a:lnTo>
                  <a:cubicBezTo>
                    <a:pt x="677" y="26401"/>
                    <a:pt x="1365" y="26517"/>
                    <a:pt x="2060" y="26581"/>
                  </a:cubicBezTo>
                  <a:lnTo>
                    <a:pt x="10873" y="988"/>
                  </a:lnTo>
                  <a:cubicBezTo>
                    <a:pt x="10287" y="612"/>
                    <a:pt x="9670" y="282"/>
                    <a:pt x="9033"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0"/>
            <p:cNvSpPr/>
            <p:nvPr/>
          </p:nvSpPr>
          <p:spPr>
            <a:xfrm>
              <a:off x="1717700" y="2254700"/>
              <a:ext cx="674075" cy="599875"/>
            </a:xfrm>
            <a:custGeom>
              <a:rect b="b" l="l" r="r" t="t"/>
              <a:pathLst>
                <a:path extrusionOk="0" h="23995" w="26963">
                  <a:moveTo>
                    <a:pt x="14948" y="0"/>
                  </a:moveTo>
                  <a:cubicBezTo>
                    <a:pt x="11086" y="0"/>
                    <a:pt x="7245" y="1602"/>
                    <a:pt x="4498" y="4730"/>
                  </a:cubicBezTo>
                  <a:cubicBezTo>
                    <a:pt x="0" y="9849"/>
                    <a:pt x="767" y="18552"/>
                    <a:pt x="5018" y="23994"/>
                  </a:cubicBezTo>
                  <a:cubicBezTo>
                    <a:pt x="1219" y="18841"/>
                    <a:pt x="1379" y="11563"/>
                    <a:pt x="5777" y="6554"/>
                  </a:cubicBezTo>
                  <a:cubicBezTo>
                    <a:pt x="8530" y="3420"/>
                    <a:pt x="12377" y="1820"/>
                    <a:pt x="16242" y="1820"/>
                  </a:cubicBezTo>
                  <a:cubicBezTo>
                    <a:pt x="16397" y="1820"/>
                    <a:pt x="16553" y="1823"/>
                    <a:pt x="16708" y="1828"/>
                  </a:cubicBezTo>
                  <a:cubicBezTo>
                    <a:pt x="18020" y="1872"/>
                    <a:pt x="19317" y="2100"/>
                    <a:pt x="20564" y="2507"/>
                  </a:cubicBezTo>
                  <a:cubicBezTo>
                    <a:pt x="21012" y="2655"/>
                    <a:pt x="21453" y="2823"/>
                    <a:pt x="21885" y="3015"/>
                  </a:cubicBezTo>
                  <a:cubicBezTo>
                    <a:pt x="22522" y="3299"/>
                    <a:pt x="23139" y="3629"/>
                    <a:pt x="23725" y="4005"/>
                  </a:cubicBezTo>
                  <a:cubicBezTo>
                    <a:pt x="24323" y="4389"/>
                    <a:pt x="24891" y="4816"/>
                    <a:pt x="25422" y="5285"/>
                  </a:cubicBezTo>
                  <a:cubicBezTo>
                    <a:pt x="25979" y="5769"/>
                    <a:pt x="26494" y="6300"/>
                    <a:pt x="26962" y="6871"/>
                  </a:cubicBezTo>
                  <a:cubicBezTo>
                    <a:pt x="26210" y="5592"/>
                    <a:pt x="25258" y="4439"/>
                    <a:pt x="24143" y="3463"/>
                  </a:cubicBezTo>
                  <a:cubicBezTo>
                    <a:pt x="23610" y="2994"/>
                    <a:pt x="23042" y="2567"/>
                    <a:pt x="22446" y="2184"/>
                  </a:cubicBezTo>
                  <a:cubicBezTo>
                    <a:pt x="21857" y="1807"/>
                    <a:pt x="21243" y="1477"/>
                    <a:pt x="20603" y="1193"/>
                  </a:cubicBezTo>
                  <a:cubicBezTo>
                    <a:pt x="20172" y="1001"/>
                    <a:pt x="19731" y="830"/>
                    <a:pt x="19283" y="685"/>
                  </a:cubicBezTo>
                  <a:cubicBezTo>
                    <a:pt x="18038" y="279"/>
                    <a:pt x="16740" y="50"/>
                    <a:pt x="15429" y="8"/>
                  </a:cubicBezTo>
                  <a:cubicBezTo>
                    <a:pt x="15269" y="3"/>
                    <a:pt x="15108" y="0"/>
                    <a:pt x="14948"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 name="Google Shape;1269;p40"/>
          <p:cNvSpPr txBox="1"/>
          <p:nvPr>
            <p:ph type="ctrTitle"/>
          </p:nvPr>
        </p:nvSpPr>
        <p:spPr>
          <a:xfrm>
            <a:off x="1623321" y="466195"/>
            <a:ext cx="5917800" cy="9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 </a:t>
            </a:r>
            <a:r>
              <a:rPr lang="en">
                <a:solidFill>
                  <a:schemeClr val="accent3"/>
                </a:solidFill>
              </a:rPr>
              <a:t>YOU</a:t>
            </a:r>
            <a:endParaRPr>
              <a:solidFill>
                <a:schemeClr val="accent3"/>
              </a:solidFill>
            </a:endParaRPr>
          </a:p>
        </p:txBody>
      </p:sp>
      <p:sp>
        <p:nvSpPr>
          <p:cNvPr id="1270" name="Google Shape;1270;p40"/>
          <p:cNvSpPr txBox="1"/>
          <p:nvPr>
            <p:ph idx="1" type="subTitle"/>
          </p:nvPr>
        </p:nvSpPr>
        <p:spPr>
          <a:xfrm>
            <a:off x="2425075" y="1566566"/>
            <a:ext cx="4293900" cy="130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1000"/>
              </a:spcBef>
              <a:spcAft>
                <a:spcPts val="0"/>
              </a:spcAft>
              <a:buNone/>
            </a:pPr>
            <a:r>
              <a:rPr lang="en"/>
              <a:t>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yourwebsite.com</a:t>
            </a:r>
            <a:endParaRPr/>
          </a:p>
        </p:txBody>
      </p:sp>
      <p:sp>
        <p:nvSpPr>
          <p:cNvPr id="1271" name="Google Shape;1271;p40"/>
          <p:cNvSpPr txBox="1"/>
          <p:nvPr/>
        </p:nvSpPr>
        <p:spPr>
          <a:xfrm>
            <a:off x="2589425" y="4290892"/>
            <a:ext cx="3965100" cy="338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accent1"/>
                </a:solidFill>
                <a:latin typeface="Cabin"/>
                <a:ea typeface="Cabin"/>
                <a:cs typeface="Cabin"/>
                <a:sym typeface="Cabin"/>
              </a:rPr>
              <a:t>Please keep this slide for attribution</a:t>
            </a:r>
            <a:endParaRPr sz="1000">
              <a:solidFill>
                <a:schemeClr val="accent1"/>
              </a:solidFill>
              <a:latin typeface="Cabin"/>
              <a:ea typeface="Cabin"/>
              <a:cs typeface="Cabin"/>
              <a:sym typeface="Cabin"/>
            </a:endParaRPr>
          </a:p>
        </p:txBody>
      </p:sp>
      <p:cxnSp>
        <p:nvCxnSpPr>
          <p:cNvPr id="1272" name="Google Shape;1272;p40"/>
          <p:cNvCxnSpPr/>
          <p:nvPr/>
        </p:nvCxnSpPr>
        <p:spPr>
          <a:xfrm>
            <a:off x="1964375" y="1474246"/>
            <a:ext cx="5215200" cy="0"/>
          </a:xfrm>
          <a:prstGeom prst="straightConnector1">
            <a:avLst/>
          </a:prstGeom>
          <a:noFill/>
          <a:ln cap="flat" cmpd="sng" w="19050">
            <a:solidFill>
              <a:schemeClr val="accent3"/>
            </a:solidFill>
            <a:prstDash val="solid"/>
            <a:round/>
            <a:headEnd len="med" w="med" type="none"/>
            <a:tailEnd len="med" w="med" type="none"/>
          </a:ln>
        </p:spPr>
      </p:cxnSp>
      <p:grpSp>
        <p:nvGrpSpPr>
          <p:cNvPr id="1273" name="Google Shape;1273;p40"/>
          <p:cNvGrpSpPr/>
          <p:nvPr/>
        </p:nvGrpSpPr>
        <p:grpSpPr>
          <a:xfrm>
            <a:off x="794147" y="2517466"/>
            <a:ext cx="933806" cy="1011808"/>
            <a:chOff x="2761250" y="617875"/>
            <a:chExt cx="1222900" cy="1325050"/>
          </a:xfrm>
        </p:grpSpPr>
        <p:sp>
          <p:nvSpPr>
            <p:cNvPr id="1274" name="Google Shape;1274;p40"/>
            <p:cNvSpPr/>
            <p:nvPr/>
          </p:nvSpPr>
          <p:spPr>
            <a:xfrm>
              <a:off x="2888925" y="785625"/>
              <a:ext cx="965575" cy="993650"/>
            </a:xfrm>
            <a:custGeom>
              <a:rect b="b" l="l" r="r" t="t"/>
              <a:pathLst>
                <a:path extrusionOk="0" h="39746" w="38623">
                  <a:moveTo>
                    <a:pt x="8500" y="6895"/>
                  </a:moveTo>
                  <a:cubicBezTo>
                    <a:pt x="9108" y="6895"/>
                    <a:pt x="9711" y="7175"/>
                    <a:pt x="10130" y="7701"/>
                  </a:cubicBezTo>
                  <a:lnTo>
                    <a:pt x="10130" y="7699"/>
                  </a:lnTo>
                  <a:lnTo>
                    <a:pt x="10130" y="7699"/>
                  </a:lnTo>
                  <a:cubicBezTo>
                    <a:pt x="10850" y="8609"/>
                    <a:pt x="10742" y="9911"/>
                    <a:pt x="9844" y="10643"/>
                  </a:cubicBezTo>
                  <a:cubicBezTo>
                    <a:pt x="9450" y="10964"/>
                    <a:pt x="8970" y="11123"/>
                    <a:pt x="8493" y="11123"/>
                  </a:cubicBezTo>
                  <a:cubicBezTo>
                    <a:pt x="7884" y="11123"/>
                    <a:pt x="7281" y="10863"/>
                    <a:pt x="6877" y="10354"/>
                  </a:cubicBezTo>
                  <a:cubicBezTo>
                    <a:pt x="6154" y="9447"/>
                    <a:pt x="6339" y="8085"/>
                    <a:pt x="7237" y="7350"/>
                  </a:cubicBezTo>
                  <a:cubicBezTo>
                    <a:pt x="7615" y="7043"/>
                    <a:pt x="8059" y="6895"/>
                    <a:pt x="8500" y="6895"/>
                  </a:cubicBezTo>
                  <a:close/>
                  <a:moveTo>
                    <a:pt x="19147" y="14034"/>
                  </a:moveTo>
                  <a:cubicBezTo>
                    <a:pt x="20968" y="14034"/>
                    <a:pt x="22804" y="14665"/>
                    <a:pt x="24189" y="15898"/>
                  </a:cubicBezTo>
                  <a:lnTo>
                    <a:pt x="24189" y="15896"/>
                  </a:lnTo>
                  <a:lnTo>
                    <a:pt x="24189" y="15896"/>
                  </a:lnTo>
                  <a:cubicBezTo>
                    <a:pt x="26817" y="18237"/>
                    <a:pt x="26704" y="21966"/>
                    <a:pt x="24005" y="24167"/>
                  </a:cubicBezTo>
                  <a:cubicBezTo>
                    <a:pt x="22733" y="25204"/>
                    <a:pt x="21110" y="25712"/>
                    <a:pt x="19475" y="25712"/>
                  </a:cubicBezTo>
                  <a:cubicBezTo>
                    <a:pt x="17655" y="25712"/>
                    <a:pt x="15819" y="25082"/>
                    <a:pt x="14434" y="23850"/>
                  </a:cubicBezTo>
                  <a:cubicBezTo>
                    <a:pt x="11806" y="21509"/>
                    <a:pt x="11919" y="17782"/>
                    <a:pt x="14619" y="15580"/>
                  </a:cubicBezTo>
                  <a:cubicBezTo>
                    <a:pt x="15890" y="14543"/>
                    <a:pt x="17512" y="14034"/>
                    <a:pt x="19147" y="14034"/>
                  </a:cubicBezTo>
                  <a:close/>
                  <a:moveTo>
                    <a:pt x="30132" y="28625"/>
                  </a:moveTo>
                  <a:cubicBezTo>
                    <a:pt x="30741" y="28625"/>
                    <a:pt x="31343" y="28884"/>
                    <a:pt x="31747" y="29394"/>
                  </a:cubicBezTo>
                  <a:lnTo>
                    <a:pt x="31747" y="29392"/>
                  </a:lnTo>
                  <a:lnTo>
                    <a:pt x="31747" y="29392"/>
                  </a:lnTo>
                  <a:cubicBezTo>
                    <a:pt x="32469" y="30299"/>
                    <a:pt x="32285" y="31662"/>
                    <a:pt x="31386" y="32396"/>
                  </a:cubicBezTo>
                  <a:cubicBezTo>
                    <a:pt x="31008" y="32705"/>
                    <a:pt x="30563" y="32853"/>
                    <a:pt x="30122" y="32853"/>
                  </a:cubicBezTo>
                  <a:cubicBezTo>
                    <a:pt x="29513" y="32853"/>
                    <a:pt x="28911" y="32572"/>
                    <a:pt x="28493" y="32045"/>
                  </a:cubicBezTo>
                  <a:cubicBezTo>
                    <a:pt x="27773" y="31137"/>
                    <a:pt x="27881" y="29835"/>
                    <a:pt x="28780" y="29106"/>
                  </a:cubicBezTo>
                  <a:cubicBezTo>
                    <a:pt x="29174" y="28784"/>
                    <a:pt x="29656" y="28625"/>
                    <a:pt x="30132" y="28625"/>
                  </a:cubicBezTo>
                  <a:close/>
                  <a:moveTo>
                    <a:pt x="8694" y="1"/>
                  </a:moveTo>
                  <a:lnTo>
                    <a:pt x="702" y="6514"/>
                  </a:lnTo>
                  <a:cubicBezTo>
                    <a:pt x="989" y="7886"/>
                    <a:pt x="751" y="9364"/>
                    <a:pt x="0" y="10484"/>
                  </a:cubicBezTo>
                  <a:cubicBezTo>
                    <a:pt x="6990" y="21541"/>
                    <a:pt x="19564" y="28046"/>
                    <a:pt x="26554" y="39101"/>
                  </a:cubicBezTo>
                  <a:cubicBezTo>
                    <a:pt x="26950" y="38950"/>
                    <a:pt x="27360" y="38874"/>
                    <a:pt x="27765" y="38874"/>
                  </a:cubicBezTo>
                  <a:cubicBezTo>
                    <a:pt x="28562" y="38874"/>
                    <a:pt x="29336" y="39167"/>
                    <a:pt x="29932" y="39745"/>
                  </a:cubicBezTo>
                  <a:cubicBezTo>
                    <a:pt x="32594" y="37575"/>
                    <a:pt x="35256" y="35402"/>
                    <a:pt x="37921" y="33229"/>
                  </a:cubicBezTo>
                  <a:cubicBezTo>
                    <a:pt x="37632" y="31860"/>
                    <a:pt x="37872" y="30382"/>
                    <a:pt x="38623" y="29260"/>
                  </a:cubicBezTo>
                  <a:cubicBezTo>
                    <a:pt x="31633" y="18205"/>
                    <a:pt x="19061" y="11700"/>
                    <a:pt x="12069" y="643"/>
                  </a:cubicBezTo>
                  <a:cubicBezTo>
                    <a:pt x="11673" y="795"/>
                    <a:pt x="11261" y="870"/>
                    <a:pt x="10856" y="870"/>
                  </a:cubicBezTo>
                  <a:cubicBezTo>
                    <a:pt x="10060" y="870"/>
                    <a:pt x="9287" y="579"/>
                    <a:pt x="8694"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0"/>
            <p:cNvSpPr/>
            <p:nvPr/>
          </p:nvSpPr>
          <p:spPr>
            <a:xfrm>
              <a:off x="2761250" y="617875"/>
              <a:ext cx="1222900" cy="1325050"/>
            </a:xfrm>
            <a:custGeom>
              <a:rect b="b" l="l" r="r" t="t"/>
              <a:pathLst>
                <a:path extrusionOk="0" h="53002" w="48916">
                  <a:moveTo>
                    <a:pt x="14119" y="4958"/>
                  </a:moveTo>
                  <a:cubicBezTo>
                    <a:pt x="14537" y="5831"/>
                    <a:pt x="15303" y="6279"/>
                    <a:pt x="16110" y="6279"/>
                  </a:cubicBezTo>
                  <a:cubicBezTo>
                    <a:pt x="16633" y="6279"/>
                    <a:pt x="17173" y="6091"/>
                    <a:pt x="17645" y="5706"/>
                  </a:cubicBezTo>
                  <a:cubicBezTo>
                    <a:pt x="24655" y="17556"/>
                    <a:pt x="38152" y="24118"/>
                    <a:pt x="45163" y="35966"/>
                  </a:cubicBezTo>
                  <a:lnTo>
                    <a:pt x="45163" y="35966"/>
                  </a:lnTo>
                  <a:cubicBezTo>
                    <a:pt x="43960" y="36950"/>
                    <a:pt x="43649" y="38825"/>
                    <a:pt x="44339" y="40260"/>
                  </a:cubicBezTo>
                  <a:cubicBezTo>
                    <a:pt x="41160" y="42853"/>
                    <a:pt x="37978" y="45446"/>
                    <a:pt x="34799" y="48042"/>
                  </a:cubicBezTo>
                  <a:cubicBezTo>
                    <a:pt x="34380" y="47169"/>
                    <a:pt x="33613" y="46720"/>
                    <a:pt x="32807" y="46720"/>
                  </a:cubicBezTo>
                  <a:cubicBezTo>
                    <a:pt x="32285" y="46720"/>
                    <a:pt x="31745" y="46908"/>
                    <a:pt x="31273" y="47294"/>
                  </a:cubicBezTo>
                  <a:cubicBezTo>
                    <a:pt x="24263" y="35444"/>
                    <a:pt x="10764" y="28884"/>
                    <a:pt x="3752" y="17034"/>
                  </a:cubicBezTo>
                  <a:cubicBezTo>
                    <a:pt x="4955" y="16053"/>
                    <a:pt x="5267" y="14176"/>
                    <a:pt x="4579" y="12740"/>
                  </a:cubicBezTo>
                  <a:cubicBezTo>
                    <a:pt x="7758" y="10144"/>
                    <a:pt x="10940" y="7551"/>
                    <a:pt x="14119" y="4958"/>
                  </a:cubicBezTo>
                  <a:close/>
                  <a:moveTo>
                    <a:pt x="17015" y="1"/>
                  </a:moveTo>
                  <a:cubicBezTo>
                    <a:pt x="11342" y="4623"/>
                    <a:pt x="5671" y="9248"/>
                    <a:pt x="0" y="13873"/>
                  </a:cubicBezTo>
                  <a:cubicBezTo>
                    <a:pt x="6551" y="30244"/>
                    <a:pt x="25350" y="36628"/>
                    <a:pt x="31903" y="53001"/>
                  </a:cubicBezTo>
                  <a:lnTo>
                    <a:pt x="48916" y="39129"/>
                  </a:lnTo>
                  <a:cubicBezTo>
                    <a:pt x="42365" y="22756"/>
                    <a:pt x="23565" y="16372"/>
                    <a:pt x="17015"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0"/>
            <p:cNvSpPr/>
            <p:nvPr/>
          </p:nvSpPr>
          <p:spPr>
            <a:xfrm>
              <a:off x="2854975" y="741875"/>
              <a:ext cx="1035375" cy="1077050"/>
            </a:xfrm>
            <a:custGeom>
              <a:rect b="b" l="l" r="r" t="t"/>
              <a:pathLst>
                <a:path extrusionOk="0" h="43082" w="41415">
                  <a:moveTo>
                    <a:pt x="10163" y="1381"/>
                  </a:moveTo>
                  <a:cubicBezTo>
                    <a:pt x="10183" y="1404"/>
                    <a:pt x="10206" y="1428"/>
                    <a:pt x="10230" y="1451"/>
                  </a:cubicBezTo>
                  <a:cubicBezTo>
                    <a:pt x="10790" y="2034"/>
                    <a:pt x="11538" y="2329"/>
                    <a:pt x="12308" y="2329"/>
                  </a:cubicBezTo>
                  <a:cubicBezTo>
                    <a:pt x="12709" y="2329"/>
                    <a:pt x="13116" y="2249"/>
                    <a:pt x="13506" y="2088"/>
                  </a:cubicBezTo>
                  <a:cubicBezTo>
                    <a:pt x="13536" y="2074"/>
                    <a:pt x="13568" y="2062"/>
                    <a:pt x="13596" y="2049"/>
                  </a:cubicBezTo>
                  <a:cubicBezTo>
                    <a:pt x="20571" y="13222"/>
                    <a:pt x="33282" y="19719"/>
                    <a:pt x="40255" y="30890"/>
                  </a:cubicBezTo>
                  <a:lnTo>
                    <a:pt x="40255" y="30893"/>
                  </a:lnTo>
                  <a:cubicBezTo>
                    <a:pt x="40235" y="30920"/>
                    <a:pt x="40216" y="30948"/>
                    <a:pt x="40195" y="30978"/>
                  </a:cubicBezTo>
                  <a:cubicBezTo>
                    <a:pt x="39434" y="32056"/>
                    <a:pt x="39193" y="33518"/>
                    <a:pt x="39498" y="34852"/>
                  </a:cubicBezTo>
                  <a:cubicBezTo>
                    <a:pt x="39507" y="34889"/>
                    <a:pt x="39514" y="34924"/>
                    <a:pt x="39524" y="34959"/>
                  </a:cubicBezTo>
                  <a:cubicBezTo>
                    <a:pt x="36767" y="37205"/>
                    <a:pt x="34010" y="39452"/>
                    <a:pt x="31255" y="41699"/>
                  </a:cubicBezTo>
                  <a:cubicBezTo>
                    <a:pt x="31232" y="41675"/>
                    <a:pt x="31211" y="41652"/>
                    <a:pt x="31188" y="41629"/>
                  </a:cubicBezTo>
                  <a:cubicBezTo>
                    <a:pt x="30627" y="41047"/>
                    <a:pt x="29880" y="40752"/>
                    <a:pt x="29112" y="40752"/>
                  </a:cubicBezTo>
                  <a:cubicBezTo>
                    <a:pt x="28710" y="40752"/>
                    <a:pt x="28302" y="40833"/>
                    <a:pt x="27912" y="40994"/>
                  </a:cubicBezTo>
                  <a:cubicBezTo>
                    <a:pt x="27882" y="41008"/>
                    <a:pt x="27849" y="41020"/>
                    <a:pt x="27822" y="41031"/>
                  </a:cubicBezTo>
                  <a:cubicBezTo>
                    <a:pt x="20846" y="29858"/>
                    <a:pt x="8135" y="23363"/>
                    <a:pt x="1162" y="12190"/>
                  </a:cubicBezTo>
                  <a:cubicBezTo>
                    <a:pt x="1181" y="12162"/>
                    <a:pt x="1201" y="12132"/>
                    <a:pt x="1222" y="12104"/>
                  </a:cubicBezTo>
                  <a:cubicBezTo>
                    <a:pt x="1984" y="11026"/>
                    <a:pt x="2222" y="9562"/>
                    <a:pt x="1920" y="8227"/>
                  </a:cubicBezTo>
                  <a:cubicBezTo>
                    <a:pt x="1910" y="8193"/>
                    <a:pt x="1903" y="8158"/>
                    <a:pt x="1894" y="8121"/>
                  </a:cubicBezTo>
                  <a:cubicBezTo>
                    <a:pt x="4651" y="5875"/>
                    <a:pt x="7406" y="3628"/>
                    <a:pt x="10163" y="1381"/>
                  </a:cubicBezTo>
                  <a:close/>
                  <a:moveTo>
                    <a:pt x="10370" y="1"/>
                  </a:moveTo>
                  <a:cubicBezTo>
                    <a:pt x="7189" y="2594"/>
                    <a:pt x="4009" y="5187"/>
                    <a:pt x="827" y="7780"/>
                  </a:cubicBezTo>
                  <a:cubicBezTo>
                    <a:pt x="1518" y="9216"/>
                    <a:pt x="1206" y="11093"/>
                    <a:pt x="1" y="12074"/>
                  </a:cubicBezTo>
                  <a:cubicBezTo>
                    <a:pt x="7013" y="23924"/>
                    <a:pt x="20511" y="30484"/>
                    <a:pt x="27524" y="42334"/>
                  </a:cubicBezTo>
                  <a:cubicBezTo>
                    <a:pt x="27995" y="41948"/>
                    <a:pt x="28534" y="41760"/>
                    <a:pt x="29057" y="41760"/>
                  </a:cubicBezTo>
                  <a:cubicBezTo>
                    <a:pt x="29863" y="41760"/>
                    <a:pt x="30630" y="42209"/>
                    <a:pt x="31047" y="43082"/>
                  </a:cubicBezTo>
                  <a:cubicBezTo>
                    <a:pt x="34229" y="40489"/>
                    <a:pt x="37409" y="37896"/>
                    <a:pt x="40590" y="35300"/>
                  </a:cubicBezTo>
                  <a:cubicBezTo>
                    <a:pt x="39900" y="33864"/>
                    <a:pt x="40212" y="31987"/>
                    <a:pt x="41415" y="31006"/>
                  </a:cubicBezTo>
                  <a:cubicBezTo>
                    <a:pt x="34405" y="19158"/>
                    <a:pt x="20906" y="12596"/>
                    <a:pt x="13896" y="746"/>
                  </a:cubicBezTo>
                  <a:cubicBezTo>
                    <a:pt x="13423" y="1132"/>
                    <a:pt x="12883" y="1321"/>
                    <a:pt x="12359" y="1321"/>
                  </a:cubicBezTo>
                  <a:cubicBezTo>
                    <a:pt x="11553" y="1321"/>
                    <a:pt x="10788" y="873"/>
                    <a:pt x="10370"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0"/>
            <p:cNvSpPr/>
            <p:nvPr/>
          </p:nvSpPr>
          <p:spPr>
            <a:xfrm>
              <a:off x="2883950" y="776400"/>
              <a:ext cx="977425" cy="1008000"/>
            </a:xfrm>
            <a:custGeom>
              <a:rect b="b" l="l" r="r" t="t"/>
              <a:pathLst>
                <a:path extrusionOk="0" h="40320" w="39097">
                  <a:moveTo>
                    <a:pt x="8974" y="370"/>
                  </a:moveTo>
                  <a:cubicBezTo>
                    <a:pt x="9566" y="945"/>
                    <a:pt x="10337" y="1236"/>
                    <a:pt x="11130" y="1236"/>
                  </a:cubicBezTo>
                  <a:cubicBezTo>
                    <a:pt x="11534" y="1236"/>
                    <a:pt x="11943" y="1160"/>
                    <a:pt x="12338" y="1009"/>
                  </a:cubicBezTo>
                  <a:cubicBezTo>
                    <a:pt x="19299" y="12021"/>
                    <a:pt x="31821" y="18498"/>
                    <a:pt x="38780" y="29509"/>
                  </a:cubicBezTo>
                  <a:cubicBezTo>
                    <a:pt x="38032" y="30624"/>
                    <a:pt x="37794" y="32098"/>
                    <a:pt x="38081" y="33462"/>
                  </a:cubicBezTo>
                  <a:lnTo>
                    <a:pt x="30124" y="39948"/>
                  </a:lnTo>
                  <a:cubicBezTo>
                    <a:pt x="29533" y="39373"/>
                    <a:pt x="28763" y="39082"/>
                    <a:pt x="27970" y="39082"/>
                  </a:cubicBezTo>
                  <a:cubicBezTo>
                    <a:pt x="27566" y="39082"/>
                    <a:pt x="27157" y="39158"/>
                    <a:pt x="26762" y="39309"/>
                  </a:cubicBezTo>
                  <a:cubicBezTo>
                    <a:pt x="19800" y="28297"/>
                    <a:pt x="7279" y="21820"/>
                    <a:pt x="317" y="10811"/>
                  </a:cubicBezTo>
                  <a:cubicBezTo>
                    <a:pt x="1068" y="9693"/>
                    <a:pt x="1303" y="8223"/>
                    <a:pt x="1019" y="6858"/>
                  </a:cubicBezTo>
                  <a:lnTo>
                    <a:pt x="8974" y="370"/>
                  </a:lnTo>
                  <a:close/>
                  <a:moveTo>
                    <a:pt x="9004" y="0"/>
                  </a:moveTo>
                  <a:cubicBezTo>
                    <a:pt x="6247" y="2247"/>
                    <a:pt x="3492" y="4494"/>
                    <a:pt x="735" y="6743"/>
                  </a:cubicBezTo>
                  <a:cubicBezTo>
                    <a:pt x="742" y="6777"/>
                    <a:pt x="751" y="6812"/>
                    <a:pt x="758" y="6849"/>
                  </a:cubicBezTo>
                  <a:cubicBezTo>
                    <a:pt x="1063" y="8183"/>
                    <a:pt x="825" y="9645"/>
                    <a:pt x="61" y="10723"/>
                  </a:cubicBezTo>
                  <a:cubicBezTo>
                    <a:pt x="42" y="10753"/>
                    <a:pt x="22" y="10781"/>
                    <a:pt x="1" y="10811"/>
                  </a:cubicBezTo>
                  <a:cubicBezTo>
                    <a:pt x="6976" y="21984"/>
                    <a:pt x="19687" y="28479"/>
                    <a:pt x="26660" y="39653"/>
                  </a:cubicBezTo>
                  <a:cubicBezTo>
                    <a:pt x="26690" y="39639"/>
                    <a:pt x="26723" y="39627"/>
                    <a:pt x="26753" y="39616"/>
                  </a:cubicBezTo>
                  <a:cubicBezTo>
                    <a:pt x="27145" y="39453"/>
                    <a:pt x="27553" y="39372"/>
                    <a:pt x="27955" y="39372"/>
                  </a:cubicBezTo>
                  <a:cubicBezTo>
                    <a:pt x="28724" y="39372"/>
                    <a:pt x="29468" y="39667"/>
                    <a:pt x="30029" y="40251"/>
                  </a:cubicBezTo>
                  <a:cubicBezTo>
                    <a:pt x="30050" y="40274"/>
                    <a:pt x="30073" y="40297"/>
                    <a:pt x="30096" y="40320"/>
                  </a:cubicBezTo>
                  <a:cubicBezTo>
                    <a:pt x="32853" y="38073"/>
                    <a:pt x="35608" y="35827"/>
                    <a:pt x="38362" y="33580"/>
                  </a:cubicBezTo>
                  <a:cubicBezTo>
                    <a:pt x="38355" y="33543"/>
                    <a:pt x="38346" y="33508"/>
                    <a:pt x="38339" y="33474"/>
                  </a:cubicBezTo>
                  <a:cubicBezTo>
                    <a:pt x="38034" y="32137"/>
                    <a:pt x="38275" y="30678"/>
                    <a:pt x="39036" y="29597"/>
                  </a:cubicBezTo>
                  <a:cubicBezTo>
                    <a:pt x="39057" y="29569"/>
                    <a:pt x="39076" y="29539"/>
                    <a:pt x="39096" y="29512"/>
                  </a:cubicBezTo>
                  <a:cubicBezTo>
                    <a:pt x="32123" y="18338"/>
                    <a:pt x="19412" y="11841"/>
                    <a:pt x="12437" y="670"/>
                  </a:cubicBezTo>
                  <a:cubicBezTo>
                    <a:pt x="12407" y="681"/>
                    <a:pt x="12377" y="695"/>
                    <a:pt x="12347" y="707"/>
                  </a:cubicBezTo>
                  <a:cubicBezTo>
                    <a:pt x="11957" y="868"/>
                    <a:pt x="11549" y="949"/>
                    <a:pt x="11147" y="949"/>
                  </a:cubicBezTo>
                  <a:cubicBezTo>
                    <a:pt x="10378" y="949"/>
                    <a:pt x="9630" y="654"/>
                    <a:pt x="9071" y="70"/>
                  </a:cubicBezTo>
                  <a:cubicBezTo>
                    <a:pt x="9047" y="47"/>
                    <a:pt x="9024" y="23"/>
                    <a:pt x="9004"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0"/>
            <p:cNvSpPr/>
            <p:nvPr/>
          </p:nvSpPr>
          <p:spPr>
            <a:xfrm>
              <a:off x="3185850" y="1135000"/>
              <a:ext cx="373675" cy="290750"/>
            </a:xfrm>
            <a:custGeom>
              <a:rect b="b" l="l" r="r" t="t"/>
              <a:pathLst>
                <a:path extrusionOk="0" h="11630" w="14947">
                  <a:moveTo>
                    <a:pt x="7312" y="0"/>
                  </a:moveTo>
                  <a:cubicBezTo>
                    <a:pt x="5684" y="0"/>
                    <a:pt x="4068" y="507"/>
                    <a:pt x="2802" y="1540"/>
                  </a:cubicBezTo>
                  <a:cubicBezTo>
                    <a:pt x="114" y="3731"/>
                    <a:pt x="1" y="7444"/>
                    <a:pt x="2617" y="9776"/>
                  </a:cubicBezTo>
                  <a:cubicBezTo>
                    <a:pt x="3994" y="11003"/>
                    <a:pt x="5822" y="11630"/>
                    <a:pt x="7633" y="11630"/>
                  </a:cubicBezTo>
                  <a:cubicBezTo>
                    <a:pt x="9262" y="11630"/>
                    <a:pt x="10879" y="11123"/>
                    <a:pt x="12146" y="10090"/>
                  </a:cubicBezTo>
                  <a:cubicBezTo>
                    <a:pt x="14834" y="7899"/>
                    <a:pt x="14947" y="4186"/>
                    <a:pt x="12331" y="1856"/>
                  </a:cubicBezTo>
                  <a:cubicBezTo>
                    <a:pt x="10952" y="628"/>
                    <a:pt x="9124" y="0"/>
                    <a:pt x="7312"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0"/>
            <p:cNvSpPr/>
            <p:nvPr/>
          </p:nvSpPr>
          <p:spPr>
            <a:xfrm>
              <a:off x="3583350" y="1498275"/>
              <a:ext cx="116925" cy="105275"/>
            </a:xfrm>
            <a:custGeom>
              <a:rect b="b" l="l" r="r" t="t"/>
              <a:pathLst>
                <a:path extrusionOk="0" h="4211" w="4677">
                  <a:moveTo>
                    <a:pt x="2351" y="0"/>
                  </a:moveTo>
                  <a:cubicBezTo>
                    <a:pt x="1875" y="0"/>
                    <a:pt x="1395" y="159"/>
                    <a:pt x="1003" y="480"/>
                  </a:cubicBezTo>
                  <a:cubicBezTo>
                    <a:pt x="107" y="1209"/>
                    <a:pt x="0" y="2502"/>
                    <a:pt x="716" y="3407"/>
                  </a:cubicBezTo>
                  <a:cubicBezTo>
                    <a:pt x="1132" y="3932"/>
                    <a:pt x="1732" y="4210"/>
                    <a:pt x="2338" y="4210"/>
                  </a:cubicBezTo>
                  <a:cubicBezTo>
                    <a:pt x="2778" y="4210"/>
                    <a:pt x="3221" y="4063"/>
                    <a:pt x="3598" y="3756"/>
                  </a:cubicBezTo>
                  <a:cubicBezTo>
                    <a:pt x="4494" y="3026"/>
                    <a:pt x="4676" y="1669"/>
                    <a:pt x="3958" y="764"/>
                  </a:cubicBezTo>
                  <a:cubicBezTo>
                    <a:pt x="3556" y="258"/>
                    <a:pt x="2957" y="0"/>
                    <a:pt x="235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0"/>
            <p:cNvSpPr/>
            <p:nvPr/>
          </p:nvSpPr>
          <p:spPr>
            <a:xfrm>
              <a:off x="3045125" y="957250"/>
              <a:ext cx="116925" cy="105275"/>
            </a:xfrm>
            <a:custGeom>
              <a:rect b="b" l="l" r="r" t="t"/>
              <a:pathLst>
                <a:path extrusionOk="0" h="4211" w="4677">
                  <a:moveTo>
                    <a:pt x="2337" y="0"/>
                  </a:moveTo>
                  <a:cubicBezTo>
                    <a:pt x="1898" y="0"/>
                    <a:pt x="1456" y="147"/>
                    <a:pt x="1079" y="455"/>
                  </a:cubicBezTo>
                  <a:cubicBezTo>
                    <a:pt x="183" y="1183"/>
                    <a:pt x="1" y="2543"/>
                    <a:pt x="719" y="3445"/>
                  </a:cubicBezTo>
                  <a:cubicBezTo>
                    <a:pt x="1121" y="3953"/>
                    <a:pt x="1720" y="4211"/>
                    <a:pt x="2327" y="4211"/>
                  </a:cubicBezTo>
                  <a:cubicBezTo>
                    <a:pt x="2802" y="4211"/>
                    <a:pt x="3282" y="4052"/>
                    <a:pt x="3674" y="3732"/>
                  </a:cubicBezTo>
                  <a:cubicBezTo>
                    <a:pt x="4568" y="3004"/>
                    <a:pt x="4676" y="1707"/>
                    <a:pt x="3958" y="804"/>
                  </a:cubicBezTo>
                  <a:cubicBezTo>
                    <a:pt x="3542" y="280"/>
                    <a:pt x="2942" y="0"/>
                    <a:pt x="2337"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40"/>
          <p:cNvGrpSpPr/>
          <p:nvPr/>
        </p:nvGrpSpPr>
        <p:grpSpPr>
          <a:xfrm rot="1790177">
            <a:off x="7487896" y="218959"/>
            <a:ext cx="570727" cy="822868"/>
            <a:chOff x="1705850" y="434250"/>
            <a:chExt cx="978800" cy="1411225"/>
          </a:xfrm>
        </p:grpSpPr>
        <p:sp>
          <p:nvSpPr>
            <p:cNvPr id="1282" name="Google Shape;1282;p40"/>
            <p:cNvSpPr/>
            <p:nvPr/>
          </p:nvSpPr>
          <p:spPr>
            <a:xfrm>
              <a:off x="2039325" y="1468300"/>
              <a:ext cx="114225" cy="100025"/>
            </a:xfrm>
            <a:custGeom>
              <a:rect b="b" l="l" r="r" t="t"/>
              <a:pathLst>
                <a:path extrusionOk="0" h="4001" w="4569">
                  <a:moveTo>
                    <a:pt x="2278" y="0"/>
                  </a:moveTo>
                  <a:cubicBezTo>
                    <a:pt x="1467" y="0"/>
                    <a:pt x="714" y="508"/>
                    <a:pt x="400" y="1316"/>
                  </a:cubicBezTo>
                  <a:cubicBezTo>
                    <a:pt x="1" y="2353"/>
                    <a:pt x="474" y="3486"/>
                    <a:pt x="1516" y="3872"/>
                  </a:cubicBezTo>
                  <a:cubicBezTo>
                    <a:pt x="1751" y="3959"/>
                    <a:pt x="1995" y="4000"/>
                    <a:pt x="2236" y="4000"/>
                  </a:cubicBezTo>
                  <a:cubicBezTo>
                    <a:pt x="3064" y="4000"/>
                    <a:pt x="3861" y="3514"/>
                    <a:pt x="4169" y="2713"/>
                  </a:cubicBezTo>
                  <a:cubicBezTo>
                    <a:pt x="4568" y="1679"/>
                    <a:pt x="4005" y="510"/>
                    <a:pt x="2966" y="125"/>
                  </a:cubicBezTo>
                  <a:cubicBezTo>
                    <a:pt x="2738" y="40"/>
                    <a:pt x="2506" y="0"/>
                    <a:pt x="2278"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0"/>
            <p:cNvSpPr/>
            <p:nvPr/>
          </p:nvSpPr>
          <p:spPr>
            <a:xfrm>
              <a:off x="1705850" y="434250"/>
              <a:ext cx="978800" cy="1411225"/>
            </a:xfrm>
            <a:custGeom>
              <a:rect b="b" l="l" r="r" t="t"/>
              <a:pathLst>
                <a:path extrusionOk="0" h="56449" w="39152">
                  <a:moveTo>
                    <a:pt x="21401" y="3462"/>
                  </a:moveTo>
                  <a:lnTo>
                    <a:pt x="33255" y="7856"/>
                  </a:lnTo>
                  <a:cubicBezTo>
                    <a:pt x="32341" y="9216"/>
                    <a:pt x="32941" y="10814"/>
                    <a:pt x="34430" y="11366"/>
                  </a:cubicBezTo>
                  <a:cubicBezTo>
                    <a:pt x="27596" y="23744"/>
                    <a:pt x="28819" y="39106"/>
                    <a:pt x="21985" y="51484"/>
                  </a:cubicBezTo>
                  <a:cubicBezTo>
                    <a:pt x="21635" y="51355"/>
                    <a:pt x="21267" y="51294"/>
                    <a:pt x="20897" y="51294"/>
                  </a:cubicBezTo>
                  <a:cubicBezTo>
                    <a:pt x="19686" y="51294"/>
                    <a:pt x="18453" y="51948"/>
                    <a:pt x="17755" y="52990"/>
                  </a:cubicBezTo>
                  <a:cubicBezTo>
                    <a:pt x="13802" y="51526"/>
                    <a:pt x="9851" y="50062"/>
                    <a:pt x="5898" y="48598"/>
                  </a:cubicBezTo>
                  <a:cubicBezTo>
                    <a:pt x="6812" y="47238"/>
                    <a:pt x="6214" y="45640"/>
                    <a:pt x="4725" y="45089"/>
                  </a:cubicBezTo>
                  <a:cubicBezTo>
                    <a:pt x="11560" y="32710"/>
                    <a:pt x="10336" y="17346"/>
                    <a:pt x="17171" y="4970"/>
                  </a:cubicBezTo>
                  <a:cubicBezTo>
                    <a:pt x="17519" y="5099"/>
                    <a:pt x="17886" y="5160"/>
                    <a:pt x="18255" y="5160"/>
                  </a:cubicBezTo>
                  <a:cubicBezTo>
                    <a:pt x="19466" y="5160"/>
                    <a:pt x="20700" y="4504"/>
                    <a:pt x="21401" y="3462"/>
                  </a:cubicBezTo>
                  <a:close/>
                  <a:moveTo>
                    <a:pt x="18013" y="1"/>
                  </a:moveTo>
                  <a:cubicBezTo>
                    <a:pt x="6935" y="14326"/>
                    <a:pt x="11079" y="34292"/>
                    <a:pt x="1" y="48617"/>
                  </a:cubicBezTo>
                  <a:cubicBezTo>
                    <a:pt x="7046" y="51228"/>
                    <a:pt x="14095" y="53837"/>
                    <a:pt x="21142" y="56449"/>
                  </a:cubicBezTo>
                  <a:cubicBezTo>
                    <a:pt x="32218" y="42124"/>
                    <a:pt x="28076" y="22160"/>
                    <a:pt x="39152" y="7835"/>
                  </a:cubicBezTo>
                  <a:cubicBezTo>
                    <a:pt x="32105" y="5224"/>
                    <a:pt x="25060" y="2612"/>
                    <a:pt x="18013"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0"/>
            <p:cNvSpPr/>
            <p:nvPr/>
          </p:nvSpPr>
          <p:spPr>
            <a:xfrm>
              <a:off x="1865525" y="556650"/>
              <a:ext cx="659525" cy="1166525"/>
            </a:xfrm>
            <a:custGeom>
              <a:rect b="b" l="l" r="r" t="t"/>
              <a:pathLst>
                <a:path extrusionOk="0" h="46661" w="26381">
                  <a:moveTo>
                    <a:pt x="17195" y="6055"/>
                  </a:moveTo>
                  <a:cubicBezTo>
                    <a:pt x="17454" y="6055"/>
                    <a:pt x="17715" y="6099"/>
                    <a:pt x="17967" y="6193"/>
                  </a:cubicBezTo>
                  <a:cubicBezTo>
                    <a:pt x="19077" y="6606"/>
                    <a:pt x="19585" y="7816"/>
                    <a:pt x="19158" y="8922"/>
                  </a:cubicBezTo>
                  <a:cubicBezTo>
                    <a:pt x="18823" y="9787"/>
                    <a:pt x="18018" y="10330"/>
                    <a:pt x="17151" y="10330"/>
                  </a:cubicBezTo>
                  <a:cubicBezTo>
                    <a:pt x="16908" y="10330"/>
                    <a:pt x="16659" y="10287"/>
                    <a:pt x="16415" y="10196"/>
                  </a:cubicBezTo>
                  <a:cubicBezTo>
                    <a:pt x="15305" y="9785"/>
                    <a:pt x="14704" y="8539"/>
                    <a:pt x="15131" y="7433"/>
                  </a:cubicBezTo>
                  <a:cubicBezTo>
                    <a:pt x="15460" y="6575"/>
                    <a:pt x="16311" y="6055"/>
                    <a:pt x="17195" y="6055"/>
                  </a:cubicBezTo>
                  <a:close/>
                  <a:moveTo>
                    <a:pt x="12445" y="16581"/>
                  </a:moveTo>
                  <a:cubicBezTo>
                    <a:pt x="13126" y="16581"/>
                    <a:pt x="13832" y="16705"/>
                    <a:pt x="14538" y="16966"/>
                  </a:cubicBezTo>
                  <a:cubicBezTo>
                    <a:pt x="17865" y="18199"/>
                    <a:pt x="19922" y="22035"/>
                    <a:pt x="19223" y="25565"/>
                  </a:cubicBezTo>
                  <a:cubicBezTo>
                    <a:pt x="18671" y="28350"/>
                    <a:pt x="16474" y="30079"/>
                    <a:pt x="13933" y="30079"/>
                  </a:cubicBezTo>
                  <a:cubicBezTo>
                    <a:pt x="13252" y="30079"/>
                    <a:pt x="12546" y="29955"/>
                    <a:pt x="11841" y="29694"/>
                  </a:cubicBezTo>
                  <a:cubicBezTo>
                    <a:pt x="8514" y="28461"/>
                    <a:pt x="6457" y="24625"/>
                    <a:pt x="7156" y="21095"/>
                  </a:cubicBezTo>
                  <a:cubicBezTo>
                    <a:pt x="7706" y="18309"/>
                    <a:pt x="9903" y="16581"/>
                    <a:pt x="12445" y="16581"/>
                  </a:cubicBezTo>
                  <a:close/>
                  <a:moveTo>
                    <a:pt x="9231" y="36329"/>
                  </a:moveTo>
                  <a:cubicBezTo>
                    <a:pt x="9474" y="36329"/>
                    <a:pt x="9721" y="36371"/>
                    <a:pt x="9964" y="36461"/>
                  </a:cubicBezTo>
                  <a:cubicBezTo>
                    <a:pt x="11074" y="36875"/>
                    <a:pt x="11677" y="38121"/>
                    <a:pt x="11250" y="39227"/>
                  </a:cubicBezTo>
                  <a:cubicBezTo>
                    <a:pt x="10921" y="40084"/>
                    <a:pt x="10068" y="40604"/>
                    <a:pt x="9183" y="40604"/>
                  </a:cubicBezTo>
                  <a:cubicBezTo>
                    <a:pt x="8926" y="40604"/>
                    <a:pt x="8665" y="40560"/>
                    <a:pt x="8415" y="40467"/>
                  </a:cubicBezTo>
                  <a:cubicBezTo>
                    <a:pt x="7304" y="40054"/>
                    <a:pt x="6798" y="38842"/>
                    <a:pt x="7225" y="37736"/>
                  </a:cubicBezTo>
                  <a:cubicBezTo>
                    <a:pt x="7557" y="36872"/>
                    <a:pt x="8364" y="36329"/>
                    <a:pt x="9231" y="36329"/>
                  </a:cubicBezTo>
                  <a:close/>
                  <a:moveTo>
                    <a:pt x="15309" y="0"/>
                  </a:moveTo>
                  <a:cubicBezTo>
                    <a:pt x="14319" y="901"/>
                    <a:pt x="13006" y="1446"/>
                    <a:pt x="11714" y="1446"/>
                  </a:cubicBezTo>
                  <a:cubicBezTo>
                    <a:pt x="11625" y="1446"/>
                    <a:pt x="11537" y="1444"/>
                    <a:pt x="11449" y="1439"/>
                  </a:cubicBezTo>
                  <a:cubicBezTo>
                    <a:pt x="5327" y="13334"/>
                    <a:pt x="6119" y="27791"/>
                    <a:pt x="1" y="39687"/>
                  </a:cubicBezTo>
                  <a:cubicBezTo>
                    <a:pt x="1005" y="40488"/>
                    <a:pt x="1488" y="41753"/>
                    <a:pt x="1185" y="42996"/>
                  </a:cubicBezTo>
                  <a:lnTo>
                    <a:pt x="11070" y="46660"/>
                  </a:lnTo>
                  <a:cubicBezTo>
                    <a:pt x="12062" y="45757"/>
                    <a:pt x="13373" y="45212"/>
                    <a:pt x="14667" y="45212"/>
                  </a:cubicBezTo>
                  <a:cubicBezTo>
                    <a:pt x="14756" y="45212"/>
                    <a:pt x="14844" y="45214"/>
                    <a:pt x="14933" y="45219"/>
                  </a:cubicBezTo>
                  <a:cubicBezTo>
                    <a:pt x="21052" y="33323"/>
                    <a:pt x="20262" y="18869"/>
                    <a:pt x="26381" y="6973"/>
                  </a:cubicBezTo>
                  <a:cubicBezTo>
                    <a:pt x="25374" y="6170"/>
                    <a:pt x="24891" y="4904"/>
                    <a:pt x="25196" y="3664"/>
                  </a:cubicBezTo>
                  <a:cubicBezTo>
                    <a:pt x="21899" y="2443"/>
                    <a:pt x="18604" y="1221"/>
                    <a:pt x="15309" y="0"/>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0"/>
            <p:cNvSpPr/>
            <p:nvPr/>
          </p:nvSpPr>
          <p:spPr>
            <a:xfrm>
              <a:off x="1823975" y="520850"/>
              <a:ext cx="742650" cy="1238150"/>
            </a:xfrm>
            <a:custGeom>
              <a:rect b="b" l="l" r="r" t="t"/>
              <a:pathLst>
                <a:path extrusionOk="0" h="49526" w="29706">
                  <a:moveTo>
                    <a:pt x="16927" y="1123"/>
                  </a:moveTo>
                  <a:lnTo>
                    <a:pt x="27200" y="4928"/>
                  </a:lnTo>
                  <a:cubicBezTo>
                    <a:pt x="27191" y="4960"/>
                    <a:pt x="27181" y="4992"/>
                    <a:pt x="27172" y="5025"/>
                  </a:cubicBezTo>
                  <a:cubicBezTo>
                    <a:pt x="26833" y="6244"/>
                    <a:pt x="27306" y="7493"/>
                    <a:pt x="28317" y="8257"/>
                  </a:cubicBezTo>
                  <a:cubicBezTo>
                    <a:pt x="28343" y="8278"/>
                    <a:pt x="28371" y="8297"/>
                    <a:pt x="28396" y="8317"/>
                  </a:cubicBezTo>
                  <a:cubicBezTo>
                    <a:pt x="22141" y="20308"/>
                    <a:pt x="23011" y="34940"/>
                    <a:pt x="16756" y="46933"/>
                  </a:cubicBezTo>
                  <a:cubicBezTo>
                    <a:pt x="16722" y="46928"/>
                    <a:pt x="16685" y="46926"/>
                    <a:pt x="16650" y="46924"/>
                  </a:cubicBezTo>
                  <a:cubicBezTo>
                    <a:pt x="16531" y="46914"/>
                    <a:pt x="16412" y="46909"/>
                    <a:pt x="16292" y="46909"/>
                  </a:cubicBezTo>
                  <a:cubicBezTo>
                    <a:pt x="15051" y="46909"/>
                    <a:pt x="13789" y="47445"/>
                    <a:pt x="12857" y="48325"/>
                  </a:cubicBezTo>
                  <a:cubicBezTo>
                    <a:pt x="12829" y="48351"/>
                    <a:pt x="12803" y="48376"/>
                    <a:pt x="12776" y="48401"/>
                  </a:cubicBezTo>
                  <a:cubicBezTo>
                    <a:pt x="9354" y="47132"/>
                    <a:pt x="5930" y="45864"/>
                    <a:pt x="2503" y="44596"/>
                  </a:cubicBezTo>
                  <a:cubicBezTo>
                    <a:pt x="2512" y="44564"/>
                    <a:pt x="2522" y="44532"/>
                    <a:pt x="2531" y="44499"/>
                  </a:cubicBezTo>
                  <a:cubicBezTo>
                    <a:pt x="2873" y="43282"/>
                    <a:pt x="2399" y="42029"/>
                    <a:pt x="1386" y="41269"/>
                  </a:cubicBezTo>
                  <a:cubicBezTo>
                    <a:pt x="1360" y="41248"/>
                    <a:pt x="1335" y="41227"/>
                    <a:pt x="1307" y="41207"/>
                  </a:cubicBezTo>
                  <a:cubicBezTo>
                    <a:pt x="7562" y="29216"/>
                    <a:pt x="6692" y="14584"/>
                    <a:pt x="12947" y="2591"/>
                  </a:cubicBezTo>
                  <a:lnTo>
                    <a:pt x="13055" y="2600"/>
                  </a:lnTo>
                  <a:cubicBezTo>
                    <a:pt x="13172" y="2610"/>
                    <a:pt x="13290" y="2615"/>
                    <a:pt x="13408" y="2615"/>
                  </a:cubicBezTo>
                  <a:cubicBezTo>
                    <a:pt x="14649" y="2615"/>
                    <a:pt x="15912" y="2080"/>
                    <a:pt x="16846" y="1199"/>
                  </a:cubicBezTo>
                  <a:cubicBezTo>
                    <a:pt x="16874" y="1173"/>
                    <a:pt x="16900" y="1148"/>
                    <a:pt x="16927" y="1123"/>
                  </a:cubicBezTo>
                  <a:close/>
                  <a:moveTo>
                    <a:pt x="16676" y="0"/>
                  </a:moveTo>
                  <a:cubicBezTo>
                    <a:pt x="15975" y="1041"/>
                    <a:pt x="14741" y="1696"/>
                    <a:pt x="13531" y="1696"/>
                  </a:cubicBezTo>
                  <a:cubicBezTo>
                    <a:pt x="13161" y="1696"/>
                    <a:pt x="12795" y="1635"/>
                    <a:pt x="12446" y="1506"/>
                  </a:cubicBezTo>
                  <a:cubicBezTo>
                    <a:pt x="5611" y="13882"/>
                    <a:pt x="6835" y="29246"/>
                    <a:pt x="0" y="41625"/>
                  </a:cubicBezTo>
                  <a:cubicBezTo>
                    <a:pt x="1489" y="42176"/>
                    <a:pt x="2087" y="43774"/>
                    <a:pt x="1173" y="45134"/>
                  </a:cubicBezTo>
                  <a:cubicBezTo>
                    <a:pt x="5124" y="46598"/>
                    <a:pt x="9077" y="48062"/>
                    <a:pt x="13030" y="49526"/>
                  </a:cubicBezTo>
                  <a:cubicBezTo>
                    <a:pt x="13728" y="48484"/>
                    <a:pt x="14961" y="47830"/>
                    <a:pt x="16172" y="47830"/>
                  </a:cubicBezTo>
                  <a:cubicBezTo>
                    <a:pt x="16542" y="47830"/>
                    <a:pt x="16910" y="47891"/>
                    <a:pt x="17260" y="48020"/>
                  </a:cubicBezTo>
                  <a:cubicBezTo>
                    <a:pt x="24094" y="35640"/>
                    <a:pt x="22871" y="20278"/>
                    <a:pt x="29705" y="7902"/>
                  </a:cubicBezTo>
                  <a:cubicBezTo>
                    <a:pt x="28216" y="7350"/>
                    <a:pt x="27616" y="5752"/>
                    <a:pt x="28530" y="4392"/>
                  </a:cubicBezTo>
                  <a:lnTo>
                    <a:pt x="16676" y="0"/>
                  </a:ln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0"/>
            <p:cNvSpPr/>
            <p:nvPr/>
          </p:nvSpPr>
          <p:spPr>
            <a:xfrm>
              <a:off x="1856650" y="548900"/>
              <a:ext cx="677225" cy="1182000"/>
            </a:xfrm>
            <a:custGeom>
              <a:rect b="b" l="l" r="r" t="t"/>
              <a:pathLst>
                <a:path extrusionOk="0" h="47280" w="27089">
                  <a:moveTo>
                    <a:pt x="15664" y="310"/>
                  </a:moveTo>
                  <a:cubicBezTo>
                    <a:pt x="18959" y="1529"/>
                    <a:pt x="22254" y="2751"/>
                    <a:pt x="25551" y="3972"/>
                  </a:cubicBezTo>
                  <a:cubicBezTo>
                    <a:pt x="25246" y="5214"/>
                    <a:pt x="25729" y="6480"/>
                    <a:pt x="26736" y="7281"/>
                  </a:cubicBezTo>
                  <a:cubicBezTo>
                    <a:pt x="20617" y="19177"/>
                    <a:pt x="21407" y="33633"/>
                    <a:pt x="15288" y="45529"/>
                  </a:cubicBezTo>
                  <a:cubicBezTo>
                    <a:pt x="15199" y="45524"/>
                    <a:pt x="15111" y="45522"/>
                    <a:pt x="15022" y="45522"/>
                  </a:cubicBezTo>
                  <a:cubicBezTo>
                    <a:pt x="13728" y="45522"/>
                    <a:pt x="12417" y="46067"/>
                    <a:pt x="11425" y="46968"/>
                  </a:cubicBezTo>
                  <a:lnTo>
                    <a:pt x="1538" y="43306"/>
                  </a:lnTo>
                  <a:cubicBezTo>
                    <a:pt x="1843" y="42063"/>
                    <a:pt x="1360" y="40798"/>
                    <a:pt x="353" y="39997"/>
                  </a:cubicBezTo>
                  <a:lnTo>
                    <a:pt x="356" y="39997"/>
                  </a:lnTo>
                  <a:cubicBezTo>
                    <a:pt x="6474" y="28101"/>
                    <a:pt x="5682" y="13644"/>
                    <a:pt x="11804" y="1749"/>
                  </a:cubicBezTo>
                  <a:cubicBezTo>
                    <a:pt x="11892" y="1754"/>
                    <a:pt x="11980" y="1756"/>
                    <a:pt x="12069" y="1756"/>
                  </a:cubicBezTo>
                  <a:cubicBezTo>
                    <a:pt x="13361" y="1756"/>
                    <a:pt x="14674" y="1211"/>
                    <a:pt x="15664" y="310"/>
                  </a:cubicBezTo>
                  <a:close/>
                  <a:moveTo>
                    <a:pt x="15620" y="1"/>
                  </a:moveTo>
                  <a:cubicBezTo>
                    <a:pt x="15593" y="26"/>
                    <a:pt x="15567" y="51"/>
                    <a:pt x="15539" y="77"/>
                  </a:cubicBezTo>
                  <a:cubicBezTo>
                    <a:pt x="14607" y="958"/>
                    <a:pt x="13342" y="1493"/>
                    <a:pt x="12101" y="1493"/>
                  </a:cubicBezTo>
                  <a:cubicBezTo>
                    <a:pt x="11983" y="1493"/>
                    <a:pt x="11865" y="1488"/>
                    <a:pt x="11748" y="1478"/>
                  </a:cubicBezTo>
                  <a:lnTo>
                    <a:pt x="11640" y="1469"/>
                  </a:lnTo>
                  <a:cubicBezTo>
                    <a:pt x="5385" y="13462"/>
                    <a:pt x="6255" y="28094"/>
                    <a:pt x="0" y="40085"/>
                  </a:cubicBezTo>
                  <a:cubicBezTo>
                    <a:pt x="28" y="40105"/>
                    <a:pt x="53" y="40126"/>
                    <a:pt x="81" y="40147"/>
                  </a:cubicBezTo>
                  <a:cubicBezTo>
                    <a:pt x="1092" y="40909"/>
                    <a:pt x="1566" y="42160"/>
                    <a:pt x="1224" y="43380"/>
                  </a:cubicBezTo>
                  <a:cubicBezTo>
                    <a:pt x="1215" y="43412"/>
                    <a:pt x="1205" y="43444"/>
                    <a:pt x="1196" y="43474"/>
                  </a:cubicBezTo>
                  <a:cubicBezTo>
                    <a:pt x="4620" y="44744"/>
                    <a:pt x="8044" y="46012"/>
                    <a:pt x="11469" y="47279"/>
                  </a:cubicBezTo>
                  <a:cubicBezTo>
                    <a:pt x="11496" y="47256"/>
                    <a:pt x="11522" y="47231"/>
                    <a:pt x="11550" y="47206"/>
                  </a:cubicBezTo>
                  <a:cubicBezTo>
                    <a:pt x="12484" y="46324"/>
                    <a:pt x="13750" y="45787"/>
                    <a:pt x="14991" y="45787"/>
                  </a:cubicBezTo>
                  <a:cubicBezTo>
                    <a:pt x="15109" y="45787"/>
                    <a:pt x="15226" y="45792"/>
                    <a:pt x="15343" y="45802"/>
                  </a:cubicBezTo>
                  <a:cubicBezTo>
                    <a:pt x="15380" y="45806"/>
                    <a:pt x="15415" y="45809"/>
                    <a:pt x="15452" y="45811"/>
                  </a:cubicBezTo>
                  <a:cubicBezTo>
                    <a:pt x="21704" y="33820"/>
                    <a:pt x="20834" y="19188"/>
                    <a:pt x="27089" y="7195"/>
                  </a:cubicBezTo>
                  <a:cubicBezTo>
                    <a:pt x="27064" y="7175"/>
                    <a:pt x="27036" y="7156"/>
                    <a:pt x="27010" y="7135"/>
                  </a:cubicBezTo>
                  <a:cubicBezTo>
                    <a:pt x="25999" y="6371"/>
                    <a:pt x="25526" y="5120"/>
                    <a:pt x="25865" y="3903"/>
                  </a:cubicBezTo>
                  <a:cubicBezTo>
                    <a:pt x="25874" y="3870"/>
                    <a:pt x="25884" y="3838"/>
                    <a:pt x="25893" y="3806"/>
                  </a:cubicBezTo>
                  <a:lnTo>
                    <a:pt x="15620" y="1"/>
                  </a:ln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0"/>
            <p:cNvSpPr/>
            <p:nvPr/>
          </p:nvSpPr>
          <p:spPr>
            <a:xfrm>
              <a:off x="2026925" y="971175"/>
              <a:ext cx="336675" cy="337450"/>
            </a:xfrm>
            <a:custGeom>
              <a:rect b="b" l="l" r="r" t="t"/>
              <a:pathLst>
                <a:path extrusionOk="0" h="13498" w="13467">
                  <a:moveTo>
                    <a:pt x="5989" y="0"/>
                  </a:moveTo>
                  <a:cubicBezTo>
                    <a:pt x="3447" y="0"/>
                    <a:pt x="1250" y="1728"/>
                    <a:pt x="700" y="4514"/>
                  </a:cubicBezTo>
                  <a:cubicBezTo>
                    <a:pt x="1" y="8044"/>
                    <a:pt x="2058" y="11880"/>
                    <a:pt x="5385" y="13113"/>
                  </a:cubicBezTo>
                  <a:cubicBezTo>
                    <a:pt x="6090" y="13374"/>
                    <a:pt x="6796" y="13498"/>
                    <a:pt x="7477" y="13498"/>
                  </a:cubicBezTo>
                  <a:cubicBezTo>
                    <a:pt x="10018" y="13498"/>
                    <a:pt x="12215" y="11769"/>
                    <a:pt x="12767" y="8984"/>
                  </a:cubicBezTo>
                  <a:cubicBezTo>
                    <a:pt x="13466" y="5454"/>
                    <a:pt x="11409" y="1618"/>
                    <a:pt x="8082" y="385"/>
                  </a:cubicBezTo>
                  <a:cubicBezTo>
                    <a:pt x="7376" y="124"/>
                    <a:pt x="6670" y="0"/>
                    <a:pt x="5989"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0"/>
            <p:cNvSpPr/>
            <p:nvPr/>
          </p:nvSpPr>
          <p:spPr>
            <a:xfrm>
              <a:off x="2237275" y="711425"/>
              <a:ext cx="114200" cy="100075"/>
            </a:xfrm>
            <a:custGeom>
              <a:rect b="b" l="l" r="r" t="t"/>
              <a:pathLst>
                <a:path extrusionOk="0" h="4003" w="4568">
                  <a:moveTo>
                    <a:pt x="2275" y="1"/>
                  </a:moveTo>
                  <a:cubicBezTo>
                    <a:pt x="1465" y="1"/>
                    <a:pt x="712" y="509"/>
                    <a:pt x="400" y="1318"/>
                  </a:cubicBezTo>
                  <a:cubicBezTo>
                    <a:pt x="0" y="2355"/>
                    <a:pt x="474" y="3488"/>
                    <a:pt x="1515" y="3874"/>
                  </a:cubicBezTo>
                  <a:cubicBezTo>
                    <a:pt x="1750" y="3961"/>
                    <a:pt x="1994" y="4002"/>
                    <a:pt x="2236" y="4002"/>
                  </a:cubicBezTo>
                  <a:cubicBezTo>
                    <a:pt x="3063" y="4002"/>
                    <a:pt x="3861" y="3516"/>
                    <a:pt x="4168" y="2715"/>
                  </a:cubicBezTo>
                  <a:cubicBezTo>
                    <a:pt x="4568" y="1680"/>
                    <a:pt x="4004" y="512"/>
                    <a:pt x="2965" y="126"/>
                  </a:cubicBezTo>
                  <a:cubicBezTo>
                    <a:pt x="2736" y="41"/>
                    <a:pt x="2503" y="1"/>
                    <a:pt x="2275"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 name="Google Shape;1289;p40"/>
          <p:cNvGrpSpPr/>
          <p:nvPr/>
        </p:nvGrpSpPr>
        <p:grpSpPr>
          <a:xfrm rot="-1190571">
            <a:off x="8142145" y="1420441"/>
            <a:ext cx="584837" cy="513459"/>
            <a:chOff x="2665925" y="2466150"/>
            <a:chExt cx="627625" cy="551025"/>
          </a:xfrm>
        </p:grpSpPr>
        <p:sp>
          <p:nvSpPr>
            <p:cNvPr id="1290" name="Google Shape;1290;p40"/>
            <p:cNvSpPr/>
            <p:nvPr/>
          </p:nvSpPr>
          <p:spPr>
            <a:xfrm>
              <a:off x="2700675" y="2466150"/>
              <a:ext cx="592875" cy="549500"/>
            </a:xfrm>
            <a:custGeom>
              <a:rect b="b" l="l" r="r" t="t"/>
              <a:pathLst>
                <a:path extrusionOk="0" h="21980" w="23715">
                  <a:moveTo>
                    <a:pt x="6323" y="0"/>
                  </a:moveTo>
                  <a:cubicBezTo>
                    <a:pt x="5320" y="0"/>
                    <a:pt x="4347" y="220"/>
                    <a:pt x="3434" y="722"/>
                  </a:cubicBezTo>
                  <a:cubicBezTo>
                    <a:pt x="52" y="2578"/>
                    <a:pt x="1" y="6111"/>
                    <a:pt x="1" y="6111"/>
                  </a:cubicBezTo>
                  <a:cubicBezTo>
                    <a:pt x="1" y="6111"/>
                    <a:pt x="1555" y="3520"/>
                    <a:pt x="4741" y="3520"/>
                  </a:cubicBezTo>
                  <a:cubicBezTo>
                    <a:pt x="7746" y="3520"/>
                    <a:pt x="12205" y="5827"/>
                    <a:pt x="18179" y="14795"/>
                  </a:cubicBezTo>
                  <a:cubicBezTo>
                    <a:pt x="22322" y="21011"/>
                    <a:pt x="16293" y="21867"/>
                    <a:pt x="16293" y="21867"/>
                  </a:cubicBezTo>
                  <a:cubicBezTo>
                    <a:pt x="16293" y="21867"/>
                    <a:pt x="16625" y="21980"/>
                    <a:pt x="17147" y="21980"/>
                  </a:cubicBezTo>
                  <a:cubicBezTo>
                    <a:pt x="18141" y="21980"/>
                    <a:pt x="19823" y="21572"/>
                    <a:pt x="21209" y="19201"/>
                  </a:cubicBezTo>
                  <a:cubicBezTo>
                    <a:pt x="22213" y="17480"/>
                    <a:pt x="23714" y="15162"/>
                    <a:pt x="20548" y="10050"/>
                  </a:cubicBezTo>
                  <a:cubicBezTo>
                    <a:pt x="18795" y="7221"/>
                    <a:pt x="12072" y="0"/>
                    <a:pt x="6323"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0"/>
            <p:cNvSpPr/>
            <p:nvPr/>
          </p:nvSpPr>
          <p:spPr>
            <a:xfrm>
              <a:off x="2700275" y="2537525"/>
              <a:ext cx="507325" cy="479550"/>
            </a:xfrm>
            <a:custGeom>
              <a:rect b="b" l="l" r="r" t="t"/>
              <a:pathLst>
                <a:path extrusionOk="0" h="19182" w="20293">
                  <a:moveTo>
                    <a:pt x="3446" y="0"/>
                  </a:moveTo>
                  <a:cubicBezTo>
                    <a:pt x="3175" y="0"/>
                    <a:pt x="2902" y="23"/>
                    <a:pt x="2633" y="67"/>
                  </a:cubicBezTo>
                  <a:cubicBezTo>
                    <a:pt x="1859" y="197"/>
                    <a:pt x="1241" y="508"/>
                    <a:pt x="793" y="995"/>
                  </a:cubicBezTo>
                  <a:cubicBezTo>
                    <a:pt x="264" y="1570"/>
                    <a:pt x="1" y="2353"/>
                    <a:pt x="8" y="3325"/>
                  </a:cubicBezTo>
                  <a:cubicBezTo>
                    <a:pt x="12" y="4263"/>
                    <a:pt x="269" y="5339"/>
                    <a:pt x="770" y="6519"/>
                  </a:cubicBezTo>
                  <a:cubicBezTo>
                    <a:pt x="1799" y="8945"/>
                    <a:pt x="3741" y="11545"/>
                    <a:pt x="6242" y="13843"/>
                  </a:cubicBezTo>
                  <a:cubicBezTo>
                    <a:pt x="6535" y="14113"/>
                    <a:pt x="6812" y="14355"/>
                    <a:pt x="7085" y="14586"/>
                  </a:cubicBezTo>
                  <a:cubicBezTo>
                    <a:pt x="8876" y="16108"/>
                    <a:pt x="10793" y="17338"/>
                    <a:pt x="12629" y="18147"/>
                  </a:cubicBezTo>
                  <a:cubicBezTo>
                    <a:pt x="13116" y="18361"/>
                    <a:pt x="13614" y="18551"/>
                    <a:pt x="14122" y="18712"/>
                  </a:cubicBezTo>
                  <a:cubicBezTo>
                    <a:pt x="15032" y="19001"/>
                    <a:pt x="15877" y="19158"/>
                    <a:pt x="16630" y="19179"/>
                  </a:cubicBezTo>
                  <a:cubicBezTo>
                    <a:pt x="16688" y="19181"/>
                    <a:pt x="16745" y="19181"/>
                    <a:pt x="16803" y="19181"/>
                  </a:cubicBezTo>
                  <a:cubicBezTo>
                    <a:pt x="17985" y="19181"/>
                    <a:pt x="18893" y="18846"/>
                    <a:pt x="19500" y="18186"/>
                  </a:cubicBezTo>
                  <a:cubicBezTo>
                    <a:pt x="20026" y="17613"/>
                    <a:pt x="20292" y="16828"/>
                    <a:pt x="20285" y="15856"/>
                  </a:cubicBezTo>
                  <a:cubicBezTo>
                    <a:pt x="20280" y="14919"/>
                    <a:pt x="20024" y="13845"/>
                    <a:pt x="19523" y="12665"/>
                  </a:cubicBezTo>
                  <a:cubicBezTo>
                    <a:pt x="18493" y="10238"/>
                    <a:pt x="16551" y="7636"/>
                    <a:pt x="14053" y="5341"/>
                  </a:cubicBezTo>
                  <a:cubicBezTo>
                    <a:pt x="13342" y="4688"/>
                    <a:pt x="12599" y="4071"/>
                    <a:pt x="11825" y="3498"/>
                  </a:cubicBezTo>
                  <a:cubicBezTo>
                    <a:pt x="10894" y="2801"/>
                    <a:pt x="9911" y="2178"/>
                    <a:pt x="8886" y="1630"/>
                  </a:cubicBezTo>
                  <a:cubicBezTo>
                    <a:pt x="8364" y="1353"/>
                    <a:pt x="7847" y="1106"/>
                    <a:pt x="7343" y="898"/>
                  </a:cubicBezTo>
                  <a:cubicBezTo>
                    <a:pt x="5928" y="310"/>
                    <a:pt x="4593" y="0"/>
                    <a:pt x="3485" y="0"/>
                  </a:cubicBezTo>
                  <a:cubicBezTo>
                    <a:pt x="3472" y="0"/>
                    <a:pt x="3459" y="0"/>
                    <a:pt x="3446"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0"/>
            <p:cNvSpPr/>
            <p:nvPr/>
          </p:nvSpPr>
          <p:spPr>
            <a:xfrm>
              <a:off x="2665925" y="2537350"/>
              <a:ext cx="575950" cy="479825"/>
            </a:xfrm>
            <a:custGeom>
              <a:rect b="b" l="l" r="r" t="t"/>
              <a:pathLst>
                <a:path extrusionOk="0" h="19193" w="23038">
                  <a:moveTo>
                    <a:pt x="4859" y="0"/>
                  </a:moveTo>
                  <a:cubicBezTo>
                    <a:pt x="4859" y="0"/>
                    <a:pt x="4860" y="0"/>
                    <a:pt x="4860" y="0"/>
                  </a:cubicBezTo>
                  <a:lnTo>
                    <a:pt x="4860" y="0"/>
                  </a:lnTo>
                  <a:cubicBezTo>
                    <a:pt x="4860" y="0"/>
                    <a:pt x="4861" y="0"/>
                    <a:pt x="4861" y="0"/>
                  </a:cubicBezTo>
                  <a:close/>
                  <a:moveTo>
                    <a:pt x="4861" y="12"/>
                  </a:moveTo>
                  <a:cubicBezTo>
                    <a:pt x="5967" y="12"/>
                    <a:pt x="7302" y="324"/>
                    <a:pt x="8717" y="910"/>
                  </a:cubicBezTo>
                  <a:cubicBezTo>
                    <a:pt x="9218" y="1118"/>
                    <a:pt x="9738" y="1365"/>
                    <a:pt x="10260" y="1642"/>
                  </a:cubicBezTo>
                  <a:cubicBezTo>
                    <a:pt x="11285" y="2189"/>
                    <a:pt x="12266" y="2813"/>
                    <a:pt x="13197" y="3508"/>
                  </a:cubicBezTo>
                  <a:cubicBezTo>
                    <a:pt x="13970" y="4083"/>
                    <a:pt x="14714" y="4697"/>
                    <a:pt x="15423" y="5350"/>
                  </a:cubicBezTo>
                  <a:cubicBezTo>
                    <a:pt x="16686" y="6509"/>
                    <a:pt x="17808" y="7749"/>
                    <a:pt x="18757" y="9028"/>
                  </a:cubicBezTo>
                  <a:cubicBezTo>
                    <a:pt x="19673" y="10266"/>
                    <a:pt x="20391" y="11492"/>
                    <a:pt x="20893" y="12672"/>
                  </a:cubicBezTo>
                  <a:cubicBezTo>
                    <a:pt x="21394" y="13852"/>
                    <a:pt x="21648" y="14926"/>
                    <a:pt x="21654" y="15863"/>
                  </a:cubicBezTo>
                  <a:cubicBezTo>
                    <a:pt x="21661" y="16833"/>
                    <a:pt x="21396" y="17616"/>
                    <a:pt x="20872" y="18188"/>
                  </a:cubicBezTo>
                  <a:cubicBezTo>
                    <a:pt x="20567" y="18518"/>
                    <a:pt x="20179" y="18770"/>
                    <a:pt x="19720" y="18939"/>
                  </a:cubicBezTo>
                  <a:cubicBezTo>
                    <a:pt x="19274" y="19100"/>
                    <a:pt x="18754" y="19183"/>
                    <a:pt x="18179" y="19183"/>
                  </a:cubicBezTo>
                  <a:cubicBezTo>
                    <a:pt x="18122" y="19183"/>
                    <a:pt x="18064" y="19183"/>
                    <a:pt x="18006" y="19181"/>
                  </a:cubicBezTo>
                  <a:cubicBezTo>
                    <a:pt x="17251" y="19158"/>
                    <a:pt x="16408" y="19001"/>
                    <a:pt x="15499" y="18715"/>
                  </a:cubicBezTo>
                  <a:cubicBezTo>
                    <a:pt x="14991" y="18553"/>
                    <a:pt x="14492" y="18364"/>
                    <a:pt x="14005" y="18147"/>
                  </a:cubicBezTo>
                  <a:cubicBezTo>
                    <a:pt x="12169" y="17339"/>
                    <a:pt x="10253" y="16110"/>
                    <a:pt x="8463" y="14589"/>
                  </a:cubicBezTo>
                  <a:lnTo>
                    <a:pt x="8461" y="14589"/>
                  </a:lnTo>
                  <a:cubicBezTo>
                    <a:pt x="8189" y="14358"/>
                    <a:pt x="7914" y="14115"/>
                    <a:pt x="7621" y="13845"/>
                  </a:cubicBezTo>
                  <a:cubicBezTo>
                    <a:pt x="6357" y="12684"/>
                    <a:pt x="5235" y="11446"/>
                    <a:pt x="4284" y="10165"/>
                  </a:cubicBezTo>
                  <a:cubicBezTo>
                    <a:pt x="3367" y="8927"/>
                    <a:pt x="2649" y="7701"/>
                    <a:pt x="2148" y="6521"/>
                  </a:cubicBezTo>
                  <a:cubicBezTo>
                    <a:pt x="1649" y="5341"/>
                    <a:pt x="1393" y="4270"/>
                    <a:pt x="1386" y="3330"/>
                  </a:cubicBezTo>
                  <a:cubicBezTo>
                    <a:pt x="1382" y="2360"/>
                    <a:pt x="1645" y="1577"/>
                    <a:pt x="2171" y="1007"/>
                  </a:cubicBezTo>
                  <a:cubicBezTo>
                    <a:pt x="2617" y="520"/>
                    <a:pt x="3238" y="208"/>
                    <a:pt x="4009" y="79"/>
                  </a:cubicBezTo>
                  <a:cubicBezTo>
                    <a:pt x="4291" y="33"/>
                    <a:pt x="4575" y="12"/>
                    <a:pt x="4861" y="12"/>
                  </a:cubicBezTo>
                  <a:close/>
                  <a:moveTo>
                    <a:pt x="4860" y="0"/>
                  </a:moveTo>
                  <a:cubicBezTo>
                    <a:pt x="4574" y="0"/>
                    <a:pt x="4288" y="21"/>
                    <a:pt x="4007" y="67"/>
                  </a:cubicBezTo>
                  <a:cubicBezTo>
                    <a:pt x="3252" y="194"/>
                    <a:pt x="2622" y="499"/>
                    <a:pt x="2160" y="998"/>
                  </a:cubicBezTo>
                  <a:cubicBezTo>
                    <a:pt x="1" y="3348"/>
                    <a:pt x="2441" y="9102"/>
                    <a:pt x="7611" y="13852"/>
                  </a:cubicBezTo>
                  <a:cubicBezTo>
                    <a:pt x="7891" y="14111"/>
                    <a:pt x="8170" y="14358"/>
                    <a:pt x="8454" y="14595"/>
                  </a:cubicBezTo>
                  <a:lnTo>
                    <a:pt x="8456" y="14595"/>
                  </a:lnTo>
                  <a:cubicBezTo>
                    <a:pt x="10304" y="16166"/>
                    <a:pt x="12220" y="17371"/>
                    <a:pt x="14000" y="18156"/>
                  </a:cubicBezTo>
                  <a:cubicBezTo>
                    <a:pt x="14487" y="18371"/>
                    <a:pt x="14986" y="18560"/>
                    <a:pt x="15494" y="18724"/>
                  </a:cubicBezTo>
                  <a:cubicBezTo>
                    <a:pt x="16397" y="19008"/>
                    <a:pt x="17244" y="19167"/>
                    <a:pt x="18004" y="19190"/>
                  </a:cubicBezTo>
                  <a:cubicBezTo>
                    <a:pt x="18062" y="19190"/>
                    <a:pt x="18119" y="19193"/>
                    <a:pt x="18177" y="19193"/>
                  </a:cubicBezTo>
                  <a:cubicBezTo>
                    <a:pt x="19320" y="19193"/>
                    <a:pt x="20255" y="18872"/>
                    <a:pt x="20879" y="18193"/>
                  </a:cubicBezTo>
                  <a:cubicBezTo>
                    <a:pt x="23038" y="15845"/>
                    <a:pt x="20597" y="10088"/>
                    <a:pt x="15429" y="5341"/>
                  </a:cubicBezTo>
                  <a:cubicBezTo>
                    <a:pt x="14721" y="4688"/>
                    <a:pt x="13977" y="4073"/>
                    <a:pt x="13201" y="3498"/>
                  </a:cubicBezTo>
                  <a:cubicBezTo>
                    <a:pt x="12271" y="2801"/>
                    <a:pt x="11287" y="2178"/>
                    <a:pt x="10262" y="1630"/>
                  </a:cubicBezTo>
                  <a:cubicBezTo>
                    <a:pt x="9738" y="1351"/>
                    <a:pt x="9223" y="1106"/>
                    <a:pt x="8717" y="899"/>
                  </a:cubicBezTo>
                  <a:cubicBezTo>
                    <a:pt x="7305" y="312"/>
                    <a:pt x="5982" y="1"/>
                    <a:pt x="4860"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0"/>
            <p:cNvSpPr/>
            <p:nvPr/>
          </p:nvSpPr>
          <p:spPr>
            <a:xfrm>
              <a:off x="2747900" y="2609975"/>
              <a:ext cx="408725" cy="340475"/>
            </a:xfrm>
            <a:custGeom>
              <a:rect b="b" l="l" r="r" t="t"/>
              <a:pathLst>
                <a:path extrusionOk="0" h="13619" w="16349">
                  <a:moveTo>
                    <a:pt x="3097" y="0"/>
                  </a:moveTo>
                  <a:cubicBezTo>
                    <a:pt x="2363" y="0"/>
                    <a:pt x="1799" y="206"/>
                    <a:pt x="1428" y="610"/>
                  </a:cubicBezTo>
                  <a:cubicBezTo>
                    <a:pt x="1" y="2164"/>
                    <a:pt x="1866" y="6207"/>
                    <a:pt x="5586" y="9624"/>
                  </a:cubicBezTo>
                  <a:cubicBezTo>
                    <a:pt x="8228" y="12051"/>
                    <a:pt x="11236" y="13618"/>
                    <a:pt x="13252" y="13618"/>
                  </a:cubicBezTo>
                  <a:cubicBezTo>
                    <a:pt x="13986" y="13618"/>
                    <a:pt x="14547" y="13413"/>
                    <a:pt x="14921" y="13007"/>
                  </a:cubicBezTo>
                  <a:cubicBezTo>
                    <a:pt x="16348" y="11455"/>
                    <a:pt x="14483" y="7410"/>
                    <a:pt x="10760" y="3992"/>
                  </a:cubicBezTo>
                  <a:cubicBezTo>
                    <a:pt x="8121" y="1568"/>
                    <a:pt x="5113" y="0"/>
                    <a:pt x="3097"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0"/>
            <p:cNvSpPr/>
            <p:nvPr/>
          </p:nvSpPr>
          <p:spPr>
            <a:xfrm>
              <a:off x="2747675" y="2609800"/>
              <a:ext cx="409125" cy="340775"/>
            </a:xfrm>
            <a:custGeom>
              <a:rect b="b" l="l" r="r" t="t"/>
              <a:pathLst>
                <a:path extrusionOk="0" h="13631" w="16365">
                  <a:moveTo>
                    <a:pt x="3106" y="12"/>
                  </a:moveTo>
                  <a:cubicBezTo>
                    <a:pt x="4080" y="12"/>
                    <a:pt x="5304" y="376"/>
                    <a:pt x="6646" y="1067"/>
                  </a:cubicBezTo>
                  <a:cubicBezTo>
                    <a:pt x="8019" y="1776"/>
                    <a:pt x="9444" y="2792"/>
                    <a:pt x="10767" y="4004"/>
                  </a:cubicBezTo>
                  <a:cubicBezTo>
                    <a:pt x="12568" y="5659"/>
                    <a:pt x="13993" y="7509"/>
                    <a:pt x="14778" y="9213"/>
                  </a:cubicBezTo>
                  <a:cubicBezTo>
                    <a:pt x="15159" y="10040"/>
                    <a:pt x="15369" y="10788"/>
                    <a:pt x="15401" y="11434"/>
                  </a:cubicBezTo>
                  <a:cubicBezTo>
                    <a:pt x="15434" y="12102"/>
                    <a:pt x="15272" y="12633"/>
                    <a:pt x="14926" y="13011"/>
                  </a:cubicBezTo>
                  <a:cubicBezTo>
                    <a:pt x="14554" y="13415"/>
                    <a:pt x="13993" y="13621"/>
                    <a:pt x="13261" y="13621"/>
                  </a:cubicBezTo>
                  <a:cubicBezTo>
                    <a:pt x="12286" y="13621"/>
                    <a:pt x="11063" y="13256"/>
                    <a:pt x="9721" y="12566"/>
                  </a:cubicBezTo>
                  <a:cubicBezTo>
                    <a:pt x="8345" y="11857"/>
                    <a:pt x="6923" y="10843"/>
                    <a:pt x="5600" y="9629"/>
                  </a:cubicBezTo>
                  <a:cubicBezTo>
                    <a:pt x="3799" y="7973"/>
                    <a:pt x="2374" y="6124"/>
                    <a:pt x="1589" y="4420"/>
                  </a:cubicBezTo>
                  <a:cubicBezTo>
                    <a:pt x="1206" y="3593"/>
                    <a:pt x="998" y="2845"/>
                    <a:pt x="966" y="2198"/>
                  </a:cubicBezTo>
                  <a:cubicBezTo>
                    <a:pt x="933" y="1531"/>
                    <a:pt x="1093" y="1000"/>
                    <a:pt x="1441" y="621"/>
                  </a:cubicBezTo>
                  <a:cubicBezTo>
                    <a:pt x="1813" y="217"/>
                    <a:pt x="2372" y="12"/>
                    <a:pt x="3106" y="12"/>
                  </a:cubicBezTo>
                  <a:close/>
                  <a:moveTo>
                    <a:pt x="3106" y="0"/>
                  </a:moveTo>
                  <a:cubicBezTo>
                    <a:pt x="2392" y="0"/>
                    <a:pt x="1815" y="196"/>
                    <a:pt x="1432" y="614"/>
                  </a:cubicBezTo>
                  <a:cubicBezTo>
                    <a:pt x="0" y="2173"/>
                    <a:pt x="1864" y="6211"/>
                    <a:pt x="5590" y="9636"/>
                  </a:cubicBezTo>
                  <a:cubicBezTo>
                    <a:pt x="8324" y="12148"/>
                    <a:pt x="11301" y="13630"/>
                    <a:pt x="13259" y="13630"/>
                  </a:cubicBezTo>
                  <a:cubicBezTo>
                    <a:pt x="13972" y="13630"/>
                    <a:pt x="14552" y="13434"/>
                    <a:pt x="14933" y="13018"/>
                  </a:cubicBezTo>
                  <a:cubicBezTo>
                    <a:pt x="16364" y="11460"/>
                    <a:pt x="14503" y="7421"/>
                    <a:pt x="10774" y="3995"/>
                  </a:cubicBezTo>
                  <a:cubicBezTo>
                    <a:pt x="8040" y="1485"/>
                    <a:pt x="5064" y="0"/>
                    <a:pt x="3106"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0"/>
            <p:cNvSpPr/>
            <p:nvPr/>
          </p:nvSpPr>
          <p:spPr>
            <a:xfrm>
              <a:off x="2716275" y="2553225"/>
              <a:ext cx="450800" cy="428675"/>
            </a:xfrm>
            <a:custGeom>
              <a:rect b="b" l="l" r="r" t="t"/>
              <a:pathLst>
                <a:path extrusionOk="0" fill="none" h="17147" w="18032">
                  <a:moveTo>
                    <a:pt x="12665" y="5530"/>
                  </a:moveTo>
                  <a:cubicBezTo>
                    <a:pt x="14711" y="7410"/>
                    <a:pt x="16336" y="9578"/>
                    <a:pt x="17184" y="11557"/>
                  </a:cubicBezTo>
                  <a:cubicBezTo>
                    <a:pt x="18031" y="13538"/>
                    <a:pt x="18031" y="15168"/>
                    <a:pt x="17184" y="16087"/>
                  </a:cubicBezTo>
                  <a:cubicBezTo>
                    <a:pt x="16339" y="17008"/>
                    <a:pt x="14713" y="17147"/>
                    <a:pt x="12670" y="16468"/>
                  </a:cubicBezTo>
                  <a:cubicBezTo>
                    <a:pt x="10626" y="15791"/>
                    <a:pt x="8329" y="14355"/>
                    <a:pt x="6283" y="12476"/>
                  </a:cubicBezTo>
                  <a:cubicBezTo>
                    <a:pt x="2025" y="8562"/>
                    <a:pt x="0" y="3836"/>
                    <a:pt x="1764" y="1917"/>
                  </a:cubicBezTo>
                  <a:cubicBezTo>
                    <a:pt x="3526" y="0"/>
                    <a:pt x="8407" y="1617"/>
                    <a:pt x="12665" y="553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0"/>
            <p:cNvSpPr/>
            <p:nvPr/>
          </p:nvSpPr>
          <p:spPr>
            <a:xfrm>
              <a:off x="2766075" y="2537900"/>
              <a:ext cx="249925" cy="453525"/>
            </a:xfrm>
            <a:custGeom>
              <a:rect b="b" l="l" r="r" t="t"/>
              <a:pathLst>
                <a:path extrusionOk="0" h="18141" w="9997">
                  <a:moveTo>
                    <a:pt x="859" y="0"/>
                  </a:moveTo>
                  <a:cubicBezTo>
                    <a:pt x="568" y="0"/>
                    <a:pt x="282" y="17"/>
                    <a:pt x="1" y="50"/>
                  </a:cubicBezTo>
                  <a:lnTo>
                    <a:pt x="587" y="1966"/>
                  </a:lnTo>
                  <a:lnTo>
                    <a:pt x="980" y="3248"/>
                  </a:lnTo>
                  <a:lnTo>
                    <a:pt x="3349" y="10985"/>
                  </a:lnTo>
                  <a:lnTo>
                    <a:pt x="3871" y="12685"/>
                  </a:lnTo>
                  <a:lnTo>
                    <a:pt x="4448" y="14576"/>
                  </a:lnTo>
                  <a:lnTo>
                    <a:pt x="4450" y="14576"/>
                  </a:lnTo>
                  <a:cubicBezTo>
                    <a:pt x="6298" y="16146"/>
                    <a:pt x="8216" y="17351"/>
                    <a:pt x="9997" y="18141"/>
                  </a:cubicBezTo>
                  <a:lnTo>
                    <a:pt x="9535" y="16635"/>
                  </a:lnTo>
                  <a:lnTo>
                    <a:pt x="9209" y="15566"/>
                  </a:lnTo>
                  <a:lnTo>
                    <a:pt x="7771" y="10868"/>
                  </a:lnTo>
                  <a:lnTo>
                    <a:pt x="7741" y="10777"/>
                  </a:lnTo>
                  <a:lnTo>
                    <a:pt x="7487" y="9937"/>
                  </a:lnTo>
                  <a:lnTo>
                    <a:pt x="7484" y="9935"/>
                  </a:lnTo>
                  <a:lnTo>
                    <a:pt x="6847" y="7857"/>
                  </a:lnTo>
                  <a:lnTo>
                    <a:pt x="5600" y="3781"/>
                  </a:lnTo>
                  <a:lnTo>
                    <a:pt x="5208" y="2497"/>
                  </a:lnTo>
                  <a:lnTo>
                    <a:pt x="4714" y="881"/>
                  </a:lnTo>
                  <a:cubicBezTo>
                    <a:pt x="3342" y="284"/>
                    <a:pt x="2059" y="0"/>
                    <a:pt x="859" y="0"/>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0"/>
            <p:cNvSpPr/>
            <p:nvPr/>
          </p:nvSpPr>
          <p:spPr>
            <a:xfrm>
              <a:off x="2922450" y="2578150"/>
              <a:ext cx="193575" cy="439025"/>
            </a:xfrm>
            <a:custGeom>
              <a:rect b="b" l="l" r="r" t="t"/>
              <a:pathLst>
                <a:path extrusionOk="0" h="17561" w="7743">
                  <a:moveTo>
                    <a:pt x="1" y="1"/>
                  </a:moveTo>
                  <a:lnTo>
                    <a:pt x="509" y="1652"/>
                  </a:lnTo>
                  <a:lnTo>
                    <a:pt x="941" y="3063"/>
                  </a:lnTo>
                  <a:lnTo>
                    <a:pt x="2479" y="8085"/>
                  </a:lnTo>
                  <a:lnTo>
                    <a:pt x="2804" y="9151"/>
                  </a:lnTo>
                  <a:lnTo>
                    <a:pt x="2929" y="9555"/>
                  </a:lnTo>
                  <a:lnTo>
                    <a:pt x="2931" y="9558"/>
                  </a:lnTo>
                  <a:lnTo>
                    <a:pt x="3095" y="10098"/>
                  </a:lnTo>
                  <a:lnTo>
                    <a:pt x="4467" y="14575"/>
                  </a:lnTo>
                  <a:lnTo>
                    <a:pt x="4769" y="15573"/>
                  </a:lnTo>
                  <a:lnTo>
                    <a:pt x="5235" y="17094"/>
                  </a:lnTo>
                  <a:cubicBezTo>
                    <a:pt x="6136" y="17378"/>
                    <a:pt x="6983" y="17538"/>
                    <a:pt x="7743" y="17561"/>
                  </a:cubicBezTo>
                  <a:lnTo>
                    <a:pt x="7226" y="15868"/>
                  </a:lnTo>
                  <a:lnTo>
                    <a:pt x="6912" y="14836"/>
                  </a:lnTo>
                  <a:lnTo>
                    <a:pt x="4058" y="5519"/>
                  </a:lnTo>
                  <a:lnTo>
                    <a:pt x="3513" y="3737"/>
                  </a:lnTo>
                  <a:lnTo>
                    <a:pt x="2940" y="1866"/>
                  </a:lnTo>
                  <a:lnTo>
                    <a:pt x="1767" y="1074"/>
                  </a:lnTo>
                  <a:lnTo>
                    <a:pt x="1"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 name="Google Shape;1298;p40"/>
          <p:cNvGrpSpPr/>
          <p:nvPr/>
        </p:nvGrpSpPr>
        <p:grpSpPr>
          <a:xfrm rot="-1938993">
            <a:off x="8000772" y="4218764"/>
            <a:ext cx="536793" cy="385827"/>
            <a:chOff x="3958725" y="4285850"/>
            <a:chExt cx="926000" cy="665575"/>
          </a:xfrm>
        </p:grpSpPr>
        <p:sp>
          <p:nvSpPr>
            <p:cNvPr id="1299" name="Google Shape;1299;p40"/>
            <p:cNvSpPr/>
            <p:nvPr/>
          </p:nvSpPr>
          <p:spPr>
            <a:xfrm>
              <a:off x="3958725" y="4286250"/>
              <a:ext cx="926000" cy="665175"/>
            </a:xfrm>
            <a:custGeom>
              <a:rect b="b" l="l" r="r" t="t"/>
              <a:pathLst>
                <a:path extrusionOk="0" h="26607" w="37040">
                  <a:moveTo>
                    <a:pt x="32631" y="0"/>
                  </a:moveTo>
                  <a:cubicBezTo>
                    <a:pt x="32452" y="0"/>
                    <a:pt x="32270" y="51"/>
                    <a:pt x="32109" y="159"/>
                  </a:cubicBezTo>
                  <a:lnTo>
                    <a:pt x="626" y="19435"/>
                  </a:lnTo>
                  <a:cubicBezTo>
                    <a:pt x="149" y="19705"/>
                    <a:pt x="1" y="20324"/>
                    <a:pt x="306" y="20781"/>
                  </a:cubicBezTo>
                  <a:lnTo>
                    <a:pt x="3557" y="26142"/>
                  </a:lnTo>
                  <a:cubicBezTo>
                    <a:pt x="3746" y="26441"/>
                    <a:pt x="4071" y="26607"/>
                    <a:pt x="4403" y="26607"/>
                  </a:cubicBezTo>
                  <a:cubicBezTo>
                    <a:pt x="4576" y="26607"/>
                    <a:pt x="4751" y="26562"/>
                    <a:pt x="4910" y="26468"/>
                  </a:cubicBezTo>
                  <a:lnTo>
                    <a:pt x="36349" y="7169"/>
                  </a:lnTo>
                  <a:cubicBezTo>
                    <a:pt x="36870" y="6913"/>
                    <a:pt x="37039" y="6253"/>
                    <a:pt x="36704" y="5777"/>
                  </a:cubicBezTo>
                  <a:lnTo>
                    <a:pt x="33456" y="480"/>
                  </a:lnTo>
                  <a:cubicBezTo>
                    <a:pt x="33281" y="171"/>
                    <a:pt x="32960" y="0"/>
                    <a:pt x="32631"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0"/>
            <p:cNvSpPr/>
            <p:nvPr/>
          </p:nvSpPr>
          <p:spPr>
            <a:xfrm>
              <a:off x="4691775" y="4285850"/>
              <a:ext cx="192950" cy="223000"/>
            </a:xfrm>
            <a:custGeom>
              <a:rect b="b" l="l" r="r" t="t"/>
              <a:pathLst>
                <a:path extrusionOk="0" h="8920" w="7718">
                  <a:moveTo>
                    <a:pt x="3300" y="1"/>
                  </a:moveTo>
                  <a:cubicBezTo>
                    <a:pt x="3131" y="1"/>
                    <a:pt x="2959" y="47"/>
                    <a:pt x="2804" y="143"/>
                  </a:cubicBezTo>
                  <a:lnTo>
                    <a:pt x="0" y="1872"/>
                  </a:lnTo>
                  <a:lnTo>
                    <a:pt x="4230" y="8919"/>
                  </a:lnTo>
                  <a:lnTo>
                    <a:pt x="7027" y="7185"/>
                  </a:lnTo>
                  <a:cubicBezTo>
                    <a:pt x="7548" y="6929"/>
                    <a:pt x="7717" y="6269"/>
                    <a:pt x="7382" y="5793"/>
                  </a:cubicBezTo>
                  <a:lnTo>
                    <a:pt x="4134" y="496"/>
                  </a:lnTo>
                  <a:cubicBezTo>
                    <a:pt x="3962" y="179"/>
                    <a:pt x="3636" y="1"/>
                    <a:pt x="330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0"/>
            <p:cNvSpPr/>
            <p:nvPr/>
          </p:nvSpPr>
          <p:spPr>
            <a:xfrm>
              <a:off x="4538575" y="4330500"/>
              <a:ext cx="263475" cy="270350"/>
            </a:xfrm>
            <a:custGeom>
              <a:rect b="b" l="l" r="r" t="t"/>
              <a:pathLst>
                <a:path extrusionOk="0" h="10814" w="10539">
                  <a:moveTo>
                    <a:pt x="6269" y="1"/>
                  </a:moveTo>
                  <a:lnTo>
                    <a:pt x="0" y="3841"/>
                  </a:lnTo>
                  <a:lnTo>
                    <a:pt x="4272" y="10814"/>
                  </a:lnTo>
                  <a:lnTo>
                    <a:pt x="10539" y="6972"/>
                  </a:lnTo>
                  <a:lnTo>
                    <a:pt x="6269" y="1"/>
                  </a:ln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0"/>
            <p:cNvSpPr/>
            <p:nvPr/>
          </p:nvSpPr>
          <p:spPr>
            <a:xfrm>
              <a:off x="4319625" y="4512575"/>
              <a:ext cx="85175" cy="283575"/>
            </a:xfrm>
            <a:custGeom>
              <a:rect b="b" l="l" r="r" t="t"/>
              <a:pathLst>
                <a:path extrusionOk="0" h="11343" w="3407">
                  <a:moveTo>
                    <a:pt x="3138" y="0"/>
                  </a:moveTo>
                  <a:lnTo>
                    <a:pt x="0" y="1919"/>
                  </a:lnTo>
                  <a:lnTo>
                    <a:pt x="162" y="7389"/>
                  </a:lnTo>
                  <a:lnTo>
                    <a:pt x="278" y="11342"/>
                  </a:lnTo>
                  <a:lnTo>
                    <a:pt x="3406" y="9419"/>
                  </a:lnTo>
                  <a:lnTo>
                    <a:pt x="3325" y="6339"/>
                  </a:lnTo>
                  <a:lnTo>
                    <a:pt x="3138"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0"/>
            <p:cNvSpPr/>
            <p:nvPr/>
          </p:nvSpPr>
          <p:spPr>
            <a:xfrm>
              <a:off x="3978350" y="4721700"/>
              <a:ext cx="85125" cy="229075"/>
            </a:xfrm>
            <a:custGeom>
              <a:rect b="b" l="l" r="r" t="t"/>
              <a:pathLst>
                <a:path extrusionOk="0" h="9163" w="3405">
                  <a:moveTo>
                    <a:pt x="3139" y="1"/>
                  </a:moveTo>
                  <a:lnTo>
                    <a:pt x="1" y="1920"/>
                  </a:lnTo>
                  <a:lnTo>
                    <a:pt x="72" y="4326"/>
                  </a:lnTo>
                  <a:lnTo>
                    <a:pt x="2762" y="8720"/>
                  </a:lnTo>
                  <a:cubicBezTo>
                    <a:pt x="2903" y="8953"/>
                    <a:pt x="3136" y="9114"/>
                    <a:pt x="3404" y="9163"/>
                  </a:cubicBezTo>
                  <a:lnTo>
                    <a:pt x="3323" y="6325"/>
                  </a:lnTo>
                  <a:lnTo>
                    <a:pt x="3139"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0"/>
            <p:cNvSpPr/>
            <p:nvPr/>
          </p:nvSpPr>
          <p:spPr>
            <a:xfrm>
              <a:off x="4427750" y="4408782"/>
              <a:ext cx="147850" cy="321900"/>
            </a:xfrm>
            <a:custGeom>
              <a:rect b="b" l="l" r="r" t="t"/>
              <a:pathLst>
                <a:path extrusionOk="0" h="12876" w="5914">
                  <a:moveTo>
                    <a:pt x="5639" y="0"/>
                  </a:moveTo>
                  <a:lnTo>
                    <a:pt x="0" y="3457"/>
                  </a:lnTo>
                  <a:lnTo>
                    <a:pt x="69" y="6052"/>
                  </a:lnTo>
                  <a:lnTo>
                    <a:pt x="259" y="12571"/>
                  </a:lnTo>
                  <a:lnTo>
                    <a:pt x="270" y="12875"/>
                  </a:lnTo>
                  <a:lnTo>
                    <a:pt x="5913" y="9412"/>
                  </a:lnTo>
                  <a:lnTo>
                    <a:pt x="5909" y="9377"/>
                  </a:lnTo>
                  <a:lnTo>
                    <a:pt x="5722" y="2838"/>
                  </a:lnTo>
                  <a:lnTo>
                    <a:pt x="5639"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40"/>
          <p:cNvGrpSpPr/>
          <p:nvPr/>
        </p:nvGrpSpPr>
        <p:grpSpPr>
          <a:xfrm rot="-1142849">
            <a:off x="721180" y="4132000"/>
            <a:ext cx="676095" cy="397557"/>
            <a:chOff x="3588600" y="2424575"/>
            <a:chExt cx="1002475" cy="589475"/>
          </a:xfrm>
        </p:grpSpPr>
        <p:sp>
          <p:nvSpPr>
            <p:cNvPr id="1306" name="Google Shape;1306;p40"/>
            <p:cNvSpPr/>
            <p:nvPr/>
          </p:nvSpPr>
          <p:spPr>
            <a:xfrm>
              <a:off x="3588600" y="2424575"/>
              <a:ext cx="1002475" cy="560325"/>
            </a:xfrm>
            <a:custGeom>
              <a:rect b="b" l="l" r="r" t="t"/>
              <a:pathLst>
                <a:path extrusionOk="0" h="22413" w="40099">
                  <a:moveTo>
                    <a:pt x="27641" y="1"/>
                  </a:moveTo>
                  <a:cubicBezTo>
                    <a:pt x="27012" y="1"/>
                    <a:pt x="26337" y="29"/>
                    <a:pt x="25612" y="87"/>
                  </a:cubicBezTo>
                  <a:cubicBezTo>
                    <a:pt x="20336" y="514"/>
                    <a:pt x="3522" y="5460"/>
                    <a:pt x="3792" y="14946"/>
                  </a:cubicBezTo>
                  <a:cubicBezTo>
                    <a:pt x="3942" y="20169"/>
                    <a:pt x="8167" y="22413"/>
                    <a:pt x="8167" y="22413"/>
                  </a:cubicBezTo>
                  <a:cubicBezTo>
                    <a:pt x="8167" y="22413"/>
                    <a:pt x="1" y="9286"/>
                    <a:pt x="29867" y="5871"/>
                  </a:cubicBezTo>
                  <a:cubicBezTo>
                    <a:pt x="30556" y="5793"/>
                    <a:pt x="31186" y="5756"/>
                    <a:pt x="31760" y="5756"/>
                  </a:cubicBezTo>
                  <a:cubicBezTo>
                    <a:pt x="39561" y="5756"/>
                    <a:pt x="37224" y="12517"/>
                    <a:pt x="37224" y="12517"/>
                  </a:cubicBezTo>
                  <a:cubicBezTo>
                    <a:pt x="37224" y="12517"/>
                    <a:pt x="40098" y="9727"/>
                    <a:pt x="37048" y="4948"/>
                  </a:cubicBezTo>
                  <a:cubicBezTo>
                    <a:pt x="35725" y="2876"/>
                    <a:pt x="34060" y="1"/>
                    <a:pt x="27641"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0"/>
            <p:cNvSpPr/>
            <p:nvPr/>
          </p:nvSpPr>
          <p:spPr>
            <a:xfrm>
              <a:off x="3728825" y="2541225"/>
              <a:ext cx="821900" cy="472725"/>
            </a:xfrm>
            <a:custGeom>
              <a:rect b="b" l="l" r="r" t="t"/>
              <a:pathLst>
                <a:path extrusionOk="0" h="18909" w="32876">
                  <a:moveTo>
                    <a:pt x="24519" y="0"/>
                  </a:moveTo>
                  <a:cubicBezTo>
                    <a:pt x="22919" y="0"/>
                    <a:pt x="21194" y="178"/>
                    <a:pt x="19393" y="527"/>
                  </a:cubicBezTo>
                  <a:cubicBezTo>
                    <a:pt x="17470" y="903"/>
                    <a:pt x="15581" y="1434"/>
                    <a:pt x="13743" y="2117"/>
                  </a:cubicBezTo>
                  <a:cubicBezTo>
                    <a:pt x="12517" y="2568"/>
                    <a:pt x="11316" y="3085"/>
                    <a:pt x="10146" y="3664"/>
                  </a:cubicBezTo>
                  <a:cubicBezTo>
                    <a:pt x="8673" y="4389"/>
                    <a:pt x="7303" y="5193"/>
                    <a:pt x="6080" y="6052"/>
                  </a:cubicBezTo>
                  <a:cubicBezTo>
                    <a:pt x="5422" y="6507"/>
                    <a:pt x="4803" y="6980"/>
                    <a:pt x="4242" y="7458"/>
                  </a:cubicBezTo>
                  <a:cubicBezTo>
                    <a:pt x="2210" y="9183"/>
                    <a:pt x="857" y="10968"/>
                    <a:pt x="330" y="12621"/>
                  </a:cubicBezTo>
                  <a:cubicBezTo>
                    <a:pt x="5" y="13632"/>
                    <a:pt x="0" y="14574"/>
                    <a:pt x="309" y="15415"/>
                  </a:cubicBezTo>
                  <a:cubicBezTo>
                    <a:pt x="1129" y="17636"/>
                    <a:pt x="4073" y="18908"/>
                    <a:pt x="8384" y="18908"/>
                  </a:cubicBezTo>
                  <a:cubicBezTo>
                    <a:pt x="9984" y="18908"/>
                    <a:pt x="11709" y="18731"/>
                    <a:pt x="13508" y="18382"/>
                  </a:cubicBezTo>
                  <a:cubicBezTo>
                    <a:pt x="15433" y="18006"/>
                    <a:pt x="17322" y="17472"/>
                    <a:pt x="19160" y="16789"/>
                  </a:cubicBezTo>
                  <a:cubicBezTo>
                    <a:pt x="19668" y="16602"/>
                    <a:pt x="20132" y="16419"/>
                    <a:pt x="20578" y="16232"/>
                  </a:cubicBezTo>
                  <a:lnTo>
                    <a:pt x="20580" y="16232"/>
                  </a:lnTo>
                  <a:cubicBezTo>
                    <a:pt x="23519" y="15015"/>
                    <a:pt x="26186" y="13466"/>
                    <a:pt x="28297" y="11753"/>
                  </a:cubicBezTo>
                  <a:cubicBezTo>
                    <a:pt x="28858" y="11298"/>
                    <a:pt x="29393" y="10813"/>
                    <a:pt x="29904" y="10303"/>
                  </a:cubicBezTo>
                  <a:cubicBezTo>
                    <a:pt x="30813" y="9384"/>
                    <a:pt x="31522" y="8462"/>
                    <a:pt x="32016" y="7567"/>
                  </a:cubicBezTo>
                  <a:cubicBezTo>
                    <a:pt x="32418" y="6835"/>
                    <a:pt x="32672" y="6121"/>
                    <a:pt x="32771" y="5447"/>
                  </a:cubicBezTo>
                  <a:cubicBezTo>
                    <a:pt x="32875" y="4752"/>
                    <a:pt x="32813" y="4094"/>
                    <a:pt x="32591" y="3494"/>
                  </a:cubicBezTo>
                  <a:cubicBezTo>
                    <a:pt x="31772" y="1275"/>
                    <a:pt x="28830" y="0"/>
                    <a:pt x="24519"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0"/>
            <p:cNvSpPr/>
            <p:nvPr/>
          </p:nvSpPr>
          <p:spPr>
            <a:xfrm>
              <a:off x="3728475" y="2541100"/>
              <a:ext cx="826625" cy="472950"/>
            </a:xfrm>
            <a:custGeom>
              <a:rect b="b" l="l" r="r" t="t"/>
              <a:pathLst>
                <a:path extrusionOk="0" h="18918" w="33065">
                  <a:moveTo>
                    <a:pt x="24533" y="12"/>
                  </a:moveTo>
                  <a:cubicBezTo>
                    <a:pt x="25568" y="12"/>
                    <a:pt x="26537" y="88"/>
                    <a:pt x="27422" y="236"/>
                  </a:cubicBezTo>
                  <a:cubicBezTo>
                    <a:pt x="28311" y="384"/>
                    <a:pt x="29112" y="605"/>
                    <a:pt x="29802" y="896"/>
                  </a:cubicBezTo>
                  <a:cubicBezTo>
                    <a:pt x="30506" y="1192"/>
                    <a:pt x="31100" y="1559"/>
                    <a:pt x="31566" y="1988"/>
                  </a:cubicBezTo>
                  <a:cubicBezTo>
                    <a:pt x="32044" y="2429"/>
                    <a:pt x="32393" y="2937"/>
                    <a:pt x="32601" y="3501"/>
                  </a:cubicBezTo>
                  <a:cubicBezTo>
                    <a:pt x="32822" y="4101"/>
                    <a:pt x="32882" y="4757"/>
                    <a:pt x="32781" y="5450"/>
                  </a:cubicBezTo>
                  <a:cubicBezTo>
                    <a:pt x="32679" y="6124"/>
                    <a:pt x="32425" y="6837"/>
                    <a:pt x="32026" y="7569"/>
                  </a:cubicBezTo>
                  <a:cubicBezTo>
                    <a:pt x="31532" y="8465"/>
                    <a:pt x="30823" y="9384"/>
                    <a:pt x="29915" y="10303"/>
                  </a:cubicBezTo>
                  <a:cubicBezTo>
                    <a:pt x="29405" y="10816"/>
                    <a:pt x="28869" y="11298"/>
                    <a:pt x="28308" y="11753"/>
                  </a:cubicBezTo>
                  <a:cubicBezTo>
                    <a:pt x="26200" y="13464"/>
                    <a:pt x="23531" y="15013"/>
                    <a:pt x="20594" y="16233"/>
                  </a:cubicBezTo>
                  <a:lnTo>
                    <a:pt x="20589" y="16235"/>
                  </a:lnTo>
                  <a:cubicBezTo>
                    <a:pt x="20144" y="16420"/>
                    <a:pt x="19682" y="16602"/>
                    <a:pt x="19174" y="16789"/>
                  </a:cubicBezTo>
                  <a:cubicBezTo>
                    <a:pt x="17336" y="17473"/>
                    <a:pt x="15447" y="18006"/>
                    <a:pt x="13522" y="18382"/>
                  </a:cubicBezTo>
                  <a:cubicBezTo>
                    <a:pt x="11721" y="18731"/>
                    <a:pt x="9998" y="18906"/>
                    <a:pt x="8398" y="18906"/>
                  </a:cubicBezTo>
                  <a:cubicBezTo>
                    <a:pt x="7364" y="18906"/>
                    <a:pt x="6391" y="18833"/>
                    <a:pt x="5509" y="18685"/>
                  </a:cubicBezTo>
                  <a:cubicBezTo>
                    <a:pt x="4620" y="18537"/>
                    <a:pt x="3819" y="18313"/>
                    <a:pt x="3129" y="18024"/>
                  </a:cubicBezTo>
                  <a:cubicBezTo>
                    <a:pt x="2425" y="17729"/>
                    <a:pt x="1831" y="17359"/>
                    <a:pt x="1365" y="16932"/>
                  </a:cubicBezTo>
                  <a:cubicBezTo>
                    <a:pt x="885" y="16491"/>
                    <a:pt x="538" y="15983"/>
                    <a:pt x="328" y="15420"/>
                  </a:cubicBezTo>
                  <a:cubicBezTo>
                    <a:pt x="19" y="14579"/>
                    <a:pt x="26" y="13640"/>
                    <a:pt x="349" y="12628"/>
                  </a:cubicBezTo>
                  <a:cubicBezTo>
                    <a:pt x="875" y="10977"/>
                    <a:pt x="2228" y="9193"/>
                    <a:pt x="4260" y="7468"/>
                  </a:cubicBezTo>
                  <a:cubicBezTo>
                    <a:pt x="4821" y="6992"/>
                    <a:pt x="5438" y="6519"/>
                    <a:pt x="6096" y="6062"/>
                  </a:cubicBezTo>
                  <a:cubicBezTo>
                    <a:pt x="7322" y="5203"/>
                    <a:pt x="8689" y="4401"/>
                    <a:pt x="10162" y="3674"/>
                  </a:cubicBezTo>
                  <a:cubicBezTo>
                    <a:pt x="11333" y="3094"/>
                    <a:pt x="12533" y="2580"/>
                    <a:pt x="13759" y="2129"/>
                  </a:cubicBezTo>
                  <a:cubicBezTo>
                    <a:pt x="15595" y="1446"/>
                    <a:pt x="17486" y="912"/>
                    <a:pt x="19407" y="536"/>
                  </a:cubicBezTo>
                  <a:cubicBezTo>
                    <a:pt x="21208" y="190"/>
                    <a:pt x="22933" y="12"/>
                    <a:pt x="24533" y="12"/>
                  </a:cubicBezTo>
                  <a:close/>
                  <a:moveTo>
                    <a:pt x="24533" y="0"/>
                  </a:moveTo>
                  <a:cubicBezTo>
                    <a:pt x="21377" y="0"/>
                    <a:pt x="17611" y="693"/>
                    <a:pt x="13755" y="2118"/>
                  </a:cubicBezTo>
                  <a:cubicBezTo>
                    <a:pt x="12529" y="2570"/>
                    <a:pt x="11328" y="3085"/>
                    <a:pt x="10157" y="3665"/>
                  </a:cubicBezTo>
                  <a:cubicBezTo>
                    <a:pt x="8668" y="4399"/>
                    <a:pt x="7301" y="5205"/>
                    <a:pt x="6091" y="6052"/>
                  </a:cubicBezTo>
                  <a:cubicBezTo>
                    <a:pt x="5431" y="6509"/>
                    <a:pt x="4814" y="6983"/>
                    <a:pt x="4253" y="7461"/>
                  </a:cubicBezTo>
                  <a:cubicBezTo>
                    <a:pt x="2249" y="9160"/>
                    <a:pt x="871" y="10952"/>
                    <a:pt x="340" y="12624"/>
                  </a:cubicBezTo>
                  <a:cubicBezTo>
                    <a:pt x="21" y="13614"/>
                    <a:pt x="0" y="14561"/>
                    <a:pt x="319" y="15424"/>
                  </a:cubicBezTo>
                  <a:cubicBezTo>
                    <a:pt x="1169" y="17724"/>
                    <a:pt x="4256" y="18918"/>
                    <a:pt x="8398" y="18918"/>
                  </a:cubicBezTo>
                  <a:cubicBezTo>
                    <a:pt x="11554" y="18918"/>
                    <a:pt x="15323" y="18225"/>
                    <a:pt x="19179" y="16801"/>
                  </a:cubicBezTo>
                  <a:cubicBezTo>
                    <a:pt x="19661" y="16623"/>
                    <a:pt x="20130" y="16438"/>
                    <a:pt x="20594" y="16244"/>
                  </a:cubicBezTo>
                  <a:lnTo>
                    <a:pt x="20596" y="16244"/>
                  </a:lnTo>
                  <a:cubicBezTo>
                    <a:pt x="23630" y="14986"/>
                    <a:pt x="26269" y="13425"/>
                    <a:pt x="28315" y="11762"/>
                  </a:cubicBezTo>
                  <a:cubicBezTo>
                    <a:pt x="28876" y="11308"/>
                    <a:pt x="29412" y="10825"/>
                    <a:pt x="29922" y="10312"/>
                  </a:cubicBezTo>
                  <a:cubicBezTo>
                    <a:pt x="30823" y="9400"/>
                    <a:pt x="31539" y="8479"/>
                    <a:pt x="32035" y="7576"/>
                  </a:cubicBezTo>
                  <a:cubicBezTo>
                    <a:pt x="32829" y="6126"/>
                    <a:pt x="33065" y="4725"/>
                    <a:pt x="32612" y="3499"/>
                  </a:cubicBezTo>
                  <a:cubicBezTo>
                    <a:pt x="31763" y="1196"/>
                    <a:pt x="28675" y="3"/>
                    <a:pt x="24533" y="3"/>
                  </a:cubicBezTo>
                  <a:lnTo>
                    <a:pt x="24533" y="0"/>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0"/>
            <p:cNvSpPr/>
            <p:nvPr/>
          </p:nvSpPr>
          <p:spPr>
            <a:xfrm>
              <a:off x="3839525" y="2619200"/>
              <a:ext cx="606025" cy="324450"/>
            </a:xfrm>
            <a:custGeom>
              <a:rect b="b" l="l" r="r" t="t"/>
              <a:pathLst>
                <a:path extrusionOk="0" h="12978" w="24241">
                  <a:moveTo>
                    <a:pt x="18484" y="0"/>
                  </a:moveTo>
                  <a:cubicBezTo>
                    <a:pt x="16067" y="0"/>
                    <a:pt x="13169" y="578"/>
                    <a:pt x="10324" y="1628"/>
                  </a:cubicBezTo>
                  <a:cubicBezTo>
                    <a:pt x="7216" y="2778"/>
                    <a:pt x="4478" y="4364"/>
                    <a:pt x="2619" y="6094"/>
                  </a:cubicBezTo>
                  <a:cubicBezTo>
                    <a:pt x="760" y="7823"/>
                    <a:pt x="1" y="9490"/>
                    <a:pt x="481" y="10788"/>
                  </a:cubicBezTo>
                  <a:cubicBezTo>
                    <a:pt x="742" y="11497"/>
                    <a:pt x="1351" y="12049"/>
                    <a:pt x="2291" y="12425"/>
                  </a:cubicBezTo>
                  <a:cubicBezTo>
                    <a:pt x="3199" y="12792"/>
                    <a:pt x="4367" y="12977"/>
                    <a:pt x="5757" y="12977"/>
                  </a:cubicBezTo>
                  <a:cubicBezTo>
                    <a:pt x="8177" y="12977"/>
                    <a:pt x="11072" y="12400"/>
                    <a:pt x="13917" y="11349"/>
                  </a:cubicBezTo>
                  <a:cubicBezTo>
                    <a:pt x="17025" y="10202"/>
                    <a:pt x="19763" y="8613"/>
                    <a:pt x="21622" y="6884"/>
                  </a:cubicBezTo>
                  <a:cubicBezTo>
                    <a:pt x="23481" y="5154"/>
                    <a:pt x="24240" y="3487"/>
                    <a:pt x="23762" y="2189"/>
                  </a:cubicBezTo>
                  <a:cubicBezTo>
                    <a:pt x="23499" y="1481"/>
                    <a:pt x="22892" y="931"/>
                    <a:pt x="21952" y="552"/>
                  </a:cubicBezTo>
                  <a:cubicBezTo>
                    <a:pt x="21042" y="185"/>
                    <a:pt x="19876" y="0"/>
                    <a:pt x="18484"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0"/>
            <p:cNvSpPr/>
            <p:nvPr/>
          </p:nvSpPr>
          <p:spPr>
            <a:xfrm>
              <a:off x="3826550" y="2619025"/>
              <a:ext cx="632050" cy="324775"/>
            </a:xfrm>
            <a:custGeom>
              <a:rect b="b" l="l" r="r" t="t"/>
              <a:pathLst>
                <a:path extrusionOk="0" h="12991" w="25282">
                  <a:moveTo>
                    <a:pt x="19005" y="12"/>
                  </a:moveTo>
                  <a:cubicBezTo>
                    <a:pt x="20395" y="12"/>
                    <a:pt x="21561" y="199"/>
                    <a:pt x="22469" y="564"/>
                  </a:cubicBezTo>
                  <a:cubicBezTo>
                    <a:pt x="23406" y="943"/>
                    <a:pt x="24014" y="1492"/>
                    <a:pt x="24274" y="2199"/>
                  </a:cubicBezTo>
                  <a:cubicBezTo>
                    <a:pt x="24517" y="2852"/>
                    <a:pt x="24445" y="3600"/>
                    <a:pt x="24060" y="4420"/>
                  </a:cubicBezTo>
                  <a:cubicBezTo>
                    <a:pt x="23688" y="5214"/>
                    <a:pt x="23041" y="6046"/>
                    <a:pt x="22139" y="6886"/>
                  </a:cubicBezTo>
                  <a:cubicBezTo>
                    <a:pt x="21234" y="7726"/>
                    <a:pt x="20118" y="8537"/>
                    <a:pt x="18823" y="9294"/>
                  </a:cubicBezTo>
                  <a:cubicBezTo>
                    <a:pt x="17481" y="10077"/>
                    <a:pt x="16004" y="10770"/>
                    <a:pt x="14434" y="11349"/>
                  </a:cubicBezTo>
                  <a:cubicBezTo>
                    <a:pt x="11589" y="12400"/>
                    <a:pt x="8693" y="12977"/>
                    <a:pt x="6276" y="12977"/>
                  </a:cubicBezTo>
                  <a:cubicBezTo>
                    <a:pt x="4886" y="12977"/>
                    <a:pt x="3720" y="12792"/>
                    <a:pt x="2810" y="12428"/>
                  </a:cubicBezTo>
                  <a:cubicBezTo>
                    <a:pt x="1873" y="12049"/>
                    <a:pt x="1266" y="11499"/>
                    <a:pt x="1005" y="10793"/>
                  </a:cubicBezTo>
                  <a:cubicBezTo>
                    <a:pt x="762" y="10139"/>
                    <a:pt x="834" y="9391"/>
                    <a:pt x="1219" y="8569"/>
                  </a:cubicBezTo>
                  <a:cubicBezTo>
                    <a:pt x="1591" y="7775"/>
                    <a:pt x="2238" y="6946"/>
                    <a:pt x="3140" y="6106"/>
                  </a:cubicBezTo>
                  <a:cubicBezTo>
                    <a:pt x="4046" y="5265"/>
                    <a:pt x="5161" y="4452"/>
                    <a:pt x="6456" y="3697"/>
                  </a:cubicBezTo>
                  <a:cubicBezTo>
                    <a:pt x="7798" y="2912"/>
                    <a:pt x="9275" y="2222"/>
                    <a:pt x="10845" y="1640"/>
                  </a:cubicBezTo>
                  <a:cubicBezTo>
                    <a:pt x="13688" y="592"/>
                    <a:pt x="16586" y="12"/>
                    <a:pt x="19003" y="12"/>
                  </a:cubicBezTo>
                  <a:close/>
                  <a:moveTo>
                    <a:pt x="19003" y="1"/>
                  </a:moveTo>
                  <a:cubicBezTo>
                    <a:pt x="16669" y="1"/>
                    <a:pt x="13799" y="539"/>
                    <a:pt x="10843" y="1631"/>
                  </a:cubicBezTo>
                  <a:cubicBezTo>
                    <a:pt x="4410" y="4007"/>
                    <a:pt x="0" y="8110"/>
                    <a:pt x="993" y="10797"/>
                  </a:cubicBezTo>
                  <a:cubicBezTo>
                    <a:pt x="1529" y="12250"/>
                    <a:pt x="3533" y="12991"/>
                    <a:pt x="6276" y="12991"/>
                  </a:cubicBezTo>
                  <a:cubicBezTo>
                    <a:pt x="8610" y="12991"/>
                    <a:pt x="11480" y="12455"/>
                    <a:pt x="14438" y="11363"/>
                  </a:cubicBezTo>
                  <a:cubicBezTo>
                    <a:pt x="20871" y="8987"/>
                    <a:pt x="25281" y="4882"/>
                    <a:pt x="24288" y="2194"/>
                  </a:cubicBezTo>
                  <a:cubicBezTo>
                    <a:pt x="23750" y="742"/>
                    <a:pt x="21748" y="1"/>
                    <a:pt x="19003"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0"/>
            <p:cNvSpPr/>
            <p:nvPr/>
          </p:nvSpPr>
          <p:spPr>
            <a:xfrm>
              <a:off x="3793350" y="2581275"/>
              <a:ext cx="694500" cy="395675"/>
            </a:xfrm>
            <a:custGeom>
              <a:rect b="b" l="l" r="r" t="t"/>
              <a:pathLst>
                <a:path extrusionOk="0" fill="none" h="15827" w="27780">
                  <a:moveTo>
                    <a:pt x="27193" y="3000"/>
                  </a:moveTo>
                  <a:cubicBezTo>
                    <a:pt x="27780" y="4588"/>
                    <a:pt x="26942" y="6630"/>
                    <a:pt x="24861" y="8675"/>
                  </a:cubicBezTo>
                  <a:cubicBezTo>
                    <a:pt x="22783" y="10721"/>
                    <a:pt x="19631" y="12601"/>
                    <a:pt x="16103" y="13905"/>
                  </a:cubicBezTo>
                  <a:cubicBezTo>
                    <a:pt x="12575" y="15207"/>
                    <a:pt x="8957" y="15826"/>
                    <a:pt x="6048" y="15623"/>
                  </a:cubicBezTo>
                  <a:cubicBezTo>
                    <a:pt x="3138" y="15422"/>
                    <a:pt x="1173" y="14416"/>
                    <a:pt x="587" y="12827"/>
                  </a:cubicBezTo>
                  <a:cubicBezTo>
                    <a:pt x="1" y="11236"/>
                    <a:pt x="839" y="9195"/>
                    <a:pt x="2919" y="7149"/>
                  </a:cubicBezTo>
                  <a:cubicBezTo>
                    <a:pt x="4999" y="5106"/>
                    <a:pt x="8149" y="3224"/>
                    <a:pt x="11677" y="1922"/>
                  </a:cubicBezTo>
                  <a:cubicBezTo>
                    <a:pt x="15205" y="617"/>
                    <a:pt x="18823" y="0"/>
                    <a:pt x="21733" y="201"/>
                  </a:cubicBezTo>
                  <a:cubicBezTo>
                    <a:pt x="24642" y="405"/>
                    <a:pt x="26607" y="1411"/>
                    <a:pt x="27193" y="3000"/>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0"/>
            <p:cNvSpPr/>
            <p:nvPr/>
          </p:nvSpPr>
          <p:spPr>
            <a:xfrm>
              <a:off x="3681200" y="2703950"/>
              <a:ext cx="755175" cy="243275"/>
            </a:xfrm>
            <a:custGeom>
              <a:rect b="b" l="l" r="r" t="t"/>
              <a:pathLst>
                <a:path extrusionOk="0" h="9731" w="30207">
                  <a:moveTo>
                    <a:pt x="926" y="0"/>
                  </a:moveTo>
                  <a:cubicBezTo>
                    <a:pt x="129" y="1312"/>
                    <a:pt x="0" y="3260"/>
                    <a:pt x="259" y="5583"/>
                  </a:cubicBezTo>
                  <a:lnTo>
                    <a:pt x="2378" y="5980"/>
                  </a:lnTo>
                  <a:lnTo>
                    <a:pt x="4900" y="6585"/>
                  </a:lnTo>
                  <a:lnTo>
                    <a:pt x="6687" y="6906"/>
                  </a:lnTo>
                  <a:lnTo>
                    <a:pt x="17477" y="8832"/>
                  </a:lnTo>
                  <a:lnTo>
                    <a:pt x="19846" y="9255"/>
                  </a:lnTo>
                  <a:lnTo>
                    <a:pt x="19848" y="9255"/>
                  </a:lnTo>
                  <a:lnTo>
                    <a:pt x="22485" y="9730"/>
                  </a:lnTo>
                  <a:lnTo>
                    <a:pt x="22487" y="9730"/>
                  </a:lnTo>
                  <a:cubicBezTo>
                    <a:pt x="25521" y="8472"/>
                    <a:pt x="28160" y="6909"/>
                    <a:pt x="30206" y="5246"/>
                  </a:cubicBezTo>
                  <a:lnTo>
                    <a:pt x="28107" y="4872"/>
                  </a:lnTo>
                  <a:lnTo>
                    <a:pt x="26623" y="4604"/>
                  </a:lnTo>
                  <a:lnTo>
                    <a:pt x="20065" y="3434"/>
                  </a:lnTo>
                  <a:lnTo>
                    <a:pt x="19941" y="3413"/>
                  </a:lnTo>
                  <a:lnTo>
                    <a:pt x="18770" y="3200"/>
                  </a:lnTo>
                  <a:lnTo>
                    <a:pt x="18765" y="3200"/>
                  </a:lnTo>
                  <a:lnTo>
                    <a:pt x="15867" y="2683"/>
                  </a:lnTo>
                  <a:lnTo>
                    <a:pt x="10185" y="1665"/>
                  </a:lnTo>
                  <a:lnTo>
                    <a:pt x="8396" y="1349"/>
                  </a:lnTo>
                  <a:lnTo>
                    <a:pt x="6144" y="947"/>
                  </a:lnTo>
                  <a:lnTo>
                    <a:pt x="926"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0"/>
            <p:cNvSpPr/>
            <p:nvPr/>
          </p:nvSpPr>
          <p:spPr>
            <a:xfrm>
              <a:off x="3728300" y="2598600"/>
              <a:ext cx="801050" cy="200325"/>
            </a:xfrm>
            <a:custGeom>
              <a:rect b="b" l="l" r="r" t="t"/>
              <a:pathLst>
                <a:path extrusionOk="0" h="8013" w="32042">
                  <a:moveTo>
                    <a:pt x="2584" y="0"/>
                  </a:moveTo>
                  <a:lnTo>
                    <a:pt x="0" y="2649"/>
                  </a:lnTo>
                  <a:lnTo>
                    <a:pt x="6096" y="3752"/>
                  </a:lnTo>
                  <a:lnTo>
                    <a:pt x="8403" y="4163"/>
                  </a:lnTo>
                  <a:lnTo>
                    <a:pt x="10368" y="4512"/>
                  </a:lnTo>
                  <a:lnTo>
                    <a:pt x="17371" y="5763"/>
                  </a:lnTo>
                  <a:lnTo>
                    <a:pt x="18858" y="6031"/>
                  </a:lnTo>
                  <a:lnTo>
                    <a:pt x="19421" y="6131"/>
                  </a:lnTo>
                  <a:lnTo>
                    <a:pt x="19426" y="6131"/>
                  </a:lnTo>
                  <a:lnTo>
                    <a:pt x="20178" y="6267"/>
                  </a:lnTo>
                  <a:lnTo>
                    <a:pt x="26420" y="7382"/>
                  </a:lnTo>
                  <a:lnTo>
                    <a:pt x="27810" y="7631"/>
                  </a:lnTo>
                  <a:lnTo>
                    <a:pt x="29929" y="8012"/>
                  </a:lnTo>
                  <a:cubicBezTo>
                    <a:pt x="30830" y="7100"/>
                    <a:pt x="31546" y="6177"/>
                    <a:pt x="32042" y="5276"/>
                  </a:cubicBezTo>
                  <a:lnTo>
                    <a:pt x="29682" y="4854"/>
                  </a:lnTo>
                  <a:lnTo>
                    <a:pt x="28241" y="4595"/>
                  </a:lnTo>
                  <a:lnTo>
                    <a:pt x="15258" y="2277"/>
                  </a:lnTo>
                  <a:lnTo>
                    <a:pt x="15256" y="2277"/>
                  </a:lnTo>
                  <a:lnTo>
                    <a:pt x="12769" y="1829"/>
                  </a:lnTo>
                  <a:lnTo>
                    <a:pt x="10164" y="1365"/>
                  </a:lnTo>
                  <a:lnTo>
                    <a:pt x="2584" y="0"/>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 name="Google Shape;1314;p40"/>
          <p:cNvGrpSpPr/>
          <p:nvPr/>
        </p:nvGrpSpPr>
        <p:grpSpPr>
          <a:xfrm flipH="1">
            <a:off x="794147" y="504269"/>
            <a:ext cx="530159" cy="550985"/>
            <a:chOff x="2777975" y="4487350"/>
            <a:chExt cx="803150" cy="834825"/>
          </a:xfrm>
        </p:grpSpPr>
        <p:sp>
          <p:nvSpPr>
            <p:cNvPr id="1315" name="Google Shape;1315;p40"/>
            <p:cNvSpPr/>
            <p:nvPr/>
          </p:nvSpPr>
          <p:spPr>
            <a:xfrm>
              <a:off x="2801475" y="4545025"/>
              <a:ext cx="776425" cy="720275"/>
            </a:xfrm>
            <a:custGeom>
              <a:rect b="b" l="l" r="r" t="t"/>
              <a:pathLst>
                <a:path extrusionOk="0" h="28811" w="31057">
                  <a:moveTo>
                    <a:pt x="14617" y="0"/>
                  </a:moveTo>
                  <a:cubicBezTo>
                    <a:pt x="8672" y="0"/>
                    <a:pt x="3310" y="3412"/>
                    <a:pt x="718" y="8603"/>
                  </a:cubicBezTo>
                  <a:cubicBezTo>
                    <a:pt x="469" y="9391"/>
                    <a:pt x="287" y="10196"/>
                    <a:pt x="169" y="11012"/>
                  </a:cubicBezTo>
                  <a:cubicBezTo>
                    <a:pt x="53" y="11797"/>
                    <a:pt x="0" y="12589"/>
                    <a:pt x="5" y="13381"/>
                  </a:cubicBezTo>
                  <a:cubicBezTo>
                    <a:pt x="10" y="14161"/>
                    <a:pt x="77" y="14939"/>
                    <a:pt x="201" y="15710"/>
                  </a:cubicBezTo>
                  <a:cubicBezTo>
                    <a:pt x="284" y="16230"/>
                    <a:pt x="393" y="16747"/>
                    <a:pt x="527" y="17255"/>
                  </a:cubicBezTo>
                  <a:cubicBezTo>
                    <a:pt x="905" y="18673"/>
                    <a:pt x="1483" y="20028"/>
                    <a:pt x="2240" y="21282"/>
                  </a:cubicBezTo>
                  <a:cubicBezTo>
                    <a:pt x="4565" y="25133"/>
                    <a:pt x="8532" y="27950"/>
                    <a:pt x="13328" y="28648"/>
                  </a:cubicBezTo>
                  <a:cubicBezTo>
                    <a:pt x="14085" y="28757"/>
                    <a:pt x="14838" y="28811"/>
                    <a:pt x="15582" y="28811"/>
                  </a:cubicBezTo>
                  <a:cubicBezTo>
                    <a:pt x="22075" y="28811"/>
                    <a:pt x="27874" y="24745"/>
                    <a:pt x="30130" y="18733"/>
                  </a:cubicBezTo>
                  <a:cubicBezTo>
                    <a:pt x="30456" y="17802"/>
                    <a:pt x="30691" y="16842"/>
                    <a:pt x="30837" y="15865"/>
                  </a:cubicBezTo>
                  <a:cubicBezTo>
                    <a:pt x="30906" y="15389"/>
                    <a:pt x="30952" y="14916"/>
                    <a:pt x="30978" y="14445"/>
                  </a:cubicBezTo>
                  <a:cubicBezTo>
                    <a:pt x="31056" y="12953"/>
                    <a:pt x="30121" y="13422"/>
                    <a:pt x="29793" y="12021"/>
                  </a:cubicBezTo>
                  <a:cubicBezTo>
                    <a:pt x="29671" y="11506"/>
                    <a:pt x="29523" y="10998"/>
                    <a:pt x="29354" y="10504"/>
                  </a:cubicBezTo>
                  <a:cubicBezTo>
                    <a:pt x="29098" y="9765"/>
                    <a:pt x="28789" y="9047"/>
                    <a:pt x="28426" y="8356"/>
                  </a:cubicBezTo>
                  <a:cubicBezTo>
                    <a:pt x="26191" y="4085"/>
                    <a:pt x="22007" y="910"/>
                    <a:pt x="16874" y="164"/>
                  </a:cubicBezTo>
                  <a:cubicBezTo>
                    <a:pt x="16116" y="54"/>
                    <a:pt x="15362" y="0"/>
                    <a:pt x="14617" y="0"/>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0"/>
            <p:cNvSpPr/>
            <p:nvPr/>
          </p:nvSpPr>
          <p:spPr>
            <a:xfrm>
              <a:off x="2801650" y="4487525"/>
              <a:ext cx="779300" cy="777675"/>
            </a:xfrm>
            <a:custGeom>
              <a:rect b="b" l="l" r="r" t="t"/>
              <a:pathLst>
                <a:path extrusionOk="0" h="31107" w="31172">
                  <a:moveTo>
                    <a:pt x="15542" y="0"/>
                  </a:moveTo>
                  <a:cubicBezTo>
                    <a:pt x="8747" y="5"/>
                    <a:pt x="2743" y="4422"/>
                    <a:pt x="716" y="10908"/>
                  </a:cubicBezTo>
                  <a:cubicBezTo>
                    <a:pt x="469" y="11693"/>
                    <a:pt x="284" y="12499"/>
                    <a:pt x="169" y="13316"/>
                  </a:cubicBezTo>
                  <a:cubicBezTo>
                    <a:pt x="53" y="14099"/>
                    <a:pt x="0" y="14891"/>
                    <a:pt x="5" y="15683"/>
                  </a:cubicBezTo>
                  <a:cubicBezTo>
                    <a:pt x="10" y="16461"/>
                    <a:pt x="74" y="17239"/>
                    <a:pt x="199" y="18010"/>
                  </a:cubicBezTo>
                  <a:cubicBezTo>
                    <a:pt x="287" y="18546"/>
                    <a:pt x="395" y="19066"/>
                    <a:pt x="527" y="19555"/>
                  </a:cubicBezTo>
                  <a:cubicBezTo>
                    <a:pt x="905" y="20970"/>
                    <a:pt x="1480" y="22326"/>
                    <a:pt x="2240" y="23580"/>
                  </a:cubicBezTo>
                  <a:cubicBezTo>
                    <a:pt x="4657" y="27588"/>
                    <a:pt x="8696" y="30269"/>
                    <a:pt x="13321" y="30941"/>
                  </a:cubicBezTo>
                  <a:cubicBezTo>
                    <a:pt x="14069" y="31049"/>
                    <a:pt x="14822" y="31105"/>
                    <a:pt x="15577" y="31105"/>
                  </a:cubicBezTo>
                  <a:lnTo>
                    <a:pt x="15579" y="31107"/>
                  </a:lnTo>
                  <a:cubicBezTo>
                    <a:pt x="20354" y="31098"/>
                    <a:pt x="24861" y="28900"/>
                    <a:pt x="27807" y="25143"/>
                  </a:cubicBezTo>
                  <a:cubicBezTo>
                    <a:pt x="29479" y="23009"/>
                    <a:pt x="30564" y="20474"/>
                    <a:pt x="30950" y="17791"/>
                  </a:cubicBezTo>
                  <a:cubicBezTo>
                    <a:pt x="31019" y="17325"/>
                    <a:pt x="31068" y="16849"/>
                    <a:pt x="31091" y="16373"/>
                  </a:cubicBezTo>
                  <a:cubicBezTo>
                    <a:pt x="31171" y="14909"/>
                    <a:pt x="31042" y="13443"/>
                    <a:pt x="30710" y="12014"/>
                  </a:cubicBezTo>
                  <a:cubicBezTo>
                    <a:pt x="30587" y="11504"/>
                    <a:pt x="30442" y="10993"/>
                    <a:pt x="30271" y="10497"/>
                  </a:cubicBezTo>
                  <a:cubicBezTo>
                    <a:pt x="30015" y="9760"/>
                    <a:pt x="29705" y="9042"/>
                    <a:pt x="29343" y="8352"/>
                  </a:cubicBezTo>
                  <a:cubicBezTo>
                    <a:pt x="28218" y="6209"/>
                    <a:pt x="26614" y="4355"/>
                    <a:pt x="24656" y="2935"/>
                  </a:cubicBezTo>
                  <a:cubicBezTo>
                    <a:pt x="23660" y="2217"/>
                    <a:pt x="22584" y="1619"/>
                    <a:pt x="21451" y="1155"/>
                  </a:cubicBezTo>
                  <a:cubicBezTo>
                    <a:pt x="19573" y="393"/>
                    <a:pt x="17567" y="0"/>
                    <a:pt x="15542" y="0"/>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0"/>
            <p:cNvSpPr/>
            <p:nvPr/>
          </p:nvSpPr>
          <p:spPr>
            <a:xfrm>
              <a:off x="2801525" y="4487350"/>
              <a:ext cx="779600" cy="777975"/>
            </a:xfrm>
            <a:custGeom>
              <a:rect b="b" l="l" r="r" t="t"/>
              <a:pathLst>
                <a:path extrusionOk="0" h="31119" w="31184">
                  <a:moveTo>
                    <a:pt x="15547" y="10"/>
                  </a:moveTo>
                  <a:cubicBezTo>
                    <a:pt x="17572" y="12"/>
                    <a:pt x="19576" y="402"/>
                    <a:pt x="21453" y="1164"/>
                  </a:cubicBezTo>
                  <a:cubicBezTo>
                    <a:pt x="23714" y="2090"/>
                    <a:pt x="25723" y="3535"/>
                    <a:pt x="27318" y="5385"/>
                  </a:cubicBezTo>
                  <a:cubicBezTo>
                    <a:pt x="28106" y="6295"/>
                    <a:pt x="28784" y="7294"/>
                    <a:pt x="29343" y="8359"/>
                  </a:cubicBezTo>
                  <a:cubicBezTo>
                    <a:pt x="29706" y="9049"/>
                    <a:pt x="30015" y="9767"/>
                    <a:pt x="30271" y="10506"/>
                  </a:cubicBezTo>
                  <a:cubicBezTo>
                    <a:pt x="30442" y="11000"/>
                    <a:pt x="30588" y="11511"/>
                    <a:pt x="30710" y="12023"/>
                  </a:cubicBezTo>
                  <a:cubicBezTo>
                    <a:pt x="31043" y="13448"/>
                    <a:pt x="31170" y="14914"/>
                    <a:pt x="31091" y="16378"/>
                  </a:cubicBezTo>
                  <a:cubicBezTo>
                    <a:pt x="31066" y="16854"/>
                    <a:pt x="31019" y="17329"/>
                    <a:pt x="30950" y="17796"/>
                  </a:cubicBezTo>
                  <a:cubicBezTo>
                    <a:pt x="30562" y="20476"/>
                    <a:pt x="29479" y="23012"/>
                    <a:pt x="27810" y="25143"/>
                  </a:cubicBezTo>
                  <a:cubicBezTo>
                    <a:pt x="24866" y="28904"/>
                    <a:pt x="20357" y="31102"/>
                    <a:pt x="15584" y="31107"/>
                  </a:cubicBezTo>
                  <a:cubicBezTo>
                    <a:pt x="13640" y="31105"/>
                    <a:pt x="11712" y="30745"/>
                    <a:pt x="9902" y="30040"/>
                  </a:cubicBezTo>
                  <a:cubicBezTo>
                    <a:pt x="7773" y="29209"/>
                    <a:pt x="5856" y="27918"/>
                    <a:pt x="4286" y="26258"/>
                  </a:cubicBezTo>
                  <a:cubicBezTo>
                    <a:pt x="3513" y="25443"/>
                    <a:pt x="2831" y="24545"/>
                    <a:pt x="2250" y="23584"/>
                  </a:cubicBezTo>
                  <a:cubicBezTo>
                    <a:pt x="1492" y="22331"/>
                    <a:pt x="915" y="20977"/>
                    <a:pt x="539" y="19562"/>
                  </a:cubicBezTo>
                  <a:cubicBezTo>
                    <a:pt x="407" y="19070"/>
                    <a:pt x="299" y="18551"/>
                    <a:pt x="211" y="18017"/>
                  </a:cubicBezTo>
                  <a:cubicBezTo>
                    <a:pt x="86" y="17246"/>
                    <a:pt x="21" y="16468"/>
                    <a:pt x="17" y="15690"/>
                  </a:cubicBezTo>
                  <a:cubicBezTo>
                    <a:pt x="10" y="14898"/>
                    <a:pt x="65" y="14106"/>
                    <a:pt x="181" y="13323"/>
                  </a:cubicBezTo>
                  <a:cubicBezTo>
                    <a:pt x="296" y="12506"/>
                    <a:pt x="481" y="11702"/>
                    <a:pt x="728" y="10915"/>
                  </a:cubicBezTo>
                  <a:cubicBezTo>
                    <a:pt x="2755" y="4434"/>
                    <a:pt x="8756" y="16"/>
                    <a:pt x="15549" y="12"/>
                  </a:cubicBezTo>
                  <a:lnTo>
                    <a:pt x="15547" y="10"/>
                  </a:lnTo>
                  <a:close/>
                  <a:moveTo>
                    <a:pt x="15549" y="0"/>
                  </a:moveTo>
                  <a:cubicBezTo>
                    <a:pt x="8761" y="0"/>
                    <a:pt x="2732" y="4445"/>
                    <a:pt x="716" y="10913"/>
                  </a:cubicBezTo>
                  <a:cubicBezTo>
                    <a:pt x="469" y="11700"/>
                    <a:pt x="287" y="12503"/>
                    <a:pt x="169" y="13321"/>
                  </a:cubicBezTo>
                  <a:cubicBezTo>
                    <a:pt x="54" y="14106"/>
                    <a:pt x="1" y="14898"/>
                    <a:pt x="5" y="15690"/>
                  </a:cubicBezTo>
                  <a:cubicBezTo>
                    <a:pt x="10" y="16470"/>
                    <a:pt x="75" y="17248"/>
                    <a:pt x="199" y="18017"/>
                  </a:cubicBezTo>
                  <a:cubicBezTo>
                    <a:pt x="282" y="18539"/>
                    <a:pt x="393" y="19054"/>
                    <a:pt x="527" y="19564"/>
                  </a:cubicBezTo>
                  <a:cubicBezTo>
                    <a:pt x="906" y="20980"/>
                    <a:pt x="1483" y="22335"/>
                    <a:pt x="2240" y="23589"/>
                  </a:cubicBezTo>
                  <a:cubicBezTo>
                    <a:pt x="4563" y="27440"/>
                    <a:pt x="8530" y="30257"/>
                    <a:pt x="13326" y="30955"/>
                  </a:cubicBezTo>
                  <a:cubicBezTo>
                    <a:pt x="14074" y="31063"/>
                    <a:pt x="14829" y="31116"/>
                    <a:pt x="15584" y="31119"/>
                  </a:cubicBezTo>
                  <a:cubicBezTo>
                    <a:pt x="22077" y="31119"/>
                    <a:pt x="27875" y="27052"/>
                    <a:pt x="30131" y="21040"/>
                  </a:cubicBezTo>
                  <a:cubicBezTo>
                    <a:pt x="30525" y="19994"/>
                    <a:pt x="30805" y="18906"/>
                    <a:pt x="30964" y="17798"/>
                  </a:cubicBezTo>
                  <a:cubicBezTo>
                    <a:pt x="31033" y="17322"/>
                    <a:pt x="31080" y="16849"/>
                    <a:pt x="31105" y="16378"/>
                  </a:cubicBezTo>
                  <a:cubicBezTo>
                    <a:pt x="31183" y="14914"/>
                    <a:pt x="31054" y="13448"/>
                    <a:pt x="30722" y="12021"/>
                  </a:cubicBezTo>
                  <a:cubicBezTo>
                    <a:pt x="30602" y="11506"/>
                    <a:pt x="30454" y="10996"/>
                    <a:pt x="30283" y="10502"/>
                  </a:cubicBezTo>
                  <a:cubicBezTo>
                    <a:pt x="30029" y="9765"/>
                    <a:pt x="29717" y="9047"/>
                    <a:pt x="29355" y="8354"/>
                  </a:cubicBezTo>
                  <a:cubicBezTo>
                    <a:pt x="27120" y="4083"/>
                    <a:pt x="22936" y="908"/>
                    <a:pt x="17803" y="164"/>
                  </a:cubicBezTo>
                  <a:cubicBezTo>
                    <a:pt x="17057" y="56"/>
                    <a:pt x="16304" y="0"/>
                    <a:pt x="15549"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0"/>
            <p:cNvSpPr/>
            <p:nvPr/>
          </p:nvSpPr>
          <p:spPr>
            <a:xfrm>
              <a:off x="2861275" y="4546975"/>
              <a:ext cx="658650" cy="658675"/>
            </a:xfrm>
            <a:custGeom>
              <a:rect b="b" l="l" r="r" t="t"/>
              <a:pathLst>
                <a:path extrusionOk="0" fill="none" h="26347" w="26346">
                  <a:moveTo>
                    <a:pt x="22488" y="3859"/>
                  </a:moveTo>
                  <a:cubicBezTo>
                    <a:pt x="24958" y="6329"/>
                    <a:pt x="26346" y="9680"/>
                    <a:pt x="26346" y="13173"/>
                  </a:cubicBezTo>
                  <a:cubicBezTo>
                    <a:pt x="26346" y="16667"/>
                    <a:pt x="24958" y="20017"/>
                    <a:pt x="22488" y="22488"/>
                  </a:cubicBezTo>
                  <a:cubicBezTo>
                    <a:pt x="20017" y="24958"/>
                    <a:pt x="16667" y="26346"/>
                    <a:pt x="13173" y="26346"/>
                  </a:cubicBezTo>
                  <a:cubicBezTo>
                    <a:pt x="9680" y="26346"/>
                    <a:pt x="6329" y="24958"/>
                    <a:pt x="3859" y="22488"/>
                  </a:cubicBezTo>
                  <a:cubicBezTo>
                    <a:pt x="1388" y="20017"/>
                    <a:pt x="0" y="16667"/>
                    <a:pt x="0" y="13173"/>
                  </a:cubicBezTo>
                  <a:cubicBezTo>
                    <a:pt x="0" y="9680"/>
                    <a:pt x="1388" y="6329"/>
                    <a:pt x="3859" y="3859"/>
                  </a:cubicBezTo>
                  <a:cubicBezTo>
                    <a:pt x="6329" y="1388"/>
                    <a:pt x="9680" y="1"/>
                    <a:pt x="13173" y="1"/>
                  </a:cubicBezTo>
                  <a:cubicBezTo>
                    <a:pt x="16667" y="1"/>
                    <a:pt x="20017" y="1388"/>
                    <a:pt x="22488" y="3859"/>
                  </a:cubicBezTo>
                  <a:close/>
                </a:path>
              </a:pathLst>
            </a:custGeom>
            <a:noFill/>
            <a:ln cap="flat" cmpd="sng" w="1100">
              <a:solidFill>
                <a:srgbClr val="FFFFFF"/>
              </a:solidFill>
              <a:prstDash val="solid"/>
              <a:miter lim="23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0"/>
            <p:cNvSpPr/>
            <p:nvPr/>
          </p:nvSpPr>
          <p:spPr>
            <a:xfrm>
              <a:off x="2892850" y="4588600"/>
              <a:ext cx="595500" cy="575475"/>
            </a:xfrm>
            <a:custGeom>
              <a:rect b="b" l="l" r="r" t="t"/>
              <a:pathLst>
                <a:path extrusionOk="0" h="23019" w="23820">
                  <a:moveTo>
                    <a:pt x="11896" y="0"/>
                  </a:moveTo>
                  <a:cubicBezTo>
                    <a:pt x="5865" y="7"/>
                    <a:pt x="864" y="4669"/>
                    <a:pt x="432" y="10684"/>
                  </a:cubicBezTo>
                  <a:cubicBezTo>
                    <a:pt x="0" y="16701"/>
                    <a:pt x="4286" y="22028"/>
                    <a:pt x="10255" y="22896"/>
                  </a:cubicBezTo>
                  <a:cubicBezTo>
                    <a:pt x="10809" y="22977"/>
                    <a:pt x="11365" y="23019"/>
                    <a:pt x="11924" y="23019"/>
                  </a:cubicBezTo>
                  <a:cubicBezTo>
                    <a:pt x="17955" y="23009"/>
                    <a:pt x="22959" y="18348"/>
                    <a:pt x="23388" y="12333"/>
                  </a:cubicBezTo>
                  <a:cubicBezTo>
                    <a:pt x="23820" y="6315"/>
                    <a:pt x="19534" y="989"/>
                    <a:pt x="13566" y="120"/>
                  </a:cubicBezTo>
                  <a:cubicBezTo>
                    <a:pt x="13014" y="40"/>
                    <a:pt x="12455" y="0"/>
                    <a:pt x="11896"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0"/>
            <p:cNvSpPr/>
            <p:nvPr/>
          </p:nvSpPr>
          <p:spPr>
            <a:xfrm>
              <a:off x="2882925" y="4588425"/>
              <a:ext cx="615425" cy="575775"/>
            </a:xfrm>
            <a:custGeom>
              <a:rect b="b" l="l" r="r" t="t"/>
              <a:pathLst>
                <a:path extrusionOk="0" h="23031" w="24617">
                  <a:moveTo>
                    <a:pt x="12293" y="10"/>
                  </a:moveTo>
                  <a:lnTo>
                    <a:pt x="12293" y="12"/>
                  </a:lnTo>
                  <a:cubicBezTo>
                    <a:pt x="12852" y="12"/>
                    <a:pt x="13409" y="53"/>
                    <a:pt x="13963" y="132"/>
                  </a:cubicBezTo>
                  <a:cubicBezTo>
                    <a:pt x="19927" y="1000"/>
                    <a:pt x="24210" y="6327"/>
                    <a:pt x="23780" y="12340"/>
                  </a:cubicBezTo>
                  <a:cubicBezTo>
                    <a:pt x="23349" y="18350"/>
                    <a:pt x="18350" y="23012"/>
                    <a:pt x="12321" y="23019"/>
                  </a:cubicBezTo>
                  <a:cubicBezTo>
                    <a:pt x="11765" y="23019"/>
                    <a:pt x="11206" y="22979"/>
                    <a:pt x="10654" y="22899"/>
                  </a:cubicBezTo>
                  <a:cubicBezTo>
                    <a:pt x="4685" y="22033"/>
                    <a:pt x="397" y="16706"/>
                    <a:pt x="829" y="10691"/>
                  </a:cubicBezTo>
                  <a:cubicBezTo>
                    <a:pt x="1261" y="4676"/>
                    <a:pt x="6262" y="17"/>
                    <a:pt x="12293" y="10"/>
                  </a:cubicBezTo>
                  <a:close/>
                  <a:moveTo>
                    <a:pt x="12293" y="0"/>
                  </a:moveTo>
                  <a:cubicBezTo>
                    <a:pt x="6669" y="0"/>
                    <a:pt x="1746" y="4127"/>
                    <a:pt x="915" y="9857"/>
                  </a:cubicBezTo>
                  <a:cubicBezTo>
                    <a:pt x="0" y="16149"/>
                    <a:pt x="4360" y="21993"/>
                    <a:pt x="10652" y="22908"/>
                  </a:cubicBezTo>
                  <a:cubicBezTo>
                    <a:pt x="11203" y="22989"/>
                    <a:pt x="11762" y="23028"/>
                    <a:pt x="12321" y="23030"/>
                  </a:cubicBezTo>
                  <a:cubicBezTo>
                    <a:pt x="17948" y="23030"/>
                    <a:pt x="22868" y="18902"/>
                    <a:pt x="23702" y="13171"/>
                  </a:cubicBezTo>
                  <a:cubicBezTo>
                    <a:pt x="24616" y="6879"/>
                    <a:pt x="20257" y="1035"/>
                    <a:pt x="13965" y="120"/>
                  </a:cubicBezTo>
                  <a:cubicBezTo>
                    <a:pt x="13411" y="40"/>
                    <a:pt x="12852" y="0"/>
                    <a:pt x="12293" y="0"/>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0"/>
            <p:cNvSpPr/>
            <p:nvPr/>
          </p:nvSpPr>
          <p:spPr>
            <a:xfrm>
              <a:off x="2814700" y="4787800"/>
              <a:ext cx="766375" cy="289275"/>
            </a:xfrm>
            <a:custGeom>
              <a:rect b="b" l="l" r="r" t="t"/>
              <a:pathLst>
                <a:path extrusionOk="0" h="11571" w="30655">
                  <a:moveTo>
                    <a:pt x="30192" y="1"/>
                  </a:moveTo>
                  <a:lnTo>
                    <a:pt x="0" y="7546"/>
                  </a:lnTo>
                  <a:cubicBezTo>
                    <a:pt x="379" y="8962"/>
                    <a:pt x="956" y="10317"/>
                    <a:pt x="1713" y="11571"/>
                  </a:cubicBezTo>
                  <a:lnTo>
                    <a:pt x="30573" y="4360"/>
                  </a:lnTo>
                  <a:cubicBezTo>
                    <a:pt x="30654" y="2896"/>
                    <a:pt x="30525" y="1428"/>
                    <a:pt x="30192"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0"/>
            <p:cNvSpPr/>
            <p:nvPr/>
          </p:nvSpPr>
          <p:spPr>
            <a:xfrm>
              <a:off x="2801650" y="4696250"/>
              <a:ext cx="756850" cy="241550"/>
            </a:xfrm>
            <a:custGeom>
              <a:rect b="b" l="l" r="r" t="t"/>
              <a:pathLst>
                <a:path extrusionOk="0" h="9662" w="30274">
                  <a:moveTo>
                    <a:pt x="29347" y="1"/>
                  </a:moveTo>
                  <a:lnTo>
                    <a:pt x="0" y="7334"/>
                  </a:lnTo>
                  <a:cubicBezTo>
                    <a:pt x="5" y="8112"/>
                    <a:pt x="70" y="8890"/>
                    <a:pt x="194" y="9661"/>
                  </a:cubicBezTo>
                  <a:lnTo>
                    <a:pt x="30273" y="2143"/>
                  </a:lnTo>
                  <a:cubicBezTo>
                    <a:pt x="30019" y="1407"/>
                    <a:pt x="29710" y="691"/>
                    <a:pt x="293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0"/>
            <p:cNvSpPr/>
            <p:nvPr/>
          </p:nvSpPr>
          <p:spPr>
            <a:xfrm>
              <a:off x="2777975" y="4760150"/>
              <a:ext cx="776700" cy="562025"/>
            </a:xfrm>
            <a:custGeom>
              <a:rect b="b" l="l" r="r" t="t"/>
              <a:pathLst>
                <a:path extrusionOk="0" h="22481" w="31068">
                  <a:moveTo>
                    <a:pt x="1658" y="1"/>
                  </a:moveTo>
                  <a:lnTo>
                    <a:pt x="1658" y="1"/>
                  </a:lnTo>
                  <a:cubicBezTo>
                    <a:pt x="562" y="2201"/>
                    <a:pt x="1" y="4628"/>
                    <a:pt x="17" y="7087"/>
                  </a:cubicBezTo>
                  <a:cubicBezTo>
                    <a:pt x="21" y="7867"/>
                    <a:pt x="88" y="8645"/>
                    <a:pt x="213" y="9417"/>
                  </a:cubicBezTo>
                  <a:cubicBezTo>
                    <a:pt x="296" y="9936"/>
                    <a:pt x="405" y="10453"/>
                    <a:pt x="541" y="10961"/>
                  </a:cubicBezTo>
                  <a:cubicBezTo>
                    <a:pt x="917" y="12379"/>
                    <a:pt x="1495" y="13732"/>
                    <a:pt x="2252" y="14988"/>
                  </a:cubicBezTo>
                  <a:cubicBezTo>
                    <a:pt x="4577" y="18837"/>
                    <a:pt x="8542" y="21654"/>
                    <a:pt x="13340" y="22352"/>
                  </a:cubicBezTo>
                  <a:cubicBezTo>
                    <a:pt x="13938" y="22439"/>
                    <a:pt x="14538" y="22481"/>
                    <a:pt x="15137" y="22481"/>
                  </a:cubicBezTo>
                  <a:cubicBezTo>
                    <a:pt x="22061" y="22481"/>
                    <a:pt x="28760" y="16846"/>
                    <a:pt x="31068" y="10128"/>
                  </a:cubicBezTo>
                  <a:lnTo>
                    <a:pt x="31068" y="10128"/>
                  </a:lnTo>
                  <a:cubicBezTo>
                    <a:pt x="28814" y="16140"/>
                    <a:pt x="23015" y="20206"/>
                    <a:pt x="16520" y="20206"/>
                  </a:cubicBezTo>
                  <a:cubicBezTo>
                    <a:pt x="15776" y="20206"/>
                    <a:pt x="15023" y="20152"/>
                    <a:pt x="14265" y="20043"/>
                  </a:cubicBezTo>
                  <a:cubicBezTo>
                    <a:pt x="9470" y="19345"/>
                    <a:pt x="5503" y="16528"/>
                    <a:pt x="3180" y="12677"/>
                  </a:cubicBezTo>
                  <a:cubicBezTo>
                    <a:pt x="2423" y="11423"/>
                    <a:pt x="1845" y="10068"/>
                    <a:pt x="1467" y="8652"/>
                  </a:cubicBezTo>
                  <a:cubicBezTo>
                    <a:pt x="1333" y="8142"/>
                    <a:pt x="1224" y="7627"/>
                    <a:pt x="1141" y="7105"/>
                  </a:cubicBezTo>
                  <a:cubicBezTo>
                    <a:pt x="1017" y="6336"/>
                    <a:pt x="950" y="5558"/>
                    <a:pt x="945" y="4778"/>
                  </a:cubicBezTo>
                  <a:cubicBezTo>
                    <a:pt x="940" y="3984"/>
                    <a:pt x="993" y="3192"/>
                    <a:pt x="1109" y="2409"/>
                  </a:cubicBezTo>
                  <a:cubicBezTo>
                    <a:pt x="1227" y="1591"/>
                    <a:pt x="1409" y="786"/>
                    <a:pt x="1658"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40"/>
          <p:cNvGrpSpPr/>
          <p:nvPr/>
        </p:nvGrpSpPr>
        <p:grpSpPr>
          <a:xfrm rot="-3104584">
            <a:off x="541843" y="1810322"/>
            <a:ext cx="529781" cy="397402"/>
            <a:chOff x="2787100" y="3506250"/>
            <a:chExt cx="854925" cy="641300"/>
          </a:xfrm>
        </p:grpSpPr>
        <p:sp>
          <p:nvSpPr>
            <p:cNvPr id="1325" name="Google Shape;1325;p40"/>
            <p:cNvSpPr/>
            <p:nvPr/>
          </p:nvSpPr>
          <p:spPr>
            <a:xfrm>
              <a:off x="2787100" y="3512900"/>
              <a:ext cx="842975" cy="634650"/>
            </a:xfrm>
            <a:custGeom>
              <a:rect b="b" l="l" r="r" t="t"/>
              <a:pathLst>
                <a:path extrusionOk="0" h="25386" w="33719">
                  <a:moveTo>
                    <a:pt x="3124" y="1"/>
                  </a:moveTo>
                  <a:cubicBezTo>
                    <a:pt x="2995" y="1"/>
                    <a:pt x="2867" y="8"/>
                    <a:pt x="2741" y="23"/>
                  </a:cubicBezTo>
                  <a:lnTo>
                    <a:pt x="2478" y="397"/>
                  </a:lnTo>
                  <a:lnTo>
                    <a:pt x="818" y="2755"/>
                  </a:lnTo>
                  <a:cubicBezTo>
                    <a:pt x="169" y="3736"/>
                    <a:pt x="0" y="4937"/>
                    <a:pt x="432" y="5807"/>
                  </a:cubicBezTo>
                  <a:cubicBezTo>
                    <a:pt x="892" y="6726"/>
                    <a:pt x="1557" y="7680"/>
                    <a:pt x="2393" y="8657"/>
                  </a:cubicBezTo>
                  <a:cubicBezTo>
                    <a:pt x="3231" y="9645"/>
                    <a:pt x="4240" y="10656"/>
                    <a:pt x="5366" y="11668"/>
                  </a:cubicBezTo>
                  <a:lnTo>
                    <a:pt x="5371" y="11670"/>
                  </a:lnTo>
                  <a:cubicBezTo>
                    <a:pt x="6110" y="12333"/>
                    <a:pt x="6897" y="12993"/>
                    <a:pt x="7722" y="13656"/>
                  </a:cubicBezTo>
                  <a:cubicBezTo>
                    <a:pt x="9571" y="15124"/>
                    <a:pt x="11605" y="16574"/>
                    <a:pt x="13660" y="17932"/>
                  </a:cubicBezTo>
                  <a:cubicBezTo>
                    <a:pt x="14138" y="18246"/>
                    <a:pt x="14612" y="18560"/>
                    <a:pt x="15085" y="18865"/>
                  </a:cubicBezTo>
                  <a:lnTo>
                    <a:pt x="15087" y="18867"/>
                  </a:lnTo>
                  <a:cubicBezTo>
                    <a:pt x="19982" y="22040"/>
                    <a:pt x="24748" y="24785"/>
                    <a:pt x="28475" y="25360"/>
                  </a:cubicBezTo>
                  <a:cubicBezTo>
                    <a:pt x="28587" y="25377"/>
                    <a:pt x="28701" y="25385"/>
                    <a:pt x="28818" y="25385"/>
                  </a:cubicBezTo>
                  <a:cubicBezTo>
                    <a:pt x="29844" y="25385"/>
                    <a:pt x="31001" y="24740"/>
                    <a:pt x="31680" y="23714"/>
                  </a:cubicBezTo>
                  <a:lnTo>
                    <a:pt x="33718" y="20626"/>
                  </a:lnTo>
                  <a:cubicBezTo>
                    <a:pt x="32442" y="19537"/>
                    <a:pt x="30200" y="17895"/>
                    <a:pt x="27350" y="15914"/>
                  </a:cubicBezTo>
                  <a:cubicBezTo>
                    <a:pt x="25127" y="14371"/>
                    <a:pt x="22529" y="12624"/>
                    <a:pt x="19724" y="10765"/>
                  </a:cubicBezTo>
                  <a:lnTo>
                    <a:pt x="18971" y="10268"/>
                  </a:lnTo>
                  <a:cubicBezTo>
                    <a:pt x="18269" y="9804"/>
                    <a:pt x="17590" y="9342"/>
                    <a:pt x="16939" y="8885"/>
                  </a:cubicBezTo>
                  <a:lnTo>
                    <a:pt x="16934" y="8883"/>
                  </a:lnTo>
                  <a:cubicBezTo>
                    <a:pt x="15565" y="7913"/>
                    <a:pt x="14305" y="6966"/>
                    <a:pt x="13134" y="6073"/>
                  </a:cubicBezTo>
                  <a:cubicBezTo>
                    <a:pt x="8674" y="2661"/>
                    <a:pt x="5567" y="1"/>
                    <a:pt x="3124" y="1"/>
                  </a:cubicBez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0"/>
            <p:cNvSpPr/>
            <p:nvPr/>
          </p:nvSpPr>
          <p:spPr>
            <a:xfrm>
              <a:off x="2847300" y="3506425"/>
              <a:ext cx="788375" cy="532075"/>
            </a:xfrm>
            <a:custGeom>
              <a:rect b="b" l="l" r="r" t="t"/>
              <a:pathLst>
                <a:path extrusionOk="0" h="21283" w="31535">
                  <a:moveTo>
                    <a:pt x="1194" y="1"/>
                  </a:moveTo>
                  <a:cubicBezTo>
                    <a:pt x="680" y="1"/>
                    <a:pt x="338" y="125"/>
                    <a:pt x="174" y="372"/>
                  </a:cubicBezTo>
                  <a:cubicBezTo>
                    <a:pt x="118" y="458"/>
                    <a:pt x="84" y="555"/>
                    <a:pt x="75" y="656"/>
                  </a:cubicBezTo>
                  <a:cubicBezTo>
                    <a:pt x="1" y="1224"/>
                    <a:pt x="502" y="2157"/>
                    <a:pt x="1527" y="3360"/>
                  </a:cubicBezTo>
                  <a:cubicBezTo>
                    <a:pt x="2527" y="4536"/>
                    <a:pt x="4025" y="5967"/>
                    <a:pt x="5861" y="7500"/>
                  </a:cubicBezTo>
                  <a:cubicBezTo>
                    <a:pt x="6962" y="8424"/>
                    <a:pt x="8184" y="9382"/>
                    <a:pt x="9491" y="10350"/>
                  </a:cubicBezTo>
                  <a:cubicBezTo>
                    <a:pt x="10333" y="10973"/>
                    <a:pt x="11234" y="11615"/>
                    <a:pt x="12167" y="12259"/>
                  </a:cubicBezTo>
                  <a:cubicBezTo>
                    <a:pt x="12679" y="12615"/>
                    <a:pt x="13227" y="12984"/>
                    <a:pt x="13889" y="13423"/>
                  </a:cubicBezTo>
                  <a:cubicBezTo>
                    <a:pt x="16041" y="14843"/>
                    <a:pt x="18184" y="16145"/>
                    <a:pt x="20257" y="17293"/>
                  </a:cubicBezTo>
                  <a:cubicBezTo>
                    <a:pt x="22474" y="18521"/>
                    <a:pt x="24557" y="19535"/>
                    <a:pt x="26281" y="20225"/>
                  </a:cubicBezTo>
                  <a:cubicBezTo>
                    <a:pt x="28015" y="20917"/>
                    <a:pt x="29393" y="21282"/>
                    <a:pt x="30263" y="21283"/>
                  </a:cubicBezTo>
                  <a:lnTo>
                    <a:pt x="30263" y="21283"/>
                  </a:lnTo>
                  <a:cubicBezTo>
                    <a:pt x="30775" y="21282"/>
                    <a:pt x="31119" y="21158"/>
                    <a:pt x="31280" y="20913"/>
                  </a:cubicBezTo>
                  <a:lnTo>
                    <a:pt x="31301" y="20881"/>
                  </a:lnTo>
                  <a:cubicBezTo>
                    <a:pt x="31534" y="20477"/>
                    <a:pt x="31315" y="19793"/>
                    <a:pt x="30650" y="18847"/>
                  </a:cubicBezTo>
                  <a:cubicBezTo>
                    <a:pt x="30008" y="17932"/>
                    <a:pt x="28981" y="16817"/>
                    <a:pt x="27600" y="15536"/>
                  </a:cubicBezTo>
                  <a:cubicBezTo>
                    <a:pt x="25776" y="13857"/>
                    <a:pt x="23465" y="12000"/>
                    <a:pt x="20911" y="10167"/>
                  </a:cubicBezTo>
                  <a:lnTo>
                    <a:pt x="20908" y="10165"/>
                  </a:lnTo>
                  <a:cubicBezTo>
                    <a:pt x="19925" y="9463"/>
                    <a:pt x="19029" y="8844"/>
                    <a:pt x="18170" y="8271"/>
                  </a:cubicBezTo>
                  <a:cubicBezTo>
                    <a:pt x="17971" y="8133"/>
                    <a:pt x="17764" y="7994"/>
                    <a:pt x="17560" y="7860"/>
                  </a:cubicBezTo>
                  <a:cubicBezTo>
                    <a:pt x="16404" y="7096"/>
                    <a:pt x="15180" y="6325"/>
                    <a:pt x="13924" y="5568"/>
                  </a:cubicBezTo>
                  <a:cubicBezTo>
                    <a:pt x="11132" y="3887"/>
                    <a:pt x="8470" y="2481"/>
                    <a:pt x="6221" y="1499"/>
                  </a:cubicBezTo>
                  <a:cubicBezTo>
                    <a:pt x="3979" y="520"/>
                    <a:pt x="2240" y="1"/>
                    <a:pt x="1194" y="1"/>
                  </a:cubicBezTo>
                  <a:close/>
                  <a:moveTo>
                    <a:pt x="30263" y="21283"/>
                  </a:moveTo>
                  <a:lnTo>
                    <a:pt x="30263" y="21283"/>
                  </a:lnTo>
                  <a:cubicBezTo>
                    <a:pt x="30263" y="21283"/>
                    <a:pt x="30263" y="21283"/>
                    <a:pt x="30262" y="21283"/>
                  </a:cubicBezTo>
                  <a:lnTo>
                    <a:pt x="30264" y="21283"/>
                  </a:lnTo>
                  <a:cubicBezTo>
                    <a:pt x="30264" y="21283"/>
                    <a:pt x="30264" y="21283"/>
                    <a:pt x="30263" y="21283"/>
                  </a:cubicBezTo>
                  <a:close/>
                </a:path>
              </a:pathLst>
            </a:custGeom>
            <a:solidFill>
              <a:srgbClr val="FFC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0"/>
            <p:cNvSpPr/>
            <p:nvPr/>
          </p:nvSpPr>
          <p:spPr>
            <a:xfrm>
              <a:off x="2845175" y="3506250"/>
              <a:ext cx="796850" cy="532475"/>
            </a:xfrm>
            <a:custGeom>
              <a:rect b="b" l="l" r="r" t="t"/>
              <a:pathLst>
                <a:path extrusionOk="0" h="21299" w="31874">
                  <a:moveTo>
                    <a:pt x="1279" y="15"/>
                  </a:moveTo>
                  <a:cubicBezTo>
                    <a:pt x="2325" y="15"/>
                    <a:pt x="4064" y="534"/>
                    <a:pt x="6306" y="1513"/>
                  </a:cubicBezTo>
                  <a:cubicBezTo>
                    <a:pt x="8553" y="2494"/>
                    <a:pt x="11215" y="3901"/>
                    <a:pt x="14007" y="5579"/>
                  </a:cubicBezTo>
                  <a:cubicBezTo>
                    <a:pt x="15263" y="6339"/>
                    <a:pt x="16486" y="7110"/>
                    <a:pt x="17643" y="7874"/>
                  </a:cubicBezTo>
                  <a:cubicBezTo>
                    <a:pt x="17846" y="8008"/>
                    <a:pt x="18054" y="8145"/>
                    <a:pt x="18253" y="8283"/>
                  </a:cubicBezTo>
                  <a:cubicBezTo>
                    <a:pt x="19112" y="8856"/>
                    <a:pt x="20008" y="9477"/>
                    <a:pt x="20991" y="10176"/>
                  </a:cubicBezTo>
                  <a:lnTo>
                    <a:pt x="20993" y="10179"/>
                  </a:lnTo>
                  <a:cubicBezTo>
                    <a:pt x="23547" y="12014"/>
                    <a:pt x="25858" y="13871"/>
                    <a:pt x="27680" y="15547"/>
                  </a:cubicBezTo>
                  <a:cubicBezTo>
                    <a:pt x="29061" y="16829"/>
                    <a:pt x="30089" y="17944"/>
                    <a:pt x="30730" y="18858"/>
                  </a:cubicBezTo>
                  <a:cubicBezTo>
                    <a:pt x="31393" y="19800"/>
                    <a:pt x="31612" y="20481"/>
                    <a:pt x="31382" y="20883"/>
                  </a:cubicBezTo>
                  <a:lnTo>
                    <a:pt x="31361" y="20916"/>
                  </a:lnTo>
                  <a:cubicBezTo>
                    <a:pt x="31199" y="21158"/>
                    <a:pt x="30860" y="21283"/>
                    <a:pt x="30349" y="21283"/>
                  </a:cubicBezTo>
                  <a:cubicBezTo>
                    <a:pt x="29479" y="21283"/>
                    <a:pt x="28103" y="20916"/>
                    <a:pt x="26369" y="20223"/>
                  </a:cubicBezTo>
                  <a:cubicBezTo>
                    <a:pt x="24646" y="19535"/>
                    <a:pt x="22564" y="18521"/>
                    <a:pt x="20347" y="17293"/>
                  </a:cubicBezTo>
                  <a:cubicBezTo>
                    <a:pt x="18274" y="16145"/>
                    <a:pt x="16131" y="14843"/>
                    <a:pt x="13979" y="13423"/>
                  </a:cubicBezTo>
                  <a:cubicBezTo>
                    <a:pt x="13316" y="12984"/>
                    <a:pt x="12769" y="12615"/>
                    <a:pt x="12259" y="12259"/>
                  </a:cubicBezTo>
                  <a:cubicBezTo>
                    <a:pt x="11326" y="11615"/>
                    <a:pt x="10425" y="10973"/>
                    <a:pt x="9580" y="10350"/>
                  </a:cubicBezTo>
                  <a:cubicBezTo>
                    <a:pt x="8276" y="9382"/>
                    <a:pt x="7054" y="8424"/>
                    <a:pt x="5950" y="7500"/>
                  </a:cubicBezTo>
                  <a:cubicBezTo>
                    <a:pt x="4117" y="5967"/>
                    <a:pt x="2619" y="4536"/>
                    <a:pt x="1617" y="3360"/>
                  </a:cubicBezTo>
                  <a:cubicBezTo>
                    <a:pt x="596" y="2160"/>
                    <a:pt x="95" y="1229"/>
                    <a:pt x="169" y="663"/>
                  </a:cubicBezTo>
                  <a:cubicBezTo>
                    <a:pt x="178" y="564"/>
                    <a:pt x="210" y="467"/>
                    <a:pt x="266" y="384"/>
                  </a:cubicBezTo>
                  <a:cubicBezTo>
                    <a:pt x="427" y="139"/>
                    <a:pt x="769" y="15"/>
                    <a:pt x="1279" y="15"/>
                  </a:cubicBezTo>
                  <a:close/>
                  <a:moveTo>
                    <a:pt x="1279" y="1"/>
                  </a:moveTo>
                  <a:cubicBezTo>
                    <a:pt x="771" y="1"/>
                    <a:pt x="423" y="121"/>
                    <a:pt x="254" y="375"/>
                  </a:cubicBezTo>
                  <a:cubicBezTo>
                    <a:pt x="199" y="463"/>
                    <a:pt x="164" y="562"/>
                    <a:pt x="155" y="663"/>
                  </a:cubicBezTo>
                  <a:cubicBezTo>
                    <a:pt x="0" y="1836"/>
                    <a:pt x="2252" y="4429"/>
                    <a:pt x="5941" y="7514"/>
                  </a:cubicBezTo>
                  <a:cubicBezTo>
                    <a:pt x="7033" y="8429"/>
                    <a:pt x="8250" y="9387"/>
                    <a:pt x="9573" y="10363"/>
                  </a:cubicBezTo>
                  <a:cubicBezTo>
                    <a:pt x="10423" y="10992"/>
                    <a:pt x="11321" y="11633"/>
                    <a:pt x="12249" y="12273"/>
                  </a:cubicBezTo>
                  <a:cubicBezTo>
                    <a:pt x="12810" y="12663"/>
                    <a:pt x="13385" y="13051"/>
                    <a:pt x="13972" y="13437"/>
                  </a:cubicBezTo>
                  <a:cubicBezTo>
                    <a:pt x="16182" y="14894"/>
                    <a:pt x="18340" y="16201"/>
                    <a:pt x="20340" y="17307"/>
                  </a:cubicBezTo>
                  <a:cubicBezTo>
                    <a:pt x="24843" y="19803"/>
                    <a:pt x="28565" y="21299"/>
                    <a:pt x="30349" y="21299"/>
                  </a:cubicBezTo>
                  <a:cubicBezTo>
                    <a:pt x="30855" y="21299"/>
                    <a:pt x="31206" y="21179"/>
                    <a:pt x="31372" y="20925"/>
                  </a:cubicBezTo>
                  <a:lnTo>
                    <a:pt x="31393" y="20892"/>
                  </a:lnTo>
                  <a:cubicBezTo>
                    <a:pt x="31873" y="20061"/>
                    <a:pt x="30414" y="18064"/>
                    <a:pt x="27690" y="15540"/>
                  </a:cubicBezTo>
                  <a:cubicBezTo>
                    <a:pt x="25928" y="13915"/>
                    <a:pt x="23642" y="12065"/>
                    <a:pt x="21003" y="10170"/>
                  </a:cubicBezTo>
                  <a:lnTo>
                    <a:pt x="20998" y="10167"/>
                  </a:lnTo>
                  <a:cubicBezTo>
                    <a:pt x="20121" y="9541"/>
                    <a:pt x="19209" y="8907"/>
                    <a:pt x="18262" y="8274"/>
                  </a:cubicBezTo>
                  <a:cubicBezTo>
                    <a:pt x="18063" y="8135"/>
                    <a:pt x="17858" y="7999"/>
                    <a:pt x="17652" y="7863"/>
                  </a:cubicBezTo>
                  <a:cubicBezTo>
                    <a:pt x="16419" y="7050"/>
                    <a:pt x="15198" y="6283"/>
                    <a:pt x="14016" y="5568"/>
                  </a:cubicBezTo>
                  <a:cubicBezTo>
                    <a:pt x="8317" y="2141"/>
                    <a:pt x="3415" y="3"/>
                    <a:pt x="1282" y="3"/>
                  </a:cubicBezTo>
                  <a:lnTo>
                    <a:pt x="1279" y="1"/>
                  </a:ln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0"/>
            <p:cNvSpPr/>
            <p:nvPr/>
          </p:nvSpPr>
          <p:spPr>
            <a:xfrm>
              <a:off x="2981975" y="3601625"/>
              <a:ext cx="526600" cy="341800"/>
            </a:xfrm>
            <a:custGeom>
              <a:rect b="b" l="l" r="r" t="t"/>
              <a:pathLst>
                <a:path extrusionOk="0" h="13672" w="21064">
                  <a:moveTo>
                    <a:pt x="799" y="0"/>
                  </a:moveTo>
                  <a:cubicBezTo>
                    <a:pt x="559" y="0"/>
                    <a:pt x="393" y="69"/>
                    <a:pt x="303" y="206"/>
                  </a:cubicBezTo>
                  <a:cubicBezTo>
                    <a:pt x="1" y="663"/>
                    <a:pt x="790" y="1637"/>
                    <a:pt x="2718" y="3187"/>
                  </a:cubicBezTo>
                  <a:cubicBezTo>
                    <a:pt x="4270" y="4433"/>
                    <a:pt x="6516" y="6022"/>
                    <a:pt x="9786" y="8181"/>
                  </a:cubicBezTo>
                  <a:cubicBezTo>
                    <a:pt x="13896" y="10894"/>
                    <a:pt x="18313" y="13672"/>
                    <a:pt x="19872" y="13672"/>
                  </a:cubicBezTo>
                  <a:cubicBezTo>
                    <a:pt x="20119" y="13672"/>
                    <a:pt x="20290" y="13600"/>
                    <a:pt x="20382" y="13462"/>
                  </a:cubicBezTo>
                  <a:cubicBezTo>
                    <a:pt x="21063" y="12427"/>
                    <a:pt x="16023" y="8897"/>
                    <a:pt x="11001" y="5583"/>
                  </a:cubicBezTo>
                  <a:cubicBezTo>
                    <a:pt x="6821" y="2822"/>
                    <a:pt x="2342" y="0"/>
                    <a:pt x="799" y="0"/>
                  </a:cubicBezTo>
                  <a:close/>
                </a:path>
              </a:pathLst>
            </a:custGeom>
            <a:solidFill>
              <a:srgbClr val="F59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0"/>
            <p:cNvSpPr/>
            <p:nvPr/>
          </p:nvSpPr>
          <p:spPr>
            <a:xfrm>
              <a:off x="2973025" y="3601375"/>
              <a:ext cx="535025" cy="342175"/>
            </a:xfrm>
            <a:custGeom>
              <a:rect b="b" l="l" r="r" t="t"/>
              <a:pathLst>
                <a:path extrusionOk="0" h="13687" w="21401">
                  <a:moveTo>
                    <a:pt x="1157" y="15"/>
                  </a:moveTo>
                  <a:lnTo>
                    <a:pt x="1157" y="17"/>
                  </a:lnTo>
                  <a:cubicBezTo>
                    <a:pt x="1834" y="17"/>
                    <a:pt x="3095" y="544"/>
                    <a:pt x="5013" y="1629"/>
                  </a:cubicBezTo>
                  <a:cubicBezTo>
                    <a:pt x="6577" y="2511"/>
                    <a:pt x="8592" y="3774"/>
                    <a:pt x="11356" y="5598"/>
                  </a:cubicBezTo>
                  <a:cubicBezTo>
                    <a:pt x="14635" y="7764"/>
                    <a:pt x="16865" y="9334"/>
                    <a:pt x="18371" y="10541"/>
                  </a:cubicBezTo>
                  <a:cubicBezTo>
                    <a:pt x="19274" y="11267"/>
                    <a:pt x="19929" y="11874"/>
                    <a:pt x="20324" y="12347"/>
                  </a:cubicBezTo>
                  <a:cubicBezTo>
                    <a:pt x="20749" y="12857"/>
                    <a:pt x="20885" y="13234"/>
                    <a:pt x="20733" y="13467"/>
                  </a:cubicBezTo>
                  <a:cubicBezTo>
                    <a:pt x="20641" y="13603"/>
                    <a:pt x="20472" y="13672"/>
                    <a:pt x="20230" y="13672"/>
                  </a:cubicBezTo>
                  <a:cubicBezTo>
                    <a:pt x="19553" y="13672"/>
                    <a:pt x="18311" y="13160"/>
                    <a:pt x="16427" y="12102"/>
                  </a:cubicBezTo>
                  <a:cubicBezTo>
                    <a:pt x="14861" y="11225"/>
                    <a:pt x="12866" y="9980"/>
                    <a:pt x="10149" y="8184"/>
                  </a:cubicBezTo>
                  <a:cubicBezTo>
                    <a:pt x="6879" y="6025"/>
                    <a:pt x="4632" y="4439"/>
                    <a:pt x="3081" y="3190"/>
                  </a:cubicBezTo>
                  <a:cubicBezTo>
                    <a:pt x="2164" y="2453"/>
                    <a:pt x="1495" y="1837"/>
                    <a:pt x="1093" y="1352"/>
                  </a:cubicBezTo>
                  <a:cubicBezTo>
                    <a:pt x="656" y="832"/>
                    <a:pt x="516" y="451"/>
                    <a:pt x="668" y="218"/>
                  </a:cubicBezTo>
                  <a:cubicBezTo>
                    <a:pt x="756" y="84"/>
                    <a:pt x="922" y="15"/>
                    <a:pt x="1157" y="15"/>
                  </a:cubicBezTo>
                  <a:close/>
                  <a:moveTo>
                    <a:pt x="1157" y="1"/>
                  </a:moveTo>
                  <a:cubicBezTo>
                    <a:pt x="920" y="1"/>
                    <a:pt x="749" y="68"/>
                    <a:pt x="656" y="209"/>
                  </a:cubicBezTo>
                  <a:cubicBezTo>
                    <a:pt x="1" y="1202"/>
                    <a:pt x="4593" y="4531"/>
                    <a:pt x="10139" y="8196"/>
                  </a:cubicBezTo>
                  <a:cubicBezTo>
                    <a:pt x="14882" y="11324"/>
                    <a:pt x="18784" y="13686"/>
                    <a:pt x="20230" y="13686"/>
                  </a:cubicBezTo>
                  <a:cubicBezTo>
                    <a:pt x="20474" y="13686"/>
                    <a:pt x="20650" y="13617"/>
                    <a:pt x="20744" y="13474"/>
                  </a:cubicBezTo>
                  <a:cubicBezTo>
                    <a:pt x="21400" y="12481"/>
                    <a:pt x="16909" y="9246"/>
                    <a:pt x="11363" y="5584"/>
                  </a:cubicBezTo>
                  <a:cubicBezTo>
                    <a:pt x="6602" y="2442"/>
                    <a:pt x="2610" y="1"/>
                    <a:pt x="1160" y="1"/>
                  </a:cubicBezTo>
                  <a:close/>
                </a:path>
              </a:pathLst>
            </a:custGeom>
            <a:solidFill>
              <a:srgbClr val="F98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0"/>
            <p:cNvSpPr/>
            <p:nvPr/>
          </p:nvSpPr>
          <p:spPr>
            <a:xfrm>
              <a:off x="2980125" y="3760350"/>
              <a:ext cx="557300" cy="224250"/>
            </a:xfrm>
            <a:custGeom>
              <a:rect b="b" l="l" r="r" t="t"/>
              <a:pathLst>
                <a:path extrusionOk="0" h="8970" w="22292">
                  <a:moveTo>
                    <a:pt x="15600" y="1"/>
                  </a:moveTo>
                  <a:lnTo>
                    <a:pt x="12003" y="867"/>
                  </a:lnTo>
                  <a:lnTo>
                    <a:pt x="6851" y="2109"/>
                  </a:lnTo>
                  <a:lnTo>
                    <a:pt x="1" y="3758"/>
                  </a:lnTo>
                  <a:cubicBezTo>
                    <a:pt x="1850" y="5226"/>
                    <a:pt x="3884" y="6676"/>
                    <a:pt x="5939" y="8034"/>
                  </a:cubicBezTo>
                  <a:cubicBezTo>
                    <a:pt x="6417" y="8348"/>
                    <a:pt x="6891" y="8662"/>
                    <a:pt x="7364" y="8967"/>
                  </a:cubicBezTo>
                  <a:lnTo>
                    <a:pt x="7366" y="8969"/>
                  </a:lnTo>
                  <a:lnTo>
                    <a:pt x="14942" y="7143"/>
                  </a:lnTo>
                  <a:lnTo>
                    <a:pt x="19627" y="6016"/>
                  </a:lnTo>
                  <a:lnTo>
                    <a:pt x="22292" y="5374"/>
                  </a:lnTo>
                  <a:cubicBezTo>
                    <a:pt x="20530" y="3748"/>
                    <a:pt x="18244" y="1901"/>
                    <a:pt x="15605" y="3"/>
                  </a:cubicBezTo>
                  <a:lnTo>
                    <a:pt x="15600" y="1"/>
                  </a:ln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0"/>
            <p:cNvSpPr/>
            <p:nvPr/>
          </p:nvSpPr>
          <p:spPr>
            <a:xfrm>
              <a:off x="2846900" y="3645425"/>
              <a:ext cx="454825" cy="159225"/>
            </a:xfrm>
            <a:custGeom>
              <a:rect b="b" l="l" r="r" t="t"/>
              <a:pathLst>
                <a:path extrusionOk="0" h="6369" w="18193">
                  <a:moveTo>
                    <a:pt x="13947" y="1"/>
                  </a:moveTo>
                  <a:lnTo>
                    <a:pt x="10740" y="772"/>
                  </a:lnTo>
                  <a:lnTo>
                    <a:pt x="5872" y="1945"/>
                  </a:lnTo>
                  <a:lnTo>
                    <a:pt x="1" y="3356"/>
                  </a:lnTo>
                  <a:cubicBezTo>
                    <a:pt x="839" y="4342"/>
                    <a:pt x="1845" y="5355"/>
                    <a:pt x="2974" y="6367"/>
                  </a:cubicBezTo>
                  <a:lnTo>
                    <a:pt x="2977" y="6369"/>
                  </a:lnTo>
                  <a:lnTo>
                    <a:pt x="9504" y="4796"/>
                  </a:lnTo>
                  <a:lnTo>
                    <a:pt x="14542" y="3582"/>
                  </a:lnTo>
                  <a:lnTo>
                    <a:pt x="14545" y="3584"/>
                  </a:lnTo>
                  <a:lnTo>
                    <a:pt x="18193" y="2705"/>
                  </a:lnTo>
                  <a:cubicBezTo>
                    <a:pt x="17994" y="2566"/>
                    <a:pt x="17789" y="2430"/>
                    <a:pt x="17583" y="2296"/>
                  </a:cubicBezTo>
                  <a:cubicBezTo>
                    <a:pt x="16348" y="1481"/>
                    <a:pt x="15129" y="716"/>
                    <a:pt x="13947" y="1"/>
                  </a:cubicBezTo>
                  <a:close/>
                </a:path>
              </a:pathLst>
            </a:custGeom>
            <a:solidFill>
              <a:srgbClr val="FEC928">
                <a:alpha val="1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 name="Google Shape;1332;p40"/>
          <p:cNvGrpSpPr/>
          <p:nvPr/>
        </p:nvGrpSpPr>
        <p:grpSpPr>
          <a:xfrm>
            <a:off x="3536475" y="3123608"/>
            <a:ext cx="524044" cy="523977"/>
            <a:chOff x="266768" y="1721375"/>
            <a:chExt cx="397907" cy="397887"/>
          </a:xfrm>
        </p:grpSpPr>
        <p:sp>
          <p:nvSpPr>
            <p:cNvPr id="1333" name="Google Shape;1333;p4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 name="Google Shape;1335;p40"/>
          <p:cNvGrpSpPr/>
          <p:nvPr/>
        </p:nvGrpSpPr>
        <p:grpSpPr>
          <a:xfrm>
            <a:off x="4304944" y="3123608"/>
            <a:ext cx="523989" cy="523977"/>
            <a:chOff x="864491" y="1723250"/>
            <a:chExt cx="397866" cy="397887"/>
          </a:xfrm>
        </p:grpSpPr>
        <p:sp>
          <p:nvSpPr>
            <p:cNvPr id="1336" name="Google Shape;1336;p4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 name="Google Shape;1339;p40"/>
          <p:cNvGrpSpPr/>
          <p:nvPr/>
        </p:nvGrpSpPr>
        <p:grpSpPr>
          <a:xfrm>
            <a:off x="5073350" y="3123538"/>
            <a:ext cx="524100" cy="524100"/>
            <a:chOff x="5073350" y="3123538"/>
            <a:chExt cx="524100" cy="524100"/>
          </a:xfrm>
        </p:grpSpPr>
        <p:sp>
          <p:nvSpPr>
            <p:cNvPr id="1340" name="Google Shape;1340;p40"/>
            <p:cNvSpPr/>
            <p:nvPr/>
          </p:nvSpPr>
          <p:spPr>
            <a:xfrm>
              <a:off x="5073350" y="3123538"/>
              <a:ext cx="524100" cy="5241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0"/>
            <p:cNvSpPr/>
            <p:nvPr/>
          </p:nvSpPr>
          <p:spPr>
            <a:xfrm>
              <a:off x="5128112" y="3216551"/>
              <a:ext cx="414565" cy="338082"/>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5" name="Shape 1345"/>
        <p:cNvGrpSpPr/>
        <p:nvPr/>
      </p:nvGrpSpPr>
      <p:grpSpPr>
        <a:xfrm>
          <a:off x="0" y="0"/>
          <a:ext cx="0" cy="0"/>
          <a:chOff x="0" y="0"/>
          <a:chExt cx="0" cy="0"/>
        </a:xfrm>
      </p:grpSpPr>
      <p:sp>
        <p:nvSpPr>
          <p:cNvPr id="1346" name="Google Shape;1346;p41"/>
          <p:cNvSpPr txBox="1"/>
          <p:nvPr>
            <p:ph type="title"/>
          </p:nvPr>
        </p:nvSpPr>
        <p:spPr>
          <a:xfrm>
            <a:off x="720000" y="588469"/>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a:t>
            </a:r>
            <a:r>
              <a:rPr lang="en">
                <a:solidFill>
                  <a:schemeClr val="accent3"/>
                </a:solidFill>
              </a:rPr>
              <a:t>PACK</a:t>
            </a:r>
            <a:endParaRPr>
              <a:solidFill>
                <a:schemeClr val="accent3"/>
              </a:solidFill>
            </a:endParaRPr>
          </a:p>
        </p:txBody>
      </p:sp>
      <p:grpSp>
        <p:nvGrpSpPr>
          <p:cNvPr id="1347" name="Google Shape;1347;p41"/>
          <p:cNvGrpSpPr/>
          <p:nvPr/>
        </p:nvGrpSpPr>
        <p:grpSpPr>
          <a:xfrm>
            <a:off x="7692834" y="3756842"/>
            <a:ext cx="403105" cy="345226"/>
            <a:chOff x="6220900" y="4083025"/>
            <a:chExt cx="314975" cy="269750"/>
          </a:xfrm>
        </p:grpSpPr>
        <p:sp>
          <p:nvSpPr>
            <p:cNvPr id="1348" name="Google Shape;1348;p41"/>
            <p:cNvSpPr/>
            <p:nvPr/>
          </p:nvSpPr>
          <p:spPr>
            <a:xfrm>
              <a:off x="6285200" y="4131250"/>
              <a:ext cx="203050" cy="173375"/>
            </a:xfrm>
            <a:custGeom>
              <a:rect b="b" l="l" r="r" t="t"/>
              <a:pathLst>
                <a:path extrusionOk="0" h="6935" w="8122">
                  <a:moveTo>
                    <a:pt x="3073" y="3168"/>
                  </a:moveTo>
                  <a:lnTo>
                    <a:pt x="3073" y="3787"/>
                  </a:lnTo>
                  <a:lnTo>
                    <a:pt x="2430" y="3787"/>
                  </a:lnTo>
                  <a:lnTo>
                    <a:pt x="2430" y="3168"/>
                  </a:lnTo>
                  <a:close/>
                  <a:moveTo>
                    <a:pt x="6859" y="3168"/>
                  </a:moveTo>
                  <a:lnTo>
                    <a:pt x="6859" y="3787"/>
                  </a:lnTo>
                  <a:lnTo>
                    <a:pt x="6216" y="3787"/>
                  </a:lnTo>
                  <a:lnTo>
                    <a:pt x="6216" y="3168"/>
                  </a:lnTo>
                  <a:close/>
                  <a:moveTo>
                    <a:pt x="4954" y="1263"/>
                  </a:moveTo>
                  <a:lnTo>
                    <a:pt x="4954" y="1954"/>
                  </a:lnTo>
                  <a:cubicBezTo>
                    <a:pt x="5335" y="2073"/>
                    <a:pt x="5597" y="2430"/>
                    <a:pt x="5597" y="2835"/>
                  </a:cubicBezTo>
                  <a:lnTo>
                    <a:pt x="4954" y="2835"/>
                  </a:lnTo>
                  <a:cubicBezTo>
                    <a:pt x="4954" y="2644"/>
                    <a:pt x="4806" y="2517"/>
                    <a:pt x="4651" y="2517"/>
                  </a:cubicBezTo>
                  <a:cubicBezTo>
                    <a:pt x="4573" y="2517"/>
                    <a:pt x="4494" y="2549"/>
                    <a:pt x="4430" y="2620"/>
                  </a:cubicBezTo>
                  <a:cubicBezTo>
                    <a:pt x="4216" y="2811"/>
                    <a:pt x="4359" y="3144"/>
                    <a:pt x="4645" y="3144"/>
                  </a:cubicBezTo>
                  <a:cubicBezTo>
                    <a:pt x="5692" y="3168"/>
                    <a:pt x="5954" y="4621"/>
                    <a:pt x="4954" y="5002"/>
                  </a:cubicBezTo>
                  <a:lnTo>
                    <a:pt x="4954" y="5669"/>
                  </a:lnTo>
                  <a:lnTo>
                    <a:pt x="4335" y="5669"/>
                  </a:lnTo>
                  <a:lnTo>
                    <a:pt x="4335" y="5002"/>
                  </a:lnTo>
                  <a:cubicBezTo>
                    <a:pt x="3954" y="4859"/>
                    <a:pt x="3692" y="4502"/>
                    <a:pt x="3692" y="4097"/>
                  </a:cubicBezTo>
                  <a:lnTo>
                    <a:pt x="4335" y="4097"/>
                  </a:lnTo>
                  <a:cubicBezTo>
                    <a:pt x="4335" y="4287"/>
                    <a:pt x="4483" y="4414"/>
                    <a:pt x="4638" y="4414"/>
                  </a:cubicBezTo>
                  <a:cubicBezTo>
                    <a:pt x="4716" y="4414"/>
                    <a:pt x="4795" y="4383"/>
                    <a:pt x="4859" y="4311"/>
                  </a:cubicBezTo>
                  <a:cubicBezTo>
                    <a:pt x="5073" y="4121"/>
                    <a:pt x="4930" y="3787"/>
                    <a:pt x="4645" y="3787"/>
                  </a:cubicBezTo>
                  <a:cubicBezTo>
                    <a:pt x="3597" y="3763"/>
                    <a:pt x="3335" y="2311"/>
                    <a:pt x="4335" y="1954"/>
                  </a:cubicBezTo>
                  <a:lnTo>
                    <a:pt x="4335" y="1263"/>
                  </a:lnTo>
                  <a:close/>
                  <a:moveTo>
                    <a:pt x="4645" y="1"/>
                  </a:moveTo>
                  <a:cubicBezTo>
                    <a:pt x="1549" y="1"/>
                    <a:pt x="1" y="3740"/>
                    <a:pt x="2192" y="5907"/>
                  </a:cubicBezTo>
                  <a:cubicBezTo>
                    <a:pt x="2894" y="6617"/>
                    <a:pt x="3764" y="6934"/>
                    <a:pt x="4619" y="6934"/>
                  </a:cubicBezTo>
                  <a:cubicBezTo>
                    <a:pt x="6403" y="6934"/>
                    <a:pt x="8121" y="5554"/>
                    <a:pt x="8121" y="3478"/>
                  </a:cubicBezTo>
                  <a:cubicBezTo>
                    <a:pt x="8121" y="1549"/>
                    <a:pt x="6550" y="1"/>
                    <a:pt x="46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49" name="Google Shape;1349;p41"/>
            <p:cNvSpPr/>
            <p:nvPr/>
          </p:nvSpPr>
          <p:spPr>
            <a:xfrm>
              <a:off x="6220900" y="4083025"/>
              <a:ext cx="314975" cy="269750"/>
            </a:xfrm>
            <a:custGeom>
              <a:rect b="b" l="l" r="r" t="t"/>
              <a:pathLst>
                <a:path extrusionOk="0" h="10790" w="12599">
                  <a:moveTo>
                    <a:pt x="7176" y="1278"/>
                  </a:moveTo>
                  <a:cubicBezTo>
                    <a:pt x="9289" y="1278"/>
                    <a:pt x="11313" y="2921"/>
                    <a:pt x="11313" y="5407"/>
                  </a:cubicBezTo>
                  <a:cubicBezTo>
                    <a:pt x="11313" y="7669"/>
                    <a:pt x="9479" y="9503"/>
                    <a:pt x="7217" y="9503"/>
                  </a:cubicBezTo>
                  <a:cubicBezTo>
                    <a:pt x="3549" y="9503"/>
                    <a:pt x="1715" y="5073"/>
                    <a:pt x="4311" y="2478"/>
                  </a:cubicBezTo>
                  <a:cubicBezTo>
                    <a:pt x="5148" y="1649"/>
                    <a:pt x="6172" y="1278"/>
                    <a:pt x="7176" y="1278"/>
                  </a:cubicBezTo>
                  <a:close/>
                  <a:moveTo>
                    <a:pt x="7217" y="1"/>
                  </a:moveTo>
                  <a:cubicBezTo>
                    <a:pt x="2406" y="1"/>
                    <a:pt x="1" y="5812"/>
                    <a:pt x="3406" y="9193"/>
                  </a:cubicBezTo>
                  <a:cubicBezTo>
                    <a:pt x="4501" y="10296"/>
                    <a:pt x="5850" y="10789"/>
                    <a:pt x="7175" y="10789"/>
                  </a:cubicBezTo>
                  <a:cubicBezTo>
                    <a:pt x="9941" y="10789"/>
                    <a:pt x="12599" y="8636"/>
                    <a:pt x="12599" y="5383"/>
                  </a:cubicBezTo>
                  <a:cubicBezTo>
                    <a:pt x="12599" y="2430"/>
                    <a:pt x="10193" y="25"/>
                    <a:pt x="72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350" name="Google Shape;1350;p41"/>
          <p:cNvGrpSpPr/>
          <p:nvPr/>
        </p:nvGrpSpPr>
        <p:grpSpPr>
          <a:xfrm>
            <a:off x="7031466" y="3756842"/>
            <a:ext cx="304048" cy="345194"/>
            <a:chOff x="5704125" y="4083025"/>
            <a:chExt cx="237575" cy="269725"/>
          </a:xfrm>
        </p:grpSpPr>
        <p:sp>
          <p:nvSpPr>
            <p:cNvPr id="1351" name="Google Shape;1351;p41"/>
            <p:cNvSpPr/>
            <p:nvPr/>
          </p:nvSpPr>
          <p:spPr>
            <a:xfrm>
              <a:off x="5704125" y="4083025"/>
              <a:ext cx="142325" cy="269725"/>
            </a:xfrm>
            <a:custGeom>
              <a:rect b="b" l="l" r="r" t="t"/>
              <a:pathLst>
                <a:path extrusionOk="0" h="10789" w="5693">
                  <a:moveTo>
                    <a:pt x="3168" y="668"/>
                  </a:moveTo>
                  <a:lnTo>
                    <a:pt x="3168" y="1287"/>
                  </a:lnTo>
                  <a:lnTo>
                    <a:pt x="2549" y="1287"/>
                  </a:lnTo>
                  <a:lnTo>
                    <a:pt x="2549" y="668"/>
                  </a:lnTo>
                  <a:close/>
                  <a:moveTo>
                    <a:pt x="3811" y="9503"/>
                  </a:moveTo>
                  <a:lnTo>
                    <a:pt x="3811" y="10122"/>
                  </a:lnTo>
                  <a:lnTo>
                    <a:pt x="1906" y="10122"/>
                  </a:lnTo>
                  <a:lnTo>
                    <a:pt x="1906" y="9503"/>
                  </a:lnTo>
                  <a:close/>
                  <a:moveTo>
                    <a:pt x="1" y="1"/>
                  </a:moveTo>
                  <a:lnTo>
                    <a:pt x="1" y="10789"/>
                  </a:lnTo>
                  <a:lnTo>
                    <a:pt x="5692" y="10789"/>
                  </a:lnTo>
                  <a:lnTo>
                    <a:pt x="5692" y="8241"/>
                  </a:lnTo>
                  <a:lnTo>
                    <a:pt x="2549" y="8241"/>
                  </a:lnTo>
                  <a:lnTo>
                    <a:pt x="2549" y="8860"/>
                  </a:lnTo>
                  <a:lnTo>
                    <a:pt x="1906" y="8860"/>
                  </a:lnTo>
                  <a:lnTo>
                    <a:pt x="1906" y="1930"/>
                  </a:lnTo>
                  <a:lnTo>
                    <a:pt x="2549" y="1930"/>
                  </a:lnTo>
                  <a:lnTo>
                    <a:pt x="2549" y="2549"/>
                  </a:lnTo>
                  <a:lnTo>
                    <a:pt x="5692" y="2549"/>
                  </a:lnTo>
                  <a:lnTo>
                    <a:pt x="56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52" name="Google Shape;1352;p41"/>
            <p:cNvSpPr/>
            <p:nvPr/>
          </p:nvSpPr>
          <p:spPr>
            <a:xfrm>
              <a:off x="5843450" y="4209850"/>
              <a:ext cx="18475" cy="15700"/>
            </a:xfrm>
            <a:custGeom>
              <a:rect b="b" l="l" r="r" t="t"/>
              <a:pathLst>
                <a:path extrusionOk="0" h="628" w="739">
                  <a:moveTo>
                    <a:pt x="429" y="0"/>
                  </a:moveTo>
                  <a:cubicBezTo>
                    <a:pt x="143" y="0"/>
                    <a:pt x="0" y="334"/>
                    <a:pt x="191" y="524"/>
                  </a:cubicBezTo>
                  <a:cubicBezTo>
                    <a:pt x="262" y="596"/>
                    <a:pt x="347" y="627"/>
                    <a:pt x="428" y="627"/>
                  </a:cubicBezTo>
                  <a:cubicBezTo>
                    <a:pt x="590" y="627"/>
                    <a:pt x="739" y="500"/>
                    <a:pt x="739" y="310"/>
                  </a:cubicBezTo>
                  <a:cubicBezTo>
                    <a:pt x="739" y="143"/>
                    <a:pt x="596" y="0"/>
                    <a:pt x="4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53" name="Google Shape;1353;p41"/>
            <p:cNvSpPr/>
            <p:nvPr/>
          </p:nvSpPr>
          <p:spPr>
            <a:xfrm>
              <a:off x="5909525" y="4162800"/>
              <a:ext cx="31575" cy="31600"/>
            </a:xfrm>
            <a:custGeom>
              <a:rect b="b" l="l" r="r" t="t"/>
              <a:pathLst>
                <a:path extrusionOk="0" h="1264" w="1263">
                  <a:moveTo>
                    <a:pt x="1" y="1"/>
                  </a:moveTo>
                  <a:lnTo>
                    <a:pt x="1" y="620"/>
                  </a:lnTo>
                  <a:cubicBezTo>
                    <a:pt x="1" y="977"/>
                    <a:pt x="287" y="1263"/>
                    <a:pt x="620" y="1263"/>
                  </a:cubicBezTo>
                  <a:lnTo>
                    <a:pt x="1263" y="1263"/>
                  </a:lnTo>
                  <a:lnTo>
                    <a:pt x="1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54" name="Google Shape;1354;p41"/>
            <p:cNvSpPr/>
            <p:nvPr/>
          </p:nvSpPr>
          <p:spPr>
            <a:xfrm>
              <a:off x="5767825" y="4162800"/>
              <a:ext cx="173875" cy="110175"/>
            </a:xfrm>
            <a:custGeom>
              <a:rect b="b" l="l" r="r" t="t"/>
              <a:pathLst>
                <a:path extrusionOk="0" h="4407" w="6955">
                  <a:moveTo>
                    <a:pt x="3444" y="1249"/>
                  </a:moveTo>
                  <a:cubicBezTo>
                    <a:pt x="3934" y="1249"/>
                    <a:pt x="4407" y="1633"/>
                    <a:pt x="4407" y="2216"/>
                  </a:cubicBezTo>
                  <a:cubicBezTo>
                    <a:pt x="4383" y="2716"/>
                    <a:pt x="3978" y="3144"/>
                    <a:pt x="3454" y="3144"/>
                  </a:cubicBezTo>
                  <a:cubicBezTo>
                    <a:pt x="2597" y="3144"/>
                    <a:pt x="2192" y="2120"/>
                    <a:pt x="2787" y="1525"/>
                  </a:cubicBezTo>
                  <a:cubicBezTo>
                    <a:pt x="2978" y="1334"/>
                    <a:pt x="3213" y="1249"/>
                    <a:pt x="3444" y="1249"/>
                  </a:cubicBezTo>
                  <a:close/>
                  <a:moveTo>
                    <a:pt x="1882" y="1"/>
                  </a:moveTo>
                  <a:lnTo>
                    <a:pt x="1882" y="620"/>
                  </a:lnTo>
                  <a:cubicBezTo>
                    <a:pt x="1882" y="1311"/>
                    <a:pt x="1311" y="1882"/>
                    <a:pt x="620" y="1882"/>
                  </a:cubicBezTo>
                  <a:lnTo>
                    <a:pt x="1" y="1882"/>
                  </a:lnTo>
                  <a:lnTo>
                    <a:pt x="1" y="2525"/>
                  </a:lnTo>
                  <a:lnTo>
                    <a:pt x="620" y="2525"/>
                  </a:lnTo>
                  <a:cubicBezTo>
                    <a:pt x="1311" y="2525"/>
                    <a:pt x="1882" y="3073"/>
                    <a:pt x="1882" y="3787"/>
                  </a:cubicBezTo>
                  <a:lnTo>
                    <a:pt x="1882" y="4407"/>
                  </a:lnTo>
                  <a:lnTo>
                    <a:pt x="5050" y="4407"/>
                  </a:lnTo>
                  <a:lnTo>
                    <a:pt x="5050" y="3787"/>
                  </a:lnTo>
                  <a:cubicBezTo>
                    <a:pt x="5050" y="3073"/>
                    <a:pt x="5621" y="2525"/>
                    <a:pt x="6312" y="2525"/>
                  </a:cubicBezTo>
                  <a:lnTo>
                    <a:pt x="6955" y="2525"/>
                  </a:lnTo>
                  <a:lnTo>
                    <a:pt x="6955" y="1882"/>
                  </a:lnTo>
                  <a:lnTo>
                    <a:pt x="6312" y="1882"/>
                  </a:lnTo>
                  <a:cubicBezTo>
                    <a:pt x="5621" y="1882"/>
                    <a:pt x="5050" y="1311"/>
                    <a:pt x="5050" y="620"/>
                  </a:cubicBezTo>
                  <a:lnTo>
                    <a:pt x="50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55" name="Google Shape;1355;p41"/>
            <p:cNvSpPr/>
            <p:nvPr/>
          </p:nvSpPr>
          <p:spPr>
            <a:xfrm>
              <a:off x="5909525" y="4241400"/>
              <a:ext cx="31575" cy="31575"/>
            </a:xfrm>
            <a:custGeom>
              <a:rect b="b" l="l" r="r" t="t"/>
              <a:pathLst>
                <a:path extrusionOk="0" h="1263" w="1263">
                  <a:moveTo>
                    <a:pt x="620" y="0"/>
                  </a:moveTo>
                  <a:cubicBezTo>
                    <a:pt x="287" y="0"/>
                    <a:pt x="1" y="286"/>
                    <a:pt x="1" y="643"/>
                  </a:cubicBezTo>
                  <a:lnTo>
                    <a:pt x="1" y="1263"/>
                  </a:lnTo>
                  <a:lnTo>
                    <a:pt x="1263" y="1263"/>
                  </a:lnTo>
                  <a:lnTo>
                    <a:pt x="12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56" name="Google Shape;1356;p41"/>
            <p:cNvSpPr/>
            <p:nvPr/>
          </p:nvSpPr>
          <p:spPr>
            <a:xfrm>
              <a:off x="5767825" y="4162800"/>
              <a:ext cx="31000" cy="31600"/>
            </a:xfrm>
            <a:custGeom>
              <a:rect b="b" l="l" r="r" t="t"/>
              <a:pathLst>
                <a:path extrusionOk="0" h="1264" w="1240">
                  <a:moveTo>
                    <a:pt x="1" y="1"/>
                  </a:moveTo>
                  <a:lnTo>
                    <a:pt x="1" y="1263"/>
                  </a:lnTo>
                  <a:lnTo>
                    <a:pt x="620" y="1263"/>
                  </a:lnTo>
                  <a:cubicBezTo>
                    <a:pt x="977" y="1239"/>
                    <a:pt x="1239" y="977"/>
                    <a:pt x="1239" y="620"/>
                  </a:cubicBezTo>
                  <a:lnTo>
                    <a:pt x="123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57" name="Google Shape;1357;p41"/>
            <p:cNvSpPr/>
            <p:nvPr/>
          </p:nvSpPr>
          <p:spPr>
            <a:xfrm>
              <a:off x="5767825" y="4241400"/>
              <a:ext cx="31600" cy="31575"/>
            </a:xfrm>
            <a:custGeom>
              <a:rect b="b" l="l" r="r" t="t"/>
              <a:pathLst>
                <a:path extrusionOk="0" h="1263" w="1264">
                  <a:moveTo>
                    <a:pt x="1" y="0"/>
                  </a:moveTo>
                  <a:lnTo>
                    <a:pt x="1" y="1263"/>
                  </a:lnTo>
                  <a:lnTo>
                    <a:pt x="1263" y="1263"/>
                  </a:lnTo>
                  <a:lnTo>
                    <a:pt x="1263" y="643"/>
                  </a:lnTo>
                  <a:cubicBezTo>
                    <a:pt x="1263" y="286"/>
                    <a:pt x="977" y="0"/>
                    <a:pt x="6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358" name="Google Shape;1358;p41"/>
          <p:cNvGrpSpPr/>
          <p:nvPr/>
        </p:nvGrpSpPr>
        <p:grpSpPr>
          <a:xfrm>
            <a:off x="6273344" y="3756842"/>
            <a:ext cx="329197" cy="344426"/>
            <a:chOff x="5111750" y="4083025"/>
            <a:chExt cx="257225" cy="269125"/>
          </a:xfrm>
        </p:grpSpPr>
        <p:sp>
          <p:nvSpPr>
            <p:cNvPr id="1359" name="Google Shape;1359;p41"/>
            <p:cNvSpPr/>
            <p:nvPr/>
          </p:nvSpPr>
          <p:spPr>
            <a:xfrm>
              <a:off x="5217125" y="4121125"/>
              <a:ext cx="151850" cy="151850"/>
            </a:xfrm>
            <a:custGeom>
              <a:rect b="b" l="l" r="r" t="t"/>
              <a:pathLst>
                <a:path extrusionOk="0" h="6074" w="6074">
                  <a:moveTo>
                    <a:pt x="3358" y="2287"/>
                  </a:moveTo>
                  <a:lnTo>
                    <a:pt x="3358" y="3549"/>
                  </a:lnTo>
                  <a:lnTo>
                    <a:pt x="2715" y="3549"/>
                  </a:lnTo>
                  <a:lnTo>
                    <a:pt x="2715" y="2287"/>
                  </a:lnTo>
                  <a:close/>
                  <a:moveTo>
                    <a:pt x="3358" y="4192"/>
                  </a:moveTo>
                  <a:lnTo>
                    <a:pt x="3358" y="4811"/>
                  </a:lnTo>
                  <a:lnTo>
                    <a:pt x="2715" y="4811"/>
                  </a:lnTo>
                  <a:lnTo>
                    <a:pt x="2715" y="4192"/>
                  </a:lnTo>
                  <a:close/>
                  <a:moveTo>
                    <a:pt x="3025" y="1"/>
                  </a:moveTo>
                  <a:lnTo>
                    <a:pt x="1" y="6074"/>
                  </a:lnTo>
                  <a:lnTo>
                    <a:pt x="6073" y="6074"/>
                  </a:lnTo>
                  <a:lnTo>
                    <a:pt x="30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60" name="Google Shape;1360;p41"/>
            <p:cNvSpPr/>
            <p:nvPr/>
          </p:nvSpPr>
          <p:spPr>
            <a:xfrm>
              <a:off x="5111750" y="4083025"/>
              <a:ext cx="141725" cy="269125"/>
            </a:xfrm>
            <a:custGeom>
              <a:rect b="b" l="l" r="r" t="t"/>
              <a:pathLst>
                <a:path extrusionOk="0" h="10765" w="5669">
                  <a:moveTo>
                    <a:pt x="3144" y="1287"/>
                  </a:moveTo>
                  <a:lnTo>
                    <a:pt x="3144" y="1930"/>
                  </a:lnTo>
                  <a:lnTo>
                    <a:pt x="2525" y="1930"/>
                  </a:lnTo>
                  <a:lnTo>
                    <a:pt x="2525" y="1287"/>
                  </a:lnTo>
                  <a:close/>
                  <a:moveTo>
                    <a:pt x="3144" y="3192"/>
                  </a:moveTo>
                  <a:lnTo>
                    <a:pt x="3144" y="3883"/>
                  </a:lnTo>
                  <a:cubicBezTo>
                    <a:pt x="3525" y="4002"/>
                    <a:pt x="3787" y="4359"/>
                    <a:pt x="3787" y="4764"/>
                  </a:cubicBezTo>
                  <a:lnTo>
                    <a:pt x="3144" y="4764"/>
                  </a:lnTo>
                  <a:cubicBezTo>
                    <a:pt x="3144" y="4573"/>
                    <a:pt x="2996" y="4446"/>
                    <a:pt x="2840" y="4446"/>
                  </a:cubicBezTo>
                  <a:cubicBezTo>
                    <a:pt x="2763" y="4446"/>
                    <a:pt x="2683" y="4478"/>
                    <a:pt x="2620" y="4549"/>
                  </a:cubicBezTo>
                  <a:cubicBezTo>
                    <a:pt x="2406" y="4740"/>
                    <a:pt x="2549" y="5073"/>
                    <a:pt x="2834" y="5073"/>
                  </a:cubicBezTo>
                  <a:cubicBezTo>
                    <a:pt x="3882" y="5073"/>
                    <a:pt x="4144" y="6550"/>
                    <a:pt x="3144" y="6907"/>
                  </a:cubicBezTo>
                  <a:lnTo>
                    <a:pt x="3144" y="7598"/>
                  </a:lnTo>
                  <a:lnTo>
                    <a:pt x="2525" y="7598"/>
                  </a:lnTo>
                  <a:lnTo>
                    <a:pt x="2525" y="6907"/>
                  </a:lnTo>
                  <a:cubicBezTo>
                    <a:pt x="2144" y="6788"/>
                    <a:pt x="1882" y="6431"/>
                    <a:pt x="1882" y="6026"/>
                  </a:cubicBezTo>
                  <a:lnTo>
                    <a:pt x="2525" y="6026"/>
                  </a:lnTo>
                  <a:cubicBezTo>
                    <a:pt x="2525" y="6216"/>
                    <a:pt x="2673" y="6333"/>
                    <a:pt x="2828" y="6333"/>
                  </a:cubicBezTo>
                  <a:cubicBezTo>
                    <a:pt x="2906" y="6333"/>
                    <a:pt x="2985" y="6304"/>
                    <a:pt x="3049" y="6240"/>
                  </a:cubicBezTo>
                  <a:cubicBezTo>
                    <a:pt x="3263" y="6050"/>
                    <a:pt x="3120" y="5716"/>
                    <a:pt x="2834" y="5716"/>
                  </a:cubicBezTo>
                  <a:cubicBezTo>
                    <a:pt x="1786" y="5692"/>
                    <a:pt x="1525" y="4240"/>
                    <a:pt x="2525" y="3883"/>
                  </a:cubicBezTo>
                  <a:lnTo>
                    <a:pt x="2525" y="3192"/>
                  </a:lnTo>
                  <a:close/>
                  <a:moveTo>
                    <a:pt x="3787" y="8860"/>
                  </a:moveTo>
                  <a:lnTo>
                    <a:pt x="3787" y="9503"/>
                  </a:lnTo>
                  <a:lnTo>
                    <a:pt x="1882" y="9503"/>
                  </a:lnTo>
                  <a:lnTo>
                    <a:pt x="1882" y="8860"/>
                  </a:lnTo>
                  <a:close/>
                  <a:moveTo>
                    <a:pt x="0" y="1"/>
                  </a:moveTo>
                  <a:lnTo>
                    <a:pt x="0" y="10765"/>
                  </a:lnTo>
                  <a:lnTo>
                    <a:pt x="5668" y="10765"/>
                  </a:lnTo>
                  <a:lnTo>
                    <a:pt x="5668" y="8241"/>
                  </a:lnTo>
                  <a:lnTo>
                    <a:pt x="3192" y="8241"/>
                  </a:lnTo>
                  <a:lnTo>
                    <a:pt x="5668" y="3263"/>
                  </a:lnTo>
                  <a:lnTo>
                    <a:pt x="56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361" name="Google Shape;1361;p41"/>
          <p:cNvGrpSpPr/>
          <p:nvPr/>
        </p:nvGrpSpPr>
        <p:grpSpPr>
          <a:xfrm>
            <a:off x="5531956" y="3797987"/>
            <a:ext cx="344458" cy="262903"/>
            <a:chOff x="4532450" y="4115175"/>
            <a:chExt cx="269150" cy="205425"/>
          </a:xfrm>
        </p:grpSpPr>
        <p:sp>
          <p:nvSpPr>
            <p:cNvPr id="1362" name="Google Shape;1362;p41"/>
            <p:cNvSpPr/>
            <p:nvPr/>
          </p:nvSpPr>
          <p:spPr>
            <a:xfrm>
              <a:off x="4626525" y="4115175"/>
              <a:ext cx="80400" cy="205425"/>
            </a:xfrm>
            <a:custGeom>
              <a:rect b="b" l="l" r="r" t="t"/>
              <a:pathLst>
                <a:path extrusionOk="0" h="8217" w="3216">
                  <a:moveTo>
                    <a:pt x="2573" y="5049"/>
                  </a:moveTo>
                  <a:lnTo>
                    <a:pt x="2573" y="5692"/>
                  </a:lnTo>
                  <a:lnTo>
                    <a:pt x="644" y="5692"/>
                  </a:lnTo>
                  <a:lnTo>
                    <a:pt x="644" y="5049"/>
                  </a:lnTo>
                  <a:close/>
                  <a:moveTo>
                    <a:pt x="1" y="1"/>
                  </a:moveTo>
                  <a:lnTo>
                    <a:pt x="1" y="8217"/>
                  </a:lnTo>
                  <a:lnTo>
                    <a:pt x="3216" y="8217"/>
                  </a:lnTo>
                  <a:lnTo>
                    <a:pt x="321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63" name="Google Shape;1363;p41"/>
            <p:cNvSpPr/>
            <p:nvPr/>
          </p:nvSpPr>
          <p:spPr>
            <a:xfrm>
              <a:off x="4722375" y="4115175"/>
              <a:ext cx="79225" cy="126850"/>
            </a:xfrm>
            <a:custGeom>
              <a:rect b="b" l="l" r="r" t="t"/>
              <a:pathLst>
                <a:path extrusionOk="0" h="5074" w="3169">
                  <a:moveTo>
                    <a:pt x="1" y="1"/>
                  </a:moveTo>
                  <a:lnTo>
                    <a:pt x="1" y="5073"/>
                  </a:lnTo>
                  <a:lnTo>
                    <a:pt x="1263" y="5073"/>
                  </a:lnTo>
                  <a:cubicBezTo>
                    <a:pt x="1263" y="4192"/>
                    <a:pt x="1977" y="3478"/>
                    <a:pt x="2858" y="3478"/>
                  </a:cubicBezTo>
                  <a:lnTo>
                    <a:pt x="3168" y="3478"/>
                  </a:lnTo>
                  <a:lnTo>
                    <a:pt x="3168" y="1573"/>
                  </a:lnTo>
                  <a:lnTo>
                    <a:pt x="2858" y="1573"/>
                  </a:lnTo>
                  <a:cubicBezTo>
                    <a:pt x="1977" y="1573"/>
                    <a:pt x="1263" y="882"/>
                    <a:pt x="1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64" name="Google Shape;1364;p41"/>
            <p:cNvSpPr/>
            <p:nvPr/>
          </p:nvSpPr>
          <p:spPr>
            <a:xfrm>
              <a:off x="4770000" y="4115175"/>
              <a:ext cx="31600" cy="23850"/>
            </a:xfrm>
            <a:custGeom>
              <a:rect b="b" l="l" r="r" t="t"/>
              <a:pathLst>
                <a:path extrusionOk="0" h="954" w="1264">
                  <a:moveTo>
                    <a:pt x="1" y="1"/>
                  </a:moveTo>
                  <a:cubicBezTo>
                    <a:pt x="1" y="525"/>
                    <a:pt x="430" y="953"/>
                    <a:pt x="953" y="953"/>
                  </a:cubicBezTo>
                  <a:lnTo>
                    <a:pt x="1263" y="953"/>
                  </a:lnTo>
                  <a:lnTo>
                    <a:pt x="1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65" name="Google Shape;1365;p41"/>
            <p:cNvSpPr/>
            <p:nvPr/>
          </p:nvSpPr>
          <p:spPr>
            <a:xfrm>
              <a:off x="4770000" y="4218150"/>
              <a:ext cx="31600" cy="23275"/>
            </a:xfrm>
            <a:custGeom>
              <a:rect b="b" l="l" r="r" t="t"/>
              <a:pathLst>
                <a:path extrusionOk="0" h="931" w="1264">
                  <a:moveTo>
                    <a:pt x="912" y="1"/>
                  </a:moveTo>
                  <a:cubicBezTo>
                    <a:pt x="407" y="1"/>
                    <a:pt x="1" y="421"/>
                    <a:pt x="1" y="930"/>
                  </a:cubicBezTo>
                  <a:lnTo>
                    <a:pt x="1263" y="930"/>
                  </a:lnTo>
                  <a:lnTo>
                    <a:pt x="1263" y="2"/>
                  </a:lnTo>
                  <a:lnTo>
                    <a:pt x="953" y="2"/>
                  </a:lnTo>
                  <a:cubicBezTo>
                    <a:pt x="940" y="1"/>
                    <a:pt x="926" y="1"/>
                    <a:pt x="9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66" name="Google Shape;1366;p41"/>
            <p:cNvSpPr/>
            <p:nvPr/>
          </p:nvSpPr>
          <p:spPr>
            <a:xfrm>
              <a:off x="4532450" y="4218150"/>
              <a:ext cx="31600" cy="23275"/>
            </a:xfrm>
            <a:custGeom>
              <a:rect b="b" l="l" r="r" t="t"/>
              <a:pathLst>
                <a:path extrusionOk="0" h="931" w="1264">
                  <a:moveTo>
                    <a:pt x="328" y="1"/>
                  </a:moveTo>
                  <a:cubicBezTo>
                    <a:pt x="314" y="1"/>
                    <a:pt x="301" y="1"/>
                    <a:pt x="287" y="2"/>
                  </a:cubicBezTo>
                  <a:lnTo>
                    <a:pt x="1" y="2"/>
                  </a:lnTo>
                  <a:lnTo>
                    <a:pt x="1" y="930"/>
                  </a:lnTo>
                  <a:lnTo>
                    <a:pt x="1263" y="930"/>
                  </a:lnTo>
                  <a:cubicBezTo>
                    <a:pt x="1263" y="421"/>
                    <a:pt x="834" y="1"/>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67" name="Google Shape;1367;p41"/>
            <p:cNvSpPr/>
            <p:nvPr/>
          </p:nvSpPr>
          <p:spPr>
            <a:xfrm>
              <a:off x="4532450" y="4115175"/>
              <a:ext cx="31000" cy="23850"/>
            </a:xfrm>
            <a:custGeom>
              <a:rect b="b" l="l" r="r" t="t"/>
              <a:pathLst>
                <a:path extrusionOk="0" h="954" w="1240">
                  <a:moveTo>
                    <a:pt x="1" y="1"/>
                  </a:moveTo>
                  <a:lnTo>
                    <a:pt x="1" y="953"/>
                  </a:lnTo>
                  <a:lnTo>
                    <a:pt x="287" y="953"/>
                  </a:lnTo>
                  <a:cubicBezTo>
                    <a:pt x="811" y="953"/>
                    <a:pt x="1239" y="525"/>
                    <a:pt x="12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68" name="Google Shape;1368;p41"/>
            <p:cNvSpPr/>
            <p:nvPr/>
          </p:nvSpPr>
          <p:spPr>
            <a:xfrm>
              <a:off x="4532450" y="4115175"/>
              <a:ext cx="78625" cy="126250"/>
            </a:xfrm>
            <a:custGeom>
              <a:rect b="b" l="l" r="r" t="t"/>
              <a:pathLst>
                <a:path extrusionOk="0" h="5050" w="3145">
                  <a:moveTo>
                    <a:pt x="1882" y="1"/>
                  </a:moveTo>
                  <a:cubicBezTo>
                    <a:pt x="1882" y="858"/>
                    <a:pt x="1168" y="1573"/>
                    <a:pt x="310" y="1573"/>
                  </a:cubicBezTo>
                  <a:lnTo>
                    <a:pt x="1" y="1573"/>
                  </a:lnTo>
                  <a:lnTo>
                    <a:pt x="1" y="3478"/>
                  </a:lnTo>
                  <a:lnTo>
                    <a:pt x="287" y="3478"/>
                  </a:lnTo>
                  <a:cubicBezTo>
                    <a:pt x="301" y="3477"/>
                    <a:pt x="315" y="3477"/>
                    <a:pt x="329" y="3477"/>
                  </a:cubicBezTo>
                  <a:cubicBezTo>
                    <a:pt x="1191" y="3477"/>
                    <a:pt x="1882" y="4183"/>
                    <a:pt x="1882" y="5049"/>
                  </a:cubicBezTo>
                  <a:lnTo>
                    <a:pt x="3144" y="5049"/>
                  </a:lnTo>
                  <a:lnTo>
                    <a:pt x="31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69" name="Google Shape;1369;p41"/>
            <p:cNvSpPr/>
            <p:nvPr/>
          </p:nvSpPr>
          <p:spPr>
            <a:xfrm>
              <a:off x="4532450" y="4257475"/>
              <a:ext cx="63150" cy="23250"/>
            </a:xfrm>
            <a:custGeom>
              <a:rect b="b" l="l" r="r" t="t"/>
              <a:pathLst>
                <a:path extrusionOk="0" h="930" w="2526">
                  <a:moveTo>
                    <a:pt x="1" y="0"/>
                  </a:moveTo>
                  <a:lnTo>
                    <a:pt x="1" y="929"/>
                  </a:lnTo>
                  <a:lnTo>
                    <a:pt x="2525" y="929"/>
                  </a:lnTo>
                  <a:lnTo>
                    <a:pt x="25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70" name="Google Shape;1370;p41"/>
            <p:cNvSpPr/>
            <p:nvPr/>
          </p:nvSpPr>
          <p:spPr>
            <a:xfrm>
              <a:off x="4532450" y="4296775"/>
              <a:ext cx="63150" cy="23825"/>
            </a:xfrm>
            <a:custGeom>
              <a:rect b="b" l="l" r="r" t="t"/>
              <a:pathLst>
                <a:path extrusionOk="0" h="953" w="2526">
                  <a:moveTo>
                    <a:pt x="1" y="0"/>
                  </a:moveTo>
                  <a:lnTo>
                    <a:pt x="1" y="953"/>
                  </a:lnTo>
                  <a:lnTo>
                    <a:pt x="2525" y="953"/>
                  </a:lnTo>
                  <a:lnTo>
                    <a:pt x="25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71" name="Google Shape;1371;p41"/>
            <p:cNvSpPr/>
            <p:nvPr/>
          </p:nvSpPr>
          <p:spPr>
            <a:xfrm>
              <a:off x="4738450" y="4257475"/>
              <a:ext cx="63150" cy="23250"/>
            </a:xfrm>
            <a:custGeom>
              <a:rect b="b" l="l" r="r" t="t"/>
              <a:pathLst>
                <a:path extrusionOk="0" h="930" w="2526">
                  <a:moveTo>
                    <a:pt x="1" y="0"/>
                  </a:moveTo>
                  <a:lnTo>
                    <a:pt x="1" y="929"/>
                  </a:lnTo>
                  <a:lnTo>
                    <a:pt x="2525" y="929"/>
                  </a:lnTo>
                  <a:lnTo>
                    <a:pt x="25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72" name="Google Shape;1372;p41"/>
            <p:cNvSpPr/>
            <p:nvPr/>
          </p:nvSpPr>
          <p:spPr>
            <a:xfrm>
              <a:off x="4738450" y="4296775"/>
              <a:ext cx="63150" cy="23825"/>
            </a:xfrm>
            <a:custGeom>
              <a:rect b="b" l="l" r="r" t="t"/>
              <a:pathLst>
                <a:path extrusionOk="0" h="953" w="2526">
                  <a:moveTo>
                    <a:pt x="1" y="0"/>
                  </a:moveTo>
                  <a:lnTo>
                    <a:pt x="1" y="953"/>
                  </a:lnTo>
                  <a:lnTo>
                    <a:pt x="2525" y="953"/>
                  </a:lnTo>
                  <a:lnTo>
                    <a:pt x="25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373" name="Google Shape;1373;p41"/>
          <p:cNvGrpSpPr/>
          <p:nvPr/>
        </p:nvGrpSpPr>
        <p:grpSpPr>
          <a:xfrm>
            <a:off x="4785257" y="3756842"/>
            <a:ext cx="344426" cy="345194"/>
            <a:chOff x="3949000" y="4083025"/>
            <a:chExt cx="269125" cy="269725"/>
          </a:xfrm>
        </p:grpSpPr>
        <p:sp>
          <p:nvSpPr>
            <p:cNvPr id="1374" name="Google Shape;1374;p41"/>
            <p:cNvSpPr/>
            <p:nvPr/>
          </p:nvSpPr>
          <p:spPr>
            <a:xfrm>
              <a:off x="4138925" y="4328925"/>
              <a:ext cx="79200" cy="23825"/>
            </a:xfrm>
            <a:custGeom>
              <a:rect b="b" l="l" r="r" t="t"/>
              <a:pathLst>
                <a:path extrusionOk="0" h="953" w="3168">
                  <a:moveTo>
                    <a:pt x="1" y="0"/>
                  </a:moveTo>
                  <a:lnTo>
                    <a:pt x="1" y="953"/>
                  </a:lnTo>
                  <a:lnTo>
                    <a:pt x="3168" y="953"/>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75" name="Google Shape;1375;p41"/>
            <p:cNvSpPr/>
            <p:nvPr/>
          </p:nvSpPr>
          <p:spPr>
            <a:xfrm>
              <a:off x="4138925" y="4289625"/>
              <a:ext cx="79200" cy="23250"/>
            </a:xfrm>
            <a:custGeom>
              <a:rect b="b" l="l" r="r" t="t"/>
              <a:pathLst>
                <a:path extrusionOk="0" h="930" w="3168">
                  <a:moveTo>
                    <a:pt x="1" y="0"/>
                  </a:moveTo>
                  <a:lnTo>
                    <a:pt x="1" y="929"/>
                  </a:lnTo>
                  <a:lnTo>
                    <a:pt x="3168" y="929"/>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76" name="Google Shape;1376;p41"/>
            <p:cNvSpPr/>
            <p:nvPr/>
          </p:nvSpPr>
          <p:spPr>
            <a:xfrm>
              <a:off x="4138925" y="4249725"/>
              <a:ext cx="79200" cy="23850"/>
            </a:xfrm>
            <a:custGeom>
              <a:rect b="b" l="l" r="r" t="t"/>
              <a:pathLst>
                <a:path extrusionOk="0" h="954" w="3168">
                  <a:moveTo>
                    <a:pt x="1" y="1"/>
                  </a:moveTo>
                  <a:lnTo>
                    <a:pt x="1" y="953"/>
                  </a:lnTo>
                  <a:lnTo>
                    <a:pt x="3168" y="953"/>
                  </a:lnTo>
                  <a:lnTo>
                    <a:pt x="31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77" name="Google Shape;1377;p41"/>
            <p:cNvSpPr/>
            <p:nvPr/>
          </p:nvSpPr>
          <p:spPr>
            <a:xfrm>
              <a:off x="4044275" y="4249725"/>
              <a:ext cx="78600" cy="23850"/>
            </a:xfrm>
            <a:custGeom>
              <a:rect b="b" l="l" r="r" t="t"/>
              <a:pathLst>
                <a:path extrusionOk="0" h="954" w="3144">
                  <a:moveTo>
                    <a:pt x="0" y="1"/>
                  </a:moveTo>
                  <a:lnTo>
                    <a:pt x="0" y="953"/>
                  </a:lnTo>
                  <a:lnTo>
                    <a:pt x="3144" y="953"/>
                  </a:lnTo>
                  <a:lnTo>
                    <a:pt x="31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78" name="Google Shape;1378;p41"/>
            <p:cNvSpPr/>
            <p:nvPr/>
          </p:nvSpPr>
          <p:spPr>
            <a:xfrm>
              <a:off x="4138925" y="4210450"/>
              <a:ext cx="79200" cy="23825"/>
            </a:xfrm>
            <a:custGeom>
              <a:rect b="b" l="l" r="r" t="t"/>
              <a:pathLst>
                <a:path extrusionOk="0" h="953" w="3168">
                  <a:moveTo>
                    <a:pt x="1" y="0"/>
                  </a:moveTo>
                  <a:lnTo>
                    <a:pt x="1" y="953"/>
                  </a:lnTo>
                  <a:lnTo>
                    <a:pt x="3168" y="953"/>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79" name="Google Shape;1379;p41"/>
            <p:cNvSpPr/>
            <p:nvPr/>
          </p:nvSpPr>
          <p:spPr>
            <a:xfrm>
              <a:off x="3949000" y="4328925"/>
              <a:ext cx="79225" cy="23825"/>
            </a:xfrm>
            <a:custGeom>
              <a:rect b="b" l="l" r="r" t="t"/>
              <a:pathLst>
                <a:path extrusionOk="0" h="953" w="3169">
                  <a:moveTo>
                    <a:pt x="1" y="0"/>
                  </a:moveTo>
                  <a:lnTo>
                    <a:pt x="1" y="953"/>
                  </a:lnTo>
                  <a:lnTo>
                    <a:pt x="3168" y="953"/>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80" name="Google Shape;1380;p41"/>
            <p:cNvSpPr/>
            <p:nvPr/>
          </p:nvSpPr>
          <p:spPr>
            <a:xfrm>
              <a:off x="3949000" y="4083025"/>
              <a:ext cx="95275" cy="229850"/>
            </a:xfrm>
            <a:custGeom>
              <a:rect b="b" l="l" r="r" t="t"/>
              <a:pathLst>
                <a:path extrusionOk="0" h="9194" w="3811">
                  <a:moveTo>
                    <a:pt x="1" y="1"/>
                  </a:moveTo>
                  <a:lnTo>
                    <a:pt x="1" y="9193"/>
                  </a:lnTo>
                  <a:lnTo>
                    <a:pt x="3168" y="9193"/>
                  </a:lnTo>
                  <a:lnTo>
                    <a:pt x="3168" y="8264"/>
                  </a:lnTo>
                  <a:lnTo>
                    <a:pt x="620" y="8264"/>
                  </a:lnTo>
                  <a:lnTo>
                    <a:pt x="620" y="3835"/>
                  </a:lnTo>
                  <a:lnTo>
                    <a:pt x="3811" y="3835"/>
                  </a:lnTo>
                  <a:lnTo>
                    <a:pt x="3811" y="644"/>
                  </a:lnTo>
                  <a:lnTo>
                    <a:pt x="620" y="644"/>
                  </a:lnTo>
                  <a:lnTo>
                    <a:pt x="6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81" name="Google Shape;1381;p41"/>
            <p:cNvSpPr/>
            <p:nvPr/>
          </p:nvSpPr>
          <p:spPr>
            <a:xfrm>
              <a:off x="4028200" y="4131250"/>
              <a:ext cx="83950" cy="79225"/>
            </a:xfrm>
            <a:custGeom>
              <a:rect b="b" l="l" r="r" t="t"/>
              <a:pathLst>
                <a:path extrusionOk="0" h="3169" w="3358">
                  <a:moveTo>
                    <a:pt x="1262" y="1"/>
                  </a:moveTo>
                  <a:lnTo>
                    <a:pt x="1262" y="2549"/>
                  </a:lnTo>
                  <a:lnTo>
                    <a:pt x="0" y="2549"/>
                  </a:lnTo>
                  <a:lnTo>
                    <a:pt x="0" y="3168"/>
                  </a:lnTo>
                  <a:lnTo>
                    <a:pt x="3358" y="3168"/>
                  </a:lnTo>
                  <a:lnTo>
                    <a:pt x="2572" y="1596"/>
                  </a:lnTo>
                  <a:lnTo>
                    <a:pt x="33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82" name="Google Shape;1382;p41"/>
            <p:cNvSpPr/>
            <p:nvPr/>
          </p:nvSpPr>
          <p:spPr>
            <a:xfrm>
              <a:off x="4044275" y="4328925"/>
              <a:ext cx="78600" cy="23825"/>
            </a:xfrm>
            <a:custGeom>
              <a:rect b="b" l="l" r="r" t="t"/>
              <a:pathLst>
                <a:path extrusionOk="0" h="953" w="3144">
                  <a:moveTo>
                    <a:pt x="0" y="0"/>
                  </a:moveTo>
                  <a:lnTo>
                    <a:pt x="0" y="953"/>
                  </a:lnTo>
                  <a:lnTo>
                    <a:pt x="3144" y="953"/>
                  </a:lnTo>
                  <a:lnTo>
                    <a:pt x="3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83" name="Google Shape;1383;p41"/>
            <p:cNvSpPr/>
            <p:nvPr/>
          </p:nvSpPr>
          <p:spPr>
            <a:xfrm>
              <a:off x="4044275" y="4289625"/>
              <a:ext cx="78600" cy="23250"/>
            </a:xfrm>
            <a:custGeom>
              <a:rect b="b" l="l" r="r" t="t"/>
              <a:pathLst>
                <a:path extrusionOk="0" h="930" w="3144">
                  <a:moveTo>
                    <a:pt x="0" y="0"/>
                  </a:moveTo>
                  <a:lnTo>
                    <a:pt x="0" y="929"/>
                  </a:lnTo>
                  <a:lnTo>
                    <a:pt x="3144" y="929"/>
                  </a:lnTo>
                  <a:lnTo>
                    <a:pt x="3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384" name="Google Shape;1384;p41"/>
          <p:cNvGrpSpPr/>
          <p:nvPr/>
        </p:nvGrpSpPr>
        <p:grpSpPr>
          <a:xfrm>
            <a:off x="4040093" y="3756842"/>
            <a:ext cx="344426" cy="345194"/>
            <a:chOff x="3366750" y="4083025"/>
            <a:chExt cx="269125" cy="269725"/>
          </a:xfrm>
        </p:grpSpPr>
        <p:sp>
          <p:nvSpPr>
            <p:cNvPr id="1385" name="Google Shape;1385;p41"/>
            <p:cNvSpPr/>
            <p:nvPr/>
          </p:nvSpPr>
          <p:spPr>
            <a:xfrm>
              <a:off x="3524500" y="4241400"/>
              <a:ext cx="111375" cy="111350"/>
            </a:xfrm>
            <a:custGeom>
              <a:rect b="b" l="l" r="r" t="t"/>
              <a:pathLst>
                <a:path extrusionOk="0" h="4454" w="4455">
                  <a:moveTo>
                    <a:pt x="1" y="0"/>
                  </a:moveTo>
                  <a:lnTo>
                    <a:pt x="1" y="4454"/>
                  </a:lnTo>
                  <a:lnTo>
                    <a:pt x="4454" y="4454"/>
                  </a:lnTo>
                  <a:lnTo>
                    <a:pt x="4454" y="0"/>
                  </a:lnTo>
                  <a:lnTo>
                    <a:pt x="3168" y="0"/>
                  </a:lnTo>
                  <a:lnTo>
                    <a:pt x="3192" y="1263"/>
                  </a:lnTo>
                  <a:lnTo>
                    <a:pt x="2549" y="1263"/>
                  </a:lnTo>
                  <a:lnTo>
                    <a:pt x="2549" y="0"/>
                  </a:lnTo>
                  <a:lnTo>
                    <a:pt x="1906" y="0"/>
                  </a:lnTo>
                  <a:lnTo>
                    <a:pt x="1906" y="1263"/>
                  </a:lnTo>
                  <a:lnTo>
                    <a:pt x="1287" y="1263"/>
                  </a:lnTo>
                  <a:lnTo>
                    <a:pt x="12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86" name="Google Shape;1386;p41"/>
            <p:cNvSpPr/>
            <p:nvPr/>
          </p:nvSpPr>
          <p:spPr>
            <a:xfrm>
              <a:off x="3556650" y="4210000"/>
              <a:ext cx="47075" cy="31425"/>
            </a:xfrm>
            <a:custGeom>
              <a:rect b="b" l="l" r="r" t="t"/>
              <a:pathLst>
                <a:path extrusionOk="0" h="1257" w="1883">
                  <a:moveTo>
                    <a:pt x="942" y="0"/>
                  </a:moveTo>
                  <a:cubicBezTo>
                    <a:pt x="471" y="0"/>
                    <a:pt x="1" y="316"/>
                    <a:pt x="1" y="947"/>
                  </a:cubicBezTo>
                  <a:lnTo>
                    <a:pt x="1" y="1256"/>
                  </a:lnTo>
                  <a:lnTo>
                    <a:pt x="620" y="1256"/>
                  </a:lnTo>
                  <a:lnTo>
                    <a:pt x="620" y="947"/>
                  </a:lnTo>
                  <a:cubicBezTo>
                    <a:pt x="620" y="733"/>
                    <a:pt x="781" y="625"/>
                    <a:pt x="942" y="625"/>
                  </a:cubicBezTo>
                  <a:cubicBezTo>
                    <a:pt x="1102" y="625"/>
                    <a:pt x="1263" y="733"/>
                    <a:pt x="1263" y="947"/>
                  </a:cubicBezTo>
                  <a:lnTo>
                    <a:pt x="1263" y="1256"/>
                  </a:lnTo>
                  <a:lnTo>
                    <a:pt x="1882" y="1256"/>
                  </a:lnTo>
                  <a:lnTo>
                    <a:pt x="1882" y="947"/>
                  </a:lnTo>
                  <a:cubicBezTo>
                    <a:pt x="1882" y="316"/>
                    <a:pt x="1412" y="0"/>
                    <a:pt x="9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87" name="Google Shape;1387;p41"/>
            <p:cNvSpPr/>
            <p:nvPr/>
          </p:nvSpPr>
          <p:spPr>
            <a:xfrm>
              <a:off x="3366750" y="4083025"/>
              <a:ext cx="142900" cy="142925"/>
            </a:xfrm>
            <a:custGeom>
              <a:rect b="b" l="l" r="r" t="t"/>
              <a:pathLst>
                <a:path extrusionOk="0" h="5717" w="5716">
                  <a:moveTo>
                    <a:pt x="3191" y="668"/>
                  </a:moveTo>
                  <a:lnTo>
                    <a:pt x="3191" y="1358"/>
                  </a:lnTo>
                  <a:cubicBezTo>
                    <a:pt x="3572" y="1477"/>
                    <a:pt x="3834" y="1835"/>
                    <a:pt x="3834" y="2239"/>
                  </a:cubicBezTo>
                  <a:lnTo>
                    <a:pt x="3191" y="2239"/>
                  </a:lnTo>
                  <a:cubicBezTo>
                    <a:pt x="3191" y="2049"/>
                    <a:pt x="3043" y="1922"/>
                    <a:pt x="2881" y="1922"/>
                  </a:cubicBezTo>
                  <a:cubicBezTo>
                    <a:pt x="2800" y="1922"/>
                    <a:pt x="2715" y="1954"/>
                    <a:pt x="2644" y="2025"/>
                  </a:cubicBezTo>
                  <a:cubicBezTo>
                    <a:pt x="2453" y="2216"/>
                    <a:pt x="2596" y="2549"/>
                    <a:pt x="2882" y="2549"/>
                  </a:cubicBezTo>
                  <a:lnTo>
                    <a:pt x="2858" y="2549"/>
                  </a:lnTo>
                  <a:cubicBezTo>
                    <a:pt x="3906" y="2549"/>
                    <a:pt x="4168" y="4025"/>
                    <a:pt x="3167" y="4383"/>
                  </a:cubicBezTo>
                  <a:lnTo>
                    <a:pt x="3167" y="5073"/>
                  </a:lnTo>
                  <a:lnTo>
                    <a:pt x="2572" y="5073"/>
                  </a:lnTo>
                  <a:lnTo>
                    <a:pt x="2572" y="4383"/>
                  </a:lnTo>
                  <a:cubicBezTo>
                    <a:pt x="2191" y="4264"/>
                    <a:pt x="1929" y="3883"/>
                    <a:pt x="1929" y="3502"/>
                  </a:cubicBezTo>
                  <a:lnTo>
                    <a:pt x="2572" y="3502"/>
                  </a:lnTo>
                  <a:cubicBezTo>
                    <a:pt x="2556" y="3680"/>
                    <a:pt x="2717" y="3803"/>
                    <a:pt x="2881" y="3803"/>
                  </a:cubicBezTo>
                  <a:cubicBezTo>
                    <a:pt x="2958" y="3803"/>
                    <a:pt x="3035" y="3777"/>
                    <a:pt x="3096" y="3716"/>
                  </a:cubicBezTo>
                  <a:cubicBezTo>
                    <a:pt x="3287" y="3525"/>
                    <a:pt x="3167" y="3168"/>
                    <a:pt x="2882" y="3168"/>
                  </a:cubicBezTo>
                  <a:cubicBezTo>
                    <a:pt x="1834" y="3168"/>
                    <a:pt x="1572" y="1716"/>
                    <a:pt x="2572" y="1358"/>
                  </a:cubicBezTo>
                  <a:lnTo>
                    <a:pt x="2572" y="668"/>
                  </a:lnTo>
                  <a:close/>
                  <a:moveTo>
                    <a:pt x="2858" y="1"/>
                  </a:moveTo>
                  <a:cubicBezTo>
                    <a:pt x="1286" y="1"/>
                    <a:pt x="0" y="1287"/>
                    <a:pt x="0" y="2859"/>
                  </a:cubicBezTo>
                  <a:cubicBezTo>
                    <a:pt x="0" y="4430"/>
                    <a:pt x="1286" y="5716"/>
                    <a:pt x="2858" y="5716"/>
                  </a:cubicBezTo>
                  <a:cubicBezTo>
                    <a:pt x="4430" y="5716"/>
                    <a:pt x="5716" y="4430"/>
                    <a:pt x="5716" y="2859"/>
                  </a:cubicBezTo>
                  <a:cubicBezTo>
                    <a:pt x="5716" y="1287"/>
                    <a:pt x="4430" y="1"/>
                    <a:pt x="28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88" name="Google Shape;1388;p41"/>
            <p:cNvSpPr/>
            <p:nvPr/>
          </p:nvSpPr>
          <p:spPr>
            <a:xfrm>
              <a:off x="3401275" y="4238425"/>
              <a:ext cx="92300" cy="82175"/>
            </a:xfrm>
            <a:custGeom>
              <a:rect b="b" l="l" r="r" t="t"/>
              <a:pathLst>
                <a:path extrusionOk="0" h="3287" w="3692">
                  <a:moveTo>
                    <a:pt x="1477" y="0"/>
                  </a:moveTo>
                  <a:lnTo>
                    <a:pt x="0" y="1477"/>
                  </a:lnTo>
                  <a:lnTo>
                    <a:pt x="429" y="1929"/>
                  </a:lnTo>
                  <a:lnTo>
                    <a:pt x="1167" y="1191"/>
                  </a:lnTo>
                  <a:lnTo>
                    <a:pt x="1167" y="3287"/>
                  </a:lnTo>
                  <a:lnTo>
                    <a:pt x="3692" y="3287"/>
                  </a:lnTo>
                  <a:lnTo>
                    <a:pt x="3692" y="2644"/>
                  </a:lnTo>
                  <a:lnTo>
                    <a:pt x="1786" y="2644"/>
                  </a:lnTo>
                  <a:lnTo>
                    <a:pt x="1786" y="1191"/>
                  </a:lnTo>
                  <a:lnTo>
                    <a:pt x="2525" y="1929"/>
                  </a:lnTo>
                  <a:lnTo>
                    <a:pt x="2977" y="1477"/>
                  </a:lnTo>
                  <a:lnTo>
                    <a:pt x="14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89" name="Google Shape;1389;p41"/>
            <p:cNvSpPr/>
            <p:nvPr/>
          </p:nvSpPr>
          <p:spPr>
            <a:xfrm>
              <a:off x="3525100" y="4099100"/>
              <a:ext cx="92325" cy="82800"/>
            </a:xfrm>
            <a:custGeom>
              <a:rect b="b" l="l" r="r" t="t"/>
              <a:pathLst>
                <a:path extrusionOk="0" h="3312" w="3693">
                  <a:moveTo>
                    <a:pt x="2525" y="1"/>
                  </a:moveTo>
                  <a:lnTo>
                    <a:pt x="1" y="25"/>
                  </a:lnTo>
                  <a:lnTo>
                    <a:pt x="1" y="644"/>
                  </a:lnTo>
                  <a:lnTo>
                    <a:pt x="1882" y="644"/>
                  </a:lnTo>
                  <a:lnTo>
                    <a:pt x="1882" y="2097"/>
                  </a:lnTo>
                  <a:lnTo>
                    <a:pt x="1168" y="1358"/>
                  </a:lnTo>
                  <a:lnTo>
                    <a:pt x="715" y="1811"/>
                  </a:lnTo>
                  <a:lnTo>
                    <a:pt x="2192" y="3311"/>
                  </a:lnTo>
                  <a:lnTo>
                    <a:pt x="3692" y="1811"/>
                  </a:lnTo>
                  <a:lnTo>
                    <a:pt x="3240" y="1358"/>
                  </a:lnTo>
                  <a:lnTo>
                    <a:pt x="2525" y="2097"/>
                  </a:lnTo>
                  <a:lnTo>
                    <a:pt x="25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390" name="Google Shape;1390;p41"/>
          <p:cNvGrpSpPr/>
          <p:nvPr/>
        </p:nvGrpSpPr>
        <p:grpSpPr>
          <a:xfrm>
            <a:off x="3309391" y="3756938"/>
            <a:ext cx="345162" cy="345098"/>
            <a:chOff x="2795800" y="4083100"/>
            <a:chExt cx="269700" cy="269650"/>
          </a:xfrm>
        </p:grpSpPr>
        <p:sp>
          <p:nvSpPr>
            <p:cNvPr id="1391" name="Google Shape;1391;p41"/>
            <p:cNvSpPr/>
            <p:nvPr/>
          </p:nvSpPr>
          <p:spPr>
            <a:xfrm>
              <a:off x="2795800" y="4083100"/>
              <a:ext cx="166725" cy="142850"/>
            </a:xfrm>
            <a:custGeom>
              <a:rect b="b" l="l" r="r" t="t"/>
              <a:pathLst>
                <a:path extrusionOk="0" h="5714" w="6669">
                  <a:moveTo>
                    <a:pt x="3191" y="665"/>
                  </a:moveTo>
                  <a:lnTo>
                    <a:pt x="3191" y="1355"/>
                  </a:lnTo>
                  <a:cubicBezTo>
                    <a:pt x="3548" y="1474"/>
                    <a:pt x="3810" y="1832"/>
                    <a:pt x="3810" y="2236"/>
                  </a:cubicBezTo>
                  <a:lnTo>
                    <a:pt x="3191" y="2236"/>
                  </a:lnTo>
                  <a:cubicBezTo>
                    <a:pt x="3191" y="2046"/>
                    <a:pt x="3032" y="1919"/>
                    <a:pt x="2870" y="1919"/>
                  </a:cubicBezTo>
                  <a:cubicBezTo>
                    <a:pt x="2789" y="1919"/>
                    <a:pt x="2707" y="1951"/>
                    <a:pt x="2643" y="2022"/>
                  </a:cubicBezTo>
                  <a:cubicBezTo>
                    <a:pt x="2453" y="2213"/>
                    <a:pt x="2572" y="2546"/>
                    <a:pt x="2858" y="2546"/>
                  </a:cubicBezTo>
                  <a:cubicBezTo>
                    <a:pt x="3929" y="2546"/>
                    <a:pt x="4191" y="4046"/>
                    <a:pt x="3191" y="4380"/>
                  </a:cubicBezTo>
                  <a:lnTo>
                    <a:pt x="3191" y="5070"/>
                  </a:lnTo>
                  <a:lnTo>
                    <a:pt x="2548" y="5070"/>
                  </a:lnTo>
                  <a:lnTo>
                    <a:pt x="2548" y="4380"/>
                  </a:lnTo>
                  <a:cubicBezTo>
                    <a:pt x="2167" y="4261"/>
                    <a:pt x="1905" y="3903"/>
                    <a:pt x="1929" y="3499"/>
                  </a:cubicBezTo>
                  <a:lnTo>
                    <a:pt x="2548" y="3499"/>
                  </a:lnTo>
                  <a:cubicBezTo>
                    <a:pt x="2548" y="3689"/>
                    <a:pt x="2696" y="3816"/>
                    <a:pt x="2859" y="3816"/>
                  </a:cubicBezTo>
                  <a:cubicBezTo>
                    <a:pt x="2940" y="3816"/>
                    <a:pt x="3024" y="3784"/>
                    <a:pt x="3096" y="3713"/>
                  </a:cubicBezTo>
                  <a:cubicBezTo>
                    <a:pt x="3286" y="3522"/>
                    <a:pt x="3144" y="3189"/>
                    <a:pt x="2858" y="3189"/>
                  </a:cubicBezTo>
                  <a:cubicBezTo>
                    <a:pt x="1810" y="3189"/>
                    <a:pt x="1548" y="1689"/>
                    <a:pt x="2548" y="1355"/>
                  </a:cubicBezTo>
                  <a:lnTo>
                    <a:pt x="2548" y="665"/>
                  </a:lnTo>
                  <a:close/>
                  <a:moveTo>
                    <a:pt x="2881" y="0"/>
                  </a:moveTo>
                  <a:cubicBezTo>
                    <a:pt x="1414" y="0"/>
                    <a:pt x="0" y="1143"/>
                    <a:pt x="0" y="2856"/>
                  </a:cubicBezTo>
                  <a:cubicBezTo>
                    <a:pt x="24" y="4427"/>
                    <a:pt x="1286" y="5713"/>
                    <a:pt x="2858" y="5713"/>
                  </a:cubicBezTo>
                  <a:cubicBezTo>
                    <a:pt x="5406" y="5689"/>
                    <a:pt x="6668" y="2617"/>
                    <a:pt x="4858" y="831"/>
                  </a:cubicBezTo>
                  <a:cubicBezTo>
                    <a:pt x="4284" y="257"/>
                    <a:pt x="3577" y="0"/>
                    <a:pt x="28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92" name="Google Shape;1392;p41"/>
            <p:cNvSpPr/>
            <p:nvPr/>
          </p:nvSpPr>
          <p:spPr>
            <a:xfrm>
              <a:off x="2830325" y="4238425"/>
              <a:ext cx="92300" cy="82175"/>
            </a:xfrm>
            <a:custGeom>
              <a:rect b="b" l="l" r="r" t="t"/>
              <a:pathLst>
                <a:path extrusionOk="0" h="3287" w="3692">
                  <a:moveTo>
                    <a:pt x="1477" y="0"/>
                  </a:moveTo>
                  <a:lnTo>
                    <a:pt x="0" y="1477"/>
                  </a:lnTo>
                  <a:lnTo>
                    <a:pt x="453" y="1929"/>
                  </a:lnTo>
                  <a:lnTo>
                    <a:pt x="1167" y="1191"/>
                  </a:lnTo>
                  <a:lnTo>
                    <a:pt x="1167" y="3287"/>
                  </a:lnTo>
                  <a:lnTo>
                    <a:pt x="3692" y="3287"/>
                  </a:lnTo>
                  <a:lnTo>
                    <a:pt x="3692" y="2644"/>
                  </a:lnTo>
                  <a:lnTo>
                    <a:pt x="1786" y="2644"/>
                  </a:lnTo>
                  <a:lnTo>
                    <a:pt x="1786" y="1215"/>
                  </a:lnTo>
                  <a:lnTo>
                    <a:pt x="2525" y="1929"/>
                  </a:lnTo>
                  <a:lnTo>
                    <a:pt x="2977" y="1477"/>
                  </a:lnTo>
                  <a:lnTo>
                    <a:pt x="14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93" name="Google Shape;1393;p41"/>
            <p:cNvSpPr/>
            <p:nvPr/>
          </p:nvSpPr>
          <p:spPr>
            <a:xfrm>
              <a:off x="2954750" y="4099100"/>
              <a:ext cx="92900" cy="82800"/>
            </a:xfrm>
            <a:custGeom>
              <a:rect b="b" l="l" r="r" t="t"/>
              <a:pathLst>
                <a:path extrusionOk="0" h="3312" w="3716">
                  <a:moveTo>
                    <a:pt x="0" y="1"/>
                  </a:moveTo>
                  <a:lnTo>
                    <a:pt x="0" y="644"/>
                  </a:lnTo>
                  <a:lnTo>
                    <a:pt x="1882" y="644"/>
                  </a:lnTo>
                  <a:lnTo>
                    <a:pt x="1882" y="2097"/>
                  </a:lnTo>
                  <a:lnTo>
                    <a:pt x="1191" y="1358"/>
                  </a:lnTo>
                  <a:lnTo>
                    <a:pt x="739" y="1811"/>
                  </a:lnTo>
                  <a:lnTo>
                    <a:pt x="2215" y="3311"/>
                  </a:lnTo>
                  <a:lnTo>
                    <a:pt x="3716" y="1811"/>
                  </a:lnTo>
                  <a:lnTo>
                    <a:pt x="3263" y="1358"/>
                  </a:lnTo>
                  <a:lnTo>
                    <a:pt x="2549" y="2097"/>
                  </a:lnTo>
                  <a:lnTo>
                    <a:pt x="25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94" name="Google Shape;1394;p41"/>
            <p:cNvSpPr/>
            <p:nvPr/>
          </p:nvSpPr>
          <p:spPr>
            <a:xfrm>
              <a:off x="2954750" y="4194375"/>
              <a:ext cx="110750" cy="110150"/>
            </a:xfrm>
            <a:custGeom>
              <a:rect b="b" l="l" r="r" t="t"/>
              <a:pathLst>
                <a:path extrusionOk="0" h="4406" w="4430">
                  <a:moveTo>
                    <a:pt x="2930" y="1643"/>
                  </a:moveTo>
                  <a:lnTo>
                    <a:pt x="3382" y="2096"/>
                  </a:lnTo>
                  <a:lnTo>
                    <a:pt x="2215" y="3263"/>
                  </a:lnTo>
                  <a:lnTo>
                    <a:pt x="1048" y="2096"/>
                  </a:lnTo>
                  <a:lnTo>
                    <a:pt x="1477" y="1643"/>
                  </a:lnTo>
                  <a:lnTo>
                    <a:pt x="2215" y="2382"/>
                  </a:lnTo>
                  <a:lnTo>
                    <a:pt x="2930" y="1643"/>
                  </a:lnTo>
                  <a:close/>
                  <a:moveTo>
                    <a:pt x="2215" y="0"/>
                  </a:moveTo>
                  <a:cubicBezTo>
                    <a:pt x="1001" y="0"/>
                    <a:pt x="0" y="977"/>
                    <a:pt x="0" y="2191"/>
                  </a:cubicBezTo>
                  <a:cubicBezTo>
                    <a:pt x="0" y="2882"/>
                    <a:pt x="334" y="3548"/>
                    <a:pt x="882" y="3953"/>
                  </a:cubicBezTo>
                  <a:cubicBezTo>
                    <a:pt x="1025" y="4072"/>
                    <a:pt x="1144" y="4239"/>
                    <a:pt x="1191" y="4406"/>
                  </a:cubicBezTo>
                  <a:lnTo>
                    <a:pt x="3215" y="4406"/>
                  </a:lnTo>
                  <a:cubicBezTo>
                    <a:pt x="3287" y="4239"/>
                    <a:pt x="3382" y="4072"/>
                    <a:pt x="3549" y="3953"/>
                  </a:cubicBezTo>
                  <a:cubicBezTo>
                    <a:pt x="4097" y="3548"/>
                    <a:pt x="4430" y="2882"/>
                    <a:pt x="4406" y="2191"/>
                  </a:cubicBezTo>
                  <a:cubicBezTo>
                    <a:pt x="4406" y="977"/>
                    <a:pt x="3430" y="0"/>
                    <a:pt x="22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95" name="Google Shape;1395;p41"/>
            <p:cNvSpPr/>
            <p:nvPr/>
          </p:nvSpPr>
          <p:spPr>
            <a:xfrm>
              <a:off x="2986300" y="4320575"/>
              <a:ext cx="47650" cy="32175"/>
            </a:xfrm>
            <a:custGeom>
              <a:rect b="b" l="l" r="r" t="t"/>
              <a:pathLst>
                <a:path extrusionOk="0" h="1287" w="1906">
                  <a:moveTo>
                    <a:pt x="1" y="1"/>
                  </a:moveTo>
                  <a:lnTo>
                    <a:pt x="1" y="1287"/>
                  </a:lnTo>
                  <a:lnTo>
                    <a:pt x="1906" y="1287"/>
                  </a:lnTo>
                  <a:lnTo>
                    <a:pt x="19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396" name="Google Shape;1396;p41"/>
          <p:cNvGrpSpPr/>
          <p:nvPr/>
        </p:nvGrpSpPr>
        <p:grpSpPr>
          <a:xfrm>
            <a:off x="2561156" y="3756842"/>
            <a:ext cx="343658" cy="345194"/>
            <a:chOff x="2211150" y="4083025"/>
            <a:chExt cx="268525" cy="269725"/>
          </a:xfrm>
        </p:grpSpPr>
        <p:sp>
          <p:nvSpPr>
            <p:cNvPr id="1397" name="Google Shape;1397;p41"/>
            <p:cNvSpPr/>
            <p:nvPr/>
          </p:nvSpPr>
          <p:spPr>
            <a:xfrm>
              <a:off x="2334375" y="4131250"/>
              <a:ext cx="20875" cy="15500"/>
            </a:xfrm>
            <a:custGeom>
              <a:rect b="b" l="l" r="r" t="t"/>
              <a:pathLst>
                <a:path extrusionOk="0" h="620" w="835">
                  <a:moveTo>
                    <a:pt x="429" y="1"/>
                  </a:moveTo>
                  <a:cubicBezTo>
                    <a:pt x="1" y="1"/>
                    <a:pt x="1" y="620"/>
                    <a:pt x="429" y="620"/>
                  </a:cubicBezTo>
                  <a:cubicBezTo>
                    <a:pt x="834" y="620"/>
                    <a:pt x="834" y="1"/>
                    <a:pt x="4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98" name="Google Shape;1398;p41"/>
            <p:cNvSpPr/>
            <p:nvPr/>
          </p:nvSpPr>
          <p:spPr>
            <a:xfrm>
              <a:off x="2399875" y="4083025"/>
              <a:ext cx="31575" cy="32175"/>
            </a:xfrm>
            <a:custGeom>
              <a:rect b="b" l="l" r="r" t="t"/>
              <a:pathLst>
                <a:path extrusionOk="0" h="1287" w="1263">
                  <a:moveTo>
                    <a:pt x="0" y="1"/>
                  </a:moveTo>
                  <a:lnTo>
                    <a:pt x="0" y="668"/>
                  </a:lnTo>
                  <a:cubicBezTo>
                    <a:pt x="0" y="1001"/>
                    <a:pt x="286" y="1287"/>
                    <a:pt x="643" y="1287"/>
                  </a:cubicBezTo>
                  <a:lnTo>
                    <a:pt x="1263" y="1287"/>
                  </a:lnTo>
                  <a:lnTo>
                    <a:pt x="1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399" name="Google Shape;1399;p41"/>
            <p:cNvSpPr/>
            <p:nvPr/>
          </p:nvSpPr>
          <p:spPr>
            <a:xfrm>
              <a:off x="2258175" y="4083025"/>
              <a:ext cx="173275" cy="111950"/>
            </a:xfrm>
            <a:custGeom>
              <a:rect b="b" l="l" r="r" t="t"/>
              <a:pathLst>
                <a:path extrusionOk="0" h="4478" w="6931">
                  <a:moveTo>
                    <a:pt x="3477" y="1287"/>
                  </a:moveTo>
                  <a:cubicBezTo>
                    <a:pt x="4311" y="1287"/>
                    <a:pt x="4740" y="2311"/>
                    <a:pt x="4144" y="2906"/>
                  </a:cubicBezTo>
                  <a:cubicBezTo>
                    <a:pt x="3953" y="3098"/>
                    <a:pt x="3716" y="3183"/>
                    <a:pt x="3484" y="3183"/>
                  </a:cubicBezTo>
                  <a:cubicBezTo>
                    <a:pt x="2996" y="3183"/>
                    <a:pt x="2525" y="2804"/>
                    <a:pt x="2525" y="2239"/>
                  </a:cubicBezTo>
                  <a:cubicBezTo>
                    <a:pt x="2525" y="1716"/>
                    <a:pt x="2954" y="1287"/>
                    <a:pt x="3477" y="1287"/>
                  </a:cubicBezTo>
                  <a:close/>
                  <a:moveTo>
                    <a:pt x="1882" y="1"/>
                  </a:moveTo>
                  <a:lnTo>
                    <a:pt x="1882" y="668"/>
                  </a:lnTo>
                  <a:cubicBezTo>
                    <a:pt x="1882" y="1358"/>
                    <a:pt x="1334" y="1930"/>
                    <a:pt x="620" y="1930"/>
                  </a:cubicBezTo>
                  <a:lnTo>
                    <a:pt x="1" y="1930"/>
                  </a:lnTo>
                  <a:lnTo>
                    <a:pt x="1" y="2549"/>
                  </a:lnTo>
                  <a:lnTo>
                    <a:pt x="620" y="2549"/>
                  </a:lnTo>
                  <a:cubicBezTo>
                    <a:pt x="1334" y="2549"/>
                    <a:pt x="1882" y="3144"/>
                    <a:pt x="1882" y="3835"/>
                  </a:cubicBezTo>
                  <a:lnTo>
                    <a:pt x="1882" y="4478"/>
                  </a:lnTo>
                  <a:lnTo>
                    <a:pt x="5049" y="4478"/>
                  </a:lnTo>
                  <a:lnTo>
                    <a:pt x="5049" y="3835"/>
                  </a:lnTo>
                  <a:cubicBezTo>
                    <a:pt x="5049" y="3121"/>
                    <a:pt x="5597" y="2549"/>
                    <a:pt x="6311" y="2549"/>
                  </a:cubicBezTo>
                  <a:lnTo>
                    <a:pt x="6931" y="2549"/>
                  </a:lnTo>
                  <a:lnTo>
                    <a:pt x="6931" y="1930"/>
                  </a:lnTo>
                  <a:lnTo>
                    <a:pt x="6311" y="1930"/>
                  </a:lnTo>
                  <a:cubicBezTo>
                    <a:pt x="5621" y="1930"/>
                    <a:pt x="5049" y="1358"/>
                    <a:pt x="5049" y="668"/>
                  </a:cubicBezTo>
                  <a:lnTo>
                    <a:pt x="50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00" name="Google Shape;1400;p41"/>
            <p:cNvSpPr/>
            <p:nvPr/>
          </p:nvSpPr>
          <p:spPr>
            <a:xfrm>
              <a:off x="2399875" y="4162800"/>
              <a:ext cx="31575" cy="32175"/>
            </a:xfrm>
            <a:custGeom>
              <a:rect b="b" l="l" r="r" t="t"/>
              <a:pathLst>
                <a:path extrusionOk="0" h="1287" w="1263">
                  <a:moveTo>
                    <a:pt x="643" y="1"/>
                  </a:moveTo>
                  <a:cubicBezTo>
                    <a:pt x="286" y="1"/>
                    <a:pt x="0" y="287"/>
                    <a:pt x="0" y="644"/>
                  </a:cubicBezTo>
                  <a:lnTo>
                    <a:pt x="0" y="1287"/>
                  </a:lnTo>
                  <a:lnTo>
                    <a:pt x="1263" y="1287"/>
                  </a:lnTo>
                  <a:lnTo>
                    <a:pt x="1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01" name="Google Shape;1401;p41"/>
            <p:cNvSpPr/>
            <p:nvPr/>
          </p:nvSpPr>
          <p:spPr>
            <a:xfrm>
              <a:off x="2258175" y="4083025"/>
              <a:ext cx="31575" cy="32175"/>
            </a:xfrm>
            <a:custGeom>
              <a:rect b="b" l="l" r="r" t="t"/>
              <a:pathLst>
                <a:path extrusionOk="0" h="1287" w="1263">
                  <a:moveTo>
                    <a:pt x="1" y="1"/>
                  </a:moveTo>
                  <a:lnTo>
                    <a:pt x="1" y="1287"/>
                  </a:lnTo>
                  <a:lnTo>
                    <a:pt x="620" y="1287"/>
                  </a:lnTo>
                  <a:cubicBezTo>
                    <a:pt x="977" y="1287"/>
                    <a:pt x="1263" y="1001"/>
                    <a:pt x="1263" y="668"/>
                  </a:cubicBezTo>
                  <a:lnTo>
                    <a:pt x="1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02" name="Google Shape;1402;p41"/>
            <p:cNvSpPr/>
            <p:nvPr/>
          </p:nvSpPr>
          <p:spPr>
            <a:xfrm>
              <a:off x="2258175" y="4162800"/>
              <a:ext cx="31575" cy="32175"/>
            </a:xfrm>
            <a:custGeom>
              <a:rect b="b" l="l" r="r" t="t"/>
              <a:pathLst>
                <a:path extrusionOk="0" h="1287" w="1263">
                  <a:moveTo>
                    <a:pt x="1" y="1"/>
                  </a:moveTo>
                  <a:lnTo>
                    <a:pt x="1" y="1287"/>
                  </a:lnTo>
                  <a:lnTo>
                    <a:pt x="1263" y="1287"/>
                  </a:lnTo>
                  <a:lnTo>
                    <a:pt x="1263" y="644"/>
                  </a:lnTo>
                  <a:cubicBezTo>
                    <a:pt x="1263" y="287"/>
                    <a:pt x="977" y="1"/>
                    <a:pt x="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03" name="Google Shape;1403;p41"/>
            <p:cNvSpPr/>
            <p:nvPr/>
          </p:nvSpPr>
          <p:spPr>
            <a:xfrm>
              <a:off x="2255200" y="4273550"/>
              <a:ext cx="50025" cy="16100"/>
            </a:xfrm>
            <a:custGeom>
              <a:rect b="b" l="l" r="r" t="t"/>
              <a:pathLst>
                <a:path extrusionOk="0" h="644" w="2001">
                  <a:moveTo>
                    <a:pt x="429" y="0"/>
                  </a:moveTo>
                  <a:lnTo>
                    <a:pt x="0" y="643"/>
                  </a:lnTo>
                  <a:lnTo>
                    <a:pt x="2001" y="643"/>
                  </a:lnTo>
                  <a:lnTo>
                    <a:pt x="20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04" name="Google Shape;1404;p41"/>
            <p:cNvSpPr/>
            <p:nvPr/>
          </p:nvSpPr>
          <p:spPr>
            <a:xfrm>
              <a:off x="2277225" y="4242000"/>
              <a:ext cx="59575" cy="16100"/>
            </a:xfrm>
            <a:custGeom>
              <a:rect b="b" l="l" r="r" t="t"/>
              <a:pathLst>
                <a:path extrusionOk="0" h="644" w="2383">
                  <a:moveTo>
                    <a:pt x="429" y="0"/>
                  </a:moveTo>
                  <a:lnTo>
                    <a:pt x="1" y="643"/>
                  </a:lnTo>
                  <a:lnTo>
                    <a:pt x="2382" y="643"/>
                  </a:lnTo>
                  <a:lnTo>
                    <a:pt x="23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05" name="Google Shape;1405;p41"/>
            <p:cNvSpPr/>
            <p:nvPr/>
          </p:nvSpPr>
          <p:spPr>
            <a:xfrm>
              <a:off x="2232575" y="4305100"/>
              <a:ext cx="48850" cy="16100"/>
            </a:xfrm>
            <a:custGeom>
              <a:rect b="b" l="l" r="r" t="t"/>
              <a:pathLst>
                <a:path extrusionOk="0" h="644" w="1954">
                  <a:moveTo>
                    <a:pt x="453" y="1"/>
                  </a:moveTo>
                  <a:lnTo>
                    <a:pt x="1" y="644"/>
                  </a:lnTo>
                  <a:lnTo>
                    <a:pt x="1953" y="644"/>
                  </a:lnTo>
                  <a:lnTo>
                    <a:pt x="19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06" name="Google Shape;1406;p41"/>
            <p:cNvSpPr/>
            <p:nvPr/>
          </p:nvSpPr>
          <p:spPr>
            <a:xfrm>
              <a:off x="2352850" y="4242000"/>
              <a:ext cx="60150" cy="16100"/>
            </a:xfrm>
            <a:custGeom>
              <a:rect b="b" l="l" r="r" t="t"/>
              <a:pathLst>
                <a:path extrusionOk="0" h="644" w="2406">
                  <a:moveTo>
                    <a:pt x="0" y="0"/>
                  </a:moveTo>
                  <a:lnTo>
                    <a:pt x="0" y="643"/>
                  </a:lnTo>
                  <a:lnTo>
                    <a:pt x="2405" y="643"/>
                  </a:lnTo>
                  <a:lnTo>
                    <a:pt x="19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07" name="Google Shape;1407;p41"/>
            <p:cNvSpPr/>
            <p:nvPr/>
          </p:nvSpPr>
          <p:spPr>
            <a:xfrm>
              <a:off x="2352850" y="4305100"/>
              <a:ext cx="39300" cy="16100"/>
            </a:xfrm>
            <a:custGeom>
              <a:rect b="b" l="l" r="r" t="t"/>
              <a:pathLst>
                <a:path extrusionOk="0" h="644" w="1572">
                  <a:moveTo>
                    <a:pt x="0" y="1"/>
                  </a:moveTo>
                  <a:lnTo>
                    <a:pt x="0" y="644"/>
                  </a:lnTo>
                  <a:lnTo>
                    <a:pt x="1572" y="644"/>
                  </a:lnTo>
                  <a:lnTo>
                    <a:pt x="15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08" name="Google Shape;1408;p41"/>
            <p:cNvSpPr/>
            <p:nvPr/>
          </p:nvSpPr>
          <p:spPr>
            <a:xfrm>
              <a:off x="2321275" y="4273550"/>
              <a:ext cx="47075" cy="16100"/>
            </a:xfrm>
            <a:custGeom>
              <a:rect b="b" l="l" r="r" t="t"/>
              <a:pathLst>
                <a:path extrusionOk="0" h="644" w="1883">
                  <a:moveTo>
                    <a:pt x="1" y="0"/>
                  </a:moveTo>
                  <a:lnTo>
                    <a:pt x="1" y="643"/>
                  </a:lnTo>
                  <a:lnTo>
                    <a:pt x="1882" y="643"/>
                  </a:lnTo>
                  <a:lnTo>
                    <a:pt x="18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09" name="Google Shape;1409;p41"/>
            <p:cNvSpPr/>
            <p:nvPr/>
          </p:nvSpPr>
          <p:spPr>
            <a:xfrm>
              <a:off x="2297475" y="4305100"/>
              <a:ext cx="39325" cy="16100"/>
            </a:xfrm>
            <a:custGeom>
              <a:rect b="b" l="l" r="r" t="t"/>
              <a:pathLst>
                <a:path extrusionOk="0" h="644" w="1573">
                  <a:moveTo>
                    <a:pt x="0" y="1"/>
                  </a:moveTo>
                  <a:lnTo>
                    <a:pt x="0" y="644"/>
                  </a:lnTo>
                  <a:lnTo>
                    <a:pt x="1572" y="644"/>
                  </a:lnTo>
                  <a:lnTo>
                    <a:pt x="15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10" name="Google Shape;1410;p41"/>
            <p:cNvSpPr/>
            <p:nvPr/>
          </p:nvSpPr>
          <p:spPr>
            <a:xfrm>
              <a:off x="2299250" y="4210450"/>
              <a:ext cx="91125" cy="16100"/>
            </a:xfrm>
            <a:custGeom>
              <a:rect b="b" l="l" r="r" t="t"/>
              <a:pathLst>
                <a:path extrusionOk="0" h="644" w="3645">
                  <a:moveTo>
                    <a:pt x="429" y="0"/>
                  </a:moveTo>
                  <a:lnTo>
                    <a:pt x="1" y="643"/>
                  </a:lnTo>
                  <a:lnTo>
                    <a:pt x="3644" y="643"/>
                  </a:lnTo>
                  <a:lnTo>
                    <a:pt x="321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11" name="Google Shape;1411;p41"/>
            <p:cNvSpPr/>
            <p:nvPr/>
          </p:nvSpPr>
          <p:spPr>
            <a:xfrm>
              <a:off x="2408200" y="4305100"/>
              <a:ext cx="48850" cy="16100"/>
            </a:xfrm>
            <a:custGeom>
              <a:rect b="b" l="l" r="r" t="t"/>
              <a:pathLst>
                <a:path extrusionOk="0" h="644" w="1954">
                  <a:moveTo>
                    <a:pt x="1" y="1"/>
                  </a:moveTo>
                  <a:lnTo>
                    <a:pt x="1" y="644"/>
                  </a:lnTo>
                  <a:lnTo>
                    <a:pt x="1954" y="644"/>
                  </a:lnTo>
                  <a:lnTo>
                    <a:pt x="15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12" name="Google Shape;1412;p41"/>
            <p:cNvSpPr/>
            <p:nvPr/>
          </p:nvSpPr>
          <p:spPr>
            <a:xfrm>
              <a:off x="2384400" y="4273550"/>
              <a:ext cx="50625" cy="16100"/>
            </a:xfrm>
            <a:custGeom>
              <a:rect b="b" l="l" r="r" t="t"/>
              <a:pathLst>
                <a:path extrusionOk="0" h="644" w="2025">
                  <a:moveTo>
                    <a:pt x="0" y="0"/>
                  </a:moveTo>
                  <a:lnTo>
                    <a:pt x="0" y="643"/>
                  </a:lnTo>
                  <a:lnTo>
                    <a:pt x="2024" y="643"/>
                  </a:lnTo>
                  <a:lnTo>
                    <a:pt x="15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13" name="Google Shape;1413;p41"/>
            <p:cNvSpPr/>
            <p:nvPr/>
          </p:nvSpPr>
          <p:spPr>
            <a:xfrm>
              <a:off x="2437975" y="4337250"/>
              <a:ext cx="41700" cy="15500"/>
            </a:xfrm>
            <a:custGeom>
              <a:rect b="b" l="l" r="r" t="t"/>
              <a:pathLst>
                <a:path extrusionOk="0" h="620" w="1668">
                  <a:moveTo>
                    <a:pt x="1" y="1"/>
                  </a:moveTo>
                  <a:lnTo>
                    <a:pt x="1" y="620"/>
                  </a:lnTo>
                  <a:lnTo>
                    <a:pt x="1668" y="620"/>
                  </a:lnTo>
                  <a:lnTo>
                    <a:pt x="121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14" name="Google Shape;1414;p41"/>
            <p:cNvSpPr/>
            <p:nvPr/>
          </p:nvSpPr>
          <p:spPr>
            <a:xfrm>
              <a:off x="2324250" y="4337250"/>
              <a:ext cx="41125" cy="15500"/>
            </a:xfrm>
            <a:custGeom>
              <a:rect b="b" l="l" r="r" t="t"/>
              <a:pathLst>
                <a:path extrusionOk="0" h="620" w="1645">
                  <a:moveTo>
                    <a:pt x="1" y="1"/>
                  </a:moveTo>
                  <a:lnTo>
                    <a:pt x="1" y="620"/>
                  </a:lnTo>
                  <a:lnTo>
                    <a:pt x="1644" y="620"/>
                  </a:lnTo>
                  <a:lnTo>
                    <a:pt x="16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15" name="Google Shape;1415;p41"/>
            <p:cNvSpPr/>
            <p:nvPr/>
          </p:nvSpPr>
          <p:spPr>
            <a:xfrm>
              <a:off x="2211150" y="4337250"/>
              <a:ext cx="40500" cy="15500"/>
            </a:xfrm>
            <a:custGeom>
              <a:rect b="b" l="l" r="r" t="t"/>
              <a:pathLst>
                <a:path extrusionOk="0" h="620" w="1620">
                  <a:moveTo>
                    <a:pt x="429" y="1"/>
                  </a:moveTo>
                  <a:lnTo>
                    <a:pt x="0" y="620"/>
                  </a:lnTo>
                  <a:lnTo>
                    <a:pt x="1620" y="620"/>
                  </a:lnTo>
                  <a:lnTo>
                    <a:pt x="16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16" name="Google Shape;1416;p41"/>
            <p:cNvSpPr/>
            <p:nvPr/>
          </p:nvSpPr>
          <p:spPr>
            <a:xfrm>
              <a:off x="2267700" y="4337250"/>
              <a:ext cx="41100" cy="15500"/>
            </a:xfrm>
            <a:custGeom>
              <a:rect b="b" l="l" r="r" t="t"/>
              <a:pathLst>
                <a:path extrusionOk="0" h="620" w="1644">
                  <a:moveTo>
                    <a:pt x="1" y="1"/>
                  </a:moveTo>
                  <a:lnTo>
                    <a:pt x="1" y="620"/>
                  </a:lnTo>
                  <a:lnTo>
                    <a:pt x="1644" y="620"/>
                  </a:lnTo>
                  <a:lnTo>
                    <a:pt x="16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17" name="Google Shape;1417;p41"/>
            <p:cNvSpPr/>
            <p:nvPr/>
          </p:nvSpPr>
          <p:spPr>
            <a:xfrm>
              <a:off x="2381425" y="4337250"/>
              <a:ext cx="41100" cy="15500"/>
            </a:xfrm>
            <a:custGeom>
              <a:rect b="b" l="l" r="r" t="t"/>
              <a:pathLst>
                <a:path extrusionOk="0" h="620" w="1644">
                  <a:moveTo>
                    <a:pt x="0" y="1"/>
                  </a:moveTo>
                  <a:lnTo>
                    <a:pt x="0" y="620"/>
                  </a:lnTo>
                  <a:lnTo>
                    <a:pt x="1643" y="620"/>
                  </a:lnTo>
                  <a:lnTo>
                    <a:pt x="164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418" name="Google Shape;1418;p41"/>
          <p:cNvGrpSpPr/>
          <p:nvPr/>
        </p:nvGrpSpPr>
        <p:grpSpPr>
          <a:xfrm>
            <a:off x="1832726" y="3756842"/>
            <a:ext cx="344426" cy="345194"/>
            <a:chOff x="1641975" y="4083025"/>
            <a:chExt cx="269125" cy="269725"/>
          </a:xfrm>
        </p:grpSpPr>
        <p:sp>
          <p:nvSpPr>
            <p:cNvPr id="1419" name="Google Shape;1419;p41"/>
            <p:cNvSpPr/>
            <p:nvPr/>
          </p:nvSpPr>
          <p:spPr>
            <a:xfrm>
              <a:off x="1705675" y="4146650"/>
              <a:ext cx="166125" cy="142400"/>
            </a:xfrm>
            <a:custGeom>
              <a:rect b="b" l="l" r="r" t="t"/>
              <a:pathLst>
                <a:path extrusionOk="0" h="5696" w="6645">
                  <a:moveTo>
                    <a:pt x="3144" y="623"/>
                  </a:moveTo>
                  <a:lnTo>
                    <a:pt x="3144" y="1314"/>
                  </a:lnTo>
                  <a:cubicBezTo>
                    <a:pt x="3525" y="1457"/>
                    <a:pt x="3787" y="1814"/>
                    <a:pt x="3787" y="2219"/>
                  </a:cubicBezTo>
                  <a:lnTo>
                    <a:pt x="3144" y="2219"/>
                  </a:lnTo>
                  <a:cubicBezTo>
                    <a:pt x="3144" y="2023"/>
                    <a:pt x="2987" y="1894"/>
                    <a:pt x="2827" y="1894"/>
                  </a:cubicBezTo>
                  <a:cubicBezTo>
                    <a:pt x="2754" y="1894"/>
                    <a:pt x="2680" y="1921"/>
                    <a:pt x="2620" y="1981"/>
                  </a:cubicBezTo>
                  <a:cubicBezTo>
                    <a:pt x="2406" y="2195"/>
                    <a:pt x="2549" y="2528"/>
                    <a:pt x="2835" y="2528"/>
                  </a:cubicBezTo>
                  <a:cubicBezTo>
                    <a:pt x="3906" y="2528"/>
                    <a:pt x="4168" y="4005"/>
                    <a:pt x="3144" y="4362"/>
                  </a:cubicBezTo>
                  <a:lnTo>
                    <a:pt x="3144" y="5053"/>
                  </a:lnTo>
                  <a:lnTo>
                    <a:pt x="2525" y="5053"/>
                  </a:lnTo>
                  <a:lnTo>
                    <a:pt x="2525" y="4362"/>
                  </a:lnTo>
                  <a:cubicBezTo>
                    <a:pt x="2144" y="4243"/>
                    <a:pt x="1882" y="3886"/>
                    <a:pt x="1882" y="3481"/>
                  </a:cubicBezTo>
                  <a:lnTo>
                    <a:pt x="2525" y="3481"/>
                  </a:lnTo>
                  <a:cubicBezTo>
                    <a:pt x="2525" y="3671"/>
                    <a:pt x="2673" y="3798"/>
                    <a:pt x="2836" y="3798"/>
                  </a:cubicBezTo>
                  <a:cubicBezTo>
                    <a:pt x="2917" y="3798"/>
                    <a:pt x="3001" y="3767"/>
                    <a:pt x="3073" y="3695"/>
                  </a:cubicBezTo>
                  <a:cubicBezTo>
                    <a:pt x="3257" y="3511"/>
                    <a:pt x="3129" y="3170"/>
                    <a:pt x="2862" y="3170"/>
                  </a:cubicBezTo>
                  <a:cubicBezTo>
                    <a:pt x="2853" y="3170"/>
                    <a:pt x="2844" y="3171"/>
                    <a:pt x="2835" y="3171"/>
                  </a:cubicBezTo>
                  <a:cubicBezTo>
                    <a:pt x="1787" y="3147"/>
                    <a:pt x="1525" y="1695"/>
                    <a:pt x="2525" y="1314"/>
                  </a:cubicBezTo>
                  <a:lnTo>
                    <a:pt x="2525" y="623"/>
                  </a:lnTo>
                  <a:close/>
                  <a:moveTo>
                    <a:pt x="2858" y="1"/>
                  </a:moveTo>
                  <a:cubicBezTo>
                    <a:pt x="1395" y="1"/>
                    <a:pt x="1" y="1131"/>
                    <a:pt x="1" y="2838"/>
                  </a:cubicBezTo>
                  <a:cubicBezTo>
                    <a:pt x="1" y="4410"/>
                    <a:pt x="1263" y="5696"/>
                    <a:pt x="2835" y="5696"/>
                  </a:cubicBezTo>
                  <a:cubicBezTo>
                    <a:pt x="5359" y="5696"/>
                    <a:pt x="6645" y="2624"/>
                    <a:pt x="4859" y="838"/>
                  </a:cubicBezTo>
                  <a:cubicBezTo>
                    <a:pt x="4273" y="259"/>
                    <a:pt x="3558" y="1"/>
                    <a:pt x="28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20" name="Google Shape;1420;p41"/>
            <p:cNvSpPr/>
            <p:nvPr/>
          </p:nvSpPr>
          <p:spPr>
            <a:xfrm>
              <a:off x="1768800" y="4083025"/>
              <a:ext cx="15500" cy="32175"/>
            </a:xfrm>
            <a:custGeom>
              <a:rect b="b" l="l" r="r" t="t"/>
              <a:pathLst>
                <a:path extrusionOk="0" h="1287" w="620">
                  <a:moveTo>
                    <a:pt x="0" y="1"/>
                  </a:moveTo>
                  <a:lnTo>
                    <a:pt x="0" y="1287"/>
                  </a:lnTo>
                  <a:lnTo>
                    <a:pt x="619" y="1287"/>
                  </a:lnTo>
                  <a:lnTo>
                    <a:pt x="61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21" name="Google Shape;1421;p41"/>
            <p:cNvSpPr/>
            <p:nvPr/>
          </p:nvSpPr>
          <p:spPr>
            <a:xfrm>
              <a:off x="1768800" y="4320575"/>
              <a:ext cx="15500" cy="32175"/>
            </a:xfrm>
            <a:custGeom>
              <a:rect b="b" l="l" r="r" t="t"/>
              <a:pathLst>
                <a:path extrusionOk="0" h="1287" w="620">
                  <a:moveTo>
                    <a:pt x="0" y="1"/>
                  </a:moveTo>
                  <a:lnTo>
                    <a:pt x="0" y="1287"/>
                  </a:lnTo>
                  <a:lnTo>
                    <a:pt x="619" y="1287"/>
                  </a:lnTo>
                  <a:lnTo>
                    <a:pt x="61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22" name="Google Shape;1422;p41"/>
            <p:cNvSpPr/>
            <p:nvPr/>
          </p:nvSpPr>
          <p:spPr>
            <a:xfrm>
              <a:off x="1675900" y="4117575"/>
              <a:ext cx="33975" cy="33350"/>
            </a:xfrm>
            <a:custGeom>
              <a:rect b="b" l="l" r="r" t="t"/>
              <a:pathLst>
                <a:path extrusionOk="0" h="1334" w="1359">
                  <a:moveTo>
                    <a:pt x="453" y="0"/>
                  </a:moveTo>
                  <a:lnTo>
                    <a:pt x="1" y="453"/>
                  </a:lnTo>
                  <a:lnTo>
                    <a:pt x="906" y="1334"/>
                  </a:lnTo>
                  <a:lnTo>
                    <a:pt x="1358" y="881"/>
                  </a:lnTo>
                  <a:lnTo>
                    <a:pt x="4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23" name="Google Shape;1423;p41"/>
            <p:cNvSpPr/>
            <p:nvPr/>
          </p:nvSpPr>
          <p:spPr>
            <a:xfrm>
              <a:off x="1843800" y="4284850"/>
              <a:ext cx="33375" cy="33375"/>
            </a:xfrm>
            <a:custGeom>
              <a:rect b="b" l="l" r="r" t="t"/>
              <a:pathLst>
                <a:path extrusionOk="0" h="1335" w="1335">
                  <a:moveTo>
                    <a:pt x="429" y="1"/>
                  </a:moveTo>
                  <a:lnTo>
                    <a:pt x="1" y="453"/>
                  </a:lnTo>
                  <a:lnTo>
                    <a:pt x="882" y="1335"/>
                  </a:lnTo>
                  <a:lnTo>
                    <a:pt x="1334" y="882"/>
                  </a:lnTo>
                  <a:lnTo>
                    <a:pt x="42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24" name="Google Shape;1424;p41"/>
            <p:cNvSpPr/>
            <p:nvPr/>
          </p:nvSpPr>
          <p:spPr>
            <a:xfrm>
              <a:off x="1843800" y="4117575"/>
              <a:ext cx="33375" cy="33350"/>
            </a:xfrm>
            <a:custGeom>
              <a:rect b="b" l="l" r="r" t="t"/>
              <a:pathLst>
                <a:path extrusionOk="0" h="1334" w="1335">
                  <a:moveTo>
                    <a:pt x="882" y="0"/>
                  </a:moveTo>
                  <a:lnTo>
                    <a:pt x="1" y="881"/>
                  </a:lnTo>
                  <a:lnTo>
                    <a:pt x="429" y="1334"/>
                  </a:lnTo>
                  <a:lnTo>
                    <a:pt x="1334" y="429"/>
                  </a:lnTo>
                  <a:lnTo>
                    <a:pt x="8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25" name="Google Shape;1425;p41"/>
            <p:cNvSpPr/>
            <p:nvPr/>
          </p:nvSpPr>
          <p:spPr>
            <a:xfrm>
              <a:off x="1675900" y="4284850"/>
              <a:ext cx="33975" cy="33375"/>
            </a:xfrm>
            <a:custGeom>
              <a:rect b="b" l="l" r="r" t="t"/>
              <a:pathLst>
                <a:path extrusionOk="0" h="1335" w="1359">
                  <a:moveTo>
                    <a:pt x="906" y="1"/>
                  </a:moveTo>
                  <a:lnTo>
                    <a:pt x="1" y="906"/>
                  </a:lnTo>
                  <a:lnTo>
                    <a:pt x="453" y="1335"/>
                  </a:lnTo>
                  <a:lnTo>
                    <a:pt x="1358" y="453"/>
                  </a:lnTo>
                  <a:lnTo>
                    <a:pt x="9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26" name="Google Shape;1426;p41"/>
            <p:cNvSpPr/>
            <p:nvPr/>
          </p:nvSpPr>
          <p:spPr>
            <a:xfrm>
              <a:off x="1845600" y="4165800"/>
              <a:ext cx="65500" cy="104200"/>
            </a:xfrm>
            <a:custGeom>
              <a:rect b="b" l="l" r="r" t="t"/>
              <a:pathLst>
                <a:path extrusionOk="0" h="4168" w="2620">
                  <a:moveTo>
                    <a:pt x="0" y="0"/>
                  </a:moveTo>
                  <a:lnTo>
                    <a:pt x="0" y="0"/>
                  </a:lnTo>
                  <a:cubicBezTo>
                    <a:pt x="929" y="1238"/>
                    <a:pt x="929" y="2929"/>
                    <a:pt x="0" y="4168"/>
                  </a:cubicBezTo>
                  <a:cubicBezTo>
                    <a:pt x="977" y="3620"/>
                    <a:pt x="1858" y="2929"/>
                    <a:pt x="2620" y="2096"/>
                  </a:cubicBezTo>
                  <a:cubicBezTo>
                    <a:pt x="1858" y="1238"/>
                    <a:pt x="977" y="548"/>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27" name="Google Shape;1427;p41"/>
            <p:cNvSpPr/>
            <p:nvPr/>
          </p:nvSpPr>
          <p:spPr>
            <a:xfrm>
              <a:off x="1641975" y="4165800"/>
              <a:ext cx="65525" cy="104200"/>
            </a:xfrm>
            <a:custGeom>
              <a:rect b="b" l="l" r="r" t="t"/>
              <a:pathLst>
                <a:path extrusionOk="0" h="4168" w="2621">
                  <a:moveTo>
                    <a:pt x="2620" y="0"/>
                  </a:moveTo>
                  <a:lnTo>
                    <a:pt x="2620" y="0"/>
                  </a:lnTo>
                  <a:cubicBezTo>
                    <a:pt x="1620" y="548"/>
                    <a:pt x="739" y="1238"/>
                    <a:pt x="1" y="2096"/>
                  </a:cubicBezTo>
                  <a:cubicBezTo>
                    <a:pt x="739" y="2929"/>
                    <a:pt x="1620" y="3620"/>
                    <a:pt x="2620" y="4168"/>
                  </a:cubicBezTo>
                  <a:cubicBezTo>
                    <a:pt x="1668" y="2929"/>
                    <a:pt x="1668" y="1238"/>
                    <a:pt x="26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428" name="Google Shape;1428;p41"/>
          <p:cNvGrpSpPr/>
          <p:nvPr/>
        </p:nvGrpSpPr>
        <p:grpSpPr>
          <a:xfrm>
            <a:off x="1093642" y="3756842"/>
            <a:ext cx="343658" cy="345226"/>
            <a:chOff x="1064475" y="4083025"/>
            <a:chExt cx="268525" cy="269750"/>
          </a:xfrm>
        </p:grpSpPr>
        <p:sp>
          <p:nvSpPr>
            <p:cNvPr id="1429" name="Google Shape;1429;p41"/>
            <p:cNvSpPr/>
            <p:nvPr/>
          </p:nvSpPr>
          <p:spPr>
            <a:xfrm>
              <a:off x="1064475" y="4083025"/>
              <a:ext cx="63125" cy="174475"/>
            </a:xfrm>
            <a:custGeom>
              <a:rect b="b" l="l" r="r" t="t"/>
              <a:pathLst>
                <a:path extrusionOk="0" h="6979" w="2525">
                  <a:moveTo>
                    <a:pt x="1" y="1"/>
                  </a:moveTo>
                  <a:lnTo>
                    <a:pt x="1" y="6978"/>
                  </a:lnTo>
                  <a:lnTo>
                    <a:pt x="2525" y="6978"/>
                  </a:lnTo>
                  <a:lnTo>
                    <a:pt x="2525" y="6335"/>
                  </a:lnTo>
                  <a:lnTo>
                    <a:pt x="1882" y="6335"/>
                  </a:lnTo>
                  <a:lnTo>
                    <a:pt x="1882" y="5716"/>
                  </a:lnTo>
                  <a:lnTo>
                    <a:pt x="2525" y="5716"/>
                  </a:lnTo>
                  <a:lnTo>
                    <a:pt x="2525" y="5073"/>
                  </a:lnTo>
                  <a:lnTo>
                    <a:pt x="1882" y="5073"/>
                  </a:lnTo>
                  <a:lnTo>
                    <a:pt x="1882" y="4454"/>
                  </a:lnTo>
                  <a:lnTo>
                    <a:pt x="2525" y="4454"/>
                  </a:lnTo>
                  <a:lnTo>
                    <a:pt x="2525" y="3811"/>
                  </a:lnTo>
                  <a:lnTo>
                    <a:pt x="1882" y="3811"/>
                  </a:lnTo>
                  <a:lnTo>
                    <a:pt x="1882" y="3192"/>
                  </a:lnTo>
                  <a:lnTo>
                    <a:pt x="2525" y="3192"/>
                  </a:lnTo>
                  <a:lnTo>
                    <a:pt x="2525" y="2549"/>
                  </a:lnTo>
                  <a:lnTo>
                    <a:pt x="1882" y="2549"/>
                  </a:lnTo>
                  <a:lnTo>
                    <a:pt x="1882" y="1930"/>
                  </a:lnTo>
                  <a:lnTo>
                    <a:pt x="2525" y="1930"/>
                  </a:lnTo>
                  <a:lnTo>
                    <a:pt x="2525" y="1287"/>
                  </a:lnTo>
                  <a:lnTo>
                    <a:pt x="1882" y="1287"/>
                  </a:lnTo>
                  <a:lnTo>
                    <a:pt x="1882" y="668"/>
                  </a:lnTo>
                  <a:lnTo>
                    <a:pt x="2525" y="668"/>
                  </a:lnTo>
                  <a:lnTo>
                    <a:pt x="25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30" name="Google Shape;1430;p41"/>
            <p:cNvSpPr/>
            <p:nvPr/>
          </p:nvSpPr>
          <p:spPr>
            <a:xfrm>
              <a:off x="1143075" y="4083025"/>
              <a:ext cx="189925" cy="174475"/>
            </a:xfrm>
            <a:custGeom>
              <a:rect b="b" l="l" r="r" t="t"/>
              <a:pathLst>
                <a:path extrusionOk="0" h="6979" w="7597">
                  <a:moveTo>
                    <a:pt x="4120" y="1287"/>
                  </a:moveTo>
                  <a:lnTo>
                    <a:pt x="4120" y="1977"/>
                  </a:lnTo>
                  <a:cubicBezTo>
                    <a:pt x="4501" y="2120"/>
                    <a:pt x="4739" y="2478"/>
                    <a:pt x="4739" y="2882"/>
                  </a:cubicBezTo>
                  <a:lnTo>
                    <a:pt x="4120" y="2882"/>
                  </a:lnTo>
                  <a:cubicBezTo>
                    <a:pt x="4120" y="2668"/>
                    <a:pt x="3959" y="2561"/>
                    <a:pt x="3798" y="2561"/>
                  </a:cubicBezTo>
                  <a:cubicBezTo>
                    <a:pt x="3638" y="2561"/>
                    <a:pt x="3477" y="2668"/>
                    <a:pt x="3477" y="2882"/>
                  </a:cubicBezTo>
                  <a:cubicBezTo>
                    <a:pt x="3477" y="3049"/>
                    <a:pt x="3620" y="3192"/>
                    <a:pt x="3787" y="3192"/>
                  </a:cubicBezTo>
                  <a:cubicBezTo>
                    <a:pt x="4858" y="3192"/>
                    <a:pt x="5096" y="4668"/>
                    <a:pt x="4120" y="5026"/>
                  </a:cubicBezTo>
                  <a:lnTo>
                    <a:pt x="4120" y="5716"/>
                  </a:lnTo>
                  <a:lnTo>
                    <a:pt x="3477" y="5716"/>
                  </a:lnTo>
                  <a:lnTo>
                    <a:pt x="3477" y="5026"/>
                  </a:lnTo>
                  <a:cubicBezTo>
                    <a:pt x="3096" y="4883"/>
                    <a:pt x="2858" y="4526"/>
                    <a:pt x="2858" y="4121"/>
                  </a:cubicBezTo>
                  <a:lnTo>
                    <a:pt x="3477" y="4121"/>
                  </a:lnTo>
                  <a:cubicBezTo>
                    <a:pt x="3477" y="4317"/>
                    <a:pt x="3645" y="4446"/>
                    <a:pt x="3812" y="4446"/>
                  </a:cubicBezTo>
                  <a:cubicBezTo>
                    <a:pt x="3889" y="4446"/>
                    <a:pt x="3965" y="4419"/>
                    <a:pt x="4025" y="4359"/>
                  </a:cubicBezTo>
                  <a:cubicBezTo>
                    <a:pt x="4215" y="4145"/>
                    <a:pt x="4072" y="3811"/>
                    <a:pt x="3787" y="3811"/>
                  </a:cubicBezTo>
                  <a:cubicBezTo>
                    <a:pt x="2739" y="3811"/>
                    <a:pt x="2501" y="2335"/>
                    <a:pt x="3477" y="1977"/>
                  </a:cubicBezTo>
                  <a:lnTo>
                    <a:pt x="3477" y="1287"/>
                  </a:lnTo>
                  <a:close/>
                  <a:moveTo>
                    <a:pt x="0" y="1"/>
                  </a:moveTo>
                  <a:lnTo>
                    <a:pt x="0" y="668"/>
                  </a:lnTo>
                  <a:lnTo>
                    <a:pt x="643" y="668"/>
                  </a:lnTo>
                  <a:lnTo>
                    <a:pt x="643" y="1287"/>
                  </a:lnTo>
                  <a:lnTo>
                    <a:pt x="0" y="1287"/>
                  </a:lnTo>
                  <a:lnTo>
                    <a:pt x="0" y="1930"/>
                  </a:lnTo>
                  <a:lnTo>
                    <a:pt x="643" y="1930"/>
                  </a:lnTo>
                  <a:lnTo>
                    <a:pt x="643" y="2549"/>
                  </a:lnTo>
                  <a:lnTo>
                    <a:pt x="0" y="2549"/>
                  </a:lnTo>
                  <a:lnTo>
                    <a:pt x="0" y="3192"/>
                  </a:lnTo>
                  <a:lnTo>
                    <a:pt x="643" y="3192"/>
                  </a:lnTo>
                  <a:lnTo>
                    <a:pt x="643" y="3811"/>
                  </a:lnTo>
                  <a:lnTo>
                    <a:pt x="0" y="3811"/>
                  </a:lnTo>
                  <a:lnTo>
                    <a:pt x="0" y="4454"/>
                  </a:lnTo>
                  <a:lnTo>
                    <a:pt x="643" y="4454"/>
                  </a:lnTo>
                  <a:lnTo>
                    <a:pt x="643" y="5073"/>
                  </a:lnTo>
                  <a:lnTo>
                    <a:pt x="0" y="5073"/>
                  </a:lnTo>
                  <a:lnTo>
                    <a:pt x="0" y="5716"/>
                  </a:lnTo>
                  <a:lnTo>
                    <a:pt x="643" y="5716"/>
                  </a:lnTo>
                  <a:lnTo>
                    <a:pt x="643" y="6335"/>
                  </a:lnTo>
                  <a:lnTo>
                    <a:pt x="0" y="6335"/>
                  </a:lnTo>
                  <a:lnTo>
                    <a:pt x="0" y="6978"/>
                  </a:lnTo>
                  <a:lnTo>
                    <a:pt x="7597" y="6978"/>
                  </a:lnTo>
                  <a:lnTo>
                    <a:pt x="75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31" name="Google Shape;1431;p41"/>
            <p:cNvSpPr/>
            <p:nvPr/>
          </p:nvSpPr>
          <p:spPr>
            <a:xfrm>
              <a:off x="1086500" y="4272950"/>
              <a:ext cx="151850" cy="48250"/>
            </a:xfrm>
            <a:custGeom>
              <a:rect b="b" l="l" r="r" t="t"/>
              <a:pathLst>
                <a:path extrusionOk="0" h="1930" w="6074">
                  <a:moveTo>
                    <a:pt x="1906" y="1"/>
                  </a:moveTo>
                  <a:lnTo>
                    <a:pt x="1" y="953"/>
                  </a:lnTo>
                  <a:lnTo>
                    <a:pt x="1906" y="1930"/>
                  </a:lnTo>
                  <a:lnTo>
                    <a:pt x="6073" y="1930"/>
                  </a:lnTo>
                  <a:lnTo>
                    <a:pt x="60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32" name="Google Shape;1432;p41"/>
            <p:cNvSpPr/>
            <p:nvPr/>
          </p:nvSpPr>
          <p:spPr>
            <a:xfrm>
              <a:off x="1206175" y="4273550"/>
              <a:ext cx="95275" cy="79225"/>
            </a:xfrm>
            <a:custGeom>
              <a:rect b="b" l="l" r="r" t="t"/>
              <a:pathLst>
                <a:path extrusionOk="0" h="3169" w="3811">
                  <a:moveTo>
                    <a:pt x="1906" y="0"/>
                  </a:moveTo>
                  <a:lnTo>
                    <a:pt x="1906" y="1906"/>
                  </a:lnTo>
                  <a:lnTo>
                    <a:pt x="2215" y="1906"/>
                  </a:lnTo>
                  <a:cubicBezTo>
                    <a:pt x="2644" y="1906"/>
                    <a:pt x="2644" y="2549"/>
                    <a:pt x="2215" y="2549"/>
                  </a:cubicBezTo>
                  <a:lnTo>
                    <a:pt x="0" y="2549"/>
                  </a:lnTo>
                  <a:lnTo>
                    <a:pt x="0" y="3168"/>
                  </a:lnTo>
                  <a:lnTo>
                    <a:pt x="2215" y="3168"/>
                  </a:lnTo>
                  <a:cubicBezTo>
                    <a:pt x="2227" y="3168"/>
                    <a:pt x="2238" y="3168"/>
                    <a:pt x="2250" y="3168"/>
                  </a:cubicBezTo>
                  <a:cubicBezTo>
                    <a:pt x="2897" y="3168"/>
                    <a:pt x="3331" y="2514"/>
                    <a:pt x="3120" y="1906"/>
                  </a:cubicBezTo>
                  <a:lnTo>
                    <a:pt x="3811" y="1906"/>
                  </a:lnTo>
                  <a:lnTo>
                    <a:pt x="38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433" name="Google Shape;1433;p41"/>
          <p:cNvGrpSpPr/>
          <p:nvPr/>
        </p:nvGrpSpPr>
        <p:grpSpPr>
          <a:xfrm>
            <a:off x="7751513" y="3202912"/>
            <a:ext cx="344426" cy="344426"/>
            <a:chOff x="6266750" y="3650200"/>
            <a:chExt cx="269125" cy="269125"/>
          </a:xfrm>
        </p:grpSpPr>
        <p:sp>
          <p:nvSpPr>
            <p:cNvPr id="1434" name="Google Shape;1434;p41"/>
            <p:cNvSpPr/>
            <p:nvPr/>
          </p:nvSpPr>
          <p:spPr>
            <a:xfrm>
              <a:off x="6266750" y="3805000"/>
              <a:ext cx="260200" cy="114325"/>
            </a:xfrm>
            <a:custGeom>
              <a:rect b="b" l="l" r="r" t="t"/>
              <a:pathLst>
                <a:path extrusionOk="0" h="4573" w="10408">
                  <a:moveTo>
                    <a:pt x="620" y="1"/>
                  </a:moveTo>
                  <a:lnTo>
                    <a:pt x="0" y="120"/>
                  </a:lnTo>
                  <a:cubicBezTo>
                    <a:pt x="501" y="2692"/>
                    <a:pt x="2739" y="4573"/>
                    <a:pt x="5359" y="4573"/>
                  </a:cubicBezTo>
                  <a:cubicBezTo>
                    <a:pt x="6669" y="4573"/>
                    <a:pt x="7955" y="4073"/>
                    <a:pt x="8931" y="3215"/>
                  </a:cubicBezTo>
                  <a:lnTo>
                    <a:pt x="9907" y="3906"/>
                  </a:lnTo>
                  <a:lnTo>
                    <a:pt x="10407" y="667"/>
                  </a:lnTo>
                  <a:lnTo>
                    <a:pt x="7526" y="2239"/>
                  </a:lnTo>
                  <a:lnTo>
                    <a:pt x="8407" y="2834"/>
                  </a:lnTo>
                  <a:cubicBezTo>
                    <a:pt x="7550" y="3549"/>
                    <a:pt x="6454" y="3930"/>
                    <a:pt x="5335" y="3954"/>
                  </a:cubicBezTo>
                  <a:cubicBezTo>
                    <a:pt x="3025" y="3930"/>
                    <a:pt x="1048" y="2263"/>
                    <a:pt x="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35" name="Google Shape;1435;p41"/>
            <p:cNvSpPr/>
            <p:nvPr/>
          </p:nvSpPr>
          <p:spPr>
            <a:xfrm>
              <a:off x="6393150" y="3776625"/>
              <a:ext cx="18900" cy="15900"/>
            </a:xfrm>
            <a:custGeom>
              <a:rect b="b" l="l" r="r" t="t"/>
              <a:pathLst>
                <a:path extrusionOk="0" h="636" w="756">
                  <a:moveTo>
                    <a:pt x="329" y="1"/>
                  </a:moveTo>
                  <a:cubicBezTo>
                    <a:pt x="164" y="1"/>
                    <a:pt x="1" y="130"/>
                    <a:pt x="17" y="326"/>
                  </a:cubicBezTo>
                  <a:cubicBezTo>
                    <a:pt x="17" y="493"/>
                    <a:pt x="136" y="635"/>
                    <a:pt x="327" y="635"/>
                  </a:cubicBezTo>
                  <a:cubicBezTo>
                    <a:pt x="612" y="635"/>
                    <a:pt x="755" y="302"/>
                    <a:pt x="541" y="88"/>
                  </a:cubicBezTo>
                  <a:cubicBezTo>
                    <a:pt x="481" y="28"/>
                    <a:pt x="405" y="1"/>
                    <a:pt x="3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36" name="Google Shape;1436;p41"/>
            <p:cNvSpPr/>
            <p:nvPr/>
          </p:nvSpPr>
          <p:spPr>
            <a:xfrm>
              <a:off x="6457275" y="3729400"/>
              <a:ext cx="31575" cy="31575"/>
            </a:xfrm>
            <a:custGeom>
              <a:rect b="b" l="l" r="r" t="t"/>
              <a:pathLst>
                <a:path extrusionOk="0" h="1263" w="1263">
                  <a:moveTo>
                    <a:pt x="0" y="0"/>
                  </a:moveTo>
                  <a:lnTo>
                    <a:pt x="0" y="643"/>
                  </a:lnTo>
                  <a:cubicBezTo>
                    <a:pt x="0" y="977"/>
                    <a:pt x="262" y="1262"/>
                    <a:pt x="619" y="1262"/>
                  </a:cubicBezTo>
                  <a:lnTo>
                    <a:pt x="1262" y="1262"/>
                  </a:lnTo>
                  <a:lnTo>
                    <a:pt x="1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37" name="Google Shape;1437;p41"/>
            <p:cNvSpPr/>
            <p:nvPr/>
          </p:nvSpPr>
          <p:spPr>
            <a:xfrm>
              <a:off x="6313775" y="3729400"/>
              <a:ext cx="175075" cy="110750"/>
            </a:xfrm>
            <a:custGeom>
              <a:rect b="b" l="l" r="r" t="t"/>
              <a:pathLst>
                <a:path extrusionOk="0" h="4430" w="7003">
                  <a:moveTo>
                    <a:pt x="3502" y="1262"/>
                  </a:moveTo>
                  <a:cubicBezTo>
                    <a:pt x="4335" y="1262"/>
                    <a:pt x="4764" y="2286"/>
                    <a:pt x="4168" y="2882"/>
                  </a:cubicBezTo>
                  <a:cubicBezTo>
                    <a:pt x="3977" y="3073"/>
                    <a:pt x="3740" y="3159"/>
                    <a:pt x="3508" y="3159"/>
                  </a:cubicBezTo>
                  <a:cubicBezTo>
                    <a:pt x="3020" y="3159"/>
                    <a:pt x="2549" y="2780"/>
                    <a:pt x="2549" y="2215"/>
                  </a:cubicBezTo>
                  <a:cubicBezTo>
                    <a:pt x="2549" y="1691"/>
                    <a:pt x="2978" y="1262"/>
                    <a:pt x="3502" y="1262"/>
                  </a:cubicBezTo>
                  <a:close/>
                  <a:moveTo>
                    <a:pt x="1906" y="0"/>
                  </a:moveTo>
                  <a:lnTo>
                    <a:pt x="1906" y="643"/>
                  </a:lnTo>
                  <a:cubicBezTo>
                    <a:pt x="1906" y="1334"/>
                    <a:pt x="1334" y="1905"/>
                    <a:pt x="644" y="1905"/>
                  </a:cubicBezTo>
                  <a:lnTo>
                    <a:pt x="1" y="1905"/>
                  </a:lnTo>
                  <a:lnTo>
                    <a:pt x="1" y="2524"/>
                  </a:lnTo>
                  <a:lnTo>
                    <a:pt x="644" y="2524"/>
                  </a:lnTo>
                  <a:cubicBezTo>
                    <a:pt x="1334" y="2524"/>
                    <a:pt x="1906" y="3096"/>
                    <a:pt x="1906" y="3787"/>
                  </a:cubicBezTo>
                  <a:lnTo>
                    <a:pt x="1906" y="4430"/>
                  </a:lnTo>
                  <a:lnTo>
                    <a:pt x="5097" y="4430"/>
                  </a:lnTo>
                  <a:lnTo>
                    <a:pt x="5097" y="3787"/>
                  </a:lnTo>
                  <a:cubicBezTo>
                    <a:pt x="5097" y="3096"/>
                    <a:pt x="5669" y="2524"/>
                    <a:pt x="6359" y="2524"/>
                  </a:cubicBezTo>
                  <a:lnTo>
                    <a:pt x="7002" y="2524"/>
                  </a:lnTo>
                  <a:lnTo>
                    <a:pt x="7002" y="1905"/>
                  </a:lnTo>
                  <a:lnTo>
                    <a:pt x="6359" y="1905"/>
                  </a:lnTo>
                  <a:cubicBezTo>
                    <a:pt x="5669" y="1905"/>
                    <a:pt x="5097" y="1334"/>
                    <a:pt x="5097" y="643"/>
                  </a:cubicBezTo>
                  <a:lnTo>
                    <a:pt x="509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38" name="Google Shape;1438;p41"/>
            <p:cNvSpPr/>
            <p:nvPr/>
          </p:nvSpPr>
          <p:spPr>
            <a:xfrm>
              <a:off x="6456675" y="3808575"/>
              <a:ext cx="32175" cy="31575"/>
            </a:xfrm>
            <a:custGeom>
              <a:rect b="b" l="l" r="r" t="t"/>
              <a:pathLst>
                <a:path extrusionOk="0" h="1263" w="1287">
                  <a:moveTo>
                    <a:pt x="643" y="0"/>
                  </a:moveTo>
                  <a:cubicBezTo>
                    <a:pt x="286" y="0"/>
                    <a:pt x="0" y="286"/>
                    <a:pt x="24" y="620"/>
                  </a:cubicBezTo>
                  <a:lnTo>
                    <a:pt x="24" y="1263"/>
                  </a:lnTo>
                  <a:lnTo>
                    <a:pt x="1286" y="1263"/>
                  </a:lnTo>
                  <a:lnTo>
                    <a:pt x="12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39" name="Google Shape;1439;p41"/>
            <p:cNvSpPr/>
            <p:nvPr/>
          </p:nvSpPr>
          <p:spPr>
            <a:xfrm>
              <a:off x="6313775" y="3729400"/>
              <a:ext cx="31575" cy="31575"/>
            </a:xfrm>
            <a:custGeom>
              <a:rect b="b" l="l" r="r" t="t"/>
              <a:pathLst>
                <a:path extrusionOk="0" h="1263" w="1263">
                  <a:moveTo>
                    <a:pt x="1" y="0"/>
                  </a:moveTo>
                  <a:lnTo>
                    <a:pt x="1" y="1262"/>
                  </a:lnTo>
                  <a:lnTo>
                    <a:pt x="644" y="1262"/>
                  </a:lnTo>
                  <a:cubicBezTo>
                    <a:pt x="977" y="1262"/>
                    <a:pt x="1263" y="977"/>
                    <a:pt x="1263" y="643"/>
                  </a:cubicBezTo>
                  <a:lnTo>
                    <a:pt x="12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40" name="Google Shape;1440;p41"/>
            <p:cNvSpPr/>
            <p:nvPr/>
          </p:nvSpPr>
          <p:spPr>
            <a:xfrm>
              <a:off x="6313775" y="3808575"/>
              <a:ext cx="31575" cy="31575"/>
            </a:xfrm>
            <a:custGeom>
              <a:rect b="b" l="l" r="r" t="t"/>
              <a:pathLst>
                <a:path extrusionOk="0" h="1263" w="1263">
                  <a:moveTo>
                    <a:pt x="1" y="0"/>
                  </a:moveTo>
                  <a:lnTo>
                    <a:pt x="1" y="1263"/>
                  </a:lnTo>
                  <a:lnTo>
                    <a:pt x="1263" y="1263"/>
                  </a:lnTo>
                  <a:lnTo>
                    <a:pt x="1263" y="620"/>
                  </a:lnTo>
                  <a:cubicBezTo>
                    <a:pt x="1263" y="286"/>
                    <a:pt x="977" y="0"/>
                    <a:pt x="6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41" name="Google Shape;1441;p41"/>
            <p:cNvSpPr/>
            <p:nvPr/>
          </p:nvSpPr>
          <p:spPr>
            <a:xfrm>
              <a:off x="6273900" y="3650200"/>
              <a:ext cx="261975" cy="113750"/>
            </a:xfrm>
            <a:custGeom>
              <a:rect b="b" l="l" r="r" t="t"/>
              <a:pathLst>
                <a:path extrusionOk="0" h="4550" w="10479">
                  <a:moveTo>
                    <a:pt x="5097" y="1"/>
                  </a:moveTo>
                  <a:cubicBezTo>
                    <a:pt x="3715" y="1"/>
                    <a:pt x="2406" y="501"/>
                    <a:pt x="1429" y="1454"/>
                  </a:cubicBezTo>
                  <a:lnTo>
                    <a:pt x="477" y="787"/>
                  </a:lnTo>
                  <a:lnTo>
                    <a:pt x="0" y="4002"/>
                  </a:lnTo>
                  <a:lnTo>
                    <a:pt x="2858" y="2454"/>
                  </a:lnTo>
                  <a:lnTo>
                    <a:pt x="1953" y="1811"/>
                  </a:lnTo>
                  <a:cubicBezTo>
                    <a:pt x="2810" y="1049"/>
                    <a:pt x="3930" y="620"/>
                    <a:pt x="5097" y="620"/>
                  </a:cubicBezTo>
                  <a:cubicBezTo>
                    <a:pt x="7407" y="620"/>
                    <a:pt x="9407" y="2263"/>
                    <a:pt x="9859" y="4549"/>
                  </a:cubicBezTo>
                  <a:lnTo>
                    <a:pt x="10479" y="4454"/>
                  </a:lnTo>
                  <a:cubicBezTo>
                    <a:pt x="9955" y="1858"/>
                    <a:pt x="7716" y="1"/>
                    <a:pt x="50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442" name="Google Shape;1442;p41"/>
          <p:cNvGrpSpPr/>
          <p:nvPr/>
        </p:nvGrpSpPr>
        <p:grpSpPr>
          <a:xfrm>
            <a:off x="7010893" y="3202912"/>
            <a:ext cx="345194" cy="344426"/>
            <a:chOff x="5688050" y="3650200"/>
            <a:chExt cx="269725" cy="269125"/>
          </a:xfrm>
        </p:grpSpPr>
        <p:sp>
          <p:nvSpPr>
            <p:cNvPr id="1443" name="Google Shape;1443;p41"/>
            <p:cNvSpPr/>
            <p:nvPr/>
          </p:nvSpPr>
          <p:spPr>
            <a:xfrm>
              <a:off x="5811900" y="3697825"/>
              <a:ext cx="21450" cy="16100"/>
            </a:xfrm>
            <a:custGeom>
              <a:rect b="b" l="l" r="r" t="t"/>
              <a:pathLst>
                <a:path extrusionOk="0" h="644" w="858">
                  <a:moveTo>
                    <a:pt x="429" y="1"/>
                  </a:moveTo>
                  <a:cubicBezTo>
                    <a:pt x="0" y="1"/>
                    <a:pt x="0" y="644"/>
                    <a:pt x="429" y="644"/>
                  </a:cubicBezTo>
                  <a:cubicBezTo>
                    <a:pt x="858" y="644"/>
                    <a:pt x="858" y="1"/>
                    <a:pt x="4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44" name="Google Shape;1444;p41"/>
            <p:cNvSpPr/>
            <p:nvPr/>
          </p:nvSpPr>
          <p:spPr>
            <a:xfrm>
              <a:off x="5877975" y="3650200"/>
              <a:ext cx="32175" cy="32175"/>
            </a:xfrm>
            <a:custGeom>
              <a:rect b="b" l="l" r="r" t="t"/>
              <a:pathLst>
                <a:path extrusionOk="0" h="1287" w="1287">
                  <a:moveTo>
                    <a:pt x="1" y="1"/>
                  </a:moveTo>
                  <a:lnTo>
                    <a:pt x="1" y="644"/>
                  </a:lnTo>
                  <a:cubicBezTo>
                    <a:pt x="1" y="1001"/>
                    <a:pt x="286" y="1287"/>
                    <a:pt x="644" y="1287"/>
                  </a:cubicBezTo>
                  <a:lnTo>
                    <a:pt x="1287" y="1287"/>
                  </a:lnTo>
                  <a:lnTo>
                    <a:pt x="12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45" name="Google Shape;1445;p41"/>
            <p:cNvSpPr/>
            <p:nvPr/>
          </p:nvSpPr>
          <p:spPr>
            <a:xfrm>
              <a:off x="5735675" y="3650200"/>
              <a:ext cx="173875" cy="110775"/>
            </a:xfrm>
            <a:custGeom>
              <a:rect b="b" l="l" r="r" t="t"/>
              <a:pathLst>
                <a:path extrusionOk="0" h="4431" w="6955">
                  <a:moveTo>
                    <a:pt x="3471" y="1271"/>
                  </a:moveTo>
                  <a:cubicBezTo>
                    <a:pt x="3960" y="1271"/>
                    <a:pt x="4430" y="1650"/>
                    <a:pt x="4430" y="2216"/>
                  </a:cubicBezTo>
                  <a:cubicBezTo>
                    <a:pt x="4430" y="2739"/>
                    <a:pt x="4002" y="3168"/>
                    <a:pt x="3478" y="3168"/>
                  </a:cubicBezTo>
                  <a:cubicBezTo>
                    <a:pt x="2644" y="3168"/>
                    <a:pt x="2216" y="2144"/>
                    <a:pt x="2811" y="1549"/>
                  </a:cubicBezTo>
                  <a:cubicBezTo>
                    <a:pt x="3003" y="1357"/>
                    <a:pt x="3239" y="1271"/>
                    <a:pt x="3471" y="1271"/>
                  </a:cubicBezTo>
                  <a:close/>
                  <a:moveTo>
                    <a:pt x="1906" y="1"/>
                  </a:moveTo>
                  <a:lnTo>
                    <a:pt x="1906" y="644"/>
                  </a:lnTo>
                  <a:cubicBezTo>
                    <a:pt x="1906" y="1334"/>
                    <a:pt x="1335" y="1906"/>
                    <a:pt x="644" y="1906"/>
                  </a:cubicBezTo>
                  <a:lnTo>
                    <a:pt x="1" y="1906"/>
                  </a:lnTo>
                  <a:lnTo>
                    <a:pt x="1" y="2549"/>
                  </a:lnTo>
                  <a:lnTo>
                    <a:pt x="644" y="2549"/>
                  </a:lnTo>
                  <a:cubicBezTo>
                    <a:pt x="1335" y="2549"/>
                    <a:pt x="1906" y="3097"/>
                    <a:pt x="1906" y="3811"/>
                  </a:cubicBezTo>
                  <a:lnTo>
                    <a:pt x="1906" y="4430"/>
                  </a:lnTo>
                  <a:lnTo>
                    <a:pt x="5050" y="4430"/>
                  </a:lnTo>
                  <a:lnTo>
                    <a:pt x="5050" y="3811"/>
                  </a:lnTo>
                  <a:cubicBezTo>
                    <a:pt x="5050" y="3097"/>
                    <a:pt x="5621" y="2549"/>
                    <a:pt x="6312" y="2549"/>
                  </a:cubicBezTo>
                  <a:lnTo>
                    <a:pt x="6955" y="2549"/>
                  </a:lnTo>
                  <a:lnTo>
                    <a:pt x="6955" y="1906"/>
                  </a:lnTo>
                  <a:lnTo>
                    <a:pt x="6336" y="1906"/>
                  </a:lnTo>
                  <a:cubicBezTo>
                    <a:pt x="5645" y="1906"/>
                    <a:pt x="5073" y="1334"/>
                    <a:pt x="5073" y="644"/>
                  </a:cubicBezTo>
                  <a:lnTo>
                    <a:pt x="50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46" name="Google Shape;1446;p41"/>
            <p:cNvSpPr/>
            <p:nvPr/>
          </p:nvSpPr>
          <p:spPr>
            <a:xfrm>
              <a:off x="5877975" y="3729400"/>
              <a:ext cx="31575" cy="31575"/>
            </a:xfrm>
            <a:custGeom>
              <a:rect b="b" l="l" r="r" t="t"/>
              <a:pathLst>
                <a:path extrusionOk="0" h="1263" w="1263">
                  <a:moveTo>
                    <a:pt x="644" y="0"/>
                  </a:moveTo>
                  <a:cubicBezTo>
                    <a:pt x="286" y="0"/>
                    <a:pt x="1" y="286"/>
                    <a:pt x="1" y="643"/>
                  </a:cubicBezTo>
                  <a:lnTo>
                    <a:pt x="1" y="1262"/>
                  </a:lnTo>
                  <a:lnTo>
                    <a:pt x="1263" y="1262"/>
                  </a:lnTo>
                  <a:lnTo>
                    <a:pt x="12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47" name="Google Shape;1447;p41"/>
            <p:cNvSpPr/>
            <p:nvPr/>
          </p:nvSpPr>
          <p:spPr>
            <a:xfrm>
              <a:off x="5735675" y="3650200"/>
              <a:ext cx="31600" cy="32175"/>
            </a:xfrm>
            <a:custGeom>
              <a:rect b="b" l="l" r="r" t="t"/>
              <a:pathLst>
                <a:path extrusionOk="0" h="1287" w="1264">
                  <a:moveTo>
                    <a:pt x="1" y="1"/>
                  </a:moveTo>
                  <a:lnTo>
                    <a:pt x="1" y="1287"/>
                  </a:lnTo>
                  <a:lnTo>
                    <a:pt x="644" y="1287"/>
                  </a:lnTo>
                  <a:cubicBezTo>
                    <a:pt x="977" y="1287"/>
                    <a:pt x="1263" y="1001"/>
                    <a:pt x="1263" y="644"/>
                  </a:cubicBezTo>
                  <a:lnTo>
                    <a:pt x="1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48" name="Google Shape;1448;p41"/>
            <p:cNvSpPr/>
            <p:nvPr/>
          </p:nvSpPr>
          <p:spPr>
            <a:xfrm>
              <a:off x="5736275" y="3729400"/>
              <a:ext cx="31575" cy="31575"/>
            </a:xfrm>
            <a:custGeom>
              <a:rect b="b" l="l" r="r" t="t"/>
              <a:pathLst>
                <a:path extrusionOk="0" h="1263" w="1263">
                  <a:moveTo>
                    <a:pt x="1" y="0"/>
                  </a:moveTo>
                  <a:lnTo>
                    <a:pt x="1" y="1262"/>
                  </a:lnTo>
                  <a:lnTo>
                    <a:pt x="1263" y="1262"/>
                  </a:lnTo>
                  <a:lnTo>
                    <a:pt x="1263" y="643"/>
                  </a:lnTo>
                  <a:cubicBezTo>
                    <a:pt x="1263" y="286"/>
                    <a:pt x="977" y="0"/>
                    <a:pt x="6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49" name="Google Shape;1449;p41"/>
            <p:cNvSpPr/>
            <p:nvPr/>
          </p:nvSpPr>
          <p:spPr>
            <a:xfrm>
              <a:off x="5688050" y="3763325"/>
              <a:ext cx="269725" cy="156000"/>
            </a:xfrm>
            <a:custGeom>
              <a:rect b="b" l="l" r="r" t="t"/>
              <a:pathLst>
                <a:path extrusionOk="0" h="6240" w="10789">
                  <a:moveTo>
                    <a:pt x="9979" y="1"/>
                  </a:moveTo>
                  <a:lnTo>
                    <a:pt x="7050" y="2430"/>
                  </a:lnTo>
                  <a:lnTo>
                    <a:pt x="4454" y="2430"/>
                  </a:lnTo>
                  <a:lnTo>
                    <a:pt x="4454" y="1810"/>
                  </a:lnTo>
                  <a:lnTo>
                    <a:pt x="6978" y="1810"/>
                  </a:lnTo>
                  <a:lnTo>
                    <a:pt x="6978" y="548"/>
                  </a:lnTo>
                  <a:lnTo>
                    <a:pt x="3359" y="548"/>
                  </a:lnTo>
                  <a:lnTo>
                    <a:pt x="1" y="3644"/>
                  </a:lnTo>
                  <a:lnTo>
                    <a:pt x="2216" y="6240"/>
                  </a:lnTo>
                  <a:lnTo>
                    <a:pt x="4240" y="4335"/>
                  </a:lnTo>
                  <a:lnTo>
                    <a:pt x="6764" y="4335"/>
                  </a:lnTo>
                  <a:lnTo>
                    <a:pt x="10789" y="977"/>
                  </a:lnTo>
                  <a:lnTo>
                    <a:pt x="997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sp>
        <p:nvSpPr>
          <p:cNvPr id="1450" name="Google Shape;1450;p41"/>
          <p:cNvSpPr/>
          <p:nvPr/>
        </p:nvSpPr>
        <p:spPr>
          <a:xfrm>
            <a:off x="6326315" y="3202687"/>
            <a:ext cx="222525" cy="344426"/>
          </a:xfrm>
          <a:custGeom>
            <a:rect b="b" l="l" r="r" t="t"/>
            <a:pathLst>
              <a:path extrusionOk="0" h="10765" w="6955">
                <a:moveTo>
                  <a:pt x="3787" y="2525"/>
                </a:moveTo>
                <a:lnTo>
                  <a:pt x="3787" y="3216"/>
                </a:lnTo>
                <a:cubicBezTo>
                  <a:pt x="4168" y="3359"/>
                  <a:pt x="4430" y="3716"/>
                  <a:pt x="4430" y="4121"/>
                </a:cubicBezTo>
                <a:lnTo>
                  <a:pt x="3787" y="4121"/>
                </a:lnTo>
                <a:cubicBezTo>
                  <a:pt x="3787" y="3925"/>
                  <a:pt x="3630" y="3796"/>
                  <a:pt x="3462" y="3796"/>
                </a:cubicBezTo>
                <a:cubicBezTo>
                  <a:pt x="3385" y="3796"/>
                  <a:pt x="3306" y="3823"/>
                  <a:pt x="3239" y="3883"/>
                </a:cubicBezTo>
                <a:cubicBezTo>
                  <a:pt x="3049" y="4097"/>
                  <a:pt x="3192" y="4430"/>
                  <a:pt x="3477" y="4430"/>
                </a:cubicBezTo>
                <a:cubicBezTo>
                  <a:pt x="4525" y="4430"/>
                  <a:pt x="4787" y="5907"/>
                  <a:pt x="3787" y="6264"/>
                </a:cubicBezTo>
                <a:lnTo>
                  <a:pt x="3787" y="6955"/>
                </a:lnTo>
                <a:lnTo>
                  <a:pt x="3168" y="6955"/>
                </a:lnTo>
                <a:lnTo>
                  <a:pt x="3168" y="6264"/>
                </a:lnTo>
                <a:cubicBezTo>
                  <a:pt x="2787" y="6121"/>
                  <a:pt x="2525" y="5764"/>
                  <a:pt x="2525" y="5359"/>
                </a:cubicBezTo>
                <a:lnTo>
                  <a:pt x="3168" y="5359"/>
                </a:lnTo>
                <a:cubicBezTo>
                  <a:pt x="3168" y="5555"/>
                  <a:pt x="3325" y="5684"/>
                  <a:pt x="3485" y="5684"/>
                </a:cubicBezTo>
                <a:cubicBezTo>
                  <a:pt x="3558" y="5684"/>
                  <a:pt x="3632" y="5657"/>
                  <a:pt x="3692" y="5597"/>
                </a:cubicBezTo>
                <a:cubicBezTo>
                  <a:pt x="3882" y="5383"/>
                  <a:pt x="3763" y="5049"/>
                  <a:pt x="3477" y="5049"/>
                </a:cubicBezTo>
                <a:cubicBezTo>
                  <a:pt x="2406" y="5049"/>
                  <a:pt x="2168" y="3573"/>
                  <a:pt x="3168" y="3216"/>
                </a:cubicBezTo>
                <a:lnTo>
                  <a:pt x="3168" y="2525"/>
                </a:lnTo>
                <a:close/>
                <a:moveTo>
                  <a:pt x="1906" y="7574"/>
                </a:moveTo>
                <a:lnTo>
                  <a:pt x="1906" y="8217"/>
                </a:lnTo>
                <a:lnTo>
                  <a:pt x="1263" y="8217"/>
                </a:lnTo>
                <a:lnTo>
                  <a:pt x="1263" y="7574"/>
                </a:lnTo>
                <a:close/>
                <a:moveTo>
                  <a:pt x="5692" y="7574"/>
                </a:moveTo>
                <a:lnTo>
                  <a:pt x="5692" y="8217"/>
                </a:lnTo>
                <a:lnTo>
                  <a:pt x="2549" y="8217"/>
                </a:lnTo>
                <a:lnTo>
                  <a:pt x="2549" y="7574"/>
                </a:lnTo>
                <a:close/>
                <a:moveTo>
                  <a:pt x="4430" y="8836"/>
                </a:moveTo>
                <a:lnTo>
                  <a:pt x="4430" y="9479"/>
                </a:lnTo>
                <a:lnTo>
                  <a:pt x="1263" y="9479"/>
                </a:lnTo>
                <a:lnTo>
                  <a:pt x="1263" y="8836"/>
                </a:lnTo>
                <a:close/>
                <a:moveTo>
                  <a:pt x="5692" y="8836"/>
                </a:moveTo>
                <a:lnTo>
                  <a:pt x="5692" y="9479"/>
                </a:lnTo>
                <a:lnTo>
                  <a:pt x="5049" y="9479"/>
                </a:lnTo>
                <a:lnTo>
                  <a:pt x="5049" y="8836"/>
                </a:lnTo>
                <a:close/>
                <a:moveTo>
                  <a:pt x="1572" y="1"/>
                </a:moveTo>
                <a:lnTo>
                  <a:pt x="905" y="691"/>
                </a:lnTo>
                <a:lnTo>
                  <a:pt x="0" y="144"/>
                </a:lnTo>
                <a:lnTo>
                  <a:pt x="0" y="10765"/>
                </a:lnTo>
                <a:lnTo>
                  <a:pt x="6954" y="10765"/>
                </a:lnTo>
                <a:lnTo>
                  <a:pt x="6954" y="144"/>
                </a:lnTo>
                <a:lnTo>
                  <a:pt x="6049" y="668"/>
                </a:lnTo>
                <a:lnTo>
                  <a:pt x="5359" y="1"/>
                </a:lnTo>
                <a:lnTo>
                  <a:pt x="4739" y="620"/>
                </a:lnTo>
                <a:lnTo>
                  <a:pt x="4096" y="1"/>
                </a:lnTo>
                <a:lnTo>
                  <a:pt x="3477" y="620"/>
                </a:lnTo>
                <a:lnTo>
                  <a:pt x="2834" y="1"/>
                </a:lnTo>
                <a:lnTo>
                  <a:pt x="2215" y="620"/>
                </a:lnTo>
                <a:lnTo>
                  <a:pt x="15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nvGrpSpPr>
          <p:cNvPr id="1451" name="Google Shape;1451;p41"/>
          <p:cNvGrpSpPr/>
          <p:nvPr/>
        </p:nvGrpSpPr>
        <p:grpSpPr>
          <a:xfrm>
            <a:off x="5572366" y="3202912"/>
            <a:ext cx="262135" cy="344426"/>
            <a:chOff x="4564025" y="3650200"/>
            <a:chExt cx="204825" cy="269125"/>
          </a:xfrm>
        </p:grpSpPr>
        <p:sp>
          <p:nvSpPr>
            <p:cNvPr id="1452" name="Google Shape;1452;p41"/>
            <p:cNvSpPr/>
            <p:nvPr/>
          </p:nvSpPr>
          <p:spPr>
            <a:xfrm>
              <a:off x="4564025" y="3713900"/>
              <a:ext cx="204825" cy="205425"/>
            </a:xfrm>
            <a:custGeom>
              <a:rect b="b" l="l" r="r" t="t"/>
              <a:pathLst>
                <a:path extrusionOk="0" h="8217" w="8193">
                  <a:moveTo>
                    <a:pt x="4430" y="1906"/>
                  </a:moveTo>
                  <a:lnTo>
                    <a:pt x="4430" y="2597"/>
                  </a:lnTo>
                  <a:cubicBezTo>
                    <a:pt x="4811" y="2740"/>
                    <a:pt x="5049" y="3097"/>
                    <a:pt x="5049" y="3502"/>
                  </a:cubicBezTo>
                  <a:lnTo>
                    <a:pt x="4430" y="3502"/>
                  </a:lnTo>
                  <a:cubicBezTo>
                    <a:pt x="4430" y="3311"/>
                    <a:pt x="4263" y="3168"/>
                    <a:pt x="4096" y="3168"/>
                  </a:cubicBezTo>
                  <a:cubicBezTo>
                    <a:pt x="3929" y="3192"/>
                    <a:pt x="3810" y="3311"/>
                    <a:pt x="3787" y="3478"/>
                  </a:cubicBezTo>
                  <a:cubicBezTo>
                    <a:pt x="3787" y="3645"/>
                    <a:pt x="3929" y="3787"/>
                    <a:pt x="4120" y="3787"/>
                  </a:cubicBezTo>
                  <a:cubicBezTo>
                    <a:pt x="5168" y="3787"/>
                    <a:pt x="5406" y="5264"/>
                    <a:pt x="4430" y="5621"/>
                  </a:cubicBezTo>
                  <a:lnTo>
                    <a:pt x="4430" y="6288"/>
                  </a:lnTo>
                  <a:lnTo>
                    <a:pt x="3787" y="6288"/>
                  </a:lnTo>
                  <a:lnTo>
                    <a:pt x="3787" y="5597"/>
                  </a:lnTo>
                  <a:cubicBezTo>
                    <a:pt x="3406" y="5478"/>
                    <a:pt x="3167" y="5121"/>
                    <a:pt x="3167" y="4716"/>
                  </a:cubicBezTo>
                  <a:lnTo>
                    <a:pt x="3787" y="4716"/>
                  </a:lnTo>
                  <a:cubicBezTo>
                    <a:pt x="3787" y="4934"/>
                    <a:pt x="3946" y="5041"/>
                    <a:pt x="4106" y="5041"/>
                  </a:cubicBezTo>
                  <a:cubicBezTo>
                    <a:pt x="4261" y="5041"/>
                    <a:pt x="4418" y="4940"/>
                    <a:pt x="4430" y="4740"/>
                  </a:cubicBezTo>
                  <a:cubicBezTo>
                    <a:pt x="4430" y="4550"/>
                    <a:pt x="4287" y="4407"/>
                    <a:pt x="4120" y="4407"/>
                  </a:cubicBezTo>
                  <a:cubicBezTo>
                    <a:pt x="3048" y="4407"/>
                    <a:pt x="2786" y="2906"/>
                    <a:pt x="3787" y="2573"/>
                  </a:cubicBezTo>
                  <a:lnTo>
                    <a:pt x="3787" y="1906"/>
                  </a:lnTo>
                  <a:close/>
                  <a:moveTo>
                    <a:pt x="4120" y="1"/>
                  </a:moveTo>
                  <a:cubicBezTo>
                    <a:pt x="2882" y="1"/>
                    <a:pt x="1739" y="644"/>
                    <a:pt x="1143" y="1716"/>
                  </a:cubicBezTo>
                  <a:cubicBezTo>
                    <a:pt x="453" y="2930"/>
                    <a:pt x="71" y="4288"/>
                    <a:pt x="0" y="5669"/>
                  </a:cubicBezTo>
                  <a:cubicBezTo>
                    <a:pt x="0" y="8003"/>
                    <a:pt x="1596" y="8217"/>
                    <a:pt x="3787" y="8217"/>
                  </a:cubicBezTo>
                  <a:lnTo>
                    <a:pt x="4406" y="8217"/>
                  </a:lnTo>
                  <a:cubicBezTo>
                    <a:pt x="6573" y="8217"/>
                    <a:pt x="8192" y="8026"/>
                    <a:pt x="8192" y="5669"/>
                  </a:cubicBezTo>
                  <a:cubicBezTo>
                    <a:pt x="8145" y="4288"/>
                    <a:pt x="7764" y="2930"/>
                    <a:pt x="7073" y="1716"/>
                  </a:cubicBezTo>
                  <a:cubicBezTo>
                    <a:pt x="6478" y="644"/>
                    <a:pt x="5334" y="1"/>
                    <a:pt x="4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53" name="Google Shape;1453;p41"/>
            <p:cNvSpPr/>
            <p:nvPr/>
          </p:nvSpPr>
          <p:spPr>
            <a:xfrm>
              <a:off x="4712250" y="3690100"/>
              <a:ext cx="25625" cy="27400"/>
            </a:xfrm>
            <a:custGeom>
              <a:rect b="b" l="l" r="r" t="t"/>
              <a:pathLst>
                <a:path extrusionOk="0" h="1096" w="1025">
                  <a:moveTo>
                    <a:pt x="382" y="0"/>
                  </a:moveTo>
                  <a:cubicBezTo>
                    <a:pt x="382" y="310"/>
                    <a:pt x="239" y="596"/>
                    <a:pt x="1" y="762"/>
                  </a:cubicBezTo>
                  <a:cubicBezTo>
                    <a:pt x="191" y="858"/>
                    <a:pt x="382" y="977"/>
                    <a:pt x="572" y="1096"/>
                  </a:cubicBezTo>
                  <a:cubicBezTo>
                    <a:pt x="858" y="810"/>
                    <a:pt x="1025" y="429"/>
                    <a:pt x="1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54" name="Google Shape;1454;p41"/>
            <p:cNvSpPr/>
            <p:nvPr/>
          </p:nvSpPr>
          <p:spPr>
            <a:xfrm>
              <a:off x="4627725" y="3650200"/>
              <a:ext cx="78600" cy="54800"/>
            </a:xfrm>
            <a:custGeom>
              <a:rect b="b" l="l" r="r" t="t"/>
              <a:pathLst>
                <a:path extrusionOk="0" h="2192" w="3144">
                  <a:moveTo>
                    <a:pt x="0" y="1"/>
                  </a:moveTo>
                  <a:lnTo>
                    <a:pt x="0" y="1596"/>
                  </a:lnTo>
                  <a:cubicBezTo>
                    <a:pt x="0" y="1811"/>
                    <a:pt x="24" y="2001"/>
                    <a:pt x="95" y="2192"/>
                  </a:cubicBezTo>
                  <a:cubicBezTo>
                    <a:pt x="572" y="2013"/>
                    <a:pt x="1072" y="1924"/>
                    <a:pt x="1569" y="1924"/>
                  </a:cubicBezTo>
                  <a:cubicBezTo>
                    <a:pt x="2066" y="1924"/>
                    <a:pt x="2560" y="2013"/>
                    <a:pt x="3025" y="2192"/>
                  </a:cubicBezTo>
                  <a:cubicBezTo>
                    <a:pt x="3096" y="2001"/>
                    <a:pt x="3144" y="1811"/>
                    <a:pt x="3144" y="1596"/>
                  </a:cubicBezTo>
                  <a:lnTo>
                    <a:pt x="3144" y="1"/>
                  </a:lnTo>
                  <a:lnTo>
                    <a:pt x="1882" y="1"/>
                  </a:lnTo>
                  <a:lnTo>
                    <a:pt x="1882" y="1287"/>
                  </a:lnTo>
                  <a:lnTo>
                    <a:pt x="1262" y="1287"/>
                  </a:lnTo>
                  <a:lnTo>
                    <a:pt x="12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455" name="Google Shape;1455;p41"/>
          <p:cNvGrpSpPr/>
          <p:nvPr/>
        </p:nvGrpSpPr>
        <p:grpSpPr>
          <a:xfrm>
            <a:off x="4805830" y="3202912"/>
            <a:ext cx="303281" cy="344426"/>
            <a:chOff x="3965075" y="3650200"/>
            <a:chExt cx="236975" cy="269125"/>
          </a:xfrm>
        </p:grpSpPr>
        <p:sp>
          <p:nvSpPr>
            <p:cNvPr id="1456" name="Google Shape;1456;p41"/>
            <p:cNvSpPr/>
            <p:nvPr/>
          </p:nvSpPr>
          <p:spPr>
            <a:xfrm>
              <a:off x="3987700" y="3682350"/>
              <a:ext cx="65525" cy="110775"/>
            </a:xfrm>
            <a:custGeom>
              <a:rect b="b" l="l" r="r" t="t"/>
              <a:pathLst>
                <a:path extrusionOk="0" h="4431" w="2621">
                  <a:moveTo>
                    <a:pt x="1001" y="1"/>
                  </a:moveTo>
                  <a:lnTo>
                    <a:pt x="1001" y="691"/>
                  </a:lnTo>
                  <a:cubicBezTo>
                    <a:pt x="1" y="1049"/>
                    <a:pt x="263" y="2501"/>
                    <a:pt x="1310" y="2525"/>
                  </a:cubicBezTo>
                  <a:cubicBezTo>
                    <a:pt x="1739" y="2525"/>
                    <a:pt x="1739" y="3144"/>
                    <a:pt x="1310" y="3144"/>
                  </a:cubicBezTo>
                  <a:cubicBezTo>
                    <a:pt x="1144" y="3144"/>
                    <a:pt x="1001" y="3001"/>
                    <a:pt x="1001" y="2835"/>
                  </a:cubicBezTo>
                  <a:lnTo>
                    <a:pt x="358" y="2835"/>
                  </a:lnTo>
                  <a:cubicBezTo>
                    <a:pt x="358" y="3240"/>
                    <a:pt x="620" y="3597"/>
                    <a:pt x="1001" y="3740"/>
                  </a:cubicBezTo>
                  <a:lnTo>
                    <a:pt x="1001" y="4430"/>
                  </a:lnTo>
                  <a:lnTo>
                    <a:pt x="1620" y="4430"/>
                  </a:lnTo>
                  <a:lnTo>
                    <a:pt x="1620" y="3740"/>
                  </a:lnTo>
                  <a:cubicBezTo>
                    <a:pt x="2620" y="3359"/>
                    <a:pt x="2358" y="1906"/>
                    <a:pt x="1310" y="1882"/>
                  </a:cubicBezTo>
                  <a:cubicBezTo>
                    <a:pt x="882" y="1882"/>
                    <a:pt x="882" y="1263"/>
                    <a:pt x="1310" y="1263"/>
                  </a:cubicBezTo>
                  <a:cubicBezTo>
                    <a:pt x="1477" y="1263"/>
                    <a:pt x="1620" y="1406"/>
                    <a:pt x="1620" y="1573"/>
                  </a:cubicBezTo>
                  <a:lnTo>
                    <a:pt x="2263" y="1573"/>
                  </a:lnTo>
                  <a:cubicBezTo>
                    <a:pt x="2263" y="1168"/>
                    <a:pt x="2001" y="810"/>
                    <a:pt x="1620" y="691"/>
                  </a:cubicBezTo>
                  <a:lnTo>
                    <a:pt x="16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57" name="Google Shape;1457;p41"/>
            <p:cNvSpPr/>
            <p:nvPr/>
          </p:nvSpPr>
          <p:spPr>
            <a:xfrm>
              <a:off x="4091300" y="3650200"/>
              <a:ext cx="110750" cy="190550"/>
            </a:xfrm>
            <a:custGeom>
              <a:rect b="b" l="l" r="r" t="t"/>
              <a:pathLst>
                <a:path extrusionOk="0" h="7622" w="4430">
                  <a:moveTo>
                    <a:pt x="0" y="1"/>
                  </a:moveTo>
                  <a:lnTo>
                    <a:pt x="0" y="977"/>
                  </a:lnTo>
                  <a:cubicBezTo>
                    <a:pt x="0" y="1858"/>
                    <a:pt x="715" y="2549"/>
                    <a:pt x="1572" y="2549"/>
                  </a:cubicBezTo>
                  <a:lnTo>
                    <a:pt x="1906" y="2549"/>
                  </a:lnTo>
                  <a:lnTo>
                    <a:pt x="1906" y="3502"/>
                  </a:lnTo>
                  <a:cubicBezTo>
                    <a:pt x="1620" y="3311"/>
                    <a:pt x="1286" y="3192"/>
                    <a:pt x="953" y="3192"/>
                  </a:cubicBezTo>
                  <a:lnTo>
                    <a:pt x="0" y="3192"/>
                  </a:lnTo>
                  <a:lnTo>
                    <a:pt x="0" y="4145"/>
                  </a:lnTo>
                  <a:cubicBezTo>
                    <a:pt x="0" y="5002"/>
                    <a:pt x="715" y="5716"/>
                    <a:pt x="1572" y="5716"/>
                  </a:cubicBezTo>
                  <a:lnTo>
                    <a:pt x="1906" y="5716"/>
                  </a:lnTo>
                  <a:lnTo>
                    <a:pt x="1906" y="6693"/>
                  </a:lnTo>
                  <a:lnTo>
                    <a:pt x="643" y="6693"/>
                  </a:lnTo>
                  <a:lnTo>
                    <a:pt x="643" y="7621"/>
                  </a:lnTo>
                  <a:lnTo>
                    <a:pt x="3787" y="7621"/>
                  </a:lnTo>
                  <a:lnTo>
                    <a:pt x="3787" y="6693"/>
                  </a:lnTo>
                  <a:lnTo>
                    <a:pt x="2525" y="6693"/>
                  </a:lnTo>
                  <a:lnTo>
                    <a:pt x="2525" y="3811"/>
                  </a:lnTo>
                  <a:lnTo>
                    <a:pt x="2834" y="3811"/>
                  </a:lnTo>
                  <a:cubicBezTo>
                    <a:pt x="3715" y="3811"/>
                    <a:pt x="4430" y="3097"/>
                    <a:pt x="4430" y="2216"/>
                  </a:cubicBezTo>
                  <a:lnTo>
                    <a:pt x="4430" y="1287"/>
                  </a:lnTo>
                  <a:lnTo>
                    <a:pt x="3477" y="1287"/>
                  </a:lnTo>
                  <a:cubicBezTo>
                    <a:pt x="3144" y="1287"/>
                    <a:pt x="2810" y="1382"/>
                    <a:pt x="2525" y="1596"/>
                  </a:cubicBezTo>
                  <a:cubicBezTo>
                    <a:pt x="2525" y="715"/>
                    <a:pt x="1834" y="1"/>
                    <a:pt x="9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58" name="Google Shape;1458;p41"/>
            <p:cNvSpPr/>
            <p:nvPr/>
          </p:nvSpPr>
          <p:spPr>
            <a:xfrm>
              <a:off x="3981150" y="3816900"/>
              <a:ext cx="78625" cy="23850"/>
            </a:xfrm>
            <a:custGeom>
              <a:rect b="b" l="l" r="r" t="t"/>
              <a:pathLst>
                <a:path extrusionOk="0" h="954" w="3145">
                  <a:moveTo>
                    <a:pt x="1" y="1"/>
                  </a:moveTo>
                  <a:lnTo>
                    <a:pt x="1" y="953"/>
                  </a:lnTo>
                  <a:lnTo>
                    <a:pt x="3144" y="953"/>
                  </a:lnTo>
                  <a:lnTo>
                    <a:pt x="31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59" name="Google Shape;1459;p41"/>
            <p:cNvSpPr/>
            <p:nvPr/>
          </p:nvSpPr>
          <p:spPr>
            <a:xfrm>
              <a:off x="3981150" y="3895500"/>
              <a:ext cx="78625" cy="23825"/>
            </a:xfrm>
            <a:custGeom>
              <a:rect b="b" l="l" r="r" t="t"/>
              <a:pathLst>
                <a:path extrusionOk="0" h="953" w="3145">
                  <a:moveTo>
                    <a:pt x="1" y="0"/>
                  </a:moveTo>
                  <a:lnTo>
                    <a:pt x="1" y="953"/>
                  </a:lnTo>
                  <a:lnTo>
                    <a:pt x="3144" y="953"/>
                  </a:lnTo>
                  <a:lnTo>
                    <a:pt x="3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60" name="Google Shape;1460;p41"/>
            <p:cNvSpPr/>
            <p:nvPr/>
          </p:nvSpPr>
          <p:spPr>
            <a:xfrm>
              <a:off x="3965075" y="3856200"/>
              <a:ext cx="79200" cy="23850"/>
            </a:xfrm>
            <a:custGeom>
              <a:rect b="b" l="l" r="r" t="t"/>
              <a:pathLst>
                <a:path extrusionOk="0" h="954" w="3168">
                  <a:moveTo>
                    <a:pt x="1" y="1"/>
                  </a:moveTo>
                  <a:lnTo>
                    <a:pt x="1" y="953"/>
                  </a:lnTo>
                  <a:lnTo>
                    <a:pt x="3168" y="953"/>
                  </a:lnTo>
                  <a:lnTo>
                    <a:pt x="31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61" name="Google Shape;1461;p41"/>
            <p:cNvSpPr/>
            <p:nvPr/>
          </p:nvSpPr>
          <p:spPr>
            <a:xfrm>
              <a:off x="4107375" y="3895500"/>
              <a:ext cx="78600" cy="23825"/>
            </a:xfrm>
            <a:custGeom>
              <a:rect b="b" l="l" r="r" t="t"/>
              <a:pathLst>
                <a:path extrusionOk="0" h="953" w="3144">
                  <a:moveTo>
                    <a:pt x="0" y="0"/>
                  </a:moveTo>
                  <a:lnTo>
                    <a:pt x="0" y="953"/>
                  </a:lnTo>
                  <a:lnTo>
                    <a:pt x="3144" y="953"/>
                  </a:lnTo>
                  <a:lnTo>
                    <a:pt x="3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62" name="Google Shape;1462;p41"/>
            <p:cNvSpPr/>
            <p:nvPr/>
          </p:nvSpPr>
          <p:spPr>
            <a:xfrm>
              <a:off x="4091300" y="3856200"/>
              <a:ext cx="79200" cy="23850"/>
            </a:xfrm>
            <a:custGeom>
              <a:rect b="b" l="l" r="r" t="t"/>
              <a:pathLst>
                <a:path extrusionOk="0" h="954" w="3168">
                  <a:moveTo>
                    <a:pt x="0" y="1"/>
                  </a:moveTo>
                  <a:lnTo>
                    <a:pt x="0" y="953"/>
                  </a:lnTo>
                  <a:lnTo>
                    <a:pt x="3168" y="953"/>
                  </a:lnTo>
                  <a:lnTo>
                    <a:pt x="31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463" name="Google Shape;1463;p41"/>
          <p:cNvGrpSpPr/>
          <p:nvPr/>
        </p:nvGrpSpPr>
        <p:grpSpPr>
          <a:xfrm>
            <a:off x="4040093" y="3202912"/>
            <a:ext cx="344426" cy="344426"/>
            <a:chOff x="3366750" y="3650200"/>
            <a:chExt cx="269125" cy="269125"/>
          </a:xfrm>
        </p:grpSpPr>
        <p:sp>
          <p:nvSpPr>
            <p:cNvPr id="1464" name="Google Shape;1464;p41"/>
            <p:cNvSpPr/>
            <p:nvPr/>
          </p:nvSpPr>
          <p:spPr>
            <a:xfrm>
              <a:off x="3538200" y="3855600"/>
              <a:ext cx="18475" cy="15900"/>
            </a:xfrm>
            <a:custGeom>
              <a:rect b="b" l="l" r="r" t="t"/>
              <a:pathLst>
                <a:path extrusionOk="0" h="636" w="739">
                  <a:moveTo>
                    <a:pt x="429" y="1"/>
                  </a:moveTo>
                  <a:cubicBezTo>
                    <a:pt x="144" y="1"/>
                    <a:pt x="1" y="358"/>
                    <a:pt x="191" y="549"/>
                  </a:cubicBezTo>
                  <a:cubicBezTo>
                    <a:pt x="259" y="609"/>
                    <a:pt x="340" y="636"/>
                    <a:pt x="417" y="636"/>
                  </a:cubicBezTo>
                  <a:cubicBezTo>
                    <a:pt x="584" y="636"/>
                    <a:pt x="739" y="513"/>
                    <a:pt x="739" y="334"/>
                  </a:cubicBezTo>
                  <a:cubicBezTo>
                    <a:pt x="739" y="144"/>
                    <a:pt x="596" y="1"/>
                    <a:pt x="4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65" name="Google Shape;1465;p41"/>
            <p:cNvSpPr/>
            <p:nvPr/>
          </p:nvSpPr>
          <p:spPr>
            <a:xfrm>
              <a:off x="3604300" y="3808575"/>
              <a:ext cx="31575" cy="31575"/>
            </a:xfrm>
            <a:custGeom>
              <a:rect b="b" l="l" r="r" t="t"/>
              <a:pathLst>
                <a:path extrusionOk="0" h="1263" w="1263">
                  <a:moveTo>
                    <a:pt x="0" y="0"/>
                  </a:moveTo>
                  <a:lnTo>
                    <a:pt x="0" y="620"/>
                  </a:lnTo>
                  <a:cubicBezTo>
                    <a:pt x="0" y="977"/>
                    <a:pt x="262" y="1263"/>
                    <a:pt x="619" y="1263"/>
                  </a:cubicBezTo>
                  <a:lnTo>
                    <a:pt x="1262" y="1263"/>
                  </a:lnTo>
                  <a:lnTo>
                    <a:pt x="1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66" name="Google Shape;1466;p41"/>
            <p:cNvSpPr/>
            <p:nvPr/>
          </p:nvSpPr>
          <p:spPr>
            <a:xfrm>
              <a:off x="3462000" y="3808575"/>
              <a:ext cx="173875" cy="110750"/>
            </a:xfrm>
            <a:custGeom>
              <a:rect b="b" l="l" r="r" t="t"/>
              <a:pathLst>
                <a:path extrusionOk="0" h="4430" w="6955">
                  <a:moveTo>
                    <a:pt x="3458" y="1255"/>
                  </a:moveTo>
                  <a:cubicBezTo>
                    <a:pt x="3942" y="1255"/>
                    <a:pt x="4406" y="1638"/>
                    <a:pt x="4406" y="2215"/>
                  </a:cubicBezTo>
                  <a:cubicBezTo>
                    <a:pt x="4406" y="2715"/>
                    <a:pt x="4001" y="3144"/>
                    <a:pt x="3477" y="3144"/>
                  </a:cubicBezTo>
                  <a:cubicBezTo>
                    <a:pt x="3468" y="3144"/>
                    <a:pt x="3458" y="3144"/>
                    <a:pt x="3448" y="3144"/>
                  </a:cubicBezTo>
                  <a:cubicBezTo>
                    <a:pt x="2610" y="3144"/>
                    <a:pt x="2198" y="2137"/>
                    <a:pt x="2787" y="1548"/>
                  </a:cubicBezTo>
                  <a:cubicBezTo>
                    <a:pt x="2981" y="1346"/>
                    <a:pt x="3222" y="1255"/>
                    <a:pt x="3458" y="1255"/>
                  </a:cubicBezTo>
                  <a:close/>
                  <a:moveTo>
                    <a:pt x="1882" y="0"/>
                  </a:moveTo>
                  <a:lnTo>
                    <a:pt x="1882" y="643"/>
                  </a:lnTo>
                  <a:cubicBezTo>
                    <a:pt x="1882" y="1334"/>
                    <a:pt x="1334" y="1906"/>
                    <a:pt x="620" y="1906"/>
                  </a:cubicBezTo>
                  <a:lnTo>
                    <a:pt x="0" y="1906"/>
                  </a:lnTo>
                  <a:lnTo>
                    <a:pt x="0" y="2525"/>
                  </a:lnTo>
                  <a:lnTo>
                    <a:pt x="620" y="2525"/>
                  </a:lnTo>
                  <a:cubicBezTo>
                    <a:pt x="1334" y="2525"/>
                    <a:pt x="1882" y="3096"/>
                    <a:pt x="1882" y="3787"/>
                  </a:cubicBezTo>
                  <a:lnTo>
                    <a:pt x="1882" y="4430"/>
                  </a:lnTo>
                  <a:lnTo>
                    <a:pt x="5049" y="4430"/>
                  </a:lnTo>
                  <a:lnTo>
                    <a:pt x="5049" y="3787"/>
                  </a:lnTo>
                  <a:cubicBezTo>
                    <a:pt x="5049" y="3072"/>
                    <a:pt x="5621" y="2525"/>
                    <a:pt x="6311" y="2525"/>
                  </a:cubicBezTo>
                  <a:lnTo>
                    <a:pt x="6954" y="2525"/>
                  </a:lnTo>
                  <a:lnTo>
                    <a:pt x="6954" y="1882"/>
                  </a:lnTo>
                  <a:lnTo>
                    <a:pt x="6311" y="1882"/>
                  </a:lnTo>
                  <a:cubicBezTo>
                    <a:pt x="5621" y="1882"/>
                    <a:pt x="5049" y="1334"/>
                    <a:pt x="5049" y="620"/>
                  </a:cubicBezTo>
                  <a:lnTo>
                    <a:pt x="504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67" name="Google Shape;1467;p41"/>
            <p:cNvSpPr/>
            <p:nvPr/>
          </p:nvSpPr>
          <p:spPr>
            <a:xfrm>
              <a:off x="3604300" y="3887150"/>
              <a:ext cx="31575" cy="32175"/>
            </a:xfrm>
            <a:custGeom>
              <a:rect b="b" l="l" r="r" t="t"/>
              <a:pathLst>
                <a:path extrusionOk="0" h="1287" w="1263">
                  <a:moveTo>
                    <a:pt x="619" y="1"/>
                  </a:moveTo>
                  <a:cubicBezTo>
                    <a:pt x="262" y="1"/>
                    <a:pt x="0" y="287"/>
                    <a:pt x="0" y="644"/>
                  </a:cubicBezTo>
                  <a:lnTo>
                    <a:pt x="0" y="1287"/>
                  </a:lnTo>
                  <a:lnTo>
                    <a:pt x="1262" y="1287"/>
                  </a:lnTo>
                  <a:lnTo>
                    <a:pt x="12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68" name="Google Shape;1468;p41"/>
            <p:cNvSpPr/>
            <p:nvPr/>
          </p:nvSpPr>
          <p:spPr>
            <a:xfrm>
              <a:off x="3462000" y="3808575"/>
              <a:ext cx="31575" cy="31575"/>
            </a:xfrm>
            <a:custGeom>
              <a:rect b="b" l="l" r="r" t="t"/>
              <a:pathLst>
                <a:path extrusionOk="0" h="1263" w="1263">
                  <a:moveTo>
                    <a:pt x="0" y="0"/>
                  </a:moveTo>
                  <a:lnTo>
                    <a:pt x="0" y="1263"/>
                  </a:lnTo>
                  <a:lnTo>
                    <a:pt x="620" y="1263"/>
                  </a:lnTo>
                  <a:cubicBezTo>
                    <a:pt x="977" y="1263"/>
                    <a:pt x="1263" y="977"/>
                    <a:pt x="1263" y="620"/>
                  </a:cubicBezTo>
                  <a:lnTo>
                    <a:pt x="12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69" name="Google Shape;1469;p41"/>
            <p:cNvSpPr/>
            <p:nvPr/>
          </p:nvSpPr>
          <p:spPr>
            <a:xfrm>
              <a:off x="3462000" y="3887150"/>
              <a:ext cx="31575" cy="32175"/>
            </a:xfrm>
            <a:custGeom>
              <a:rect b="b" l="l" r="r" t="t"/>
              <a:pathLst>
                <a:path extrusionOk="0" h="1287" w="1263">
                  <a:moveTo>
                    <a:pt x="0" y="1"/>
                  </a:moveTo>
                  <a:lnTo>
                    <a:pt x="0" y="1287"/>
                  </a:lnTo>
                  <a:lnTo>
                    <a:pt x="1263" y="1287"/>
                  </a:lnTo>
                  <a:lnTo>
                    <a:pt x="1263" y="644"/>
                  </a:lnTo>
                  <a:cubicBezTo>
                    <a:pt x="1263" y="287"/>
                    <a:pt x="977" y="1"/>
                    <a:pt x="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70" name="Google Shape;1470;p41"/>
            <p:cNvSpPr/>
            <p:nvPr/>
          </p:nvSpPr>
          <p:spPr>
            <a:xfrm>
              <a:off x="3366750" y="3650200"/>
              <a:ext cx="205425" cy="202450"/>
            </a:xfrm>
            <a:custGeom>
              <a:rect b="b" l="l" r="r" t="t"/>
              <a:pathLst>
                <a:path extrusionOk="0" h="8098" w="8217">
                  <a:moveTo>
                    <a:pt x="4453" y="1906"/>
                  </a:moveTo>
                  <a:lnTo>
                    <a:pt x="4453" y="3811"/>
                  </a:lnTo>
                  <a:lnTo>
                    <a:pt x="6335" y="3811"/>
                  </a:lnTo>
                  <a:lnTo>
                    <a:pt x="6335" y="4430"/>
                  </a:lnTo>
                  <a:lnTo>
                    <a:pt x="3810" y="4430"/>
                  </a:lnTo>
                  <a:lnTo>
                    <a:pt x="3810" y="1906"/>
                  </a:lnTo>
                  <a:close/>
                  <a:moveTo>
                    <a:pt x="3810" y="1"/>
                  </a:moveTo>
                  <a:cubicBezTo>
                    <a:pt x="2953" y="72"/>
                    <a:pt x="2120" y="429"/>
                    <a:pt x="1453" y="1001"/>
                  </a:cubicBezTo>
                  <a:lnTo>
                    <a:pt x="2358" y="1906"/>
                  </a:lnTo>
                  <a:lnTo>
                    <a:pt x="1905" y="2358"/>
                  </a:lnTo>
                  <a:lnTo>
                    <a:pt x="1024" y="1454"/>
                  </a:lnTo>
                  <a:cubicBezTo>
                    <a:pt x="453" y="2120"/>
                    <a:pt x="95" y="2930"/>
                    <a:pt x="24" y="3811"/>
                  </a:cubicBezTo>
                  <a:lnTo>
                    <a:pt x="1310" y="3811"/>
                  </a:lnTo>
                  <a:lnTo>
                    <a:pt x="1310" y="4430"/>
                  </a:lnTo>
                  <a:lnTo>
                    <a:pt x="0" y="4430"/>
                  </a:lnTo>
                  <a:cubicBezTo>
                    <a:pt x="72" y="5311"/>
                    <a:pt x="429" y="6121"/>
                    <a:pt x="1000" y="6788"/>
                  </a:cubicBezTo>
                  <a:lnTo>
                    <a:pt x="1881" y="5883"/>
                  </a:lnTo>
                  <a:lnTo>
                    <a:pt x="2334" y="6335"/>
                  </a:lnTo>
                  <a:lnTo>
                    <a:pt x="1453" y="7240"/>
                  </a:lnTo>
                  <a:cubicBezTo>
                    <a:pt x="1929" y="7645"/>
                    <a:pt x="2524" y="7955"/>
                    <a:pt x="3167" y="8098"/>
                  </a:cubicBezTo>
                  <a:lnTo>
                    <a:pt x="3167" y="5692"/>
                  </a:lnTo>
                  <a:lnTo>
                    <a:pt x="7883" y="5692"/>
                  </a:lnTo>
                  <a:cubicBezTo>
                    <a:pt x="8049" y="5288"/>
                    <a:pt x="8168" y="4859"/>
                    <a:pt x="8192" y="4430"/>
                  </a:cubicBezTo>
                  <a:lnTo>
                    <a:pt x="6978" y="4430"/>
                  </a:lnTo>
                  <a:lnTo>
                    <a:pt x="6978" y="3811"/>
                  </a:lnTo>
                  <a:lnTo>
                    <a:pt x="8216" y="3811"/>
                  </a:lnTo>
                  <a:cubicBezTo>
                    <a:pt x="8145" y="2930"/>
                    <a:pt x="7811" y="2120"/>
                    <a:pt x="7240" y="1454"/>
                  </a:cubicBezTo>
                  <a:lnTo>
                    <a:pt x="6359" y="2358"/>
                  </a:lnTo>
                  <a:lnTo>
                    <a:pt x="5906" y="1906"/>
                  </a:lnTo>
                  <a:lnTo>
                    <a:pt x="6787" y="1001"/>
                  </a:lnTo>
                  <a:cubicBezTo>
                    <a:pt x="6144" y="429"/>
                    <a:pt x="5311" y="72"/>
                    <a:pt x="4453" y="1"/>
                  </a:cubicBezTo>
                  <a:lnTo>
                    <a:pt x="4453" y="1287"/>
                  </a:lnTo>
                  <a:lnTo>
                    <a:pt x="3810" y="1287"/>
                  </a:lnTo>
                  <a:lnTo>
                    <a:pt x="381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471" name="Google Shape;1471;p41"/>
          <p:cNvGrpSpPr/>
          <p:nvPr/>
        </p:nvGrpSpPr>
        <p:grpSpPr>
          <a:xfrm>
            <a:off x="3298673" y="3225405"/>
            <a:ext cx="355880" cy="301361"/>
            <a:chOff x="2787425" y="3667775"/>
            <a:chExt cx="278075" cy="235475"/>
          </a:xfrm>
        </p:grpSpPr>
        <p:sp>
          <p:nvSpPr>
            <p:cNvPr id="1472" name="Google Shape;1472;p41"/>
            <p:cNvSpPr/>
            <p:nvPr/>
          </p:nvSpPr>
          <p:spPr>
            <a:xfrm>
              <a:off x="2787425" y="3667775"/>
              <a:ext cx="261425" cy="124750"/>
            </a:xfrm>
            <a:custGeom>
              <a:rect b="b" l="l" r="r" t="t"/>
              <a:pathLst>
                <a:path extrusionOk="0" h="4990" w="10457">
                  <a:moveTo>
                    <a:pt x="3836" y="0"/>
                  </a:moveTo>
                  <a:cubicBezTo>
                    <a:pt x="3377" y="0"/>
                    <a:pt x="2919" y="298"/>
                    <a:pt x="2883" y="893"/>
                  </a:cubicBezTo>
                  <a:lnTo>
                    <a:pt x="2883" y="1012"/>
                  </a:lnTo>
                  <a:lnTo>
                    <a:pt x="1954" y="1465"/>
                  </a:lnTo>
                  <a:cubicBezTo>
                    <a:pt x="1788" y="1298"/>
                    <a:pt x="1550" y="1203"/>
                    <a:pt x="1311" y="1203"/>
                  </a:cubicBezTo>
                  <a:cubicBezTo>
                    <a:pt x="1289" y="1202"/>
                    <a:pt x="1266" y="1201"/>
                    <a:pt x="1244" y="1201"/>
                  </a:cubicBezTo>
                  <a:cubicBezTo>
                    <a:pt x="0" y="1201"/>
                    <a:pt x="0" y="3110"/>
                    <a:pt x="1244" y="3110"/>
                  </a:cubicBezTo>
                  <a:cubicBezTo>
                    <a:pt x="1266" y="3110"/>
                    <a:pt x="1289" y="3109"/>
                    <a:pt x="1311" y="3108"/>
                  </a:cubicBezTo>
                  <a:cubicBezTo>
                    <a:pt x="1835" y="3108"/>
                    <a:pt x="2264" y="2679"/>
                    <a:pt x="2264" y="2156"/>
                  </a:cubicBezTo>
                  <a:cubicBezTo>
                    <a:pt x="2264" y="2108"/>
                    <a:pt x="2264" y="2084"/>
                    <a:pt x="2264" y="2036"/>
                  </a:cubicBezTo>
                  <a:lnTo>
                    <a:pt x="3193" y="1584"/>
                  </a:lnTo>
                  <a:cubicBezTo>
                    <a:pt x="3371" y="1746"/>
                    <a:pt x="3604" y="1842"/>
                    <a:pt x="3847" y="1842"/>
                  </a:cubicBezTo>
                  <a:cubicBezTo>
                    <a:pt x="3962" y="1842"/>
                    <a:pt x="4078" y="1820"/>
                    <a:pt x="4193" y="1775"/>
                  </a:cubicBezTo>
                  <a:lnTo>
                    <a:pt x="4907" y="2965"/>
                  </a:lnTo>
                  <a:cubicBezTo>
                    <a:pt x="4836" y="3108"/>
                    <a:pt x="4788" y="3251"/>
                    <a:pt x="4788" y="3418"/>
                  </a:cubicBezTo>
                  <a:cubicBezTo>
                    <a:pt x="4767" y="3962"/>
                    <a:pt x="5206" y="4396"/>
                    <a:pt x="5734" y="4396"/>
                  </a:cubicBezTo>
                  <a:cubicBezTo>
                    <a:pt x="5806" y="4396"/>
                    <a:pt x="5880" y="4388"/>
                    <a:pt x="5955" y="4370"/>
                  </a:cubicBezTo>
                  <a:cubicBezTo>
                    <a:pt x="6551" y="4227"/>
                    <a:pt x="6860" y="3561"/>
                    <a:pt x="6574" y="3013"/>
                  </a:cubicBezTo>
                  <a:lnTo>
                    <a:pt x="7217" y="2370"/>
                  </a:lnTo>
                  <a:cubicBezTo>
                    <a:pt x="7336" y="2441"/>
                    <a:pt x="7479" y="2465"/>
                    <a:pt x="7622" y="2465"/>
                  </a:cubicBezTo>
                  <a:cubicBezTo>
                    <a:pt x="7718" y="2465"/>
                    <a:pt x="7813" y="2441"/>
                    <a:pt x="7908" y="2418"/>
                  </a:cubicBezTo>
                  <a:lnTo>
                    <a:pt x="9480" y="4370"/>
                  </a:lnTo>
                  <a:lnTo>
                    <a:pt x="8551" y="4370"/>
                  </a:lnTo>
                  <a:lnTo>
                    <a:pt x="8551" y="4989"/>
                  </a:lnTo>
                  <a:lnTo>
                    <a:pt x="10456" y="4989"/>
                  </a:lnTo>
                  <a:lnTo>
                    <a:pt x="10456" y="3108"/>
                  </a:lnTo>
                  <a:lnTo>
                    <a:pt x="9813" y="3108"/>
                  </a:lnTo>
                  <a:lnTo>
                    <a:pt x="9813" y="3775"/>
                  </a:lnTo>
                  <a:lnTo>
                    <a:pt x="8408" y="2013"/>
                  </a:lnTo>
                  <a:cubicBezTo>
                    <a:pt x="8503" y="1870"/>
                    <a:pt x="8551" y="1703"/>
                    <a:pt x="8551" y="1513"/>
                  </a:cubicBezTo>
                  <a:cubicBezTo>
                    <a:pt x="8572" y="960"/>
                    <a:pt x="8120" y="541"/>
                    <a:pt x="7600" y="541"/>
                  </a:cubicBezTo>
                  <a:cubicBezTo>
                    <a:pt x="7537" y="541"/>
                    <a:pt x="7472" y="547"/>
                    <a:pt x="7408" y="560"/>
                  </a:cubicBezTo>
                  <a:cubicBezTo>
                    <a:pt x="6789" y="703"/>
                    <a:pt x="6479" y="1370"/>
                    <a:pt x="6765" y="1917"/>
                  </a:cubicBezTo>
                  <a:lnTo>
                    <a:pt x="6122" y="2560"/>
                  </a:lnTo>
                  <a:cubicBezTo>
                    <a:pt x="6003" y="2513"/>
                    <a:pt x="5860" y="2465"/>
                    <a:pt x="5717" y="2465"/>
                  </a:cubicBezTo>
                  <a:cubicBezTo>
                    <a:pt x="5598" y="2465"/>
                    <a:pt x="5503" y="2489"/>
                    <a:pt x="5384" y="2537"/>
                  </a:cubicBezTo>
                  <a:lnTo>
                    <a:pt x="4645" y="1346"/>
                  </a:lnTo>
                  <a:cubicBezTo>
                    <a:pt x="4741" y="1203"/>
                    <a:pt x="4788" y="1060"/>
                    <a:pt x="4788" y="893"/>
                  </a:cubicBezTo>
                  <a:cubicBezTo>
                    <a:pt x="4753" y="298"/>
                    <a:pt x="4294" y="0"/>
                    <a:pt x="38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73" name="Google Shape;1473;p41"/>
            <p:cNvSpPr/>
            <p:nvPr/>
          </p:nvSpPr>
          <p:spPr>
            <a:xfrm>
              <a:off x="2795800" y="3879425"/>
              <a:ext cx="79800" cy="23825"/>
            </a:xfrm>
            <a:custGeom>
              <a:rect b="b" l="l" r="r" t="t"/>
              <a:pathLst>
                <a:path extrusionOk="0" h="953" w="3192">
                  <a:moveTo>
                    <a:pt x="0" y="0"/>
                  </a:moveTo>
                  <a:lnTo>
                    <a:pt x="0" y="953"/>
                  </a:lnTo>
                  <a:lnTo>
                    <a:pt x="3191" y="953"/>
                  </a:lnTo>
                  <a:lnTo>
                    <a:pt x="3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74" name="Google Shape;1474;p41"/>
            <p:cNvSpPr/>
            <p:nvPr/>
          </p:nvSpPr>
          <p:spPr>
            <a:xfrm>
              <a:off x="2795800" y="3840125"/>
              <a:ext cx="79800" cy="23850"/>
            </a:xfrm>
            <a:custGeom>
              <a:rect b="b" l="l" r="r" t="t"/>
              <a:pathLst>
                <a:path extrusionOk="0" h="954" w="3192">
                  <a:moveTo>
                    <a:pt x="0" y="1"/>
                  </a:moveTo>
                  <a:lnTo>
                    <a:pt x="0" y="953"/>
                  </a:lnTo>
                  <a:lnTo>
                    <a:pt x="3191" y="953"/>
                  </a:lnTo>
                  <a:lnTo>
                    <a:pt x="31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75" name="Google Shape;1475;p41"/>
            <p:cNvSpPr/>
            <p:nvPr/>
          </p:nvSpPr>
          <p:spPr>
            <a:xfrm>
              <a:off x="2795800" y="3800825"/>
              <a:ext cx="79800" cy="23250"/>
            </a:xfrm>
            <a:custGeom>
              <a:rect b="b" l="l" r="r" t="t"/>
              <a:pathLst>
                <a:path extrusionOk="0" h="930" w="3192">
                  <a:moveTo>
                    <a:pt x="0" y="1"/>
                  </a:moveTo>
                  <a:lnTo>
                    <a:pt x="0" y="930"/>
                  </a:lnTo>
                  <a:lnTo>
                    <a:pt x="3191" y="930"/>
                  </a:lnTo>
                  <a:lnTo>
                    <a:pt x="31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76" name="Google Shape;1476;p41"/>
            <p:cNvSpPr/>
            <p:nvPr/>
          </p:nvSpPr>
          <p:spPr>
            <a:xfrm>
              <a:off x="2891050" y="3800825"/>
              <a:ext cx="79200" cy="23250"/>
            </a:xfrm>
            <a:custGeom>
              <a:rect b="b" l="l" r="r" t="t"/>
              <a:pathLst>
                <a:path extrusionOk="0" h="930" w="3168">
                  <a:moveTo>
                    <a:pt x="0" y="1"/>
                  </a:moveTo>
                  <a:lnTo>
                    <a:pt x="0" y="930"/>
                  </a:lnTo>
                  <a:lnTo>
                    <a:pt x="3168" y="930"/>
                  </a:lnTo>
                  <a:lnTo>
                    <a:pt x="31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77" name="Google Shape;1477;p41"/>
            <p:cNvSpPr/>
            <p:nvPr/>
          </p:nvSpPr>
          <p:spPr>
            <a:xfrm>
              <a:off x="2795800" y="3760950"/>
              <a:ext cx="79800" cy="23825"/>
            </a:xfrm>
            <a:custGeom>
              <a:rect b="b" l="l" r="r" t="t"/>
              <a:pathLst>
                <a:path extrusionOk="0" h="953" w="3192">
                  <a:moveTo>
                    <a:pt x="0" y="0"/>
                  </a:moveTo>
                  <a:lnTo>
                    <a:pt x="0" y="953"/>
                  </a:lnTo>
                  <a:lnTo>
                    <a:pt x="3191" y="953"/>
                  </a:lnTo>
                  <a:lnTo>
                    <a:pt x="3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78" name="Google Shape;1478;p41"/>
            <p:cNvSpPr/>
            <p:nvPr/>
          </p:nvSpPr>
          <p:spPr>
            <a:xfrm>
              <a:off x="2985700" y="3879425"/>
              <a:ext cx="79800" cy="23825"/>
            </a:xfrm>
            <a:custGeom>
              <a:rect b="b" l="l" r="r" t="t"/>
              <a:pathLst>
                <a:path extrusionOk="0" h="953" w="3192">
                  <a:moveTo>
                    <a:pt x="1" y="0"/>
                  </a:moveTo>
                  <a:lnTo>
                    <a:pt x="1" y="953"/>
                  </a:lnTo>
                  <a:lnTo>
                    <a:pt x="3192" y="953"/>
                  </a:lnTo>
                  <a:lnTo>
                    <a:pt x="31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79" name="Google Shape;1479;p41"/>
            <p:cNvSpPr/>
            <p:nvPr/>
          </p:nvSpPr>
          <p:spPr>
            <a:xfrm>
              <a:off x="2985700" y="3840125"/>
              <a:ext cx="79800" cy="23850"/>
            </a:xfrm>
            <a:custGeom>
              <a:rect b="b" l="l" r="r" t="t"/>
              <a:pathLst>
                <a:path extrusionOk="0" h="954" w="3192">
                  <a:moveTo>
                    <a:pt x="1" y="1"/>
                  </a:moveTo>
                  <a:lnTo>
                    <a:pt x="1" y="953"/>
                  </a:lnTo>
                  <a:lnTo>
                    <a:pt x="3192" y="953"/>
                  </a:lnTo>
                  <a:lnTo>
                    <a:pt x="31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80" name="Google Shape;1480;p41"/>
            <p:cNvSpPr/>
            <p:nvPr/>
          </p:nvSpPr>
          <p:spPr>
            <a:xfrm>
              <a:off x="2891050" y="3879425"/>
              <a:ext cx="79200" cy="23825"/>
            </a:xfrm>
            <a:custGeom>
              <a:rect b="b" l="l" r="r" t="t"/>
              <a:pathLst>
                <a:path extrusionOk="0" h="953" w="3168">
                  <a:moveTo>
                    <a:pt x="0" y="0"/>
                  </a:moveTo>
                  <a:lnTo>
                    <a:pt x="0" y="953"/>
                  </a:lnTo>
                  <a:lnTo>
                    <a:pt x="3168" y="953"/>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81" name="Google Shape;1481;p41"/>
            <p:cNvSpPr/>
            <p:nvPr/>
          </p:nvSpPr>
          <p:spPr>
            <a:xfrm>
              <a:off x="2891050" y="3840125"/>
              <a:ext cx="79200" cy="23850"/>
            </a:xfrm>
            <a:custGeom>
              <a:rect b="b" l="l" r="r" t="t"/>
              <a:pathLst>
                <a:path extrusionOk="0" h="954" w="3168">
                  <a:moveTo>
                    <a:pt x="0" y="1"/>
                  </a:moveTo>
                  <a:lnTo>
                    <a:pt x="0" y="953"/>
                  </a:lnTo>
                  <a:lnTo>
                    <a:pt x="3168" y="953"/>
                  </a:lnTo>
                  <a:lnTo>
                    <a:pt x="31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482" name="Google Shape;1482;p41"/>
          <p:cNvGrpSpPr/>
          <p:nvPr/>
        </p:nvGrpSpPr>
        <p:grpSpPr>
          <a:xfrm>
            <a:off x="2560389" y="3202912"/>
            <a:ext cx="344426" cy="344426"/>
            <a:chOff x="2210550" y="3650200"/>
            <a:chExt cx="269125" cy="269125"/>
          </a:xfrm>
        </p:grpSpPr>
        <p:sp>
          <p:nvSpPr>
            <p:cNvPr id="1483" name="Google Shape;1483;p41"/>
            <p:cNvSpPr/>
            <p:nvPr/>
          </p:nvSpPr>
          <p:spPr>
            <a:xfrm>
              <a:off x="2218275" y="3650200"/>
              <a:ext cx="245325" cy="142325"/>
            </a:xfrm>
            <a:custGeom>
              <a:rect b="b" l="l" r="r" t="t"/>
              <a:pathLst>
                <a:path extrusionOk="0" h="5693" w="9813">
                  <a:moveTo>
                    <a:pt x="7907" y="1"/>
                  </a:moveTo>
                  <a:lnTo>
                    <a:pt x="7907" y="620"/>
                  </a:lnTo>
                  <a:lnTo>
                    <a:pt x="8717" y="620"/>
                  </a:lnTo>
                  <a:lnTo>
                    <a:pt x="7360" y="1977"/>
                  </a:lnTo>
                  <a:cubicBezTo>
                    <a:pt x="7241" y="1930"/>
                    <a:pt x="7098" y="1882"/>
                    <a:pt x="6955" y="1882"/>
                  </a:cubicBezTo>
                  <a:cubicBezTo>
                    <a:pt x="6264" y="1882"/>
                    <a:pt x="5812" y="2620"/>
                    <a:pt x="6097" y="3240"/>
                  </a:cubicBezTo>
                  <a:lnTo>
                    <a:pt x="5478" y="3883"/>
                  </a:lnTo>
                  <a:cubicBezTo>
                    <a:pt x="5347" y="3811"/>
                    <a:pt x="5204" y="3775"/>
                    <a:pt x="5065" y="3775"/>
                  </a:cubicBezTo>
                  <a:cubicBezTo>
                    <a:pt x="4925" y="3775"/>
                    <a:pt x="4788" y="3811"/>
                    <a:pt x="4669" y="3883"/>
                  </a:cubicBezTo>
                  <a:lnTo>
                    <a:pt x="4026" y="3240"/>
                  </a:lnTo>
                  <a:cubicBezTo>
                    <a:pt x="4335" y="2620"/>
                    <a:pt x="3883" y="1882"/>
                    <a:pt x="3168" y="1882"/>
                  </a:cubicBezTo>
                  <a:cubicBezTo>
                    <a:pt x="2478" y="1882"/>
                    <a:pt x="2001" y="2620"/>
                    <a:pt x="2311" y="3240"/>
                  </a:cubicBezTo>
                  <a:lnTo>
                    <a:pt x="1692" y="3883"/>
                  </a:lnTo>
                  <a:cubicBezTo>
                    <a:pt x="1549" y="3811"/>
                    <a:pt x="1430" y="3787"/>
                    <a:pt x="1287" y="3787"/>
                  </a:cubicBezTo>
                  <a:cubicBezTo>
                    <a:pt x="430" y="3787"/>
                    <a:pt x="1" y="4811"/>
                    <a:pt x="596" y="5407"/>
                  </a:cubicBezTo>
                  <a:cubicBezTo>
                    <a:pt x="788" y="5598"/>
                    <a:pt x="1024" y="5684"/>
                    <a:pt x="1256" y="5684"/>
                  </a:cubicBezTo>
                  <a:cubicBezTo>
                    <a:pt x="1745" y="5684"/>
                    <a:pt x="2216" y="5305"/>
                    <a:pt x="2216" y="4740"/>
                  </a:cubicBezTo>
                  <a:cubicBezTo>
                    <a:pt x="2216" y="4597"/>
                    <a:pt x="2192" y="4454"/>
                    <a:pt x="2120" y="4335"/>
                  </a:cubicBezTo>
                  <a:lnTo>
                    <a:pt x="2763" y="3692"/>
                  </a:lnTo>
                  <a:cubicBezTo>
                    <a:pt x="2883" y="3740"/>
                    <a:pt x="3025" y="3787"/>
                    <a:pt x="3168" y="3787"/>
                  </a:cubicBezTo>
                  <a:cubicBezTo>
                    <a:pt x="3311" y="3787"/>
                    <a:pt x="3454" y="3740"/>
                    <a:pt x="3573" y="3692"/>
                  </a:cubicBezTo>
                  <a:lnTo>
                    <a:pt x="4216" y="4335"/>
                  </a:lnTo>
                  <a:cubicBezTo>
                    <a:pt x="3907" y="4954"/>
                    <a:pt x="4359" y="5692"/>
                    <a:pt x="5073" y="5692"/>
                  </a:cubicBezTo>
                  <a:cubicBezTo>
                    <a:pt x="5764" y="5692"/>
                    <a:pt x="6217" y="4954"/>
                    <a:pt x="5907" y="4335"/>
                  </a:cubicBezTo>
                  <a:lnTo>
                    <a:pt x="6550" y="3692"/>
                  </a:lnTo>
                  <a:cubicBezTo>
                    <a:pt x="6693" y="3740"/>
                    <a:pt x="6812" y="3787"/>
                    <a:pt x="6955" y="3787"/>
                  </a:cubicBezTo>
                  <a:cubicBezTo>
                    <a:pt x="7479" y="3787"/>
                    <a:pt x="7907" y="3359"/>
                    <a:pt x="7907" y="2835"/>
                  </a:cubicBezTo>
                  <a:cubicBezTo>
                    <a:pt x="7907" y="2692"/>
                    <a:pt x="7884" y="2549"/>
                    <a:pt x="7812" y="2430"/>
                  </a:cubicBezTo>
                  <a:lnTo>
                    <a:pt x="9170" y="1072"/>
                  </a:lnTo>
                  <a:lnTo>
                    <a:pt x="9170" y="1882"/>
                  </a:lnTo>
                  <a:lnTo>
                    <a:pt x="9813" y="1882"/>
                  </a:lnTo>
                  <a:lnTo>
                    <a:pt x="98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84" name="Google Shape;1484;p41"/>
            <p:cNvSpPr/>
            <p:nvPr/>
          </p:nvSpPr>
          <p:spPr>
            <a:xfrm>
              <a:off x="2400475" y="3895500"/>
              <a:ext cx="79200" cy="23825"/>
            </a:xfrm>
            <a:custGeom>
              <a:rect b="b" l="l" r="r" t="t"/>
              <a:pathLst>
                <a:path extrusionOk="0" h="953" w="3168">
                  <a:moveTo>
                    <a:pt x="0" y="0"/>
                  </a:moveTo>
                  <a:lnTo>
                    <a:pt x="0" y="953"/>
                  </a:lnTo>
                  <a:lnTo>
                    <a:pt x="3168" y="953"/>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85" name="Google Shape;1485;p41"/>
            <p:cNvSpPr/>
            <p:nvPr/>
          </p:nvSpPr>
          <p:spPr>
            <a:xfrm>
              <a:off x="2400475" y="3855600"/>
              <a:ext cx="79200" cy="23850"/>
            </a:xfrm>
            <a:custGeom>
              <a:rect b="b" l="l" r="r" t="t"/>
              <a:pathLst>
                <a:path extrusionOk="0" h="954" w="3168">
                  <a:moveTo>
                    <a:pt x="0" y="1"/>
                  </a:moveTo>
                  <a:lnTo>
                    <a:pt x="0" y="953"/>
                  </a:lnTo>
                  <a:lnTo>
                    <a:pt x="3168" y="953"/>
                  </a:lnTo>
                  <a:lnTo>
                    <a:pt x="31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86" name="Google Shape;1486;p41"/>
            <p:cNvSpPr/>
            <p:nvPr/>
          </p:nvSpPr>
          <p:spPr>
            <a:xfrm>
              <a:off x="2400475" y="3816325"/>
              <a:ext cx="79200" cy="23825"/>
            </a:xfrm>
            <a:custGeom>
              <a:rect b="b" l="l" r="r" t="t"/>
              <a:pathLst>
                <a:path extrusionOk="0" h="953" w="3168">
                  <a:moveTo>
                    <a:pt x="0" y="0"/>
                  </a:moveTo>
                  <a:lnTo>
                    <a:pt x="0" y="953"/>
                  </a:lnTo>
                  <a:lnTo>
                    <a:pt x="3168" y="953"/>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87" name="Google Shape;1487;p41"/>
            <p:cNvSpPr/>
            <p:nvPr/>
          </p:nvSpPr>
          <p:spPr>
            <a:xfrm>
              <a:off x="2305800" y="3816325"/>
              <a:ext cx="78625" cy="23825"/>
            </a:xfrm>
            <a:custGeom>
              <a:rect b="b" l="l" r="r" t="t"/>
              <a:pathLst>
                <a:path extrusionOk="0" h="953" w="3145">
                  <a:moveTo>
                    <a:pt x="1" y="0"/>
                  </a:moveTo>
                  <a:lnTo>
                    <a:pt x="1" y="953"/>
                  </a:lnTo>
                  <a:lnTo>
                    <a:pt x="3144" y="953"/>
                  </a:lnTo>
                  <a:lnTo>
                    <a:pt x="3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88" name="Google Shape;1488;p41"/>
            <p:cNvSpPr/>
            <p:nvPr/>
          </p:nvSpPr>
          <p:spPr>
            <a:xfrm>
              <a:off x="2400475" y="3776425"/>
              <a:ext cx="79200" cy="23850"/>
            </a:xfrm>
            <a:custGeom>
              <a:rect b="b" l="l" r="r" t="t"/>
              <a:pathLst>
                <a:path extrusionOk="0" h="954" w="3168">
                  <a:moveTo>
                    <a:pt x="0" y="0"/>
                  </a:moveTo>
                  <a:lnTo>
                    <a:pt x="0" y="953"/>
                  </a:lnTo>
                  <a:lnTo>
                    <a:pt x="3168" y="953"/>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89" name="Google Shape;1489;p41"/>
            <p:cNvSpPr/>
            <p:nvPr/>
          </p:nvSpPr>
          <p:spPr>
            <a:xfrm>
              <a:off x="2210550" y="3895500"/>
              <a:ext cx="79200" cy="23825"/>
            </a:xfrm>
            <a:custGeom>
              <a:rect b="b" l="l" r="r" t="t"/>
              <a:pathLst>
                <a:path extrusionOk="0" h="953" w="3168">
                  <a:moveTo>
                    <a:pt x="0" y="0"/>
                  </a:moveTo>
                  <a:lnTo>
                    <a:pt x="0" y="953"/>
                  </a:lnTo>
                  <a:lnTo>
                    <a:pt x="3168" y="953"/>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90" name="Google Shape;1490;p41"/>
            <p:cNvSpPr/>
            <p:nvPr/>
          </p:nvSpPr>
          <p:spPr>
            <a:xfrm>
              <a:off x="2210550" y="3855600"/>
              <a:ext cx="79200" cy="23850"/>
            </a:xfrm>
            <a:custGeom>
              <a:rect b="b" l="l" r="r" t="t"/>
              <a:pathLst>
                <a:path extrusionOk="0" h="954" w="3168">
                  <a:moveTo>
                    <a:pt x="0" y="1"/>
                  </a:moveTo>
                  <a:lnTo>
                    <a:pt x="0" y="953"/>
                  </a:lnTo>
                  <a:lnTo>
                    <a:pt x="3168" y="953"/>
                  </a:lnTo>
                  <a:lnTo>
                    <a:pt x="31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91" name="Google Shape;1491;p41"/>
            <p:cNvSpPr/>
            <p:nvPr/>
          </p:nvSpPr>
          <p:spPr>
            <a:xfrm>
              <a:off x="2305800" y="3895500"/>
              <a:ext cx="78625" cy="23825"/>
            </a:xfrm>
            <a:custGeom>
              <a:rect b="b" l="l" r="r" t="t"/>
              <a:pathLst>
                <a:path extrusionOk="0" h="953" w="3145">
                  <a:moveTo>
                    <a:pt x="1" y="0"/>
                  </a:moveTo>
                  <a:lnTo>
                    <a:pt x="1" y="953"/>
                  </a:lnTo>
                  <a:lnTo>
                    <a:pt x="3144" y="953"/>
                  </a:lnTo>
                  <a:lnTo>
                    <a:pt x="3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92" name="Google Shape;1492;p41"/>
            <p:cNvSpPr/>
            <p:nvPr/>
          </p:nvSpPr>
          <p:spPr>
            <a:xfrm>
              <a:off x="2305800" y="3855600"/>
              <a:ext cx="78625" cy="23850"/>
            </a:xfrm>
            <a:custGeom>
              <a:rect b="b" l="l" r="r" t="t"/>
              <a:pathLst>
                <a:path extrusionOk="0" h="954" w="3145">
                  <a:moveTo>
                    <a:pt x="1" y="1"/>
                  </a:moveTo>
                  <a:lnTo>
                    <a:pt x="1" y="953"/>
                  </a:lnTo>
                  <a:lnTo>
                    <a:pt x="3144" y="953"/>
                  </a:lnTo>
                  <a:lnTo>
                    <a:pt x="31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493" name="Google Shape;1493;p41"/>
          <p:cNvGrpSpPr/>
          <p:nvPr/>
        </p:nvGrpSpPr>
        <p:grpSpPr>
          <a:xfrm>
            <a:off x="1832726" y="3203104"/>
            <a:ext cx="347466" cy="344234"/>
            <a:chOff x="1641975" y="3650350"/>
            <a:chExt cx="271500" cy="268975"/>
          </a:xfrm>
        </p:grpSpPr>
        <p:sp>
          <p:nvSpPr>
            <p:cNvPr id="1494" name="Google Shape;1494;p41"/>
            <p:cNvSpPr/>
            <p:nvPr/>
          </p:nvSpPr>
          <p:spPr>
            <a:xfrm>
              <a:off x="1664000" y="3851450"/>
              <a:ext cx="45875" cy="45850"/>
            </a:xfrm>
            <a:custGeom>
              <a:rect b="b" l="l" r="r" t="t"/>
              <a:pathLst>
                <a:path extrusionOk="0" h="1834" w="1835">
                  <a:moveTo>
                    <a:pt x="1382" y="0"/>
                  </a:moveTo>
                  <a:lnTo>
                    <a:pt x="1" y="1381"/>
                  </a:lnTo>
                  <a:lnTo>
                    <a:pt x="453" y="1834"/>
                  </a:lnTo>
                  <a:lnTo>
                    <a:pt x="1834" y="453"/>
                  </a:lnTo>
                  <a:lnTo>
                    <a:pt x="13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95" name="Google Shape;1495;p41"/>
            <p:cNvSpPr/>
            <p:nvPr/>
          </p:nvSpPr>
          <p:spPr>
            <a:xfrm>
              <a:off x="1664000" y="3818100"/>
              <a:ext cx="34550" cy="34550"/>
            </a:xfrm>
            <a:custGeom>
              <a:rect b="b" l="l" r="r" t="t"/>
              <a:pathLst>
                <a:path extrusionOk="0" h="1382" w="1382">
                  <a:moveTo>
                    <a:pt x="953" y="0"/>
                  </a:moveTo>
                  <a:lnTo>
                    <a:pt x="1" y="929"/>
                  </a:lnTo>
                  <a:lnTo>
                    <a:pt x="453" y="1382"/>
                  </a:lnTo>
                  <a:lnTo>
                    <a:pt x="1382" y="453"/>
                  </a:lnTo>
                  <a:lnTo>
                    <a:pt x="9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96" name="Google Shape;1496;p41"/>
            <p:cNvSpPr/>
            <p:nvPr/>
          </p:nvSpPr>
          <p:spPr>
            <a:xfrm>
              <a:off x="1708650" y="3862750"/>
              <a:ext cx="34575" cy="34550"/>
            </a:xfrm>
            <a:custGeom>
              <a:rect b="b" l="l" r="r" t="t"/>
              <a:pathLst>
                <a:path extrusionOk="0" h="1382" w="1383">
                  <a:moveTo>
                    <a:pt x="953" y="1"/>
                  </a:moveTo>
                  <a:lnTo>
                    <a:pt x="1" y="929"/>
                  </a:lnTo>
                  <a:lnTo>
                    <a:pt x="453" y="1382"/>
                  </a:lnTo>
                  <a:lnTo>
                    <a:pt x="1382" y="429"/>
                  </a:lnTo>
                  <a:lnTo>
                    <a:pt x="9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97" name="Google Shape;1497;p41"/>
            <p:cNvSpPr/>
            <p:nvPr/>
          </p:nvSpPr>
          <p:spPr>
            <a:xfrm>
              <a:off x="1641975" y="3897275"/>
              <a:ext cx="22050" cy="22050"/>
            </a:xfrm>
            <a:custGeom>
              <a:rect b="b" l="l" r="r" t="t"/>
              <a:pathLst>
                <a:path extrusionOk="0" h="882" w="882">
                  <a:moveTo>
                    <a:pt x="453" y="1"/>
                  </a:moveTo>
                  <a:lnTo>
                    <a:pt x="1" y="429"/>
                  </a:lnTo>
                  <a:lnTo>
                    <a:pt x="453" y="882"/>
                  </a:lnTo>
                  <a:lnTo>
                    <a:pt x="882" y="429"/>
                  </a:lnTo>
                  <a:lnTo>
                    <a:pt x="4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98" name="Google Shape;1498;p41"/>
            <p:cNvSpPr/>
            <p:nvPr/>
          </p:nvSpPr>
          <p:spPr>
            <a:xfrm>
              <a:off x="1641975" y="3852625"/>
              <a:ext cx="22050" cy="22050"/>
            </a:xfrm>
            <a:custGeom>
              <a:rect b="b" l="l" r="r" t="t"/>
              <a:pathLst>
                <a:path extrusionOk="0" h="882" w="882">
                  <a:moveTo>
                    <a:pt x="453" y="1"/>
                  </a:moveTo>
                  <a:lnTo>
                    <a:pt x="1" y="453"/>
                  </a:lnTo>
                  <a:lnTo>
                    <a:pt x="453" y="882"/>
                  </a:lnTo>
                  <a:lnTo>
                    <a:pt x="882" y="453"/>
                  </a:lnTo>
                  <a:lnTo>
                    <a:pt x="4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499" name="Google Shape;1499;p41"/>
            <p:cNvSpPr/>
            <p:nvPr/>
          </p:nvSpPr>
          <p:spPr>
            <a:xfrm>
              <a:off x="1686625" y="3897275"/>
              <a:ext cx="22050" cy="22050"/>
            </a:xfrm>
            <a:custGeom>
              <a:rect b="b" l="l" r="r" t="t"/>
              <a:pathLst>
                <a:path extrusionOk="0" h="882" w="882">
                  <a:moveTo>
                    <a:pt x="453" y="1"/>
                  </a:moveTo>
                  <a:lnTo>
                    <a:pt x="1" y="429"/>
                  </a:lnTo>
                  <a:lnTo>
                    <a:pt x="453" y="882"/>
                  </a:lnTo>
                  <a:lnTo>
                    <a:pt x="882" y="429"/>
                  </a:lnTo>
                  <a:lnTo>
                    <a:pt x="4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00" name="Google Shape;1500;p41"/>
            <p:cNvSpPr/>
            <p:nvPr/>
          </p:nvSpPr>
          <p:spPr>
            <a:xfrm>
              <a:off x="1647325" y="3650350"/>
              <a:ext cx="110175" cy="106450"/>
            </a:xfrm>
            <a:custGeom>
              <a:rect b="b" l="l" r="r" t="t"/>
              <a:pathLst>
                <a:path extrusionOk="0" h="4258" w="4407">
                  <a:moveTo>
                    <a:pt x="3006" y="1"/>
                  </a:moveTo>
                  <a:cubicBezTo>
                    <a:pt x="2845" y="1"/>
                    <a:pt x="2683" y="30"/>
                    <a:pt x="2525" y="90"/>
                  </a:cubicBezTo>
                  <a:lnTo>
                    <a:pt x="1" y="924"/>
                  </a:lnTo>
                  <a:lnTo>
                    <a:pt x="549" y="1471"/>
                  </a:lnTo>
                  <a:lnTo>
                    <a:pt x="1906" y="1019"/>
                  </a:lnTo>
                  <a:lnTo>
                    <a:pt x="2097" y="1614"/>
                  </a:lnTo>
                  <a:lnTo>
                    <a:pt x="1049" y="1971"/>
                  </a:lnTo>
                  <a:lnTo>
                    <a:pt x="1073" y="1995"/>
                  </a:lnTo>
                  <a:cubicBezTo>
                    <a:pt x="1215" y="2138"/>
                    <a:pt x="1334" y="2305"/>
                    <a:pt x="1430" y="2519"/>
                  </a:cubicBezTo>
                  <a:lnTo>
                    <a:pt x="2311" y="2210"/>
                  </a:lnTo>
                  <a:lnTo>
                    <a:pt x="2525" y="2805"/>
                  </a:lnTo>
                  <a:lnTo>
                    <a:pt x="1596" y="3115"/>
                  </a:lnTo>
                  <a:cubicBezTo>
                    <a:pt x="1596" y="3162"/>
                    <a:pt x="1596" y="3210"/>
                    <a:pt x="1596" y="3281"/>
                  </a:cubicBezTo>
                  <a:cubicBezTo>
                    <a:pt x="1596" y="3615"/>
                    <a:pt x="1668" y="3948"/>
                    <a:pt x="1811" y="4258"/>
                  </a:cubicBezTo>
                  <a:cubicBezTo>
                    <a:pt x="1977" y="3805"/>
                    <a:pt x="2239" y="3400"/>
                    <a:pt x="2573" y="3067"/>
                  </a:cubicBezTo>
                  <a:cubicBezTo>
                    <a:pt x="3073" y="2567"/>
                    <a:pt x="3692" y="2233"/>
                    <a:pt x="4359" y="2114"/>
                  </a:cubicBezTo>
                  <a:cubicBezTo>
                    <a:pt x="4335" y="1924"/>
                    <a:pt x="4335" y="1733"/>
                    <a:pt x="4359" y="1567"/>
                  </a:cubicBezTo>
                  <a:cubicBezTo>
                    <a:pt x="4407" y="1138"/>
                    <a:pt x="4264" y="709"/>
                    <a:pt x="3954" y="400"/>
                  </a:cubicBezTo>
                  <a:cubicBezTo>
                    <a:pt x="3693" y="139"/>
                    <a:pt x="3354" y="1"/>
                    <a:pt x="30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01" name="Google Shape;1501;p41"/>
            <p:cNvSpPr/>
            <p:nvPr/>
          </p:nvSpPr>
          <p:spPr>
            <a:xfrm>
              <a:off x="1804500" y="3804400"/>
              <a:ext cx="108975" cy="109575"/>
            </a:xfrm>
            <a:custGeom>
              <a:rect b="b" l="l" r="r" t="t"/>
              <a:pathLst>
                <a:path extrusionOk="0" h="4383" w="4359">
                  <a:moveTo>
                    <a:pt x="2168" y="1"/>
                  </a:moveTo>
                  <a:cubicBezTo>
                    <a:pt x="1930" y="1168"/>
                    <a:pt x="1120" y="2144"/>
                    <a:pt x="1" y="2573"/>
                  </a:cubicBezTo>
                  <a:cubicBezTo>
                    <a:pt x="311" y="2716"/>
                    <a:pt x="644" y="2787"/>
                    <a:pt x="977" y="2787"/>
                  </a:cubicBezTo>
                  <a:lnTo>
                    <a:pt x="1144" y="2787"/>
                  </a:lnTo>
                  <a:lnTo>
                    <a:pt x="1454" y="1858"/>
                  </a:lnTo>
                  <a:lnTo>
                    <a:pt x="2049" y="2073"/>
                  </a:lnTo>
                  <a:lnTo>
                    <a:pt x="1739" y="2954"/>
                  </a:lnTo>
                  <a:cubicBezTo>
                    <a:pt x="1930" y="3049"/>
                    <a:pt x="2120" y="3168"/>
                    <a:pt x="2263" y="3311"/>
                  </a:cubicBezTo>
                  <a:lnTo>
                    <a:pt x="2287" y="3335"/>
                  </a:lnTo>
                  <a:lnTo>
                    <a:pt x="2644" y="2287"/>
                  </a:lnTo>
                  <a:lnTo>
                    <a:pt x="3240" y="2477"/>
                  </a:lnTo>
                  <a:lnTo>
                    <a:pt x="2787" y="3835"/>
                  </a:lnTo>
                  <a:lnTo>
                    <a:pt x="3335" y="4383"/>
                  </a:lnTo>
                  <a:lnTo>
                    <a:pt x="4168" y="1858"/>
                  </a:lnTo>
                  <a:cubicBezTo>
                    <a:pt x="4359" y="1358"/>
                    <a:pt x="4216" y="810"/>
                    <a:pt x="3859" y="429"/>
                  </a:cubicBezTo>
                  <a:cubicBezTo>
                    <a:pt x="3588" y="159"/>
                    <a:pt x="3227" y="16"/>
                    <a:pt x="2854" y="16"/>
                  </a:cubicBezTo>
                  <a:cubicBezTo>
                    <a:pt x="2800" y="16"/>
                    <a:pt x="2746" y="19"/>
                    <a:pt x="2692" y="25"/>
                  </a:cubicBezTo>
                  <a:cubicBezTo>
                    <a:pt x="2636" y="32"/>
                    <a:pt x="2582" y="34"/>
                    <a:pt x="2530" y="34"/>
                  </a:cubicBezTo>
                  <a:cubicBezTo>
                    <a:pt x="2404" y="34"/>
                    <a:pt x="2286" y="18"/>
                    <a:pt x="21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02" name="Google Shape;1502;p41"/>
            <p:cNvSpPr/>
            <p:nvPr/>
          </p:nvSpPr>
          <p:spPr>
            <a:xfrm>
              <a:off x="1677700" y="3716900"/>
              <a:ext cx="190550" cy="142450"/>
            </a:xfrm>
            <a:custGeom>
              <a:rect b="b" l="l" r="r" t="t"/>
              <a:pathLst>
                <a:path extrusionOk="0" h="5698" w="7622">
                  <a:moveTo>
                    <a:pt x="5144" y="1072"/>
                  </a:moveTo>
                  <a:lnTo>
                    <a:pt x="5597" y="1500"/>
                  </a:lnTo>
                  <a:lnTo>
                    <a:pt x="5121" y="2000"/>
                  </a:lnTo>
                  <a:cubicBezTo>
                    <a:pt x="5287" y="2358"/>
                    <a:pt x="5216" y="2786"/>
                    <a:pt x="4930" y="3072"/>
                  </a:cubicBezTo>
                  <a:lnTo>
                    <a:pt x="4478" y="2620"/>
                  </a:lnTo>
                  <a:cubicBezTo>
                    <a:pt x="4692" y="2429"/>
                    <a:pt x="4549" y="2096"/>
                    <a:pt x="4263" y="2096"/>
                  </a:cubicBezTo>
                  <a:cubicBezTo>
                    <a:pt x="3977" y="2096"/>
                    <a:pt x="3835" y="2429"/>
                    <a:pt x="4049" y="2620"/>
                  </a:cubicBezTo>
                  <a:cubicBezTo>
                    <a:pt x="4673" y="3264"/>
                    <a:pt x="4156" y="4250"/>
                    <a:pt x="3391" y="4250"/>
                  </a:cubicBezTo>
                  <a:cubicBezTo>
                    <a:pt x="3251" y="4250"/>
                    <a:pt x="3104" y="4217"/>
                    <a:pt x="2953" y="4144"/>
                  </a:cubicBezTo>
                  <a:lnTo>
                    <a:pt x="2477" y="4644"/>
                  </a:lnTo>
                  <a:lnTo>
                    <a:pt x="2025" y="4191"/>
                  </a:lnTo>
                  <a:lnTo>
                    <a:pt x="2525" y="3691"/>
                  </a:lnTo>
                  <a:cubicBezTo>
                    <a:pt x="2334" y="3334"/>
                    <a:pt x="2406" y="2905"/>
                    <a:pt x="2691" y="2620"/>
                  </a:cubicBezTo>
                  <a:lnTo>
                    <a:pt x="3144" y="3072"/>
                  </a:lnTo>
                  <a:cubicBezTo>
                    <a:pt x="2922" y="3294"/>
                    <a:pt x="3130" y="3616"/>
                    <a:pt x="3379" y="3616"/>
                  </a:cubicBezTo>
                  <a:cubicBezTo>
                    <a:pt x="3451" y="3616"/>
                    <a:pt x="3527" y="3589"/>
                    <a:pt x="3596" y="3525"/>
                  </a:cubicBezTo>
                  <a:cubicBezTo>
                    <a:pt x="3715" y="3405"/>
                    <a:pt x="3715" y="3191"/>
                    <a:pt x="3596" y="3072"/>
                  </a:cubicBezTo>
                  <a:cubicBezTo>
                    <a:pt x="2950" y="2446"/>
                    <a:pt x="3486" y="1443"/>
                    <a:pt x="4244" y="1443"/>
                  </a:cubicBezTo>
                  <a:cubicBezTo>
                    <a:pt x="4380" y="1443"/>
                    <a:pt x="4523" y="1476"/>
                    <a:pt x="4668" y="1548"/>
                  </a:cubicBezTo>
                  <a:lnTo>
                    <a:pt x="5144" y="1072"/>
                  </a:lnTo>
                  <a:close/>
                  <a:moveTo>
                    <a:pt x="3811" y="0"/>
                  </a:moveTo>
                  <a:cubicBezTo>
                    <a:pt x="1286" y="0"/>
                    <a:pt x="0" y="3072"/>
                    <a:pt x="1810" y="4858"/>
                  </a:cubicBezTo>
                  <a:cubicBezTo>
                    <a:pt x="2358" y="5418"/>
                    <a:pt x="3084" y="5698"/>
                    <a:pt x="3814" y="5698"/>
                  </a:cubicBezTo>
                  <a:cubicBezTo>
                    <a:pt x="4543" y="5698"/>
                    <a:pt x="5275" y="5418"/>
                    <a:pt x="5835" y="4858"/>
                  </a:cubicBezTo>
                  <a:cubicBezTo>
                    <a:pt x="7621" y="3072"/>
                    <a:pt x="6335" y="0"/>
                    <a:pt x="3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sp>
        <p:nvSpPr>
          <p:cNvPr id="1503" name="Google Shape;1503;p41"/>
          <p:cNvSpPr/>
          <p:nvPr/>
        </p:nvSpPr>
        <p:spPr>
          <a:xfrm>
            <a:off x="1152242" y="3202495"/>
            <a:ext cx="234715" cy="344618"/>
          </a:xfrm>
          <a:custGeom>
            <a:rect b="b" l="l" r="r" t="t"/>
            <a:pathLst>
              <a:path extrusionOk="0" h="10771" w="7336">
                <a:moveTo>
                  <a:pt x="3858" y="1245"/>
                </a:moveTo>
                <a:lnTo>
                  <a:pt x="3858" y="1936"/>
                </a:lnTo>
                <a:cubicBezTo>
                  <a:pt x="4215" y="2079"/>
                  <a:pt x="4477" y="2436"/>
                  <a:pt x="4477" y="2841"/>
                </a:cubicBezTo>
                <a:lnTo>
                  <a:pt x="3858" y="2841"/>
                </a:lnTo>
                <a:cubicBezTo>
                  <a:pt x="3842" y="2650"/>
                  <a:pt x="3689" y="2523"/>
                  <a:pt x="3532" y="2523"/>
                </a:cubicBezTo>
                <a:cubicBezTo>
                  <a:pt x="3453" y="2523"/>
                  <a:pt x="3374" y="2555"/>
                  <a:pt x="3310" y="2626"/>
                </a:cubicBezTo>
                <a:cubicBezTo>
                  <a:pt x="3120" y="2817"/>
                  <a:pt x="3239" y="3150"/>
                  <a:pt x="3525" y="3150"/>
                </a:cubicBezTo>
                <a:cubicBezTo>
                  <a:pt x="4596" y="3150"/>
                  <a:pt x="4858" y="4651"/>
                  <a:pt x="3858" y="4984"/>
                </a:cubicBezTo>
                <a:lnTo>
                  <a:pt x="3858" y="5675"/>
                </a:lnTo>
                <a:lnTo>
                  <a:pt x="3215" y="5675"/>
                </a:lnTo>
                <a:lnTo>
                  <a:pt x="3215" y="4984"/>
                </a:lnTo>
                <a:cubicBezTo>
                  <a:pt x="2834" y="4865"/>
                  <a:pt x="2572" y="4508"/>
                  <a:pt x="2596" y="4103"/>
                </a:cubicBezTo>
                <a:lnTo>
                  <a:pt x="3215" y="4103"/>
                </a:lnTo>
                <a:cubicBezTo>
                  <a:pt x="3215" y="4293"/>
                  <a:pt x="3363" y="4410"/>
                  <a:pt x="3526" y="4410"/>
                </a:cubicBezTo>
                <a:cubicBezTo>
                  <a:pt x="3607" y="4410"/>
                  <a:pt x="3691" y="4381"/>
                  <a:pt x="3763" y="4317"/>
                </a:cubicBezTo>
                <a:cubicBezTo>
                  <a:pt x="3953" y="4127"/>
                  <a:pt x="3811" y="3793"/>
                  <a:pt x="3525" y="3793"/>
                </a:cubicBezTo>
                <a:cubicBezTo>
                  <a:pt x="2477" y="3793"/>
                  <a:pt x="2215" y="2293"/>
                  <a:pt x="3215" y="1936"/>
                </a:cubicBezTo>
                <a:lnTo>
                  <a:pt x="3215" y="1245"/>
                </a:lnTo>
                <a:close/>
                <a:moveTo>
                  <a:pt x="2667" y="6675"/>
                </a:moveTo>
                <a:cubicBezTo>
                  <a:pt x="2834" y="6794"/>
                  <a:pt x="3025" y="6865"/>
                  <a:pt x="3215" y="6889"/>
                </a:cubicBezTo>
                <a:lnTo>
                  <a:pt x="3215" y="7580"/>
                </a:lnTo>
                <a:lnTo>
                  <a:pt x="2906" y="7580"/>
                </a:lnTo>
                <a:cubicBezTo>
                  <a:pt x="2715" y="7580"/>
                  <a:pt x="2596" y="7437"/>
                  <a:pt x="2596" y="7270"/>
                </a:cubicBezTo>
                <a:lnTo>
                  <a:pt x="2596" y="6675"/>
                </a:lnTo>
                <a:close/>
                <a:moveTo>
                  <a:pt x="4477" y="6699"/>
                </a:moveTo>
                <a:lnTo>
                  <a:pt x="4477" y="7889"/>
                </a:lnTo>
                <a:cubicBezTo>
                  <a:pt x="4477" y="8056"/>
                  <a:pt x="4334" y="8199"/>
                  <a:pt x="4168" y="8199"/>
                </a:cubicBezTo>
                <a:lnTo>
                  <a:pt x="3834" y="8199"/>
                </a:lnTo>
                <a:lnTo>
                  <a:pt x="3834" y="6889"/>
                </a:lnTo>
                <a:cubicBezTo>
                  <a:pt x="4049" y="6865"/>
                  <a:pt x="4215" y="6794"/>
                  <a:pt x="4382" y="6699"/>
                </a:cubicBezTo>
                <a:close/>
                <a:moveTo>
                  <a:pt x="3537" y="1"/>
                </a:moveTo>
                <a:cubicBezTo>
                  <a:pt x="3233" y="1"/>
                  <a:pt x="2929" y="90"/>
                  <a:pt x="2667" y="269"/>
                </a:cubicBezTo>
                <a:cubicBezTo>
                  <a:pt x="2628" y="266"/>
                  <a:pt x="2589" y="264"/>
                  <a:pt x="2551" y="264"/>
                </a:cubicBezTo>
                <a:cubicBezTo>
                  <a:pt x="2286" y="264"/>
                  <a:pt x="2039" y="335"/>
                  <a:pt x="1810" y="459"/>
                </a:cubicBezTo>
                <a:cubicBezTo>
                  <a:pt x="1524" y="626"/>
                  <a:pt x="1310" y="840"/>
                  <a:pt x="1191" y="1126"/>
                </a:cubicBezTo>
                <a:cubicBezTo>
                  <a:pt x="905" y="1269"/>
                  <a:pt x="667" y="1483"/>
                  <a:pt x="524" y="1745"/>
                </a:cubicBezTo>
                <a:cubicBezTo>
                  <a:pt x="381" y="2007"/>
                  <a:pt x="310" y="2317"/>
                  <a:pt x="310" y="2626"/>
                </a:cubicBezTo>
                <a:cubicBezTo>
                  <a:pt x="0" y="3769"/>
                  <a:pt x="334" y="4984"/>
                  <a:pt x="1191" y="5841"/>
                </a:cubicBezTo>
                <a:cubicBezTo>
                  <a:pt x="1334" y="6151"/>
                  <a:pt x="1620" y="6413"/>
                  <a:pt x="1953" y="6556"/>
                </a:cubicBezTo>
                <a:lnTo>
                  <a:pt x="1953" y="7270"/>
                </a:lnTo>
                <a:cubicBezTo>
                  <a:pt x="1953" y="7794"/>
                  <a:pt x="2382" y="8199"/>
                  <a:pt x="2906" y="8223"/>
                </a:cubicBezTo>
                <a:lnTo>
                  <a:pt x="3215" y="8223"/>
                </a:lnTo>
                <a:lnTo>
                  <a:pt x="3215" y="10152"/>
                </a:lnTo>
                <a:lnTo>
                  <a:pt x="1334" y="10152"/>
                </a:lnTo>
                <a:lnTo>
                  <a:pt x="1334" y="10771"/>
                </a:lnTo>
                <a:lnTo>
                  <a:pt x="5740" y="10771"/>
                </a:lnTo>
                <a:lnTo>
                  <a:pt x="5740" y="10152"/>
                </a:lnTo>
                <a:lnTo>
                  <a:pt x="3858" y="10152"/>
                </a:lnTo>
                <a:lnTo>
                  <a:pt x="3858" y="8842"/>
                </a:lnTo>
                <a:lnTo>
                  <a:pt x="4168" y="8842"/>
                </a:lnTo>
                <a:cubicBezTo>
                  <a:pt x="4692" y="8842"/>
                  <a:pt x="5097" y="8413"/>
                  <a:pt x="5120" y="7889"/>
                </a:cubicBezTo>
                <a:lnTo>
                  <a:pt x="5120" y="6556"/>
                </a:lnTo>
                <a:cubicBezTo>
                  <a:pt x="5168" y="6532"/>
                  <a:pt x="5216" y="6508"/>
                  <a:pt x="5263" y="6484"/>
                </a:cubicBezTo>
                <a:cubicBezTo>
                  <a:pt x="5525" y="6318"/>
                  <a:pt x="5740" y="6103"/>
                  <a:pt x="5882" y="5818"/>
                </a:cubicBezTo>
                <a:cubicBezTo>
                  <a:pt x="6954" y="5127"/>
                  <a:pt x="7335" y="3746"/>
                  <a:pt x="6740" y="2603"/>
                </a:cubicBezTo>
                <a:cubicBezTo>
                  <a:pt x="6787" y="1983"/>
                  <a:pt x="6430" y="1412"/>
                  <a:pt x="5882" y="1126"/>
                </a:cubicBezTo>
                <a:cubicBezTo>
                  <a:pt x="5615" y="591"/>
                  <a:pt x="5096" y="264"/>
                  <a:pt x="4523" y="264"/>
                </a:cubicBezTo>
                <a:cubicBezTo>
                  <a:pt x="4484" y="264"/>
                  <a:pt x="4445" y="266"/>
                  <a:pt x="4406" y="269"/>
                </a:cubicBezTo>
                <a:cubicBezTo>
                  <a:pt x="4144" y="90"/>
                  <a:pt x="3840" y="1"/>
                  <a:pt x="35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nvGrpSpPr>
          <p:cNvPr id="1504" name="Google Shape;1504;p41"/>
          <p:cNvGrpSpPr/>
          <p:nvPr/>
        </p:nvGrpSpPr>
        <p:grpSpPr>
          <a:xfrm>
            <a:off x="7751513" y="2661173"/>
            <a:ext cx="344426" cy="344426"/>
            <a:chOff x="6266750" y="3226900"/>
            <a:chExt cx="269125" cy="269125"/>
          </a:xfrm>
        </p:grpSpPr>
        <p:sp>
          <p:nvSpPr>
            <p:cNvPr id="1505" name="Google Shape;1505;p41"/>
            <p:cNvSpPr/>
            <p:nvPr/>
          </p:nvSpPr>
          <p:spPr>
            <a:xfrm>
              <a:off x="6266750" y="3226900"/>
              <a:ext cx="141725" cy="143525"/>
            </a:xfrm>
            <a:custGeom>
              <a:rect b="b" l="l" r="r" t="t"/>
              <a:pathLst>
                <a:path extrusionOk="0" h="5741" w="5669">
                  <a:moveTo>
                    <a:pt x="1882" y="1930"/>
                  </a:moveTo>
                  <a:lnTo>
                    <a:pt x="1882" y="2573"/>
                  </a:lnTo>
                  <a:lnTo>
                    <a:pt x="1263" y="2573"/>
                  </a:lnTo>
                  <a:lnTo>
                    <a:pt x="1263" y="1930"/>
                  </a:lnTo>
                  <a:close/>
                  <a:moveTo>
                    <a:pt x="3144" y="1930"/>
                  </a:moveTo>
                  <a:lnTo>
                    <a:pt x="3144" y="2573"/>
                  </a:lnTo>
                  <a:lnTo>
                    <a:pt x="2525" y="2573"/>
                  </a:lnTo>
                  <a:lnTo>
                    <a:pt x="2525" y="1930"/>
                  </a:lnTo>
                  <a:close/>
                  <a:moveTo>
                    <a:pt x="4406" y="1930"/>
                  </a:moveTo>
                  <a:lnTo>
                    <a:pt x="4406" y="2573"/>
                  </a:lnTo>
                  <a:lnTo>
                    <a:pt x="3787" y="2573"/>
                  </a:lnTo>
                  <a:lnTo>
                    <a:pt x="3787" y="1930"/>
                  </a:lnTo>
                  <a:close/>
                  <a:moveTo>
                    <a:pt x="1882" y="3192"/>
                  </a:moveTo>
                  <a:lnTo>
                    <a:pt x="1882" y="3835"/>
                  </a:lnTo>
                  <a:lnTo>
                    <a:pt x="1263" y="3835"/>
                  </a:lnTo>
                  <a:lnTo>
                    <a:pt x="1263" y="3192"/>
                  </a:lnTo>
                  <a:close/>
                  <a:moveTo>
                    <a:pt x="3144" y="3192"/>
                  </a:moveTo>
                  <a:lnTo>
                    <a:pt x="3144" y="3835"/>
                  </a:lnTo>
                  <a:lnTo>
                    <a:pt x="2525" y="3835"/>
                  </a:lnTo>
                  <a:lnTo>
                    <a:pt x="2525" y="3192"/>
                  </a:lnTo>
                  <a:close/>
                  <a:moveTo>
                    <a:pt x="4406" y="3192"/>
                  </a:moveTo>
                  <a:lnTo>
                    <a:pt x="4406" y="3835"/>
                  </a:lnTo>
                  <a:lnTo>
                    <a:pt x="3787" y="3835"/>
                  </a:lnTo>
                  <a:lnTo>
                    <a:pt x="3787" y="3192"/>
                  </a:lnTo>
                  <a:close/>
                  <a:moveTo>
                    <a:pt x="1882" y="4454"/>
                  </a:moveTo>
                  <a:lnTo>
                    <a:pt x="1882" y="5097"/>
                  </a:lnTo>
                  <a:lnTo>
                    <a:pt x="1263" y="5097"/>
                  </a:lnTo>
                  <a:lnTo>
                    <a:pt x="1263" y="4454"/>
                  </a:lnTo>
                  <a:close/>
                  <a:moveTo>
                    <a:pt x="3144" y="4454"/>
                  </a:moveTo>
                  <a:lnTo>
                    <a:pt x="3144" y="5097"/>
                  </a:lnTo>
                  <a:lnTo>
                    <a:pt x="2525" y="5097"/>
                  </a:lnTo>
                  <a:lnTo>
                    <a:pt x="2525" y="4454"/>
                  </a:lnTo>
                  <a:close/>
                  <a:moveTo>
                    <a:pt x="4406" y="4454"/>
                  </a:moveTo>
                  <a:lnTo>
                    <a:pt x="4406" y="5097"/>
                  </a:lnTo>
                  <a:lnTo>
                    <a:pt x="3787" y="5097"/>
                  </a:lnTo>
                  <a:lnTo>
                    <a:pt x="3787" y="4454"/>
                  </a:lnTo>
                  <a:close/>
                  <a:moveTo>
                    <a:pt x="1263" y="1"/>
                  </a:moveTo>
                  <a:lnTo>
                    <a:pt x="1263" y="644"/>
                  </a:lnTo>
                  <a:lnTo>
                    <a:pt x="620" y="644"/>
                  </a:lnTo>
                  <a:lnTo>
                    <a:pt x="620" y="1287"/>
                  </a:lnTo>
                  <a:lnTo>
                    <a:pt x="0" y="1287"/>
                  </a:lnTo>
                  <a:lnTo>
                    <a:pt x="0" y="5740"/>
                  </a:lnTo>
                  <a:lnTo>
                    <a:pt x="5668" y="5740"/>
                  </a:lnTo>
                  <a:lnTo>
                    <a:pt x="5668" y="1287"/>
                  </a:lnTo>
                  <a:lnTo>
                    <a:pt x="5049" y="1287"/>
                  </a:lnTo>
                  <a:lnTo>
                    <a:pt x="5049" y="644"/>
                  </a:lnTo>
                  <a:lnTo>
                    <a:pt x="4406" y="644"/>
                  </a:lnTo>
                  <a:lnTo>
                    <a:pt x="44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06" name="Google Shape;1506;p41"/>
            <p:cNvSpPr/>
            <p:nvPr/>
          </p:nvSpPr>
          <p:spPr>
            <a:xfrm>
              <a:off x="6337600" y="3433125"/>
              <a:ext cx="18475" cy="15875"/>
            </a:xfrm>
            <a:custGeom>
              <a:rect b="b" l="l" r="r" t="t"/>
              <a:pathLst>
                <a:path extrusionOk="0" h="635" w="739">
                  <a:moveTo>
                    <a:pt x="317" y="0"/>
                  </a:moveTo>
                  <a:cubicBezTo>
                    <a:pt x="157" y="0"/>
                    <a:pt x="0" y="129"/>
                    <a:pt x="0" y="325"/>
                  </a:cubicBezTo>
                  <a:cubicBezTo>
                    <a:pt x="0" y="492"/>
                    <a:pt x="143" y="635"/>
                    <a:pt x="310" y="635"/>
                  </a:cubicBezTo>
                  <a:cubicBezTo>
                    <a:pt x="596" y="635"/>
                    <a:pt x="739" y="277"/>
                    <a:pt x="524" y="87"/>
                  </a:cubicBezTo>
                  <a:cubicBezTo>
                    <a:pt x="465" y="27"/>
                    <a:pt x="391" y="0"/>
                    <a:pt x="3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07" name="Google Shape;1507;p41"/>
            <p:cNvSpPr/>
            <p:nvPr/>
          </p:nvSpPr>
          <p:spPr>
            <a:xfrm>
              <a:off x="6400700" y="3385875"/>
              <a:ext cx="23850" cy="23225"/>
            </a:xfrm>
            <a:custGeom>
              <a:rect b="b" l="l" r="r" t="t"/>
              <a:pathLst>
                <a:path extrusionOk="0" h="929" w="954">
                  <a:moveTo>
                    <a:pt x="1" y="0"/>
                  </a:moveTo>
                  <a:lnTo>
                    <a:pt x="1" y="310"/>
                  </a:lnTo>
                  <a:cubicBezTo>
                    <a:pt x="1" y="667"/>
                    <a:pt x="287" y="929"/>
                    <a:pt x="620" y="929"/>
                  </a:cubicBezTo>
                  <a:lnTo>
                    <a:pt x="953" y="929"/>
                  </a:lnTo>
                  <a:lnTo>
                    <a:pt x="9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08" name="Google Shape;1508;p41"/>
            <p:cNvSpPr/>
            <p:nvPr/>
          </p:nvSpPr>
          <p:spPr>
            <a:xfrm>
              <a:off x="6266750" y="3385875"/>
              <a:ext cx="157800" cy="110150"/>
            </a:xfrm>
            <a:custGeom>
              <a:rect b="b" l="l" r="r" t="t"/>
              <a:pathLst>
                <a:path extrusionOk="0" h="4406" w="6312">
                  <a:moveTo>
                    <a:pt x="3144" y="1262"/>
                  </a:moveTo>
                  <a:cubicBezTo>
                    <a:pt x="4001" y="1262"/>
                    <a:pt x="4430" y="2286"/>
                    <a:pt x="3811" y="2882"/>
                  </a:cubicBezTo>
                  <a:cubicBezTo>
                    <a:pt x="3616" y="3076"/>
                    <a:pt x="3376" y="3164"/>
                    <a:pt x="3140" y="3164"/>
                  </a:cubicBezTo>
                  <a:cubicBezTo>
                    <a:pt x="2655" y="3164"/>
                    <a:pt x="2191" y="2792"/>
                    <a:pt x="2191" y="2215"/>
                  </a:cubicBezTo>
                  <a:cubicBezTo>
                    <a:pt x="2191" y="1691"/>
                    <a:pt x="2620" y="1262"/>
                    <a:pt x="3144" y="1262"/>
                  </a:cubicBezTo>
                  <a:close/>
                  <a:moveTo>
                    <a:pt x="1596" y="0"/>
                  </a:moveTo>
                  <a:lnTo>
                    <a:pt x="1596" y="310"/>
                  </a:lnTo>
                  <a:cubicBezTo>
                    <a:pt x="1596" y="1024"/>
                    <a:pt x="1025" y="1596"/>
                    <a:pt x="334" y="1596"/>
                  </a:cubicBezTo>
                  <a:lnTo>
                    <a:pt x="0" y="1596"/>
                  </a:lnTo>
                  <a:lnTo>
                    <a:pt x="0" y="2858"/>
                  </a:lnTo>
                  <a:lnTo>
                    <a:pt x="334" y="2858"/>
                  </a:lnTo>
                  <a:cubicBezTo>
                    <a:pt x="1025" y="2858"/>
                    <a:pt x="1572" y="3406"/>
                    <a:pt x="1572" y="4120"/>
                  </a:cubicBezTo>
                  <a:lnTo>
                    <a:pt x="1572" y="4406"/>
                  </a:lnTo>
                  <a:lnTo>
                    <a:pt x="4740" y="4406"/>
                  </a:lnTo>
                  <a:lnTo>
                    <a:pt x="4740" y="4120"/>
                  </a:lnTo>
                  <a:cubicBezTo>
                    <a:pt x="4740" y="3406"/>
                    <a:pt x="5311" y="2858"/>
                    <a:pt x="6002" y="2858"/>
                  </a:cubicBezTo>
                  <a:lnTo>
                    <a:pt x="6311" y="2858"/>
                  </a:lnTo>
                  <a:lnTo>
                    <a:pt x="6311" y="1596"/>
                  </a:lnTo>
                  <a:lnTo>
                    <a:pt x="6002" y="1596"/>
                  </a:lnTo>
                  <a:cubicBezTo>
                    <a:pt x="5311" y="1596"/>
                    <a:pt x="4740" y="1024"/>
                    <a:pt x="4740" y="310"/>
                  </a:cubicBezTo>
                  <a:lnTo>
                    <a:pt x="474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09" name="Google Shape;1509;p41"/>
            <p:cNvSpPr/>
            <p:nvPr/>
          </p:nvSpPr>
          <p:spPr>
            <a:xfrm>
              <a:off x="6400100" y="3472200"/>
              <a:ext cx="24450" cy="23825"/>
            </a:xfrm>
            <a:custGeom>
              <a:rect b="b" l="l" r="r" t="t"/>
              <a:pathLst>
                <a:path extrusionOk="0" h="953" w="978">
                  <a:moveTo>
                    <a:pt x="644" y="0"/>
                  </a:moveTo>
                  <a:cubicBezTo>
                    <a:pt x="287" y="0"/>
                    <a:pt x="1" y="310"/>
                    <a:pt x="25" y="667"/>
                  </a:cubicBezTo>
                  <a:lnTo>
                    <a:pt x="25" y="953"/>
                  </a:lnTo>
                  <a:lnTo>
                    <a:pt x="977" y="953"/>
                  </a:lnTo>
                  <a:lnTo>
                    <a:pt x="9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10" name="Google Shape;1510;p41"/>
            <p:cNvSpPr/>
            <p:nvPr/>
          </p:nvSpPr>
          <p:spPr>
            <a:xfrm>
              <a:off x="6266750" y="3385875"/>
              <a:ext cx="23250" cy="23225"/>
            </a:xfrm>
            <a:custGeom>
              <a:rect b="b" l="l" r="r" t="t"/>
              <a:pathLst>
                <a:path extrusionOk="0" h="929" w="930">
                  <a:moveTo>
                    <a:pt x="0" y="0"/>
                  </a:moveTo>
                  <a:lnTo>
                    <a:pt x="0" y="929"/>
                  </a:lnTo>
                  <a:lnTo>
                    <a:pt x="310" y="929"/>
                  </a:lnTo>
                  <a:cubicBezTo>
                    <a:pt x="667" y="929"/>
                    <a:pt x="929" y="667"/>
                    <a:pt x="929" y="310"/>
                  </a:cubicBezTo>
                  <a:lnTo>
                    <a:pt x="9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11" name="Google Shape;1511;p41"/>
            <p:cNvSpPr/>
            <p:nvPr/>
          </p:nvSpPr>
          <p:spPr>
            <a:xfrm>
              <a:off x="6266750" y="3472800"/>
              <a:ext cx="23250" cy="23225"/>
            </a:xfrm>
            <a:custGeom>
              <a:rect b="b" l="l" r="r" t="t"/>
              <a:pathLst>
                <a:path extrusionOk="0" h="929" w="930">
                  <a:moveTo>
                    <a:pt x="0" y="0"/>
                  </a:moveTo>
                  <a:lnTo>
                    <a:pt x="0" y="929"/>
                  </a:lnTo>
                  <a:lnTo>
                    <a:pt x="929" y="929"/>
                  </a:lnTo>
                  <a:lnTo>
                    <a:pt x="929" y="643"/>
                  </a:lnTo>
                  <a:cubicBezTo>
                    <a:pt x="929" y="286"/>
                    <a:pt x="667" y="0"/>
                    <a:pt x="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12" name="Google Shape;1512;p41"/>
            <p:cNvSpPr/>
            <p:nvPr/>
          </p:nvSpPr>
          <p:spPr>
            <a:xfrm>
              <a:off x="6440000" y="3226900"/>
              <a:ext cx="95875" cy="269125"/>
            </a:xfrm>
            <a:custGeom>
              <a:rect b="b" l="l" r="r" t="t"/>
              <a:pathLst>
                <a:path extrusionOk="0" h="10765" w="3835">
                  <a:moveTo>
                    <a:pt x="1596" y="3835"/>
                  </a:moveTo>
                  <a:lnTo>
                    <a:pt x="1596" y="9503"/>
                  </a:lnTo>
                  <a:lnTo>
                    <a:pt x="977" y="9503"/>
                  </a:lnTo>
                  <a:lnTo>
                    <a:pt x="977" y="3835"/>
                  </a:lnTo>
                  <a:close/>
                  <a:moveTo>
                    <a:pt x="2882" y="3835"/>
                  </a:moveTo>
                  <a:lnTo>
                    <a:pt x="2858" y="9503"/>
                  </a:lnTo>
                  <a:lnTo>
                    <a:pt x="2239" y="9503"/>
                  </a:lnTo>
                  <a:lnTo>
                    <a:pt x="2239" y="3835"/>
                  </a:lnTo>
                  <a:close/>
                  <a:moveTo>
                    <a:pt x="1929" y="1"/>
                  </a:moveTo>
                  <a:lnTo>
                    <a:pt x="1096" y="1287"/>
                  </a:lnTo>
                  <a:lnTo>
                    <a:pt x="643" y="1287"/>
                  </a:lnTo>
                  <a:lnTo>
                    <a:pt x="643" y="2573"/>
                  </a:lnTo>
                  <a:lnTo>
                    <a:pt x="0" y="2573"/>
                  </a:lnTo>
                  <a:lnTo>
                    <a:pt x="0" y="10765"/>
                  </a:lnTo>
                  <a:lnTo>
                    <a:pt x="3835" y="10765"/>
                  </a:lnTo>
                  <a:lnTo>
                    <a:pt x="3835" y="2573"/>
                  </a:lnTo>
                  <a:lnTo>
                    <a:pt x="3168" y="2573"/>
                  </a:lnTo>
                  <a:lnTo>
                    <a:pt x="3192" y="1287"/>
                  </a:lnTo>
                  <a:lnTo>
                    <a:pt x="2739" y="1287"/>
                  </a:lnTo>
                  <a:lnTo>
                    <a:pt x="192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513" name="Google Shape;1513;p41"/>
          <p:cNvGrpSpPr/>
          <p:nvPr/>
        </p:nvGrpSpPr>
        <p:grpSpPr>
          <a:xfrm>
            <a:off x="7009389" y="2660405"/>
            <a:ext cx="307856" cy="345194"/>
            <a:chOff x="5686875" y="3226300"/>
            <a:chExt cx="240550" cy="269725"/>
          </a:xfrm>
        </p:grpSpPr>
        <p:sp>
          <p:nvSpPr>
            <p:cNvPr id="1514" name="Google Shape;1514;p41"/>
            <p:cNvSpPr/>
            <p:nvPr/>
          </p:nvSpPr>
          <p:spPr>
            <a:xfrm>
              <a:off x="5789875" y="3338250"/>
              <a:ext cx="65500" cy="110750"/>
            </a:xfrm>
            <a:custGeom>
              <a:rect b="b" l="l" r="r" t="t"/>
              <a:pathLst>
                <a:path extrusionOk="0" h="4430" w="2620">
                  <a:moveTo>
                    <a:pt x="1000" y="0"/>
                  </a:moveTo>
                  <a:lnTo>
                    <a:pt x="1000" y="691"/>
                  </a:lnTo>
                  <a:cubicBezTo>
                    <a:pt x="0" y="1048"/>
                    <a:pt x="262" y="2524"/>
                    <a:pt x="1310" y="2524"/>
                  </a:cubicBezTo>
                  <a:cubicBezTo>
                    <a:pt x="1739" y="2524"/>
                    <a:pt x="1739" y="3167"/>
                    <a:pt x="1310" y="3167"/>
                  </a:cubicBezTo>
                  <a:cubicBezTo>
                    <a:pt x="1143" y="3167"/>
                    <a:pt x="1000" y="3025"/>
                    <a:pt x="1000" y="2834"/>
                  </a:cubicBezTo>
                  <a:lnTo>
                    <a:pt x="357" y="2834"/>
                  </a:lnTo>
                  <a:cubicBezTo>
                    <a:pt x="357" y="3239"/>
                    <a:pt x="619" y="3596"/>
                    <a:pt x="1000" y="3739"/>
                  </a:cubicBezTo>
                  <a:lnTo>
                    <a:pt x="1000" y="4430"/>
                  </a:lnTo>
                  <a:lnTo>
                    <a:pt x="1619" y="4430"/>
                  </a:lnTo>
                  <a:lnTo>
                    <a:pt x="1619" y="3739"/>
                  </a:lnTo>
                  <a:cubicBezTo>
                    <a:pt x="2620" y="3382"/>
                    <a:pt x="2382" y="1905"/>
                    <a:pt x="1310" y="1905"/>
                  </a:cubicBezTo>
                  <a:cubicBezTo>
                    <a:pt x="1024" y="1905"/>
                    <a:pt x="881" y="1572"/>
                    <a:pt x="1072" y="1358"/>
                  </a:cubicBezTo>
                  <a:cubicBezTo>
                    <a:pt x="1139" y="1298"/>
                    <a:pt x="1218" y="1271"/>
                    <a:pt x="1295" y="1271"/>
                  </a:cubicBezTo>
                  <a:cubicBezTo>
                    <a:pt x="1462" y="1271"/>
                    <a:pt x="1619" y="1400"/>
                    <a:pt x="1619" y="1596"/>
                  </a:cubicBezTo>
                  <a:lnTo>
                    <a:pt x="2262" y="1596"/>
                  </a:lnTo>
                  <a:cubicBezTo>
                    <a:pt x="2262" y="1191"/>
                    <a:pt x="2000" y="834"/>
                    <a:pt x="1619" y="691"/>
                  </a:cubicBezTo>
                  <a:lnTo>
                    <a:pt x="161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15" name="Google Shape;1515;p41"/>
            <p:cNvSpPr/>
            <p:nvPr/>
          </p:nvSpPr>
          <p:spPr>
            <a:xfrm>
              <a:off x="5686875" y="3226300"/>
              <a:ext cx="240550" cy="269725"/>
            </a:xfrm>
            <a:custGeom>
              <a:rect b="b" l="l" r="r" t="t"/>
              <a:pathLst>
                <a:path extrusionOk="0" h="10789" w="9622">
                  <a:moveTo>
                    <a:pt x="4477" y="1"/>
                  </a:moveTo>
                  <a:lnTo>
                    <a:pt x="4477" y="1954"/>
                  </a:lnTo>
                  <a:lnTo>
                    <a:pt x="5120" y="1954"/>
                  </a:lnTo>
                  <a:lnTo>
                    <a:pt x="5120" y="3835"/>
                  </a:lnTo>
                  <a:lnTo>
                    <a:pt x="5739" y="3835"/>
                  </a:lnTo>
                  <a:lnTo>
                    <a:pt x="5739" y="3216"/>
                  </a:lnTo>
                  <a:cubicBezTo>
                    <a:pt x="6454" y="3287"/>
                    <a:pt x="7097" y="3549"/>
                    <a:pt x="7645" y="4002"/>
                  </a:cubicBezTo>
                  <a:lnTo>
                    <a:pt x="7216" y="4454"/>
                  </a:lnTo>
                  <a:lnTo>
                    <a:pt x="7668" y="4883"/>
                  </a:lnTo>
                  <a:lnTo>
                    <a:pt x="8097" y="4454"/>
                  </a:lnTo>
                  <a:cubicBezTo>
                    <a:pt x="8550" y="5002"/>
                    <a:pt x="8812" y="5669"/>
                    <a:pt x="8883" y="6359"/>
                  </a:cubicBezTo>
                  <a:lnTo>
                    <a:pt x="8288" y="6359"/>
                  </a:lnTo>
                  <a:lnTo>
                    <a:pt x="8288" y="7002"/>
                  </a:lnTo>
                  <a:lnTo>
                    <a:pt x="8883" y="7002"/>
                  </a:lnTo>
                  <a:cubicBezTo>
                    <a:pt x="8812" y="7693"/>
                    <a:pt x="8550" y="8360"/>
                    <a:pt x="8097" y="8908"/>
                  </a:cubicBezTo>
                  <a:lnTo>
                    <a:pt x="7668" y="8479"/>
                  </a:lnTo>
                  <a:lnTo>
                    <a:pt x="7216" y="8908"/>
                  </a:lnTo>
                  <a:lnTo>
                    <a:pt x="7645" y="9360"/>
                  </a:lnTo>
                  <a:cubicBezTo>
                    <a:pt x="7097" y="9789"/>
                    <a:pt x="6454" y="10074"/>
                    <a:pt x="5739" y="10146"/>
                  </a:cubicBezTo>
                  <a:lnTo>
                    <a:pt x="5739" y="9527"/>
                  </a:lnTo>
                  <a:lnTo>
                    <a:pt x="5120" y="9527"/>
                  </a:lnTo>
                  <a:lnTo>
                    <a:pt x="5120" y="10146"/>
                  </a:lnTo>
                  <a:cubicBezTo>
                    <a:pt x="4406" y="10074"/>
                    <a:pt x="3739" y="9789"/>
                    <a:pt x="3215" y="9336"/>
                  </a:cubicBezTo>
                  <a:lnTo>
                    <a:pt x="3644" y="8908"/>
                  </a:lnTo>
                  <a:lnTo>
                    <a:pt x="3191" y="8455"/>
                  </a:lnTo>
                  <a:lnTo>
                    <a:pt x="2763" y="8908"/>
                  </a:lnTo>
                  <a:cubicBezTo>
                    <a:pt x="2310" y="8360"/>
                    <a:pt x="2024" y="7693"/>
                    <a:pt x="1977" y="7002"/>
                  </a:cubicBezTo>
                  <a:lnTo>
                    <a:pt x="2596" y="7002"/>
                  </a:lnTo>
                  <a:lnTo>
                    <a:pt x="2596" y="6359"/>
                  </a:lnTo>
                  <a:lnTo>
                    <a:pt x="1977" y="6359"/>
                  </a:lnTo>
                  <a:cubicBezTo>
                    <a:pt x="2048" y="5597"/>
                    <a:pt x="2382" y="4859"/>
                    <a:pt x="2906" y="4311"/>
                  </a:cubicBezTo>
                  <a:lnTo>
                    <a:pt x="2906" y="5193"/>
                  </a:lnTo>
                  <a:lnTo>
                    <a:pt x="3525" y="5193"/>
                  </a:lnTo>
                  <a:lnTo>
                    <a:pt x="3525" y="3311"/>
                  </a:lnTo>
                  <a:lnTo>
                    <a:pt x="1643" y="3311"/>
                  </a:lnTo>
                  <a:lnTo>
                    <a:pt x="1643" y="3954"/>
                  </a:lnTo>
                  <a:lnTo>
                    <a:pt x="2382" y="3954"/>
                  </a:lnTo>
                  <a:cubicBezTo>
                    <a:pt x="0" y="6574"/>
                    <a:pt x="1882" y="10789"/>
                    <a:pt x="5454" y="10789"/>
                  </a:cubicBezTo>
                  <a:cubicBezTo>
                    <a:pt x="7645" y="10789"/>
                    <a:pt x="9455" y="9027"/>
                    <a:pt x="9526" y="6836"/>
                  </a:cubicBezTo>
                  <a:cubicBezTo>
                    <a:pt x="9621" y="4645"/>
                    <a:pt x="7930" y="2763"/>
                    <a:pt x="5739" y="2597"/>
                  </a:cubicBezTo>
                  <a:lnTo>
                    <a:pt x="5739" y="1954"/>
                  </a:lnTo>
                  <a:lnTo>
                    <a:pt x="6382" y="1954"/>
                  </a:lnTo>
                  <a:lnTo>
                    <a:pt x="63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516" name="Google Shape;1516;p41"/>
          <p:cNvGrpSpPr/>
          <p:nvPr/>
        </p:nvGrpSpPr>
        <p:grpSpPr>
          <a:xfrm>
            <a:off x="6264962" y="2661173"/>
            <a:ext cx="378725" cy="344426"/>
            <a:chOff x="5105200" y="3226900"/>
            <a:chExt cx="295925" cy="269125"/>
          </a:xfrm>
        </p:grpSpPr>
        <p:sp>
          <p:nvSpPr>
            <p:cNvPr id="1517" name="Google Shape;1517;p41"/>
            <p:cNvSpPr/>
            <p:nvPr/>
          </p:nvSpPr>
          <p:spPr>
            <a:xfrm>
              <a:off x="5105200" y="3226900"/>
              <a:ext cx="175050" cy="173875"/>
            </a:xfrm>
            <a:custGeom>
              <a:rect b="b" l="l" r="r" t="t"/>
              <a:pathLst>
                <a:path extrusionOk="0" h="6955" w="7002">
                  <a:moveTo>
                    <a:pt x="3835" y="1287"/>
                  </a:moveTo>
                  <a:lnTo>
                    <a:pt x="3835" y="1977"/>
                  </a:lnTo>
                  <a:cubicBezTo>
                    <a:pt x="4216" y="2096"/>
                    <a:pt x="4478" y="2454"/>
                    <a:pt x="4478" y="2859"/>
                  </a:cubicBezTo>
                  <a:lnTo>
                    <a:pt x="3835" y="2859"/>
                  </a:lnTo>
                  <a:cubicBezTo>
                    <a:pt x="3835" y="2668"/>
                    <a:pt x="3686" y="2541"/>
                    <a:pt x="3524" y="2541"/>
                  </a:cubicBezTo>
                  <a:cubicBezTo>
                    <a:pt x="3443" y="2541"/>
                    <a:pt x="3358" y="2573"/>
                    <a:pt x="3287" y="2644"/>
                  </a:cubicBezTo>
                  <a:cubicBezTo>
                    <a:pt x="3096" y="2835"/>
                    <a:pt x="3239" y="3168"/>
                    <a:pt x="3525" y="3168"/>
                  </a:cubicBezTo>
                  <a:cubicBezTo>
                    <a:pt x="4573" y="3192"/>
                    <a:pt x="4835" y="4645"/>
                    <a:pt x="3835" y="5026"/>
                  </a:cubicBezTo>
                  <a:lnTo>
                    <a:pt x="3835" y="5716"/>
                  </a:lnTo>
                  <a:lnTo>
                    <a:pt x="3215" y="5716"/>
                  </a:lnTo>
                  <a:lnTo>
                    <a:pt x="3215" y="5026"/>
                  </a:lnTo>
                  <a:cubicBezTo>
                    <a:pt x="2834" y="4883"/>
                    <a:pt x="2572" y="4526"/>
                    <a:pt x="2572" y="4121"/>
                  </a:cubicBezTo>
                  <a:lnTo>
                    <a:pt x="3215" y="4121"/>
                  </a:lnTo>
                  <a:cubicBezTo>
                    <a:pt x="3215" y="4311"/>
                    <a:pt x="3364" y="4438"/>
                    <a:pt x="3519" y="4438"/>
                  </a:cubicBezTo>
                  <a:cubicBezTo>
                    <a:pt x="3596" y="4438"/>
                    <a:pt x="3676" y="4406"/>
                    <a:pt x="3739" y="4335"/>
                  </a:cubicBezTo>
                  <a:cubicBezTo>
                    <a:pt x="3930" y="4145"/>
                    <a:pt x="3811" y="3811"/>
                    <a:pt x="3525" y="3811"/>
                  </a:cubicBezTo>
                  <a:cubicBezTo>
                    <a:pt x="2453" y="3787"/>
                    <a:pt x="2215" y="2335"/>
                    <a:pt x="3215" y="1977"/>
                  </a:cubicBezTo>
                  <a:lnTo>
                    <a:pt x="3215" y="1287"/>
                  </a:lnTo>
                  <a:close/>
                  <a:moveTo>
                    <a:pt x="3525" y="1"/>
                  </a:moveTo>
                  <a:cubicBezTo>
                    <a:pt x="1596" y="1"/>
                    <a:pt x="0" y="1549"/>
                    <a:pt x="0" y="3502"/>
                  </a:cubicBezTo>
                  <a:cubicBezTo>
                    <a:pt x="0" y="4359"/>
                    <a:pt x="334" y="5169"/>
                    <a:pt x="905" y="5812"/>
                  </a:cubicBezTo>
                  <a:lnTo>
                    <a:pt x="548" y="6955"/>
                  </a:lnTo>
                  <a:lnTo>
                    <a:pt x="3525" y="6955"/>
                  </a:lnTo>
                  <a:cubicBezTo>
                    <a:pt x="5454" y="6955"/>
                    <a:pt x="7002" y="5407"/>
                    <a:pt x="7002" y="3478"/>
                  </a:cubicBezTo>
                  <a:cubicBezTo>
                    <a:pt x="7002" y="1549"/>
                    <a:pt x="5454" y="1"/>
                    <a:pt x="3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18" name="Google Shape;1518;p41"/>
            <p:cNvSpPr/>
            <p:nvPr/>
          </p:nvSpPr>
          <p:spPr>
            <a:xfrm>
              <a:off x="5201050" y="3322175"/>
              <a:ext cx="200075" cy="173850"/>
            </a:xfrm>
            <a:custGeom>
              <a:rect b="b" l="l" r="r" t="t"/>
              <a:pathLst>
                <a:path extrusionOk="0" h="6954" w="8003">
                  <a:moveTo>
                    <a:pt x="3787" y="0"/>
                  </a:moveTo>
                  <a:lnTo>
                    <a:pt x="3787" y="24"/>
                  </a:lnTo>
                  <a:lnTo>
                    <a:pt x="3787" y="1905"/>
                  </a:lnTo>
                  <a:lnTo>
                    <a:pt x="4097" y="1905"/>
                  </a:lnTo>
                  <a:cubicBezTo>
                    <a:pt x="4621" y="1905"/>
                    <a:pt x="5025" y="2310"/>
                    <a:pt x="5025" y="2834"/>
                  </a:cubicBezTo>
                  <a:cubicBezTo>
                    <a:pt x="5049" y="3072"/>
                    <a:pt x="4954" y="3310"/>
                    <a:pt x="4787" y="3477"/>
                  </a:cubicBezTo>
                  <a:cubicBezTo>
                    <a:pt x="5335" y="4072"/>
                    <a:pt x="4906" y="5049"/>
                    <a:pt x="4097" y="5049"/>
                  </a:cubicBezTo>
                  <a:lnTo>
                    <a:pt x="3763" y="5049"/>
                  </a:lnTo>
                  <a:lnTo>
                    <a:pt x="3763" y="5692"/>
                  </a:lnTo>
                  <a:lnTo>
                    <a:pt x="3144" y="5692"/>
                  </a:lnTo>
                  <a:lnTo>
                    <a:pt x="3144" y="5049"/>
                  </a:lnTo>
                  <a:lnTo>
                    <a:pt x="2501" y="5049"/>
                  </a:lnTo>
                  <a:lnTo>
                    <a:pt x="2501" y="4430"/>
                  </a:lnTo>
                  <a:lnTo>
                    <a:pt x="3144" y="4430"/>
                  </a:lnTo>
                  <a:lnTo>
                    <a:pt x="3144" y="2524"/>
                  </a:lnTo>
                  <a:lnTo>
                    <a:pt x="2620" y="2524"/>
                  </a:lnTo>
                  <a:cubicBezTo>
                    <a:pt x="1930" y="3239"/>
                    <a:pt x="1001" y="3691"/>
                    <a:pt x="1" y="3763"/>
                  </a:cubicBezTo>
                  <a:cubicBezTo>
                    <a:pt x="167" y="5573"/>
                    <a:pt x="1668" y="6954"/>
                    <a:pt x="3454" y="6954"/>
                  </a:cubicBezTo>
                  <a:lnTo>
                    <a:pt x="6430" y="6954"/>
                  </a:lnTo>
                  <a:lnTo>
                    <a:pt x="6049" y="5787"/>
                  </a:lnTo>
                  <a:cubicBezTo>
                    <a:pt x="6049" y="5763"/>
                    <a:pt x="6073" y="5763"/>
                    <a:pt x="6073" y="5763"/>
                  </a:cubicBezTo>
                  <a:cubicBezTo>
                    <a:pt x="8002" y="3620"/>
                    <a:pt x="6645" y="214"/>
                    <a:pt x="37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19" name="Google Shape;1519;p41"/>
            <p:cNvSpPr/>
            <p:nvPr/>
          </p:nvSpPr>
          <p:spPr>
            <a:xfrm>
              <a:off x="5295125" y="3322750"/>
              <a:ext cx="25" cy="625"/>
            </a:xfrm>
            <a:custGeom>
              <a:rect b="b" l="l" r="r" t="t"/>
              <a:pathLst>
                <a:path extrusionOk="0" h="25" w="1">
                  <a:moveTo>
                    <a:pt x="0" y="1"/>
                  </a:moveTo>
                  <a:lnTo>
                    <a:pt x="0" y="1"/>
                  </a:lnTo>
                  <a:cubicBezTo>
                    <a:pt x="0" y="1"/>
                    <a:pt x="0" y="1"/>
                    <a:pt x="0" y="2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20" name="Google Shape;1520;p41"/>
            <p:cNvSpPr/>
            <p:nvPr/>
          </p:nvSpPr>
          <p:spPr>
            <a:xfrm>
              <a:off x="5295725" y="3416825"/>
              <a:ext cx="17875" cy="15500"/>
            </a:xfrm>
            <a:custGeom>
              <a:rect b="b" l="l" r="r" t="t"/>
              <a:pathLst>
                <a:path extrusionOk="0" h="620" w="715">
                  <a:moveTo>
                    <a:pt x="0" y="1"/>
                  </a:moveTo>
                  <a:lnTo>
                    <a:pt x="0" y="620"/>
                  </a:lnTo>
                  <a:lnTo>
                    <a:pt x="310" y="620"/>
                  </a:lnTo>
                  <a:cubicBezTo>
                    <a:pt x="714" y="620"/>
                    <a:pt x="714" y="1"/>
                    <a:pt x="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21" name="Google Shape;1521;p41"/>
            <p:cNvSpPr/>
            <p:nvPr/>
          </p:nvSpPr>
          <p:spPr>
            <a:xfrm>
              <a:off x="5295725" y="3385275"/>
              <a:ext cx="17875" cy="15500"/>
            </a:xfrm>
            <a:custGeom>
              <a:rect b="b" l="l" r="r" t="t"/>
              <a:pathLst>
                <a:path extrusionOk="0" h="620" w="715">
                  <a:moveTo>
                    <a:pt x="0" y="0"/>
                  </a:moveTo>
                  <a:lnTo>
                    <a:pt x="0" y="620"/>
                  </a:lnTo>
                  <a:lnTo>
                    <a:pt x="310" y="620"/>
                  </a:lnTo>
                  <a:cubicBezTo>
                    <a:pt x="714" y="620"/>
                    <a:pt x="714" y="0"/>
                    <a:pt x="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522" name="Google Shape;1522;p41"/>
          <p:cNvGrpSpPr/>
          <p:nvPr/>
        </p:nvGrpSpPr>
        <p:grpSpPr>
          <a:xfrm>
            <a:off x="5552529" y="2661173"/>
            <a:ext cx="303313" cy="344426"/>
            <a:chOff x="4548525" y="3226900"/>
            <a:chExt cx="237000" cy="269125"/>
          </a:xfrm>
        </p:grpSpPr>
        <p:sp>
          <p:nvSpPr>
            <p:cNvPr id="1523" name="Google Shape;1523;p41"/>
            <p:cNvSpPr/>
            <p:nvPr/>
          </p:nvSpPr>
          <p:spPr>
            <a:xfrm>
              <a:off x="4548525" y="3432300"/>
              <a:ext cx="237000" cy="63725"/>
            </a:xfrm>
            <a:custGeom>
              <a:rect b="b" l="l" r="r" t="t"/>
              <a:pathLst>
                <a:path extrusionOk="0" h="2549" w="9480">
                  <a:moveTo>
                    <a:pt x="1" y="1"/>
                  </a:moveTo>
                  <a:lnTo>
                    <a:pt x="1" y="2549"/>
                  </a:lnTo>
                  <a:lnTo>
                    <a:pt x="9479" y="2549"/>
                  </a:lnTo>
                  <a:lnTo>
                    <a:pt x="9479" y="1"/>
                  </a:lnTo>
                  <a:lnTo>
                    <a:pt x="6931" y="1"/>
                  </a:lnTo>
                  <a:lnTo>
                    <a:pt x="6931" y="1263"/>
                  </a:lnTo>
                  <a:lnTo>
                    <a:pt x="2525" y="1263"/>
                  </a:lnTo>
                  <a:lnTo>
                    <a:pt x="25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24" name="Google Shape;1524;p41"/>
            <p:cNvSpPr/>
            <p:nvPr/>
          </p:nvSpPr>
          <p:spPr>
            <a:xfrm>
              <a:off x="4548525" y="3226900"/>
              <a:ext cx="237000" cy="189950"/>
            </a:xfrm>
            <a:custGeom>
              <a:rect b="b" l="l" r="r" t="t"/>
              <a:pathLst>
                <a:path extrusionOk="0" h="7598" w="9480">
                  <a:moveTo>
                    <a:pt x="1882" y="977"/>
                  </a:moveTo>
                  <a:lnTo>
                    <a:pt x="1882" y="1596"/>
                  </a:lnTo>
                  <a:lnTo>
                    <a:pt x="1263" y="1596"/>
                  </a:lnTo>
                  <a:lnTo>
                    <a:pt x="1263" y="977"/>
                  </a:lnTo>
                  <a:close/>
                  <a:moveTo>
                    <a:pt x="8217" y="977"/>
                  </a:moveTo>
                  <a:lnTo>
                    <a:pt x="8217" y="1596"/>
                  </a:lnTo>
                  <a:lnTo>
                    <a:pt x="7574" y="1596"/>
                  </a:lnTo>
                  <a:lnTo>
                    <a:pt x="7574" y="977"/>
                  </a:lnTo>
                  <a:close/>
                  <a:moveTo>
                    <a:pt x="1882" y="2239"/>
                  </a:moveTo>
                  <a:lnTo>
                    <a:pt x="1882" y="2859"/>
                  </a:lnTo>
                  <a:lnTo>
                    <a:pt x="1263" y="2859"/>
                  </a:lnTo>
                  <a:lnTo>
                    <a:pt x="1263" y="2239"/>
                  </a:lnTo>
                  <a:close/>
                  <a:moveTo>
                    <a:pt x="8217" y="2239"/>
                  </a:moveTo>
                  <a:lnTo>
                    <a:pt x="8217" y="2859"/>
                  </a:lnTo>
                  <a:lnTo>
                    <a:pt x="7574" y="2859"/>
                  </a:lnTo>
                  <a:lnTo>
                    <a:pt x="7574" y="2239"/>
                  </a:lnTo>
                  <a:close/>
                  <a:moveTo>
                    <a:pt x="1882" y="3502"/>
                  </a:moveTo>
                  <a:lnTo>
                    <a:pt x="1882" y="4121"/>
                  </a:lnTo>
                  <a:lnTo>
                    <a:pt x="1263" y="4121"/>
                  </a:lnTo>
                  <a:lnTo>
                    <a:pt x="1263" y="3502"/>
                  </a:lnTo>
                  <a:close/>
                  <a:moveTo>
                    <a:pt x="6931" y="977"/>
                  </a:moveTo>
                  <a:lnTo>
                    <a:pt x="6955" y="4121"/>
                  </a:lnTo>
                  <a:lnTo>
                    <a:pt x="2525" y="4121"/>
                  </a:lnTo>
                  <a:lnTo>
                    <a:pt x="2525" y="977"/>
                  </a:lnTo>
                  <a:close/>
                  <a:moveTo>
                    <a:pt x="8217" y="3502"/>
                  </a:moveTo>
                  <a:lnTo>
                    <a:pt x="8217" y="4121"/>
                  </a:lnTo>
                  <a:lnTo>
                    <a:pt x="7574" y="4121"/>
                  </a:lnTo>
                  <a:lnTo>
                    <a:pt x="7574" y="3502"/>
                  </a:lnTo>
                  <a:close/>
                  <a:moveTo>
                    <a:pt x="1" y="1"/>
                  </a:moveTo>
                  <a:lnTo>
                    <a:pt x="1" y="7598"/>
                  </a:lnTo>
                  <a:lnTo>
                    <a:pt x="1382" y="7598"/>
                  </a:lnTo>
                  <a:lnTo>
                    <a:pt x="2644" y="5073"/>
                  </a:lnTo>
                  <a:lnTo>
                    <a:pt x="6812" y="5073"/>
                  </a:lnTo>
                  <a:lnTo>
                    <a:pt x="8074" y="7598"/>
                  </a:lnTo>
                  <a:lnTo>
                    <a:pt x="9479" y="7598"/>
                  </a:lnTo>
                  <a:lnTo>
                    <a:pt x="947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25" name="Google Shape;1525;p41"/>
            <p:cNvSpPr/>
            <p:nvPr/>
          </p:nvSpPr>
          <p:spPr>
            <a:xfrm>
              <a:off x="4627125" y="3266800"/>
              <a:ext cx="79200" cy="47650"/>
            </a:xfrm>
            <a:custGeom>
              <a:rect b="b" l="l" r="r" t="t"/>
              <a:pathLst>
                <a:path extrusionOk="0" h="1906" w="3168">
                  <a:moveTo>
                    <a:pt x="0" y="0"/>
                  </a:moveTo>
                  <a:lnTo>
                    <a:pt x="0" y="1906"/>
                  </a:lnTo>
                  <a:lnTo>
                    <a:pt x="3168" y="1906"/>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26" name="Google Shape;1526;p41"/>
            <p:cNvSpPr/>
            <p:nvPr/>
          </p:nvSpPr>
          <p:spPr>
            <a:xfrm>
              <a:off x="4627125" y="3432300"/>
              <a:ext cx="79200" cy="16100"/>
            </a:xfrm>
            <a:custGeom>
              <a:rect b="b" l="l" r="r" t="t"/>
              <a:pathLst>
                <a:path extrusionOk="0" h="644" w="3168">
                  <a:moveTo>
                    <a:pt x="0" y="1"/>
                  </a:moveTo>
                  <a:lnTo>
                    <a:pt x="0" y="644"/>
                  </a:lnTo>
                  <a:lnTo>
                    <a:pt x="3168" y="644"/>
                  </a:lnTo>
                  <a:lnTo>
                    <a:pt x="31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27" name="Google Shape;1527;p41"/>
            <p:cNvSpPr/>
            <p:nvPr/>
          </p:nvSpPr>
          <p:spPr>
            <a:xfrm>
              <a:off x="4600325" y="3400750"/>
              <a:ext cx="132800" cy="16100"/>
            </a:xfrm>
            <a:custGeom>
              <a:rect b="b" l="l" r="r" t="t"/>
              <a:pathLst>
                <a:path extrusionOk="0" h="644" w="5312">
                  <a:moveTo>
                    <a:pt x="334" y="1"/>
                  </a:moveTo>
                  <a:lnTo>
                    <a:pt x="1" y="644"/>
                  </a:lnTo>
                  <a:lnTo>
                    <a:pt x="5311" y="644"/>
                  </a:lnTo>
                  <a:lnTo>
                    <a:pt x="500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28" name="Google Shape;1528;p41"/>
            <p:cNvSpPr/>
            <p:nvPr/>
          </p:nvSpPr>
          <p:spPr>
            <a:xfrm>
              <a:off x="4616400" y="3369800"/>
              <a:ext cx="100650" cy="15500"/>
            </a:xfrm>
            <a:custGeom>
              <a:rect b="b" l="l" r="r" t="t"/>
              <a:pathLst>
                <a:path extrusionOk="0" h="620" w="4026">
                  <a:moveTo>
                    <a:pt x="310" y="0"/>
                  </a:moveTo>
                  <a:lnTo>
                    <a:pt x="1" y="619"/>
                  </a:lnTo>
                  <a:lnTo>
                    <a:pt x="4025" y="619"/>
                  </a:lnTo>
                  <a:lnTo>
                    <a:pt x="371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529" name="Google Shape;1529;p41"/>
          <p:cNvGrpSpPr/>
          <p:nvPr/>
        </p:nvGrpSpPr>
        <p:grpSpPr>
          <a:xfrm>
            <a:off x="4784489" y="2661173"/>
            <a:ext cx="345194" cy="344426"/>
            <a:chOff x="3948400" y="3226900"/>
            <a:chExt cx="269725" cy="269125"/>
          </a:xfrm>
        </p:grpSpPr>
        <p:sp>
          <p:nvSpPr>
            <p:cNvPr id="1530" name="Google Shape;1530;p41"/>
            <p:cNvSpPr/>
            <p:nvPr/>
          </p:nvSpPr>
          <p:spPr>
            <a:xfrm>
              <a:off x="3949000" y="3226900"/>
              <a:ext cx="269125" cy="32175"/>
            </a:xfrm>
            <a:custGeom>
              <a:rect b="b" l="l" r="r" t="t"/>
              <a:pathLst>
                <a:path extrusionOk="0" h="1287" w="10765">
                  <a:moveTo>
                    <a:pt x="1" y="1"/>
                  </a:moveTo>
                  <a:lnTo>
                    <a:pt x="1" y="1287"/>
                  </a:lnTo>
                  <a:lnTo>
                    <a:pt x="10765" y="1287"/>
                  </a:lnTo>
                  <a:lnTo>
                    <a:pt x="107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31" name="Google Shape;1531;p41"/>
            <p:cNvSpPr/>
            <p:nvPr/>
          </p:nvSpPr>
          <p:spPr>
            <a:xfrm>
              <a:off x="3948400" y="3274525"/>
              <a:ext cx="269150" cy="221500"/>
            </a:xfrm>
            <a:custGeom>
              <a:rect b="b" l="l" r="r" t="t"/>
              <a:pathLst>
                <a:path extrusionOk="0" h="8860" w="10766">
                  <a:moveTo>
                    <a:pt x="8241" y="1620"/>
                  </a:moveTo>
                  <a:lnTo>
                    <a:pt x="8241" y="3502"/>
                  </a:lnTo>
                  <a:lnTo>
                    <a:pt x="8884" y="3502"/>
                  </a:lnTo>
                  <a:lnTo>
                    <a:pt x="8884" y="4121"/>
                  </a:lnTo>
                  <a:lnTo>
                    <a:pt x="4454" y="4121"/>
                  </a:lnTo>
                  <a:lnTo>
                    <a:pt x="4454" y="3502"/>
                  </a:lnTo>
                  <a:lnTo>
                    <a:pt x="5097" y="3502"/>
                  </a:lnTo>
                  <a:lnTo>
                    <a:pt x="5097" y="2883"/>
                  </a:lnTo>
                  <a:lnTo>
                    <a:pt x="5716" y="2883"/>
                  </a:lnTo>
                  <a:lnTo>
                    <a:pt x="5716" y="3502"/>
                  </a:lnTo>
                  <a:lnTo>
                    <a:pt x="6359" y="3502"/>
                  </a:lnTo>
                  <a:lnTo>
                    <a:pt x="6359" y="2240"/>
                  </a:lnTo>
                  <a:lnTo>
                    <a:pt x="6979" y="2240"/>
                  </a:lnTo>
                  <a:lnTo>
                    <a:pt x="6979" y="3502"/>
                  </a:lnTo>
                  <a:lnTo>
                    <a:pt x="7622" y="3502"/>
                  </a:lnTo>
                  <a:lnTo>
                    <a:pt x="7622" y="1620"/>
                  </a:lnTo>
                  <a:close/>
                  <a:moveTo>
                    <a:pt x="3192" y="954"/>
                  </a:moveTo>
                  <a:lnTo>
                    <a:pt x="3192" y="1644"/>
                  </a:lnTo>
                  <a:cubicBezTo>
                    <a:pt x="3573" y="1787"/>
                    <a:pt x="3835" y="2144"/>
                    <a:pt x="3835" y="2549"/>
                  </a:cubicBezTo>
                  <a:lnTo>
                    <a:pt x="3192" y="2549"/>
                  </a:lnTo>
                  <a:cubicBezTo>
                    <a:pt x="3192" y="2335"/>
                    <a:pt x="3037" y="2228"/>
                    <a:pt x="2882" y="2228"/>
                  </a:cubicBezTo>
                  <a:cubicBezTo>
                    <a:pt x="2728" y="2228"/>
                    <a:pt x="2573" y="2335"/>
                    <a:pt x="2573" y="2549"/>
                  </a:cubicBezTo>
                  <a:cubicBezTo>
                    <a:pt x="2549" y="2716"/>
                    <a:pt x="2692" y="2859"/>
                    <a:pt x="2882" y="2859"/>
                  </a:cubicBezTo>
                  <a:cubicBezTo>
                    <a:pt x="3930" y="2883"/>
                    <a:pt x="4192" y="4335"/>
                    <a:pt x="3192" y="4716"/>
                  </a:cubicBezTo>
                  <a:lnTo>
                    <a:pt x="3192" y="5383"/>
                  </a:lnTo>
                  <a:lnTo>
                    <a:pt x="2573" y="5383"/>
                  </a:lnTo>
                  <a:lnTo>
                    <a:pt x="2573" y="4692"/>
                  </a:lnTo>
                  <a:cubicBezTo>
                    <a:pt x="2192" y="4550"/>
                    <a:pt x="1930" y="4192"/>
                    <a:pt x="1930" y="3811"/>
                  </a:cubicBezTo>
                  <a:lnTo>
                    <a:pt x="2573" y="3811"/>
                  </a:lnTo>
                  <a:cubicBezTo>
                    <a:pt x="2573" y="4014"/>
                    <a:pt x="2728" y="4115"/>
                    <a:pt x="2882" y="4115"/>
                  </a:cubicBezTo>
                  <a:cubicBezTo>
                    <a:pt x="3037" y="4115"/>
                    <a:pt x="3192" y="4014"/>
                    <a:pt x="3192" y="3811"/>
                  </a:cubicBezTo>
                  <a:cubicBezTo>
                    <a:pt x="3192" y="3621"/>
                    <a:pt x="3049" y="3478"/>
                    <a:pt x="2882" y="3478"/>
                  </a:cubicBezTo>
                  <a:cubicBezTo>
                    <a:pt x="1811" y="3478"/>
                    <a:pt x="1573" y="2001"/>
                    <a:pt x="2573" y="1644"/>
                  </a:cubicBezTo>
                  <a:lnTo>
                    <a:pt x="2573" y="954"/>
                  </a:lnTo>
                  <a:close/>
                  <a:moveTo>
                    <a:pt x="644" y="1"/>
                  </a:moveTo>
                  <a:lnTo>
                    <a:pt x="644" y="5716"/>
                  </a:lnTo>
                  <a:lnTo>
                    <a:pt x="1" y="5716"/>
                  </a:lnTo>
                  <a:lnTo>
                    <a:pt x="1" y="6336"/>
                  </a:lnTo>
                  <a:lnTo>
                    <a:pt x="5073" y="6336"/>
                  </a:lnTo>
                  <a:lnTo>
                    <a:pt x="5073" y="6979"/>
                  </a:lnTo>
                  <a:lnTo>
                    <a:pt x="4621" y="6979"/>
                  </a:lnTo>
                  <a:lnTo>
                    <a:pt x="3359" y="8241"/>
                  </a:lnTo>
                  <a:lnTo>
                    <a:pt x="2549" y="8241"/>
                  </a:lnTo>
                  <a:lnTo>
                    <a:pt x="2549" y="8860"/>
                  </a:lnTo>
                  <a:lnTo>
                    <a:pt x="3621" y="8860"/>
                  </a:lnTo>
                  <a:lnTo>
                    <a:pt x="4883" y="7598"/>
                  </a:lnTo>
                  <a:lnTo>
                    <a:pt x="5073" y="7598"/>
                  </a:lnTo>
                  <a:lnTo>
                    <a:pt x="5073" y="8860"/>
                  </a:lnTo>
                  <a:lnTo>
                    <a:pt x="5693" y="8860"/>
                  </a:lnTo>
                  <a:lnTo>
                    <a:pt x="5693" y="7598"/>
                  </a:lnTo>
                  <a:lnTo>
                    <a:pt x="5883" y="7598"/>
                  </a:lnTo>
                  <a:lnTo>
                    <a:pt x="7145" y="8860"/>
                  </a:lnTo>
                  <a:lnTo>
                    <a:pt x="8217" y="8860"/>
                  </a:lnTo>
                  <a:lnTo>
                    <a:pt x="8217" y="8241"/>
                  </a:lnTo>
                  <a:lnTo>
                    <a:pt x="7407" y="8241"/>
                  </a:lnTo>
                  <a:lnTo>
                    <a:pt x="6145" y="6979"/>
                  </a:lnTo>
                  <a:lnTo>
                    <a:pt x="5693" y="6979"/>
                  </a:lnTo>
                  <a:lnTo>
                    <a:pt x="5693" y="6336"/>
                  </a:lnTo>
                  <a:lnTo>
                    <a:pt x="10765" y="6336"/>
                  </a:lnTo>
                  <a:lnTo>
                    <a:pt x="10765" y="5716"/>
                  </a:lnTo>
                  <a:lnTo>
                    <a:pt x="10122" y="5716"/>
                  </a:lnTo>
                  <a:lnTo>
                    <a:pt x="101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sp>
        <p:nvSpPr>
          <p:cNvPr id="1532" name="Google Shape;1532;p41"/>
          <p:cNvSpPr/>
          <p:nvPr/>
        </p:nvSpPr>
        <p:spPr>
          <a:xfrm>
            <a:off x="3309194" y="2660973"/>
            <a:ext cx="345162" cy="344426"/>
          </a:xfrm>
          <a:custGeom>
            <a:rect b="b" l="l" r="r" t="t"/>
            <a:pathLst>
              <a:path extrusionOk="0" h="10765" w="10788">
                <a:moveTo>
                  <a:pt x="10145" y="644"/>
                </a:moveTo>
                <a:lnTo>
                  <a:pt x="10145" y="1930"/>
                </a:lnTo>
                <a:lnTo>
                  <a:pt x="5620" y="1930"/>
                </a:lnTo>
                <a:cubicBezTo>
                  <a:pt x="5501" y="1704"/>
                  <a:pt x="5287" y="1590"/>
                  <a:pt x="5075" y="1590"/>
                </a:cubicBezTo>
                <a:cubicBezTo>
                  <a:pt x="4864" y="1590"/>
                  <a:pt x="4656" y="1704"/>
                  <a:pt x="4549" y="1930"/>
                </a:cubicBezTo>
                <a:lnTo>
                  <a:pt x="4358" y="1930"/>
                </a:lnTo>
                <a:cubicBezTo>
                  <a:pt x="4239" y="1704"/>
                  <a:pt x="4025" y="1590"/>
                  <a:pt x="3813" y="1590"/>
                </a:cubicBezTo>
                <a:cubicBezTo>
                  <a:pt x="3602" y="1590"/>
                  <a:pt x="3394" y="1704"/>
                  <a:pt x="3286" y="1930"/>
                </a:cubicBezTo>
                <a:lnTo>
                  <a:pt x="3072" y="1930"/>
                </a:lnTo>
                <a:cubicBezTo>
                  <a:pt x="2965" y="1704"/>
                  <a:pt x="2751" y="1590"/>
                  <a:pt x="2536" y="1590"/>
                </a:cubicBezTo>
                <a:cubicBezTo>
                  <a:pt x="2322" y="1590"/>
                  <a:pt x="2108" y="1704"/>
                  <a:pt x="2000" y="1930"/>
                </a:cubicBezTo>
                <a:lnTo>
                  <a:pt x="619" y="1930"/>
                </a:lnTo>
                <a:lnTo>
                  <a:pt x="643" y="644"/>
                </a:lnTo>
                <a:close/>
                <a:moveTo>
                  <a:pt x="10145" y="2549"/>
                </a:moveTo>
                <a:lnTo>
                  <a:pt x="10145" y="3811"/>
                </a:lnTo>
                <a:lnTo>
                  <a:pt x="8764" y="3811"/>
                </a:lnTo>
                <a:cubicBezTo>
                  <a:pt x="8669" y="3621"/>
                  <a:pt x="8454" y="3502"/>
                  <a:pt x="8240" y="3502"/>
                </a:cubicBezTo>
                <a:cubicBezTo>
                  <a:pt x="8002" y="3502"/>
                  <a:pt x="7811" y="3621"/>
                  <a:pt x="7692" y="3811"/>
                </a:cubicBezTo>
                <a:lnTo>
                  <a:pt x="7502" y="3811"/>
                </a:lnTo>
                <a:cubicBezTo>
                  <a:pt x="7383" y="3621"/>
                  <a:pt x="7192" y="3502"/>
                  <a:pt x="6978" y="3502"/>
                </a:cubicBezTo>
                <a:cubicBezTo>
                  <a:pt x="6740" y="3502"/>
                  <a:pt x="6549" y="3621"/>
                  <a:pt x="6430" y="3811"/>
                </a:cubicBezTo>
                <a:lnTo>
                  <a:pt x="6239" y="3811"/>
                </a:lnTo>
                <a:cubicBezTo>
                  <a:pt x="6132" y="3597"/>
                  <a:pt x="5918" y="3490"/>
                  <a:pt x="5704" y="3490"/>
                </a:cubicBezTo>
                <a:cubicBezTo>
                  <a:pt x="5489" y="3490"/>
                  <a:pt x="5275" y="3597"/>
                  <a:pt x="5168" y="3811"/>
                </a:cubicBezTo>
                <a:lnTo>
                  <a:pt x="643" y="3811"/>
                </a:lnTo>
                <a:lnTo>
                  <a:pt x="643" y="2549"/>
                </a:lnTo>
                <a:lnTo>
                  <a:pt x="2024" y="2549"/>
                </a:lnTo>
                <a:cubicBezTo>
                  <a:pt x="2131" y="2775"/>
                  <a:pt x="2340" y="2888"/>
                  <a:pt x="2551" y="2888"/>
                </a:cubicBezTo>
                <a:cubicBezTo>
                  <a:pt x="2763" y="2888"/>
                  <a:pt x="2977" y="2775"/>
                  <a:pt x="3096" y="2549"/>
                </a:cubicBezTo>
                <a:lnTo>
                  <a:pt x="3286" y="2549"/>
                </a:lnTo>
                <a:cubicBezTo>
                  <a:pt x="3394" y="2775"/>
                  <a:pt x="3602" y="2888"/>
                  <a:pt x="3810" y="2888"/>
                </a:cubicBezTo>
                <a:cubicBezTo>
                  <a:pt x="4019" y="2888"/>
                  <a:pt x="4227" y="2775"/>
                  <a:pt x="4334" y="2549"/>
                </a:cubicBezTo>
                <a:lnTo>
                  <a:pt x="4549" y="2549"/>
                </a:lnTo>
                <a:cubicBezTo>
                  <a:pt x="4656" y="2775"/>
                  <a:pt x="4864" y="2888"/>
                  <a:pt x="5073" y="2888"/>
                </a:cubicBezTo>
                <a:cubicBezTo>
                  <a:pt x="5281" y="2888"/>
                  <a:pt x="5489" y="2775"/>
                  <a:pt x="5596" y="2549"/>
                </a:cubicBezTo>
                <a:close/>
                <a:moveTo>
                  <a:pt x="10145" y="4454"/>
                </a:moveTo>
                <a:lnTo>
                  <a:pt x="10145" y="5716"/>
                </a:lnTo>
                <a:lnTo>
                  <a:pt x="5620" y="5716"/>
                </a:lnTo>
                <a:cubicBezTo>
                  <a:pt x="5501" y="5490"/>
                  <a:pt x="5287" y="5377"/>
                  <a:pt x="5075" y="5377"/>
                </a:cubicBezTo>
                <a:cubicBezTo>
                  <a:pt x="4864" y="5377"/>
                  <a:pt x="4656" y="5490"/>
                  <a:pt x="4549" y="5716"/>
                </a:cubicBezTo>
                <a:lnTo>
                  <a:pt x="4358" y="5716"/>
                </a:lnTo>
                <a:cubicBezTo>
                  <a:pt x="4239" y="5490"/>
                  <a:pt x="4025" y="5377"/>
                  <a:pt x="3813" y="5377"/>
                </a:cubicBezTo>
                <a:cubicBezTo>
                  <a:pt x="3602" y="5377"/>
                  <a:pt x="3394" y="5490"/>
                  <a:pt x="3286" y="5716"/>
                </a:cubicBezTo>
                <a:lnTo>
                  <a:pt x="3072" y="5716"/>
                </a:lnTo>
                <a:cubicBezTo>
                  <a:pt x="2965" y="5490"/>
                  <a:pt x="2751" y="5377"/>
                  <a:pt x="2536" y="5377"/>
                </a:cubicBezTo>
                <a:cubicBezTo>
                  <a:pt x="2322" y="5377"/>
                  <a:pt x="2108" y="5490"/>
                  <a:pt x="2000" y="5716"/>
                </a:cubicBezTo>
                <a:lnTo>
                  <a:pt x="619" y="5716"/>
                </a:lnTo>
                <a:lnTo>
                  <a:pt x="643" y="4454"/>
                </a:lnTo>
                <a:lnTo>
                  <a:pt x="5168" y="4454"/>
                </a:lnTo>
                <a:cubicBezTo>
                  <a:pt x="5275" y="4680"/>
                  <a:pt x="5489" y="4793"/>
                  <a:pt x="5704" y="4793"/>
                </a:cubicBezTo>
                <a:cubicBezTo>
                  <a:pt x="5918" y="4793"/>
                  <a:pt x="6132" y="4680"/>
                  <a:pt x="6239" y="4454"/>
                </a:cubicBezTo>
                <a:lnTo>
                  <a:pt x="6430" y="4454"/>
                </a:lnTo>
                <a:cubicBezTo>
                  <a:pt x="6549" y="4645"/>
                  <a:pt x="6740" y="4764"/>
                  <a:pt x="6978" y="4764"/>
                </a:cubicBezTo>
                <a:cubicBezTo>
                  <a:pt x="7192" y="4764"/>
                  <a:pt x="7383" y="4645"/>
                  <a:pt x="7502" y="4454"/>
                </a:cubicBezTo>
                <a:lnTo>
                  <a:pt x="7692" y="4454"/>
                </a:lnTo>
                <a:cubicBezTo>
                  <a:pt x="7811" y="4645"/>
                  <a:pt x="8002" y="4764"/>
                  <a:pt x="8240" y="4764"/>
                </a:cubicBezTo>
                <a:cubicBezTo>
                  <a:pt x="8454" y="4764"/>
                  <a:pt x="8669" y="4645"/>
                  <a:pt x="8764" y="4454"/>
                </a:cubicBezTo>
                <a:close/>
                <a:moveTo>
                  <a:pt x="10145" y="6335"/>
                </a:moveTo>
                <a:lnTo>
                  <a:pt x="10145" y="7598"/>
                </a:lnTo>
                <a:lnTo>
                  <a:pt x="8764" y="7598"/>
                </a:lnTo>
                <a:cubicBezTo>
                  <a:pt x="8669" y="7407"/>
                  <a:pt x="8454" y="7288"/>
                  <a:pt x="8240" y="7288"/>
                </a:cubicBezTo>
                <a:cubicBezTo>
                  <a:pt x="8002" y="7288"/>
                  <a:pt x="7811" y="7407"/>
                  <a:pt x="7692" y="7598"/>
                </a:cubicBezTo>
                <a:lnTo>
                  <a:pt x="7502" y="7598"/>
                </a:lnTo>
                <a:cubicBezTo>
                  <a:pt x="7383" y="7407"/>
                  <a:pt x="7192" y="7288"/>
                  <a:pt x="6978" y="7288"/>
                </a:cubicBezTo>
                <a:cubicBezTo>
                  <a:pt x="6740" y="7288"/>
                  <a:pt x="6549" y="7407"/>
                  <a:pt x="6430" y="7598"/>
                </a:cubicBezTo>
                <a:lnTo>
                  <a:pt x="6239" y="7598"/>
                </a:lnTo>
                <a:cubicBezTo>
                  <a:pt x="6132" y="7383"/>
                  <a:pt x="5918" y="7276"/>
                  <a:pt x="5704" y="7276"/>
                </a:cubicBezTo>
                <a:cubicBezTo>
                  <a:pt x="5489" y="7276"/>
                  <a:pt x="5275" y="7383"/>
                  <a:pt x="5168" y="7598"/>
                </a:cubicBezTo>
                <a:lnTo>
                  <a:pt x="643" y="7598"/>
                </a:lnTo>
                <a:lnTo>
                  <a:pt x="643" y="6335"/>
                </a:lnTo>
                <a:lnTo>
                  <a:pt x="2024" y="6335"/>
                </a:lnTo>
                <a:cubicBezTo>
                  <a:pt x="2131" y="6562"/>
                  <a:pt x="2340" y="6675"/>
                  <a:pt x="2551" y="6675"/>
                </a:cubicBezTo>
                <a:cubicBezTo>
                  <a:pt x="2763" y="6675"/>
                  <a:pt x="2977" y="6562"/>
                  <a:pt x="3096" y="6335"/>
                </a:cubicBezTo>
                <a:lnTo>
                  <a:pt x="3286" y="6335"/>
                </a:lnTo>
                <a:cubicBezTo>
                  <a:pt x="3394" y="6562"/>
                  <a:pt x="3602" y="6675"/>
                  <a:pt x="3810" y="6675"/>
                </a:cubicBezTo>
                <a:cubicBezTo>
                  <a:pt x="4019" y="6675"/>
                  <a:pt x="4227" y="6562"/>
                  <a:pt x="4334" y="6335"/>
                </a:cubicBezTo>
                <a:lnTo>
                  <a:pt x="4549" y="6335"/>
                </a:lnTo>
                <a:cubicBezTo>
                  <a:pt x="4656" y="6562"/>
                  <a:pt x="4864" y="6675"/>
                  <a:pt x="5073" y="6675"/>
                </a:cubicBezTo>
                <a:cubicBezTo>
                  <a:pt x="5281" y="6675"/>
                  <a:pt x="5489" y="6562"/>
                  <a:pt x="5596" y="6335"/>
                </a:cubicBezTo>
                <a:close/>
                <a:moveTo>
                  <a:pt x="10145" y="8241"/>
                </a:moveTo>
                <a:lnTo>
                  <a:pt x="10145" y="9503"/>
                </a:lnTo>
                <a:lnTo>
                  <a:pt x="643" y="9503"/>
                </a:lnTo>
                <a:lnTo>
                  <a:pt x="643" y="8241"/>
                </a:lnTo>
                <a:lnTo>
                  <a:pt x="5168" y="8241"/>
                </a:lnTo>
                <a:cubicBezTo>
                  <a:pt x="5275" y="8467"/>
                  <a:pt x="5489" y="8580"/>
                  <a:pt x="5704" y="8580"/>
                </a:cubicBezTo>
                <a:cubicBezTo>
                  <a:pt x="5918" y="8580"/>
                  <a:pt x="6132" y="8467"/>
                  <a:pt x="6239" y="8241"/>
                </a:cubicBezTo>
                <a:lnTo>
                  <a:pt x="6430" y="8241"/>
                </a:lnTo>
                <a:cubicBezTo>
                  <a:pt x="6549" y="8431"/>
                  <a:pt x="6740" y="8550"/>
                  <a:pt x="6978" y="8550"/>
                </a:cubicBezTo>
                <a:cubicBezTo>
                  <a:pt x="7192" y="8550"/>
                  <a:pt x="7406" y="8431"/>
                  <a:pt x="7502" y="8241"/>
                </a:cubicBezTo>
                <a:lnTo>
                  <a:pt x="7692" y="8241"/>
                </a:lnTo>
                <a:cubicBezTo>
                  <a:pt x="7811" y="8431"/>
                  <a:pt x="8002" y="8550"/>
                  <a:pt x="8240" y="8550"/>
                </a:cubicBezTo>
                <a:cubicBezTo>
                  <a:pt x="8454" y="8550"/>
                  <a:pt x="8669" y="8431"/>
                  <a:pt x="8764" y="8241"/>
                </a:cubicBezTo>
                <a:close/>
                <a:moveTo>
                  <a:pt x="0" y="1"/>
                </a:moveTo>
                <a:lnTo>
                  <a:pt x="0" y="10765"/>
                </a:lnTo>
                <a:lnTo>
                  <a:pt x="643" y="10765"/>
                </a:lnTo>
                <a:lnTo>
                  <a:pt x="643" y="10122"/>
                </a:lnTo>
                <a:lnTo>
                  <a:pt x="10145" y="10122"/>
                </a:lnTo>
                <a:lnTo>
                  <a:pt x="10145" y="10765"/>
                </a:lnTo>
                <a:lnTo>
                  <a:pt x="10788" y="10765"/>
                </a:lnTo>
                <a:lnTo>
                  <a:pt x="107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nvGrpSpPr>
          <p:cNvPr id="1533" name="Google Shape;1533;p41"/>
          <p:cNvGrpSpPr/>
          <p:nvPr/>
        </p:nvGrpSpPr>
        <p:grpSpPr>
          <a:xfrm>
            <a:off x="4040093" y="2661173"/>
            <a:ext cx="345194" cy="344426"/>
            <a:chOff x="3366750" y="3226900"/>
            <a:chExt cx="269725" cy="269125"/>
          </a:xfrm>
        </p:grpSpPr>
        <p:sp>
          <p:nvSpPr>
            <p:cNvPr id="1534" name="Google Shape;1534;p41"/>
            <p:cNvSpPr/>
            <p:nvPr/>
          </p:nvSpPr>
          <p:spPr>
            <a:xfrm>
              <a:off x="3541175" y="3369800"/>
              <a:ext cx="47075" cy="15500"/>
            </a:xfrm>
            <a:custGeom>
              <a:rect b="b" l="l" r="r" t="t"/>
              <a:pathLst>
                <a:path extrusionOk="0" h="620" w="1883">
                  <a:moveTo>
                    <a:pt x="1" y="0"/>
                  </a:moveTo>
                  <a:lnTo>
                    <a:pt x="1" y="619"/>
                  </a:lnTo>
                  <a:lnTo>
                    <a:pt x="1882" y="619"/>
                  </a:lnTo>
                  <a:lnTo>
                    <a:pt x="18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35" name="Google Shape;1535;p41"/>
            <p:cNvSpPr/>
            <p:nvPr/>
          </p:nvSpPr>
          <p:spPr>
            <a:xfrm>
              <a:off x="3431050" y="3400750"/>
              <a:ext cx="46450" cy="36350"/>
            </a:xfrm>
            <a:custGeom>
              <a:rect b="b" l="l" r="r" t="t"/>
              <a:pathLst>
                <a:path extrusionOk="0" h="1454" w="1858">
                  <a:moveTo>
                    <a:pt x="0" y="1"/>
                  </a:moveTo>
                  <a:lnTo>
                    <a:pt x="0" y="1144"/>
                  </a:lnTo>
                  <a:lnTo>
                    <a:pt x="286" y="834"/>
                  </a:lnTo>
                  <a:lnTo>
                    <a:pt x="929" y="1453"/>
                  </a:lnTo>
                  <a:lnTo>
                    <a:pt x="1548" y="834"/>
                  </a:lnTo>
                  <a:lnTo>
                    <a:pt x="1858" y="1144"/>
                  </a:lnTo>
                  <a:lnTo>
                    <a:pt x="18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36" name="Google Shape;1536;p41"/>
            <p:cNvSpPr/>
            <p:nvPr/>
          </p:nvSpPr>
          <p:spPr>
            <a:xfrm>
              <a:off x="3493550" y="3226900"/>
              <a:ext cx="142325" cy="63150"/>
            </a:xfrm>
            <a:custGeom>
              <a:rect b="b" l="l" r="r" t="t"/>
              <a:pathLst>
                <a:path extrusionOk="0" h="2526" w="5693">
                  <a:moveTo>
                    <a:pt x="4430" y="953"/>
                  </a:moveTo>
                  <a:lnTo>
                    <a:pt x="4430" y="1573"/>
                  </a:lnTo>
                  <a:lnTo>
                    <a:pt x="1263" y="1573"/>
                  </a:lnTo>
                  <a:lnTo>
                    <a:pt x="1263" y="953"/>
                  </a:lnTo>
                  <a:close/>
                  <a:moveTo>
                    <a:pt x="1" y="1"/>
                  </a:moveTo>
                  <a:lnTo>
                    <a:pt x="1" y="2525"/>
                  </a:lnTo>
                  <a:lnTo>
                    <a:pt x="5692" y="2525"/>
                  </a:lnTo>
                  <a:lnTo>
                    <a:pt x="56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37" name="Google Shape;1537;p41"/>
            <p:cNvSpPr/>
            <p:nvPr/>
          </p:nvSpPr>
          <p:spPr>
            <a:xfrm>
              <a:off x="3366750" y="3305500"/>
              <a:ext cx="269725" cy="190525"/>
            </a:xfrm>
            <a:custGeom>
              <a:rect b="b" l="l" r="r" t="t"/>
              <a:pathLst>
                <a:path extrusionOk="0" h="7621" w="10789">
                  <a:moveTo>
                    <a:pt x="9502" y="1929"/>
                  </a:moveTo>
                  <a:lnTo>
                    <a:pt x="9502" y="3811"/>
                  </a:lnTo>
                  <a:lnTo>
                    <a:pt x="6335" y="3811"/>
                  </a:lnTo>
                  <a:lnTo>
                    <a:pt x="6335" y="1929"/>
                  </a:lnTo>
                  <a:close/>
                  <a:moveTo>
                    <a:pt x="6978" y="4454"/>
                  </a:moveTo>
                  <a:lnTo>
                    <a:pt x="6978" y="5073"/>
                  </a:lnTo>
                  <a:lnTo>
                    <a:pt x="6335" y="5073"/>
                  </a:lnTo>
                  <a:lnTo>
                    <a:pt x="6335" y="4454"/>
                  </a:lnTo>
                  <a:close/>
                  <a:moveTo>
                    <a:pt x="8216" y="4454"/>
                  </a:moveTo>
                  <a:lnTo>
                    <a:pt x="8240" y="5073"/>
                  </a:lnTo>
                  <a:lnTo>
                    <a:pt x="7597" y="5073"/>
                  </a:lnTo>
                  <a:lnTo>
                    <a:pt x="7597" y="4454"/>
                  </a:lnTo>
                  <a:close/>
                  <a:moveTo>
                    <a:pt x="9502" y="4454"/>
                  </a:moveTo>
                  <a:lnTo>
                    <a:pt x="9502" y="5073"/>
                  </a:lnTo>
                  <a:lnTo>
                    <a:pt x="8859" y="5073"/>
                  </a:lnTo>
                  <a:lnTo>
                    <a:pt x="8859" y="4454"/>
                  </a:lnTo>
                  <a:close/>
                  <a:moveTo>
                    <a:pt x="6978" y="5716"/>
                  </a:moveTo>
                  <a:lnTo>
                    <a:pt x="6978" y="6335"/>
                  </a:lnTo>
                  <a:lnTo>
                    <a:pt x="6335" y="6335"/>
                  </a:lnTo>
                  <a:lnTo>
                    <a:pt x="6335" y="5716"/>
                  </a:lnTo>
                  <a:close/>
                  <a:moveTo>
                    <a:pt x="8216" y="5716"/>
                  </a:moveTo>
                  <a:lnTo>
                    <a:pt x="8240" y="6335"/>
                  </a:lnTo>
                  <a:lnTo>
                    <a:pt x="7597" y="6335"/>
                  </a:lnTo>
                  <a:lnTo>
                    <a:pt x="7597" y="5716"/>
                  </a:lnTo>
                  <a:close/>
                  <a:moveTo>
                    <a:pt x="9502" y="5716"/>
                  </a:moveTo>
                  <a:lnTo>
                    <a:pt x="9502" y="6335"/>
                  </a:lnTo>
                  <a:lnTo>
                    <a:pt x="8859" y="6335"/>
                  </a:lnTo>
                  <a:lnTo>
                    <a:pt x="8859" y="5716"/>
                  </a:lnTo>
                  <a:close/>
                  <a:moveTo>
                    <a:pt x="5692" y="3191"/>
                  </a:moveTo>
                  <a:lnTo>
                    <a:pt x="5692" y="3811"/>
                  </a:lnTo>
                  <a:lnTo>
                    <a:pt x="5073" y="3811"/>
                  </a:lnTo>
                  <a:lnTo>
                    <a:pt x="5073" y="6478"/>
                  </a:lnTo>
                  <a:lnTo>
                    <a:pt x="4120" y="5549"/>
                  </a:lnTo>
                  <a:lnTo>
                    <a:pt x="3501" y="6168"/>
                  </a:lnTo>
                  <a:lnTo>
                    <a:pt x="2858" y="5549"/>
                  </a:lnTo>
                  <a:lnTo>
                    <a:pt x="1905" y="6478"/>
                  </a:lnTo>
                  <a:lnTo>
                    <a:pt x="1905" y="3834"/>
                  </a:lnTo>
                  <a:lnTo>
                    <a:pt x="1286" y="3834"/>
                  </a:lnTo>
                  <a:lnTo>
                    <a:pt x="1286" y="3191"/>
                  </a:lnTo>
                  <a:close/>
                  <a:moveTo>
                    <a:pt x="6978" y="0"/>
                  </a:moveTo>
                  <a:lnTo>
                    <a:pt x="6978" y="643"/>
                  </a:lnTo>
                  <a:lnTo>
                    <a:pt x="5073" y="643"/>
                  </a:lnTo>
                  <a:lnTo>
                    <a:pt x="5073" y="1929"/>
                  </a:lnTo>
                  <a:lnTo>
                    <a:pt x="0" y="1929"/>
                  </a:lnTo>
                  <a:lnTo>
                    <a:pt x="0" y="7621"/>
                  </a:lnTo>
                  <a:lnTo>
                    <a:pt x="10788" y="7621"/>
                  </a:lnTo>
                  <a:lnTo>
                    <a:pt x="10788" y="643"/>
                  </a:lnTo>
                  <a:lnTo>
                    <a:pt x="8859" y="643"/>
                  </a:lnTo>
                  <a:lnTo>
                    <a:pt x="88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538" name="Google Shape;1538;p41"/>
          <p:cNvGrpSpPr/>
          <p:nvPr/>
        </p:nvGrpSpPr>
        <p:grpSpPr>
          <a:xfrm>
            <a:off x="2560389" y="2661173"/>
            <a:ext cx="344426" cy="344426"/>
            <a:chOff x="2210550" y="3226900"/>
            <a:chExt cx="269125" cy="269125"/>
          </a:xfrm>
        </p:grpSpPr>
        <p:sp>
          <p:nvSpPr>
            <p:cNvPr id="1539" name="Google Shape;1539;p41"/>
            <p:cNvSpPr/>
            <p:nvPr/>
          </p:nvSpPr>
          <p:spPr>
            <a:xfrm>
              <a:off x="2299250" y="3226900"/>
              <a:ext cx="92300" cy="117925"/>
            </a:xfrm>
            <a:custGeom>
              <a:rect b="b" l="l" r="r" t="t"/>
              <a:pathLst>
                <a:path extrusionOk="0" h="4717" w="3692">
                  <a:moveTo>
                    <a:pt x="882" y="1"/>
                  </a:moveTo>
                  <a:lnTo>
                    <a:pt x="882" y="1930"/>
                  </a:lnTo>
                  <a:lnTo>
                    <a:pt x="1" y="1930"/>
                  </a:lnTo>
                  <a:lnTo>
                    <a:pt x="1858" y="4716"/>
                  </a:lnTo>
                  <a:lnTo>
                    <a:pt x="3692" y="1930"/>
                  </a:lnTo>
                  <a:lnTo>
                    <a:pt x="2811" y="1930"/>
                  </a:lnTo>
                  <a:lnTo>
                    <a:pt x="28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40" name="Google Shape;1540;p41"/>
            <p:cNvSpPr/>
            <p:nvPr/>
          </p:nvSpPr>
          <p:spPr>
            <a:xfrm>
              <a:off x="2210550" y="3354325"/>
              <a:ext cx="269125" cy="78600"/>
            </a:xfrm>
            <a:custGeom>
              <a:rect b="b" l="l" r="r" t="t"/>
              <a:pathLst>
                <a:path extrusionOk="0" h="3144" w="10765">
                  <a:moveTo>
                    <a:pt x="0" y="0"/>
                  </a:moveTo>
                  <a:lnTo>
                    <a:pt x="0" y="3144"/>
                  </a:lnTo>
                  <a:lnTo>
                    <a:pt x="1263" y="3144"/>
                  </a:lnTo>
                  <a:lnTo>
                    <a:pt x="1263" y="1881"/>
                  </a:lnTo>
                  <a:lnTo>
                    <a:pt x="643" y="1881"/>
                  </a:lnTo>
                  <a:lnTo>
                    <a:pt x="643" y="1262"/>
                  </a:lnTo>
                  <a:lnTo>
                    <a:pt x="10122" y="1262"/>
                  </a:lnTo>
                  <a:lnTo>
                    <a:pt x="10122" y="1881"/>
                  </a:lnTo>
                  <a:lnTo>
                    <a:pt x="9479" y="1881"/>
                  </a:lnTo>
                  <a:lnTo>
                    <a:pt x="9479" y="3144"/>
                  </a:lnTo>
                  <a:lnTo>
                    <a:pt x="10765" y="3144"/>
                  </a:lnTo>
                  <a:lnTo>
                    <a:pt x="107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41" name="Google Shape;1541;p41"/>
            <p:cNvSpPr/>
            <p:nvPr/>
          </p:nvSpPr>
          <p:spPr>
            <a:xfrm>
              <a:off x="2334375" y="3432900"/>
              <a:ext cx="21475" cy="16100"/>
            </a:xfrm>
            <a:custGeom>
              <a:rect b="b" l="l" r="r" t="t"/>
              <a:pathLst>
                <a:path extrusionOk="0" h="644" w="859">
                  <a:moveTo>
                    <a:pt x="429" y="1"/>
                  </a:moveTo>
                  <a:cubicBezTo>
                    <a:pt x="1" y="1"/>
                    <a:pt x="1" y="644"/>
                    <a:pt x="429" y="644"/>
                  </a:cubicBezTo>
                  <a:cubicBezTo>
                    <a:pt x="858" y="644"/>
                    <a:pt x="858" y="1"/>
                    <a:pt x="4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42" name="Google Shape;1542;p41"/>
            <p:cNvSpPr/>
            <p:nvPr/>
          </p:nvSpPr>
          <p:spPr>
            <a:xfrm>
              <a:off x="2400475" y="3464450"/>
              <a:ext cx="31575" cy="31575"/>
            </a:xfrm>
            <a:custGeom>
              <a:rect b="b" l="l" r="r" t="t"/>
              <a:pathLst>
                <a:path extrusionOk="0" h="1263" w="1263">
                  <a:moveTo>
                    <a:pt x="619" y="1"/>
                  </a:moveTo>
                  <a:cubicBezTo>
                    <a:pt x="286" y="1"/>
                    <a:pt x="0" y="287"/>
                    <a:pt x="0" y="644"/>
                  </a:cubicBezTo>
                  <a:lnTo>
                    <a:pt x="0" y="1263"/>
                  </a:lnTo>
                  <a:lnTo>
                    <a:pt x="1262" y="1263"/>
                  </a:lnTo>
                  <a:lnTo>
                    <a:pt x="12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43" name="Google Shape;1543;p41"/>
            <p:cNvSpPr/>
            <p:nvPr/>
          </p:nvSpPr>
          <p:spPr>
            <a:xfrm>
              <a:off x="2258175" y="3464450"/>
              <a:ext cx="31575" cy="31575"/>
            </a:xfrm>
            <a:custGeom>
              <a:rect b="b" l="l" r="r" t="t"/>
              <a:pathLst>
                <a:path extrusionOk="0" h="1263" w="1263">
                  <a:moveTo>
                    <a:pt x="1" y="1"/>
                  </a:moveTo>
                  <a:lnTo>
                    <a:pt x="1" y="1263"/>
                  </a:lnTo>
                  <a:lnTo>
                    <a:pt x="1263" y="1263"/>
                  </a:lnTo>
                  <a:lnTo>
                    <a:pt x="1263" y="644"/>
                  </a:lnTo>
                  <a:cubicBezTo>
                    <a:pt x="1263" y="287"/>
                    <a:pt x="977" y="1"/>
                    <a:pt x="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44" name="Google Shape;1544;p41"/>
            <p:cNvSpPr/>
            <p:nvPr/>
          </p:nvSpPr>
          <p:spPr>
            <a:xfrm>
              <a:off x="2400475" y="3401350"/>
              <a:ext cx="31575" cy="16100"/>
            </a:xfrm>
            <a:custGeom>
              <a:rect b="b" l="l" r="r" t="t"/>
              <a:pathLst>
                <a:path extrusionOk="0" h="644" w="1263">
                  <a:moveTo>
                    <a:pt x="0" y="0"/>
                  </a:moveTo>
                  <a:cubicBezTo>
                    <a:pt x="0" y="358"/>
                    <a:pt x="286" y="643"/>
                    <a:pt x="619" y="643"/>
                  </a:cubicBezTo>
                  <a:lnTo>
                    <a:pt x="1262" y="643"/>
                  </a:lnTo>
                  <a:lnTo>
                    <a:pt x="1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45" name="Google Shape;1545;p41"/>
            <p:cNvSpPr/>
            <p:nvPr/>
          </p:nvSpPr>
          <p:spPr>
            <a:xfrm>
              <a:off x="2258175" y="3401350"/>
              <a:ext cx="173875" cy="94675"/>
            </a:xfrm>
            <a:custGeom>
              <a:rect b="b" l="l" r="r" t="t"/>
              <a:pathLst>
                <a:path extrusionOk="0" h="3787" w="6955">
                  <a:moveTo>
                    <a:pt x="3477" y="643"/>
                  </a:moveTo>
                  <a:cubicBezTo>
                    <a:pt x="4335" y="643"/>
                    <a:pt x="4740" y="1644"/>
                    <a:pt x="4144" y="2263"/>
                  </a:cubicBezTo>
                  <a:cubicBezTo>
                    <a:pt x="3953" y="2455"/>
                    <a:pt x="3716" y="2540"/>
                    <a:pt x="3484" y="2540"/>
                  </a:cubicBezTo>
                  <a:cubicBezTo>
                    <a:pt x="2996" y="2540"/>
                    <a:pt x="2525" y="2161"/>
                    <a:pt x="2525" y="1596"/>
                  </a:cubicBezTo>
                  <a:cubicBezTo>
                    <a:pt x="2525" y="1072"/>
                    <a:pt x="2954" y="643"/>
                    <a:pt x="3477" y="643"/>
                  </a:cubicBezTo>
                  <a:close/>
                  <a:moveTo>
                    <a:pt x="1906" y="0"/>
                  </a:moveTo>
                  <a:cubicBezTo>
                    <a:pt x="1906" y="691"/>
                    <a:pt x="1334" y="1263"/>
                    <a:pt x="644" y="1263"/>
                  </a:cubicBezTo>
                  <a:lnTo>
                    <a:pt x="1" y="1263"/>
                  </a:lnTo>
                  <a:lnTo>
                    <a:pt x="1" y="1906"/>
                  </a:lnTo>
                  <a:lnTo>
                    <a:pt x="644" y="1906"/>
                  </a:lnTo>
                  <a:cubicBezTo>
                    <a:pt x="1334" y="1906"/>
                    <a:pt x="1906" y="2453"/>
                    <a:pt x="1906" y="3168"/>
                  </a:cubicBezTo>
                  <a:lnTo>
                    <a:pt x="1906" y="3787"/>
                  </a:lnTo>
                  <a:lnTo>
                    <a:pt x="5049" y="3787"/>
                  </a:lnTo>
                  <a:lnTo>
                    <a:pt x="5049" y="3168"/>
                  </a:lnTo>
                  <a:cubicBezTo>
                    <a:pt x="5049" y="2453"/>
                    <a:pt x="5621" y="1906"/>
                    <a:pt x="6311" y="1906"/>
                  </a:cubicBezTo>
                  <a:lnTo>
                    <a:pt x="6954" y="1906"/>
                  </a:lnTo>
                  <a:lnTo>
                    <a:pt x="6954" y="1263"/>
                  </a:lnTo>
                  <a:lnTo>
                    <a:pt x="6311" y="1263"/>
                  </a:lnTo>
                  <a:cubicBezTo>
                    <a:pt x="5621" y="1263"/>
                    <a:pt x="5049" y="691"/>
                    <a:pt x="5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46" name="Google Shape;1546;p41"/>
            <p:cNvSpPr/>
            <p:nvPr/>
          </p:nvSpPr>
          <p:spPr>
            <a:xfrm>
              <a:off x="2258175" y="3401350"/>
              <a:ext cx="31575" cy="16100"/>
            </a:xfrm>
            <a:custGeom>
              <a:rect b="b" l="l" r="r" t="t"/>
              <a:pathLst>
                <a:path extrusionOk="0" h="644" w="1263">
                  <a:moveTo>
                    <a:pt x="1" y="0"/>
                  </a:moveTo>
                  <a:lnTo>
                    <a:pt x="1" y="643"/>
                  </a:lnTo>
                  <a:lnTo>
                    <a:pt x="644" y="643"/>
                  </a:lnTo>
                  <a:cubicBezTo>
                    <a:pt x="977" y="643"/>
                    <a:pt x="1263" y="358"/>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547" name="Google Shape;1547;p41"/>
          <p:cNvGrpSpPr/>
          <p:nvPr/>
        </p:nvGrpSpPr>
        <p:grpSpPr>
          <a:xfrm>
            <a:off x="1832726" y="2660405"/>
            <a:ext cx="344426" cy="345194"/>
            <a:chOff x="1641975" y="3226300"/>
            <a:chExt cx="269125" cy="269725"/>
          </a:xfrm>
        </p:grpSpPr>
        <p:sp>
          <p:nvSpPr>
            <p:cNvPr id="1548" name="Google Shape;1548;p41"/>
            <p:cNvSpPr/>
            <p:nvPr/>
          </p:nvSpPr>
          <p:spPr>
            <a:xfrm>
              <a:off x="1744975" y="3322175"/>
              <a:ext cx="55400" cy="47425"/>
            </a:xfrm>
            <a:custGeom>
              <a:rect b="b" l="l" r="r" t="t"/>
              <a:pathLst>
                <a:path extrusionOk="0" h="1897" w="2216">
                  <a:moveTo>
                    <a:pt x="1572" y="619"/>
                  </a:moveTo>
                  <a:lnTo>
                    <a:pt x="1572" y="1262"/>
                  </a:lnTo>
                  <a:lnTo>
                    <a:pt x="953" y="1262"/>
                  </a:lnTo>
                  <a:lnTo>
                    <a:pt x="953" y="619"/>
                  </a:lnTo>
                  <a:close/>
                  <a:moveTo>
                    <a:pt x="1263" y="0"/>
                  </a:moveTo>
                  <a:cubicBezTo>
                    <a:pt x="429" y="0"/>
                    <a:pt x="0" y="1024"/>
                    <a:pt x="596" y="1619"/>
                  </a:cubicBezTo>
                  <a:cubicBezTo>
                    <a:pt x="788" y="1811"/>
                    <a:pt x="1024" y="1897"/>
                    <a:pt x="1256" y="1897"/>
                  </a:cubicBezTo>
                  <a:cubicBezTo>
                    <a:pt x="1745" y="1897"/>
                    <a:pt x="2215" y="1518"/>
                    <a:pt x="2215" y="953"/>
                  </a:cubicBezTo>
                  <a:cubicBezTo>
                    <a:pt x="2215" y="429"/>
                    <a:pt x="1787"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49" name="Google Shape;1549;p41"/>
            <p:cNvSpPr/>
            <p:nvPr/>
          </p:nvSpPr>
          <p:spPr>
            <a:xfrm>
              <a:off x="1641975" y="3332275"/>
              <a:ext cx="31575" cy="26225"/>
            </a:xfrm>
            <a:custGeom>
              <a:rect b="b" l="l" r="r" t="t"/>
              <a:pathLst>
                <a:path extrusionOk="0" h="1049" w="1263">
                  <a:moveTo>
                    <a:pt x="1" y="1"/>
                  </a:moveTo>
                  <a:lnTo>
                    <a:pt x="1" y="1049"/>
                  </a:lnTo>
                  <a:lnTo>
                    <a:pt x="1263" y="1049"/>
                  </a:lnTo>
                  <a:lnTo>
                    <a:pt x="1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50" name="Google Shape;1550;p41"/>
            <p:cNvSpPr/>
            <p:nvPr/>
          </p:nvSpPr>
          <p:spPr>
            <a:xfrm>
              <a:off x="1689600" y="3274525"/>
              <a:ext cx="173875" cy="142325"/>
            </a:xfrm>
            <a:custGeom>
              <a:rect b="b" l="l" r="r" t="t"/>
              <a:pathLst>
                <a:path extrusionOk="0" h="5693" w="6955">
                  <a:moveTo>
                    <a:pt x="4811" y="1073"/>
                  </a:moveTo>
                  <a:lnTo>
                    <a:pt x="5264" y="1501"/>
                  </a:lnTo>
                  <a:lnTo>
                    <a:pt x="4787" y="1978"/>
                  </a:lnTo>
                  <a:cubicBezTo>
                    <a:pt x="4954" y="2240"/>
                    <a:pt x="5049" y="2525"/>
                    <a:pt x="5049" y="2859"/>
                  </a:cubicBezTo>
                  <a:cubicBezTo>
                    <a:pt x="5049" y="3168"/>
                    <a:pt x="4954" y="3454"/>
                    <a:pt x="4787" y="3716"/>
                  </a:cubicBezTo>
                  <a:lnTo>
                    <a:pt x="5264" y="4192"/>
                  </a:lnTo>
                  <a:lnTo>
                    <a:pt x="4811" y="4645"/>
                  </a:lnTo>
                  <a:lnTo>
                    <a:pt x="4335" y="4168"/>
                  </a:lnTo>
                  <a:cubicBezTo>
                    <a:pt x="4073" y="4335"/>
                    <a:pt x="3769" y="4419"/>
                    <a:pt x="3466" y="4419"/>
                  </a:cubicBezTo>
                  <a:cubicBezTo>
                    <a:pt x="3162" y="4419"/>
                    <a:pt x="2858" y="4335"/>
                    <a:pt x="2596" y="4168"/>
                  </a:cubicBezTo>
                  <a:lnTo>
                    <a:pt x="2144" y="4645"/>
                  </a:lnTo>
                  <a:lnTo>
                    <a:pt x="1692" y="4192"/>
                  </a:lnTo>
                  <a:lnTo>
                    <a:pt x="2168" y="3716"/>
                  </a:lnTo>
                  <a:cubicBezTo>
                    <a:pt x="1811" y="3192"/>
                    <a:pt x="1811" y="2501"/>
                    <a:pt x="2168" y="1978"/>
                  </a:cubicBezTo>
                  <a:lnTo>
                    <a:pt x="1692" y="1501"/>
                  </a:lnTo>
                  <a:lnTo>
                    <a:pt x="2144" y="1073"/>
                  </a:lnTo>
                  <a:lnTo>
                    <a:pt x="2596" y="1525"/>
                  </a:lnTo>
                  <a:cubicBezTo>
                    <a:pt x="2858" y="1358"/>
                    <a:pt x="3162" y="1275"/>
                    <a:pt x="3466" y="1275"/>
                  </a:cubicBezTo>
                  <a:cubicBezTo>
                    <a:pt x="3769" y="1275"/>
                    <a:pt x="4073" y="1358"/>
                    <a:pt x="4335" y="1525"/>
                  </a:cubicBezTo>
                  <a:lnTo>
                    <a:pt x="4811" y="1073"/>
                  </a:lnTo>
                  <a:close/>
                  <a:moveTo>
                    <a:pt x="1" y="1"/>
                  </a:moveTo>
                  <a:lnTo>
                    <a:pt x="1" y="5693"/>
                  </a:lnTo>
                  <a:lnTo>
                    <a:pt x="6955" y="5693"/>
                  </a:lnTo>
                  <a:lnTo>
                    <a:pt x="69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51" name="Google Shape;1551;p41"/>
            <p:cNvSpPr/>
            <p:nvPr/>
          </p:nvSpPr>
          <p:spPr>
            <a:xfrm>
              <a:off x="1641975" y="3226300"/>
              <a:ext cx="269125" cy="238175"/>
            </a:xfrm>
            <a:custGeom>
              <a:rect b="b" l="l" r="r" t="t"/>
              <a:pathLst>
                <a:path extrusionOk="0" h="9527" w="10765">
                  <a:moveTo>
                    <a:pt x="1" y="1"/>
                  </a:moveTo>
                  <a:lnTo>
                    <a:pt x="1" y="1930"/>
                  </a:lnTo>
                  <a:lnTo>
                    <a:pt x="1263" y="1930"/>
                  </a:lnTo>
                  <a:lnTo>
                    <a:pt x="1263" y="1311"/>
                  </a:lnTo>
                  <a:lnTo>
                    <a:pt x="9479" y="1311"/>
                  </a:lnTo>
                  <a:lnTo>
                    <a:pt x="9479" y="8241"/>
                  </a:lnTo>
                  <a:lnTo>
                    <a:pt x="1263" y="8241"/>
                  </a:lnTo>
                  <a:lnTo>
                    <a:pt x="1263" y="7622"/>
                  </a:lnTo>
                  <a:lnTo>
                    <a:pt x="1" y="7622"/>
                  </a:lnTo>
                  <a:lnTo>
                    <a:pt x="1" y="9527"/>
                  </a:lnTo>
                  <a:lnTo>
                    <a:pt x="10765" y="9527"/>
                  </a:lnTo>
                  <a:lnTo>
                    <a:pt x="107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52" name="Google Shape;1552;p41"/>
            <p:cNvSpPr/>
            <p:nvPr/>
          </p:nvSpPr>
          <p:spPr>
            <a:xfrm>
              <a:off x="1641975" y="3374550"/>
              <a:ext cx="31575" cy="26225"/>
            </a:xfrm>
            <a:custGeom>
              <a:rect b="b" l="l" r="r" t="t"/>
              <a:pathLst>
                <a:path extrusionOk="0" h="1049" w="1263">
                  <a:moveTo>
                    <a:pt x="1" y="1"/>
                  </a:moveTo>
                  <a:lnTo>
                    <a:pt x="1" y="1049"/>
                  </a:lnTo>
                  <a:lnTo>
                    <a:pt x="1263" y="1049"/>
                  </a:lnTo>
                  <a:lnTo>
                    <a:pt x="1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53" name="Google Shape;1553;p41"/>
            <p:cNvSpPr/>
            <p:nvPr/>
          </p:nvSpPr>
          <p:spPr>
            <a:xfrm>
              <a:off x="1641975" y="3290600"/>
              <a:ext cx="31575" cy="26225"/>
            </a:xfrm>
            <a:custGeom>
              <a:rect b="b" l="l" r="r" t="t"/>
              <a:pathLst>
                <a:path extrusionOk="0" h="1049" w="1263">
                  <a:moveTo>
                    <a:pt x="1" y="1"/>
                  </a:moveTo>
                  <a:lnTo>
                    <a:pt x="1" y="1049"/>
                  </a:lnTo>
                  <a:lnTo>
                    <a:pt x="1263" y="1049"/>
                  </a:lnTo>
                  <a:lnTo>
                    <a:pt x="1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54" name="Google Shape;1554;p41"/>
            <p:cNvSpPr/>
            <p:nvPr/>
          </p:nvSpPr>
          <p:spPr>
            <a:xfrm>
              <a:off x="1657450" y="3480525"/>
              <a:ext cx="63725" cy="15500"/>
            </a:xfrm>
            <a:custGeom>
              <a:rect b="b" l="l" r="r" t="t"/>
              <a:pathLst>
                <a:path extrusionOk="0" h="620" w="2549">
                  <a:moveTo>
                    <a:pt x="1" y="1"/>
                  </a:moveTo>
                  <a:lnTo>
                    <a:pt x="1" y="620"/>
                  </a:lnTo>
                  <a:lnTo>
                    <a:pt x="2549" y="620"/>
                  </a:lnTo>
                  <a:lnTo>
                    <a:pt x="25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55" name="Google Shape;1555;p41"/>
            <p:cNvSpPr/>
            <p:nvPr/>
          </p:nvSpPr>
          <p:spPr>
            <a:xfrm>
              <a:off x="1831900" y="3480525"/>
              <a:ext cx="63125" cy="15500"/>
            </a:xfrm>
            <a:custGeom>
              <a:rect b="b" l="l" r="r" t="t"/>
              <a:pathLst>
                <a:path extrusionOk="0" h="620" w="2525">
                  <a:moveTo>
                    <a:pt x="0" y="1"/>
                  </a:moveTo>
                  <a:lnTo>
                    <a:pt x="0" y="620"/>
                  </a:lnTo>
                  <a:lnTo>
                    <a:pt x="2525" y="620"/>
                  </a:lnTo>
                  <a:lnTo>
                    <a:pt x="25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556" name="Google Shape;1556;p41"/>
          <p:cNvGrpSpPr/>
          <p:nvPr/>
        </p:nvGrpSpPr>
        <p:grpSpPr>
          <a:xfrm>
            <a:off x="7772086" y="2120969"/>
            <a:ext cx="303281" cy="324621"/>
            <a:chOff x="6282825" y="2804800"/>
            <a:chExt cx="236975" cy="253650"/>
          </a:xfrm>
        </p:grpSpPr>
        <p:sp>
          <p:nvSpPr>
            <p:cNvPr id="1557" name="Google Shape;1557;p41"/>
            <p:cNvSpPr/>
            <p:nvPr/>
          </p:nvSpPr>
          <p:spPr>
            <a:xfrm>
              <a:off x="6298900" y="2955425"/>
              <a:ext cx="79200" cy="23850"/>
            </a:xfrm>
            <a:custGeom>
              <a:rect b="b" l="l" r="r" t="t"/>
              <a:pathLst>
                <a:path extrusionOk="0" h="954" w="3168">
                  <a:moveTo>
                    <a:pt x="0" y="0"/>
                  </a:moveTo>
                  <a:lnTo>
                    <a:pt x="0" y="953"/>
                  </a:lnTo>
                  <a:lnTo>
                    <a:pt x="3168" y="953"/>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58" name="Google Shape;1558;p41"/>
            <p:cNvSpPr/>
            <p:nvPr/>
          </p:nvSpPr>
          <p:spPr>
            <a:xfrm>
              <a:off x="6298900" y="3034600"/>
              <a:ext cx="79200" cy="23850"/>
            </a:xfrm>
            <a:custGeom>
              <a:rect b="b" l="l" r="r" t="t"/>
              <a:pathLst>
                <a:path extrusionOk="0" h="954" w="3168">
                  <a:moveTo>
                    <a:pt x="0" y="1"/>
                  </a:moveTo>
                  <a:lnTo>
                    <a:pt x="0" y="953"/>
                  </a:lnTo>
                  <a:lnTo>
                    <a:pt x="3168" y="953"/>
                  </a:lnTo>
                  <a:lnTo>
                    <a:pt x="31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59" name="Google Shape;1559;p41"/>
            <p:cNvSpPr/>
            <p:nvPr/>
          </p:nvSpPr>
          <p:spPr>
            <a:xfrm>
              <a:off x="6282825" y="2995325"/>
              <a:ext cx="79200" cy="23225"/>
            </a:xfrm>
            <a:custGeom>
              <a:rect b="b" l="l" r="r" t="t"/>
              <a:pathLst>
                <a:path extrusionOk="0" h="929" w="3168">
                  <a:moveTo>
                    <a:pt x="0" y="0"/>
                  </a:moveTo>
                  <a:lnTo>
                    <a:pt x="0" y="929"/>
                  </a:lnTo>
                  <a:lnTo>
                    <a:pt x="3168" y="929"/>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60" name="Google Shape;1560;p41"/>
            <p:cNvSpPr/>
            <p:nvPr/>
          </p:nvSpPr>
          <p:spPr>
            <a:xfrm>
              <a:off x="6345925" y="2821475"/>
              <a:ext cx="47650" cy="110750"/>
            </a:xfrm>
            <a:custGeom>
              <a:rect b="b" l="l" r="r" t="t"/>
              <a:pathLst>
                <a:path extrusionOk="0" h="4430" w="1906">
                  <a:moveTo>
                    <a:pt x="1906" y="0"/>
                  </a:moveTo>
                  <a:cubicBezTo>
                    <a:pt x="834" y="310"/>
                    <a:pt x="1" y="2072"/>
                    <a:pt x="1" y="4096"/>
                  </a:cubicBezTo>
                  <a:lnTo>
                    <a:pt x="1" y="4430"/>
                  </a:lnTo>
                  <a:lnTo>
                    <a:pt x="1906" y="4430"/>
                  </a:lnTo>
                  <a:lnTo>
                    <a:pt x="19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61" name="Google Shape;1561;p41"/>
            <p:cNvSpPr/>
            <p:nvPr/>
          </p:nvSpPr>
          <p:spPr>
            <a:xfrm>
              <a:off x="6409050" y="2821475"/>
              <a:ext cx="47650" cy="110750"/>
            </a:xfrm>
            <a:custGeom>
              <a:rect b="b" l="l" r="r" t="t"/>
              <a:pathLst>
                <a:path extrusionOk="0" h="4430" w="1906">
                  <a:moveTo>
                    <a:pt x="0" y="0"/>
                  </a:moveTo>
                  <a:lnTo>
                    <a:pt x="0" y="4430"/>
                  </a:lnTo>
                  <a:lnTo>
                    <a:pt x="1905" y="4430"/>
                  </a:lnTo>
                  <a:lnTo>
                    <a:pt x="1905" y="4096"/>
                  </a:lnTo>
                  <a:cubicBezTo>
                    <a:pt x="1905" y="2072"/>
                    <a:pt x="1048" y="31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62" name="Google Shape;1562;p41"/>
            <p:cNvSpPr/>
            <p:nvPr/>
          </p:nvSpPr>
          <p:spPr>
            <a:xfrm>
              <a:off x="6409050" y="2804800"/>
              <a:ext cx="110750" cy="127425"/>
            </a:xfrm>
            <a:custGeom>
              <a:rect b="b" l="l" r="r" t="t"/>
              <a:pathLst>
                <a:path extrusionOk="0" h="5097" w="4430">
                  <a:moveTo>
                    <a:pt x="0" y="0"/>
                  </a:moveTo>
                  <a:lnTo>
                    <a:pt x="0" y="0"/>
                  </a:lnTo>
                  <a:cubicBezTo>
                    <a:pt x="1429" y="262"/>
                    <a:pt x="2524" y="2287"/>
                    <a:pt x="2524" y="4763"/>
                  </a:cubicBezTo>
                  <a:lnTo>
                    <a:pt x="2524" y="5097"/>
                  </a:lnTo>
                  <a:lnTo>
                    <a:pt x="4430" y="5097"/>
                  </a:lnTo>
                  <a:lnTo>
                    <a:pt x="4430" y="4763"/>
                  </a:lnTo>
                  <a:cubicBezTo>
                    <a:pt x="4430" y="2263"/>
                    <a:pt x="2501" y="19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63" name="Google Shape;1563;p41"/>
            <p:cNvSpPr/>
            <p:nvPr/>
          </p:nvSpPr>
          <p:spPr>
            <a:xfrm>
              <a:off x="6282825" y="2805400"/>
              <a:ext cx="110750" cy="126825"/>
            </a:xfrm>
            <a:custGeom>
              <a:rect b="b" l="l" r="r" t="t"/>
              <a:pathLst>
                <a:path extrusionOk="0" h="5073" w="4430">
                  <a:moveTo>
                    <a:pt x="4430" y="0"/>
                  </a:moveTo>
                  <a:cubicBezTo>
                    <a:pt x="1929" y="167"/>
                    <a:pt x="0" y="2239"/>
                    <a:pt x="0" y="4739"/>
                  </a:cubicBezTo>
                  <a:lnTo>
                    <a:pt x="0" y="5073"/>
                  </a:lnTo>
                  <a:lnTo>
                    <a:pt x="1906" y="5073"/>
                  </a:lnTo>
                  <a:lnTo>
                    <a:pt x="1906" y="4739"/>
                  </a:lnTo>
                  <a:cubicBezTo>
                    <a:pt x="1906" y="2263"/>
                    <a:pt x="2977" y="262"/>
                    <a:pt x="44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64" name="Google Shape;1564;p41"/>
            <p:cNvSpPr/>
            <p:nvPr/>
          </p:nvSpPr>
          <p:spPr>
            <a:xfrm>
              <a:off x="6393550" y="2932200"/>
              <a:ext cx="47075" cy="126250"/>
            </a:xfrm>
            <a:custGeom>
              <a:rect b="b" l="l" r="r" t="t"/>
              <a:pathLst>
                <a:path extrusionOk="0" h="5050" w="1883">
                  <a:moveTo>
                    <a:pt x="1" y="1"/>
                  </a:moveTo>
                  <a:lnTo>
                    <a:pt x="1" y="5049"/>
                  </a:lnTo>
                  <a:lnTo>
                    <a:pt x="1882" y="5049"/>
                  </a:lnTo>
                  <a:lnTo>
                    <a:pt x="1882" y="4406"/>
                  </a:lnTo>
                  <a:lnTo>
                    <a:pt x="620" y="4406"/>
                  </a:lnTo>
                  <a:lnTo>
                    <a:pt x="6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sp>
        <p:nvSpPr>
          <p:cNvPr id="1565" name="Google Shape;1565;p41"/>
          <p:cNvSpPr/>
          <p:nvPr/>
        </p:nvSpPr>
        <p:spPr>
          <a:xfrm>
            <a:off x="7913340" y="2100992"/>
            <a:ext cx="19869" cy="20605"/>
          </a:xfrm>
          <a:custGeom>
            <a:rect b="b" l="l" r="r" t="t"/>
            <a:pathLst>
              <a:path extrusionOk="0" h="644" w="621">
                <a:moveTo>
                  <a:pt x="1" y="0"/>
                </a:moveTo>
                <a:lnTo>
                  <a:pt x="1" y="643"/>
                </a:lnTo>
                <a:cubicBezTo>
                  <a:pt x="96" y="631"/>
                  <a:pt x="197" y="625"/>
                  <a:pt x="302" y="625"/>
                </a:cubicBezTo>
                <a:cubicBezTo>
                  <a:pt x="406" y="625"/>
                  <a:pt x="513" y="631"/>
                  <a:pt x="620" y="643"/>
                </a:cubicBezTo>
                <a:lnTo>
                  <a:pt x="6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66" name="Google Shape;1566;p41"/>
          <p:cNvSpPr/>
          <p:nvPr/>
        </p:nvSpPr>
        <p:spPr>
          <a:xfrm>
            <a:off x="1142324" y="2660973"/>
            <a:ext cx="245370" cy="344426"/>
          </a:xfrm>
          <a:custGeom>
            <a:rect b="b" l="l" r="r" t="t"/>
            <a:pathLst>
              <a:path extrusionOk="0" h="10765" w="7669">
                <a:moveTo>
                  <a:pt x="4168" y="4430"/>
                </a:moveTo>
                <a:lnTo>
                  <a:pt x="4168" y="5121"/>
                </a:lnTo>
                <a:cubicBezTo>
                  <a:pt x="4525" y="5264"/>
                  <a:pt x="4787" y="5621"/>
                  <a:pt x="4787" y="6026"/>
                </a:cubicBezTo>
                <a:lnTo>
                  <a:pt x="4168" y="6026"/>
                </a:lnTo>
                <a:cubicBezTo>
                  <a:pt x="4168" y="5806"/>
                  <a:pt x="3998" y="5692"/>
                  <a:pt x="3833" y="5692"/>
                </a:cubicBezTo>
                <a:cubicBezTo>
                  <a:pt x="3677" y="5692"/>
                  <a:pt x="3525" y="5794"/>
                  <a:pt x="3525" y="6002"/>
                </a:cubicBezTo>
                <a:cubicBezTo>
                  <a:pt x="3525" y="6169"/>
                  <a:pt x="3668" y="6335"/>
                  <a:pt x="3835" y="6335"/>
                </a:cubicBezTo>
                <a:cubicBezTo>
                  <a:pt x="3843" y="6335"/>
                  <a:pt x="3852" y="6335"/>
                  <a:pt x="3860" y="6335"/>
                </a:cubicBezTo>
                <a:cubicBezTo>
                  <a:pt x="4910" y="6335"/>
                  <a:pt x="5160" y="7815"/>
                  <a:pt x="4144" y="8169"/>
                </a:cubicBezTo>
                <a:lnTo>
                  <a:pt x="4144" y="8860"/>
                </a:lnTo>
                <a:lnTo>
                  <a:pt x="3525" y="8860"/>
                </a:lnTo>
                <a:lnTo>
                  <a:pt x="3525" y="8169"/>
                </a:lnTo>
                <a:cubicBezTo>
                  <a:pt x="3144" y="8026"/>
                  <a:pt x="2882" y="7669"/>
                  <a:pt x="2906" y="7264"/>
                </a:cubicBezTo>
                <a:lnTo>
                  <a:pt x="3525" y="7264"/>
                </a:lnTo>
                <a:cubicBezTo>
                  <a:pt x="3525" y="7460"/>
                  <a:pt x="3682" y="7589"/>
                  <a:pt x="3850" y="7589"/>
                </a:cubicBezTo>
                <a:cubicBezTo>
                  <a:pt x="3927" y="7589"/>
                  <a:pt x="4006" y="7562"/>
                  <a:pt x="4073" y="7502"/>
                </a:cubicBezTo>
                <a:cubicBezTo>
                  <a:pt x="4263" y="7288"/>
                  <a:pt x="4121" y="6955"/>
                  <a:pt x="3835" y="6955"/>
                </a:cubicBezTo>
                <a:cubicBezTo>
                  <a:pt x="2787" y="6955"/>
                  <a:pt x="2525" y="5478"/>
                  <a:pt x="3525" y="5121"/>
                </a:cubicBezTo>
                <a:lnTo>
                  <a:pt x="3525" y="4430"/>
                </a:lnTo>
                <a:close/>
                <a:moveTo>
                  <a:pt x="3835" y="1"/>
                </a:moveTo>
                <a:lnTo>
                  <a:pt x="1" y="4430"/>
                </a:lnTo>
                <a:lnTo>
                  <a:pt x="1620" y="4430"/>
                </a:lnTo>
                <a:lnTo>
                  <a:pt x="1620" y="10765"/>
                </a:lnTo>
                <a:lnTo>
                  <a:pt x="6050" y="10765"/>
                </a:lnTo>
                <a:lnTo>
                  <a:pt x="6050" y="4430"/>
                </a:lnTo>
                <a:lnTo>
                  <a:pt x="7669" y="4430"/>
                </a:lnTo>
                <a:lnTo>
                  <a:pt x="383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67" name="Google Shape;1567;p41"/>
          <p:cNvSpPr/>
          <p:nvPr/>
        </p:nvSpPr>
        <p:spPr>
          <a:xfrm>
            <a:off x="7060016" y="2100992"/>
            <a:ext cx="245370" cy="344426"/>
          </a:xfrm>
          <a:custGeom>
            <a:rect b="b" l="l" r="r" t="t"/>
            <a:pathLst>
              <a:path extrusionOk="0" h="10765" w="7669">
                <a:moveTo>
                  <a:pt x="4144" y="1882"/>
                </a:moveTo>
                <a:lnTo>
                  <a:pt x="4144" y="2572"/>
                </a:lnTo>
                <a:cubicBezTo>
                  <a:pt x="4525" y="2715"/>
                  <a:pt x="4787" y="3072"/>
                  <a:pt x="4787" y="3477"/>
                </a:cubicBezTo>
                <a:lnTo>
                  <a:pt x="4144" y="3477"/>
                </a:lnTo>
                <a:cubicBezTo>
                  <a:pt x="4167" y="3301"/>
                  <a:pt x="4025" y="3165"/>
                  <a:pt x="3871" y="3165"/>
                </a:cubicBezTo>
                <a:cubicBezTo>
                  <a:pt x="3859" y="3165"/>
                  <a:pt x="3847" y="3166"/>
                  <a:pt x="3835" y="3168"/>
                </a:cubicBezTo>
                <a:cubicBezTo>
                  <a:pt x="3668" y="3168"/>
                  <a:pt x="3549" y="3310"/>
                  <a:pt x="3525" y="3453"/>
                </a:cubicBezTo>
                <a:cubicBezTo>
                  <a:pt x="3525" y="3644"/>
                  <a:pt x="3668" y="3787"/>
                  <a:pt x="3835" y="3787"/>
                </a:cubicBezTo>
                <a:cubicBezTo>
                  <a:pt x="4907" y="3811"/>
                  <a:pt x="5145" y="5263"/>
                  <a:pt x="4144" y="5644"/>
                </a:cubicBezTo>
                <a:lnTo>
                  <a:pt x="4144" y="6335"/>
                </a:lnTo>
                <a:lnTo>
                  <a:pt x="3525" y="6335"/>
                </a:lnTo>
                <a:lnTo>
                  <a:pt x="3525" y="5644"/>
                </a:lnTo>
                <a:cubicBezTo>
                  <a:pt x="3144" y="5501"/>
                  <a:pt x="2882" y="5144"/>
                  <a:pt x="2882" y="4739"/>
                </a:cubicBezTo>
                <a:lnTo>
                  <a:pt x="3525" y="4739"/>
                </a:lnTo>
                <a:cubicBezTo>
                  <a:pt x="3525" y="4930"/>
                  <a:pt x="3673" y="5057"/>
                  <a:pt x="3836" y="5057"/>
                </a:cubicBezTo>
                <a:cubicBezTo>
                  <a:pt x="3917" y="5057"/>
                  <a:pt x="4002" y="5025"/>
                  <a:pt x="4073" y="4954"/>
                </a:cubicBezTo>
                <a:cubicBezTo>
                  <a:pt x="4264" y="4763"/>
                  <a:pt x="4121" y="4430"/>
                  <a:pt x="3835" y="4430"/>
                </a:cubicBezTo>
                <a:cubicBezTo>
                  <a:pt x="2787" y="4430"/>
                  <a:pt x="2525" y="2953"/>
                  <a:pt x="3525" y="2596"/>
                </a:cubicBezTo>
                <a:lnTo>
                  <a:pt x="3525" y="1882"/>
                </a:lnTo>
                <a:close/>
                <a:moveTo>
                  <a:pt x="1644" y="0"/>
                </a:moveTo>
                <a:lnTo>
                  <a:pt x="1644" y="6311"/>
                </a:lnTo>
                <a:lnTo>
                  <a:pt x="1" y="6311"/>
                </a:lnTo>
                <a:lnTo>
                  <a:pt x="3835" y="10764"/>
                </a:lnTo>
                <a:lnTo>
                  <a:pt x="7669" y="6311"/>
                </a:lnTo>
                <a:lnTo>
                  <a:pt x="6050" y="6311"/>
                </a:lnTo>
                <a:lnTo>
                  <a:pt x="60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nvGrpSpPr>
          <p:cNvPr id="1568" name="Google Shape;1568;p41"/>
          <p:cNvGrpSpPr/>
          <p:nvPr/>
        </p:nvGrpSpPr>
        <p:grpSpPr>
          <a:xfrm>
            <a:off x="6264962" y="2161347"/>
            <a:ext cx="345194" cy="222525"/>
            <a:chOff x="5105200" y="2836350"/>
            <a:chExt cx="269725" cy="173875"/>
          </a:xfrm>
        </p:grpSpPr>
        <p:sp>
          <p:nvSpPr>
            <p:cNvPr id="1569" name="Google Shape;1569;p41"/>
            <p:cNvSpPr/>
            <p:nvPr/>
          </p:nvSpPr>
          <p:spPr>
            <a:xfrm>
              <a:off x="5153425" y="2923275"/>
              <a:ext cx="47650" cy="47650"/>
            </a:xfrm>
            <a:custGeom>
              <a:rect b="b" l="l" r="r" t="t"/>
              <a:pathLst>
                <a:path extrusionOk="0" h="1906" w="1906">
                  <a:moveTo>
                    <a:pt x="0" y="0"/>
                  </a:moveTo>
                  <a:lnTo>
                    <a:pt x="0" y="643"/>
                  </a:lnTo>
                  <a:lnTo>
                    <a:pt x="643" y="643"/>
                  </a:lnTo>
                  <a:lnTo>
                    <a:pt x="643" y="1263"/>
                  </a:lnTo>
                  <a:lnTo>
                    <a:pt x="0" y="1263"/>
                  </a:lnTo>
                  <a:lnTo>
                    <a:pt x="0" y="1906"/>
                  </a:lnTo>
                  <a:lnTo>
                    <a:pt x="1906" y="1906"/>
                  </a:lnTo>
                  <a:lnTo>
                    <a:pt x="1906" y="1263"/>
                  </a:lnTo>
                  <a:lnTo>
                    <a:pt x="1263" y="1263"/>
                  </a:lnTo>
                  <a:lnTo>
                    <a:pt x="1263" y="643"/>
                  </a:lnTo>
                  <a:lnTo>
                    <a:pt x="1906" y="643"/>
                  </a:lnTo>
                  <a:lnTo>
                    <a:pt x="19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70" name="Google Shape;1570;p41"/>
            <p:cNvSpPr/>
            <p:nvPr/>
          </p:nvSpPr>
          <p:spPr>
            <a:xfrm>
              <a:off x="5105200" y="2836350"/>
              <a:ext cx="269725" cy="32175"/>
            </a:xfrm>
            <a:custGeom>
              <a:rect b="b" l="l" r="r" t="t"/>
              <a:pathLst>
                <a:path extrusionOk="0" h="1287" w="10789">
                  <a:moveTo>
                    <a:pt x="0" y="1"/>
                  </a:moveTo>
                  <a:lnTo>
                    <a:pt x="0" y="1287"/>
                  </a:lnTo>
                  <a:lnTo>
                    <a:pt x="10788" y="1287"/>
                  </a:lnTo>
                  <a:lnTo>
                    <a:pt x="107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71" name="Google Shape;1571;p41"/>
            <p:cNvSpPr/>
            <p:nvPr/>
          </p:nvSpPr>
          <p:spPr>
            <a:xfrm>
              <a:off x="5105200" y="2883975"/>
              <a:ext cx="269725" cy="126250"/>
            </a:xfrm>
            <a:custGeom>
              <a:rect b="b" l="l" r="r" t="t"/>
              <a:pathLst>
                <a:path extrusionOk="0" h="5050" w="10789">
                  <a:moveTo>
                    <a:pt x="6335" y="2215"/>
                  </a:moveTo>
                  <a:lnTo>
                    <a:pt x="6335" y="2835"/>
                  </a:lnTo>
                  <a:lnTo>
                    <a:pt x="5716" y="2835"/>
                  </a:lnTo>
                  <a:lnTo>
                    <a:pt x="5716" y="2215"/>
                  </a:lnTo>
                  <a:close/>
                  <a:moveTo>
                    <a:pt x="7597" y="2215"/>
                  </a:moveTo>
                  <a:lnTo>
                    <a:pt x="7597" y="2835"/>
                  </a:lnTo>
                  <a:lnTo>
                    <a:pt x="6978" y="2835"/>
                  </a:lnTo>
                  <a:lnTo>
                    <a:pt x="6978" y="2215"/>
                  </a:lnTo>
                  <a:close/>
                  <a:moveTo>
                    <a:pt x="8859" y="2215"/>
                  </a:moveTo>
                  <a:lnTo>
                    <a:pt x="8859" y="2835"/>
                  </a:lnTo>
                  <a:lnTo>
                    <a:pt x="8240" y="2835"/>
                  </a:lnTo>
                  <a:lnTo>
                    <a:pt x="8240" y="2215"/>
                  </a:lnTo>
                  <a:close/>
                  <a:moveTo>
                    <a:pt x="4478" y="953"/>
                  </a:moveTo>
                  <a:lnTo>
                    <a:pt x="4478" y="4097"/>
                  </a:lnTo>
                  <a:lnTo>
                    <a:pt x="1310" y="4097"/>
                  </a:lnTo>
                  <a:lnTo>
                    <a:pt x="1286" y="953"/>
                  </a:lnTo>
                  <a:close/>
                  <a:moveTo>
                    <a:pt x="6978" y="3478"/>
                  </a:moveTo>
                  <a:lnTo>
                    <a:pt x="6978" y="4097"/>
                  </a:lnTo>
                  <a:lnTo>
                    <a:pt x="5073" y="4097"/>
                  </a:lnTo>
                  <a:lnTo>
                    <a:pt x="5073" y="3478"/>
                  </a:lnTo>
                  <a:close/>
                  <a:moveTo>
                    <a:pt x="9502" y="3478"/>
                  </a:moveTo>
                  <a:lnTo>
                    <a:pt x="9502" y="4097"/>
                  </a:lnTo>
                  <a:lnTo>
                    <a:pt x="7597" y="4097"/>
                  </a:lnTo>
                  <a:lnTo>
                    <a:pt x="7597" y="3478"/>
                  </a:lnTo>
                  <a:close/>
                  <a:moveTo>
                    <a:pt x="0" y="1"/>
                  </a:moveTo>
                  <a:lnTo>
                    <a:pt x="0" y="5049"/>
                  </a:lnTo>
                  <a:lnTo>
                    <a:pt x="10788" y="5049"/>
                  </a:lnTo>
                  <a:lnTo>
                    <a:pt x="107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572" name="Google Shape;1572;p41"/>
          <p:cNvGrpSpPr/>
          <p:nvPr/>
        </p:nvGrpSpPr>
        <p:grpSpPr>
          <a:xfrm>
            <a:off x="5531956" y="2101165"/>
            <a:ext cx="344458" cy="343658"/>
            <a:chOff x="4532450" y="2789325"/>
            <a:chExt cx="269150" cy="268525"/>
          </a:xfrm>
        </p:grpSpPr>
        <p:sp>
          <p:nvSpPr>
            <p:cNvPr id="1573" name="Google Shape;1573;p41"/>
            <p:cNvSpPr/>
            <p:nvPr/>
          </p:nvSpPr>
          <p:spPr>
            <a:xfrm>
              <a:off x="4690825" y="2852425"/>
              <a:ext cx="110775" cy="31575"/>
            </a:xfrm>
            <a:custGeom>
              <a:rect b="b" l="l" r="r" t="t"/>
              <a:pathLst>
                <a:path extrusionOk="0" h="1263" w="4431">
                  <a:moveTo>
                    <a:pt x="1" y="1"/>
                  </a:moveTo>
                  <a:lnTo>
                    <a:pt x="1" y="1263"/>
                  </a:lnTo>
                  <a:lnTo>
                    <a:pt x="4430" y="1263"/>
                  </a:lnTo>
                  <a:lnTo>
                    <a:pt x="443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74" name="Google Shape;1574;p41"/>
            <p:cNvSpPr/>
            <p:nvPr/>
          </p:nvSpPr>
          <p:spPr>
            <a:xfrm>
              <a:off x="4580100" y="2900050"/>
              <a:ext cx="47050" cy="15500"/>
            </a:xfrm>
            <a:custGeom>
              <a:rect b="b" l="l" r="r" t="t"/>
              <a:pathLst>
                <a:path extrusionOk="0" h="620" w="1882">
                  <a:moveTo>
                    <a:pt x="0" y="1"/>
                  </a:moveTo>
                  <a:lnTo>
                    <a:pt x="0" y="620"/>
                  </a:lnTo>
                  <a:lnTo>
                    <a:pt x="1881" y="620"/>
                  </a:lnTo>
                  <a:lnTo>
                    <a:pt x="18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75" name="Google Shape;1575;p41"/>
            <p:cNvSpPr/>
            <p:nvPr/>
          </p:nvSpPr>
          <p:spPr>
            <a:xfrm>
              <a:off x="4580100" y="2789325"/>
              <a:ext cx="47050" cy="63125"/>
            </a:xfrm>
            <a:custGeom>
              <a:rect b="b" l="l" r="r" t="t"/>
              <a:pathLst>
                <a:path extrusionOk="0" h="2525" w="1882">
                  <a:moveTo>
                    <a:pt x="0" y="0"/>
                  </a:moveTo>
                  <a:lnTo>
                    <a:pt x="0" y="2525"/>
                  </a:lnTo>
                  <a:lnTo>
                    <a:pt x="1881" y="2525"/>
                  </a:lnTo>
                  <a:lnTo>
                    <a:pt x="188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76" name="Google Shape;1576;p41"/>
            <p:cNvSpPr/>
            <p:nvPr/>
          </p:nvSpPr>
          <p:spPr>
            <a:xfrm>
              <a:off x="4532450" y="2820875"/>
              <a:ext cx="142925" cy="236975"/>
            </a:xfrm>
            <a:custGeom>
              <a:rect b="b" l="l" r="r" t="t"/>
              <a:pathLst>
                <a:path extrusionOk="0" h="9479" w="5717">
                  <a:moveTo>
                    <a:pt x="4430" y="2525"/>
                  </a:moveTo>
                  <a:lnTo>
                    <a:pt x="4430" y="4406"/>
                  </a:lnTo>
                  <a:lnTo>
                    <a:pt x="1263" y="4406"/>
                  </a:lnTo>
                  <a:lnTo>
                    <a:pt x="1263" y="2525"/>
                  </a:lnTo>
                  <a:close/>
                  <a:moveTo>
                    <a:pt x="1906" y="5049"/>
                  </a:moveTo>
                  <a:lnTo>
                    <a:pt x="1906" y="5692"/>
                  </a:lnTo>
                  <a:lnTo>
                    <a:pt x="1263" y="5692"/>
                  </a:lnTo>
                  <a:lnTo>
                    <a:pt x="1263" y="5049"/>
                  </a:lnTo>
                  <a:close/>
                  <a:moveTo>
                    <a:pt x="3168" y="5049"/>
                  </a:moveTo>
                  <a:lnTo>
                    <a:pt x="3168" y="5692"/>
                  </a:lnTo>
                  <a:lnTo>
                    <a:pt x="2525" y="5692"/>
                  </a:lnTo>
                  <a:lnTo>
                    <a:pt x="2525" y="5049"/>
                  </a:lnTo>
                  <a:close/>
                  <a:moveTo>
                    <a:pt x="4430" y="5049"/>
                  </a:moveTo>
                  <a:lnTo>
                    <a:pt x="4430" y="5692"/>
                  </a:lnTo>
                  <a:lnTo>
                    <a:pt x="3787" y="5692"/>
                  </a:lnTo>
                  <a:lnTo>
                    <a:pt x="3787" y="5049"/>
                  </a:lnTo>
                  <a:close/>
                  <a:moveTo>
                    <a:pt x="1906" y="6311"/>
                  </a:moveTo>
                  <a:lnTo>
                    <a:pt x="1906" y="6954"/>
                  </a:lnTo>
                  <a:lnTo>
                    <a:pt x="1263" y="6954"/>
                  </a:lnTo>
                  <a:lnTo>
                    <a:pt x="1263" y="6311"/>
                  </a:lnTo>
                  <a:close/>
                  <a:moveTo>
                    <a:pt x="3168" y="6311"/>
                  </a:moveTo>
                  <a:lnTo>
                    <a:pt x="3168" y="6954"/>
                  </a:lnTo>
                  <a:lnTo>
                    <a:pt x="2525" y="6954"/>
                  </a:lnTo>
                  <a:lnTo>
                    <a:pt x="2525" y="6311"/>
                  </a:lnTo>
                  <a:close/>
                  <a:moveTo>
                    <a:pt x="4430" y="6311"/>
                  </a:moveTo>
                  <a:lnTo>
                    <a:pt x="4430" y="6954"/>
                  </a:lnTo>
                  <a:lnTo>
                    <a:pt x="3787" y="6954"/>
                  </a:lnTo>
                  <a:lnTo>
                    <a:pt x="3787" y="6311"/>
                  </a:lnTo>
                  <a:close/>
                  <a:moveTo>
                    <a:pt x="1906" y="7573"/>
                  </a:moveTo>
                  <a:lnTo>
                    <a:pt x="1906" y="8216"/>
                  </a:lnTo>
                  <a:lnTo>
                    <a:pt x="1263" y="8216"/>
                  </a:lnTo>
                  <a:lnTo>
                    <a:pt x="1263" y="7573"/>
                  </a:lnTo>
                  <a:close/>
                  <a:moveTo>
                    <a:pt x="3168" y="7573"/>
                  </a:moveTo>
                  <a:lnTo>
                    <a:pt x="3168" y="8216"/>
                  </a:lnTo>
                  <a:lnTo>
                    <a:pt x="2525" y="8216"/>
                  </a:lnTo>
                  <a:lnTo>
                    <a:pt x="2525" y="7573"/>
                  </a:lnTo>
                  <a:close/>
                  <a:moveTo>
                    <a:pt x="4430" y="7573"/>
                  </a:moveTo>
                  <a:lnTo>
                    <a:pt x="4430" y="8216"/>
                  </a:lnTo>
                  <a:lnTo>
                    <a:pt x="3787" y="8216"/>
                  </a:lnTo>
                  <a:lnTo>
                    <a:pt x="3787" y="7573"/>
                  </a:lnTo>
                  <a:close/>
                  <a:moveTo>
                    <a:pt x="1" y="0"/>
                  </a:moveTo>
                  <a:lnTo>
                    <a:pt x="1" y="9479"/>
                  </a:lnTo>
                  <a:lnTo>
                    <a:pt x="5716" y="9479"/>
                  </a:lnTo>
                  <a:lnTo>
                    <a:pt x="5716" y="0"/>
                  </a:lnTo>
                  <a:lnTo>
                    <a:pt x="4430" y="0"/>
                  </a:lnTo>
                  <a:lnTo>
                    <a:pt x="4430" y="1906"/>
                  </a:lnTo>
                  <a:lnTo>
                    <a:pt x="1263" y="1906"/>
                  </a:lnTo>
                  <a:lnTo>
                    <a:pt x="12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77" name="Google Shape;1577;p41"/>
            <p:cNvSpPr/>
            <p:nvPr/>
          </p:nvSpPr>
          <p:spPr>
            <a:xfrm>
              <a:off x="4753925" y="2939150"/>
              <a:ext cx="19075" cy="15700"/>
            </a:xfrm>
            <a:custGeom>
              <a:rect b="b" l="l" r="r" t="t"/>
              <a:pathLst>
                <a:path extrusionOk="0" h="628" w="763">
                  <a:moveTo>
                    <a:pt x="322" y="1"/>
                  </a:moveTo>
                  <a:cubicBezTo>
                    <a:pt x="160" y="1"/>
                    <a:pt x="1" y="128"/>
                    <a:pt x="1" y="318"/>
                  </a:cubicBezTo>
                  <a:cubicBezTo>
                    <a:pt x="1" y="485"/>
                    <a:pt x="144" y="628"/>
                    <a:pt x="334" y="628"/>
                  </a:cubicBezTo>
                  <a:cubicBezTo>
                    <a:pt x="596" y="628"/>
                    <a:pt x="763" y="294"/>
                    <a:pt x="549" y="104"/>
                  </a:cubicBezTo>
                  <a:cubicBezTo>
                    <a:pt x="485" y="32"/>
                    <a:pt x="403" y="1"/>
                    <a:pt x="3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78" name="Google Shape;1578;p41"/>
            <p:cNvSpPr/>
            <p:nvPr/>
          </p:nvSpPr>
          <p:spPr>
            <a:xfrm>
              <a:off x="4722375" y="2939150"/>
              <a:ext cx="18475" cy="15700"/>
            </a:xfrm>
            <a:custGeom>
              <a:rect b="b" l="l" r="r" t="t"/>
              <a:pathLst>
                <a:path extrusionOk="0" h="628" w="739">
                  <a:moveTo>
                    <a:pt x="311" y="1"/>
                  </a:moveTo>
                  <a:cubicBezTo>
                    <a:pt x="149" y="1"/>
                    <a:pt x="1" y="128"/>
                    <a:pt x="1" y="318"/>
                  </a:cubicBezTo>
                  <a:cubicBezTo>
                    <a:pt x="1" y="485"/>
                    <a:pt x="144" y="628"/>
                    <a:pt x="310" y="628"/>
                  </a:cubicBezTo>
                  <a:cubicBezTo>
                    <a:pt x="596" y="628"/>
                    <a:pt x="739" y="294"/>
                    <a:pt x="548" y="104"/>
                  </a:cubicBezTo>
                  <a:cubicBezTo>
                    <a:pt x="477" y="32"/>
                    <a:pt x="392" y="1"/>
                    <a:pt x="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79" name="Google Shape;1579;p41"/>
            <p:cNvSpPr/>
            <p:nvPr/>
          </p:nvSpPr>
          <p:spPr>
            <a:xfrm>
              <a:off x="4690825" y="2900050"/>
              <a:ext cx="110775" cy="94700"/>
            </a:xfrm>
            <a:custGeom>
              <a:rect b="b" l="l" r="r" t="t"/>
              <a:pathLst>
                <a:path extrusionOk="0" h="3788" w="4431">
                  <a:moveTo>
                    <a:pt x="2858" y="929"/>
                  </a:moveTo>
                  <a:cubicBezTo>
                    <a:pt x="4049" y="1001"/>
                    <a:pt x="4049" y="2763"/>
                    <a:pt x="2858" y="2835"/>
                  </a:cubicBezTo>
                  <a:cubicBezTo>
                    <a:pt x="2620" y="2835"/>
                    <a:pt x="2382" y="2739"/>
                    <a:pt x="2215" y="2596"/>
                  </a:cubicBezTo>
                  <a:cubicBezTo>
                    <a:pt x="2032" y="2754"/>
                    <a:pt x="1810" y="2828"/>
                    <a:pt x="1591" y="2828"/>
                  </a:cubicBezTo>
                  <a:cubicBezTo>
                    <a:pt x="1212" y="2828"/>
                    <a:pt x="842" y="2607"/>
                    <a:pt x="691" y="2215"/>
                  </a:cubicBezTo>
                  <a:cubicBezTo>
                    <a:pt x="453" y="1596"/>
                    <a:pt x="905" y="929"/>
                    <a:pt x="1572" y="929"/>
                  </a:cubicBezTo>
                  <a:cubicBezTo>
                    <a:pt x="1810" y="929"/>
                    <a:pt x="2049" y="1025"/>
                    <a:pt x="2215" y="1191"/>
                  </a:cubicBezTo>
                  <a:cubicBezTo>
                    <a:pt x="2382" y="1025"/>
                    <a:pt x="2620" y="929"/>
                    <a:pt x="2858" y="929"/>
                  </a:cubicBezTo>
                  <a:close/>
                  <a:moveTo>
                    <a:pt x="1" y="1"/>
                  </a:moveTo>
                  <a:lnTo>
                    <a:pt x="1" y="3787"/>
                  </a:lnTo>
                  <a:lnTo>
                    <a:pt x="4430" y="3787"/>
                  </a:lnTo>
                  <a:lnTo>
                    <a:pt x="443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580" name="Google Shape;1580;p41"/>
          <p:cNvGrpSpPr/>
          <p:nvPr/>
        </p:nvGrpSpPr>
        <p:grpSpPr>
          <a:xfrm>
            <a:off x="4785257" y="2111051"/>
            <a:ext cx="344426" cy="323118"/>
            <a:chOff x="3949000" y="2797050"/>
            <a:chExt cx="269125" cy="252475"/>
          </a:xfrm>
        </p:grpSpPr>
        <p:sp>
          <p:nvSpPr>
            <p:cNvPr id="1581" name="Google Shape;1581;p41"/>
            <p:cNvSpPr/>
            <p:nvPr/>
          </p:nvSpPr>
          <p:spPr>
            <a:xfrm>
              <a:off x="4120475" y="2986975"/>
              <a:ext cx="18475" cy="15700"/>
            </a:xfrm>
            <a:custGeom>
              <a:rect b="b" l="l" r="r" t="t"/>
              <a:pathLst>
                <a:path extrusionOk="0" h="628" w="739">
                  <a:moveTo>
                    <a:pt x="429" y="1"/>
                  </a:moveTo>
                  <a:cubicBezTo>
                    <a:pt x="143" y="1"/>
                    <a:pt x="0" y="334"/>
                    <a:pt x="215" y="525"/>
                  </a:cubicBezTo>
                  <a:cubicBezTo>
                    <a:pt x="278" y="596"/>
                    <a:pt x="357" y="628"/>
                    <a:pt x="435" y="628"/>
                  </a:cubicBezTo>
                  <a:cubicBezTo>
                    <a:pt x="590" y="628"/>
                    <a:pt x="739" y="501"/>
                    <a:pt x="739" y="310"/>
                  </a:cubicBezTo>
                  <a:cubicBezTo>
                    <a:pt x="739" y="144"/>
                    <a:pt x="596" y="1"/>
                    <a:pt x="4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82" name="Google Shape;1582;p41"/>
            <p:cNvSpPr/>
            <p:nvPr/>
          </p:nvSpPr>
          <p:spPr>
            <a:xfrm>
              <a:off x="4186550" y="2939350"/>
              <a:ext cx="31575" cy="31575"/>
            </a:xfrm>
            <a:custGeom>
              <a:rect b="b" l="l" r="r" t="t"/>
              <a:pathLst>
                <a:path extrusionOk="0" h="1263" w="1263">
                  <a:moveTo>
                    <a:pt x="1" y="0"/>
                  </a:moveTo>
                  <a:lnTo>
                    <a:pt x="1" y="620"/>
                  </a:lnTo>
                  <a:cubicBezTo>
                    <a:pt x="1" y="977"/>
                    <a:pt x="286" y="1263"/>
                    <a:pt x="644" y="1263"/>
                  </a:cubicBezTo>
                  <a:lnTo>
                    <a:pt x="1263" y="1263"/>
                  </a:lnTo>
                  <a:lnTo>
                    <a:pt x="12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83" name="Google Shape;1583;p41"/>
            <p:cNvSpPr/>
            <p:nvPr/>
          </p:nvSpPr>
          <p:spPr>
            <a:xfrm>
              <a:off x="4044275" y="2939350"/>
              <a:ext cx="173850" cy="110175"/>
            </a:xfrm>
            <a:custGeom>
              <a:rect b="b" l="l" r="r" t="t"/>
              <a:pathLst>
                <a:path extrusionOk="0" h="4407" w="6954">
                  <a:moveTo>
                    <a:pt x="3481" y="1266"/>
                  </a:moveTo>
                  <a:cubicBezTo>
                    <a:pt x="3966" y="1266"/>
                    <a:pt x="4430" y="1638"/>
                    <a:pt x="4430" y="2215"/>
                  </a:cubicBezTo>
                  <a:cubicBezTo>
                    <a:pt x="4430" y="2739"/>
                    <a:pt x="4001" y="3168"/>
                    <a:pt x="3477" y="3168"/>
                  </a:cubicBezTo>
                  <a:cubicBezTo>
                    <a:pt x="2643" y="3168"/>
                    <a:pt x="2215" y="2144"/>
                    <a:pt x="2810" y="1548"/>
                  </a:cubicBezTo>
                  <a:cubicBezTo>
                    <a:pt x="3005" y="1354"/>
                    <a:pt x="3245" y="1266"/>
                    <a:pt x="3481" y="1266"/>
                  </a:cubicBezTo>
                  <a:close/>
                  <a:moveTo>
                    <a:pt x="1881" y="0"/>
                  </a:moveTo>
                  <a:lnTo>
                    <a:pt x="1881" y="620"/>
                  </a:lnTo>
                  <a:cubicBezTo>
                    <a:pt x="1881" y="1334"/>
                    <a:pt x="1310" y="1882"/>
                    <a:pt x="619" y="1882"/>
                  </a:cubicBezTo>
                  <a:lnTo>
                    <a:pt x="0" y="1882"/>
                  </a:lnTo>
                  <a:lnTo>
                    <a:pt x="0" y="2525"/>
                  </a:lnTo>
                  <a:lnTo>
                    <a:pt x="619" y="2525"/>
                  </a:lnTo>
                  <a:cubicBezTo>
                    <a:pt x="1310" y="2525"/>
                    <a:pt x="1881" y="3096"/>
                    <a:pt x="1881" y="3787"/>
                  </a:cubicBezTo>
                  <a:lnTo>
                    <a:pt x="1881" y="4406"/>
                  </a:lnTo>
                  <a:lnTo>
                    <a:pt x="5049" y="4406"/>
                  </a:lnTo>
                  <a:lnTo>
                    <a:pt x="5049" y="3144"/>
                  </a:lnTo>
                  <a:cubicBezTo>
                    <a:pt x="5049" y="2787"/>
                    <a:pt x="5334" y="2525"/>
                    <a:pt x="5692" y="2525"/>
                  </a:cubicBezTo>
                  <a:lnTo>
                    <a:pt x="6954" y="2525"/>
                  </a:lnTo>
                  <a:lnTo>
                    <a:pt x="6954" y="1882"/>
                  </a:lnTo>
                  <a:lnTo>
                    <a:pt x="5692" y="1882"/>
                  </a:lnTo>
                  <a:cubicBezTo>
                    <a:pt x="5358" y="1882"/>
                    <a:pt x="5072" y="1596"/>
                    <a:pt x="5072" y="1263"/>
                  </a:cubicBezTo>
                  <a:lnTo>
                    <a:pt x="5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84" name="Google Shape;1584;p41"/>
            <p:cNvSpPr/>
            <p:nvPr/>
          </p:nvSpPr>
          <p:spPr>
            <a:xfrm>
              <a:off x="4186550" y="3017925"/>
              <a:ext cx="31575" cy="31600"/>
            </a:xfrm>
            <a:custGeom>
              <a:rect b="b" l="l" r="r" t="t"/>
              <a:pathLst>
                <a:path extrusionOk="0" h="1264" w="1263">
                  <a:moveTo>
                    <a:pt x="644" y="1"/>
                  </a:moveTo>
                  <a:cubicBezTo>
                    <a:pt x="286" y="1"/>
                    <a:pt x="1" y="287"/>
                    <a:pt x="1" y="644"/>
                  </a:cubicBezTo>
                  <a:lnTo>
                    <a:pt x="1" y="1263"/>
                  </a:lnTo>
                  <a:lnTo>
                    <a:pt x="1263" y="1263"/>
                  </a:lnTo>
                  <a:lnTo>
                    <a:pt x="1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85" name="Google Shape;1585;p41"/>
            <p:cNvSpPr/>
            <p:nvPr/>
          </p:nvSpPr>
          <p:spPr>
            <a:xfrm>
              <a:off x="4044275" y="2939350"/>
              <a:ext cx="31575" cy="31575"/>
            </a:xfrm>
            <a:custGeom>
              <a:rect b="b" l="l" r="r" t="t"/>
              <a:pathLst>
                <a:path extrusionOk="0" h="1263" w="1263">
                  <a:moveTo>
                    <a:pt x="0" y="0"/>
                  </a:moveTo>
                  <a:lnTo>
                    <a:pt x="0" y="1263"/>
                  </a:lnTo>
                  <a:lnTo>
                    <a:pt x="619" y="1263"/>
                  </a:lnTo>
                  <a:cubicBezTo>
                    <a:pt x="976" y="1263"/>
                    <a:pt x="1262" y="977"/>
                    <a:pt x="1262" y="620"/>
                  </a:cubicBezTo>
                  <a:lnTo>
                    <a:pt x="1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86" name="Google Shape;1586;p41"/>
            <p:cNvSpPr/>
            <p:nvPr/>
          </p:nvSpPr>
          <p:spPr>
            <a:xfrm>
              <a:off x="4044275" y="3017925"/>
              <a:ext cx="31575" cy="31600"/>
            </a:xfrm>
            <a:custGeom>
              <a:rect b="b" l="l" r="r" t="t"/>
              <a:pathLst>
                <a:path extrusionOk="0" h="1264" w="1263">
                  <a:moveTo>
                    <a:pt x="0" y="1"/>
                  </a:moveTo>
                  <a:lnTo>
                    <a:pt x="0" y="1263"/>
                  </a:lnTo>
                  <a:lnTo>
                    <a:pt x="1262" y="1263"/>
                  </a:lnTo>
                  <a:lnTo>
                    <a:pt x="1262" y="644"/>
                  </a:lnTo>
                  <a:cubicBezTo>
                    <a:pt x="1238" y="287"/>
                    <a:pt x="976" y="1"/>
                    <a:pt x="6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87" name="Google Shape;1587;p41"/>
            <p:cNvSpPr/>
            <p:nvPr/>
          </p:nvSpPr>
          <p:spPr>
            <a:xfrm>
              <a:off x="4028200" y="2852425"/>
              <a:ext cx="47050" cy="39325"/>
            </a:xfrm>
            <a:custGeom>
              <a:rect b="b" l="l" r="r" t="t"/>
              <a:pathLst>
                <a:path extrusionOk="0" h="1573" w="1882">
                  <a:moveTo>
                    <a:pt x="167" y="1"/>
                  </a:moveTo>
                  <a:cubicBezTo>
                    <a:pt x="71" y="524"/>
                    <a:pt x="24" y="1048"/>
                    <a:pt x="0" y="1572"/>
                  </a:cubicBezTo>
                  <a:lnTo>
                    <a:pt x="1881" y="1572"/>
                  </a:lnTo>
                  <a:cubicBezTo>
                    <a:pt x="1858" y="1048"/>
                    <a:pt x="1810" y="524"/>
                    <a:pt x="17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88" name="Google Shape;1588;p41"/>
            <p:cNvSpPr/>
            <p:nvPr/>
          </p:nvSpPr>
          <p:spPr>
            <a:xfrm>
              <a:off x="4036525" y="2813125"/>
              <a:ext cx="30375" cy="23850"/>
            </a:xfrm>
            <a:custGeom>
              <a:rect b="b" l="l" r="r" t="t"/>
              <a:pathLst>
                <a:path extrusionOk="0" h="954" w="1215">
                  <a:moveTo>
                    <a:pt x="620" y="1"/>
                  </a:moveTo>
                  <a:cubicBezTo>
                    <a:pt x="453" y="1"/>
                    <a:pt x="191" y="334"/>
                    <a:pt x="0" y="953"/>
                  </a:cubicBezTo>
                  <a:lnTo>
                    <a:pt x="1215" y="953"/>
                  </a:lnTo>
                  <a:cubicBezTo>
                    <a:pt x="1024" y="334"/>
                    <a:pt x="786" y="1"/>
                    <a:pt x="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89" name="Google Shape;1589;p41"/>
            <p:cNvSpPr/>
            <p:nvPr/>
          </p:nvSpPr>
          <p:spPr>
            <a:xfrm>
              <a:off x="4052000" y="2797050"/>
              <a:ext cx="81000" cy="39325"/>
            </a:xfrm>
            <a:custGeom>
              <a:rect b="b" l="l" r="r" t="t"/>
              <a:pathLst>
                <a:path extrusionOk="0" h="1573" w="3240">
                  <a:moveTo>
                    <a:pt x="1" y="1"/>
                  </a:moveTo>
                  <a:cubicBezTo>
                    <a:pt x="572" y="1"/>
                    <a:pt x="1001" y="644"/>
                    <a:pt x="1263" y="1573"/>
                  </a:cubicBezTo>
                  <a:lnTo>
                    <a:pt x="3239" y="1573"/>
                  </a:lnTo>
                  <a:cubicBezTo>
                    <a:pt x="2453" y="596"/>
                    <a:pt x="1263"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90" name="Google Shape;1590;p41"/>
            <p:cNvSpPr/>
            <p:nvPr/>
          </p:nvSpPr>
          <p:spPr>
            <a:xfrm>
              <a:off x="3970450" y="2797050"/>
              <a:ext cx="81575" cy="39325"/>
            </a:xfrm>
            <a:custGeom>
              <a:rect b="b" l="l" r="r" t="t"/>
              <a:pathLst>
                <a:path extrusionOk="0" h="1573" w="3263">
                  <a:moveTo>
                    <a:pt x="3263" y="1"/>
                  </a:moveTo>
                  <a:cubicBezTo>
                    <a:pt x="1977" y="1"/>
                    <a:pt x="786" y="596"/>
                    <a:pt x="0" y="1573"/>
                  </a:cubicBezTo>
                  <a:lnTo>
                    <a:pt x="1977" y="1573"/>
                  </a:lnTo>
                  <a:cubicBezTo>
                    <a:pt x="2239" y="644"/>
                    <a:pt x="2667" y="1"/>
                    <a:pt x="3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91" name="Google Shape;1591;p41"/>
            <p:cNvSpPr/>
            <p:nvPr/>
          </p:nvSpPr>
          <p:spPr>
            <a:xfrm>
              <a:off x="4028200" y="2908400"/>
              <a:ext cx="47050" cy="15500"/>
            </a:xfrm>
            <a:custGeom>
              <a:rect b="b" l="l" r="r" t="t"/>
              <a:pathLst>
                <a:path extrusionOk="0" h="620" w="1882">
                  <a:moveTo>
                    <a:pt x="0" y="0"/>
                  </a:moveTo>
                  <a:cubicBezTo>
                    <a:pt x="0" y="214"/>
                    <a:pt x="24" y="429"/>
                    <a:pt x="48" y="619"/>
                  </a:cubicBezTo>
                  <a:lnTo>
                    <a:pt x="1858" y="619"/>
                  </a:lnTo>
                  <a:cubicBezTo>
                    <a:pt x="1858" y="405"/>
                    <a:pt x="1858" y="191"/>
                    <a:pt x="18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92" name="Google Shape;1592;p41"/>
            <p:cNvSpPr/>
            <p:nvPr/>
          </p:nvSpPr>
          <p:spPr>
            <a:xfrm>
              <a:off x="4087125" y="2852425"/>
              <a:ext cx="67300" cy="39325"/>
            </a:xfrm>
            <a:custGeom>
              <a:rect b="b" l="l" r="r" t="t"/>
              <a:pathLst>
                <a:path extrusionOk="0" h="1573" w="2692">
                  <a:moveTo>
                    <a:pt x="1" y="1"/>
                  </a:moveTo>
                  <a:cubicBezTo>
                    <a:pt x="96" y="524"/>
                    <a:pt x="144" y="1048"/>
                    <a:pt x="167" y="1572"/>
                  </a:cubicBezTo>
                  <a:lnTo>
                    <a:pt x="2692" y="1572"/>
                  </a:lnTo>
                  <a:cubicBezTo>
                    <a:pt x="2644" y="1025"/>
                    <a:pt x="2501" y="501"/>
                    <a:pt x="22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93" name="Google Shape;1593;p41"/>
            <p:cNvSpPr/>
            <p:nvPr/>
          </p:nvSpPr>
          <p:spPr>
            <a:xfrm>
              <a:off x="3970450" y="2963175"/>
              <a:ext cx="57775" cy="36325"/>
            </a:xfrm>
            <a:custGeom>
              <a:rect b="b" l="l" r="r" t="t"/>
              <a:pathLst>
                <a:path extrusionOk="0" h="1453" w="2311">
                  <a:moveTo>
                    <a:pt x="0" y="0"/>
                  </a:moveTo>
                  <a:cubicBezTo>
                    <a:pt x="595" y="714"/>
                    <a:pt x="1405" y="1238"/>
                    <a:pt x="2310" y="1453"/>
                  </a:cubicBezTo>
                  <a:lnTo>
                    <a:pt x="2310" y="834"/>
                  </a:lnTo>
                  <a:cubicBezTo>
                    <a:pt x="2167" y="548"/>
                    <a:pt x="2072" y="286"/>
                    <a:pt x="20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94" name="Google Shape;1594;p41"/>
            <p:cNvSpPr/>
            <p:nvPr/>
          </p:nvSpPr>
          <p:spPr>
            <a:xfrm>
              <a:off x="4090100" y="2907800"/>
              <a:ext cx="64325" cy="15500"/>
            </a:xfrm>
            <a:custGeom>
              <a:rect b="b" l="l" r="r" t="t"/>
              <a:pathLst>
                <a:path extrusionOk="0" h="620" w="2573">
                  <a:moveTo>
                    <a:pt x="25" y="0"/>
                  </a:moveTo>
                  <a:cubicBezTo>
                    <a:pt x="25" y="215"/>
                    <a:pt x="25" y="429"/>
                    <a:pt x="1" y="619"/>
                  </a:cubicBezTo>
                  <a:lnTo>
                    <a:pt x="2477" y="619"/>
                  </a:lnTo>
                  <a:cubicBezTo>
                    <a:pt x="2525" y="429"/>
                    <a:pt x="2549" y="215"/>
                    <a:pt x="2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95" name="Google Shape;1595;p41"/>
            <p:cNvSpPr/>
            <p:nvPr/>
          </p:nvSpPr>
          <p:spPr>
            <a:xfrm>
              <a:off x="3949000" y="2852425"/>
              <a:ext cx="67300" cy="39325"/>
            </a:xfrm>
            <a:custGeom>
              <a:rect b="b" l="l" r="r" t="t"/>
              <a:pathLst>
                <a:path extrusionOk="0" h="1573" w="2692">
                  <a:moveTo>
                    <a:pt x="453" y="1"/>
                  </a:moveTo>
                  <a:cubicBezTo>
                    <a:pt x="191" y="501"/>
                    <a:pt x="48" y="1025"/>
                    <a:pt x="1" y="1572"/>
                  </a:cubicBezTo>
                  <a:lnTo>
                    <a:pt x="2525" y="1572"/>
                  </a:lnTo>
                  <a:cubicBezTo>
                    <a:pt x="2549" y="1048"/>
                    <a:pt x="2596" y="524"/>
                    <a:pt x="26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96" name="Google Shape;1596;p41"/>
            <p:cNvSpPr/>
            <p:nvPr/>
          </p:nvSpPr>
          <p:spPr>
            <a:xfrm>
              <a:off x="3949000" y="2908400"/>
              <a:ext cx="67300" cy="39300"/>
            </a:xfrm>
            <a:custGeom>
              <a:rect b="b" l="l" r="r" t="t"/>
              <a:pathLst>
                <a:path extrusionOk="0" h="1572" w="2692">
                  <a:moveTo>
                    <a:pt x="1" y="0"/>
                  </a:moveTo>
                  <a:cubicBezTo>
                    <a:pt x="48" y="548"/>
                    <a:pt x="191" y="1072"/>
                    <a:pt x="453" y="1572"/>
                  </a:cubicBezTo>
                  <a:lnTo>
                    <a:pt x="2692" y="1572"/>
                  </a:lnTo>
                  <a:cubicBezTo>
                    <a:pt x="2596" y="1048"/>
                    <a:pt x="2549" y="524"/>
                    <a:pt x="25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597" name="Google Shape;1597;p41"/>
          <p:cNvGrpSpPr/>
          <p:nvPr/>
        </p:nvGrpSpPr>
        <p:grpSpPr>
          <a:xfrm>
            <a:off x="4101044" y="2101165"/>
            <a:ext cx="222525" cy="344426"/>
            <a:chOff x="3414375" y="2789325"/>
            <a:chExt cx="173875" cy="269125"/>
          </a:xfrm>
        </p:grpSpPr>
        <p:sp>
          <p:nvSpPr>
            <p:cNvPr id="1598" name="Google Shape;1598;p41"/>
            <p:cNvSpPr/>
            <p:nvPr/>
          </p:nvSpPr>
          <p:spPr>
            <a:xfrm>
              <a:off x="3462000" y="3010800"/>
              <a:ext cx="47050" cy="16100"/>
            </a:xfrm>
            <a:custGeom>
              <a:rect b="b" l="l" r="r" t="t"/>
              <a:pathLst>
                <a:path extrusionOk="0" h="644" w="1882">
                  <a:moveTo>
                    <a:pt x="0" y="0"/>
                  </a:moveTo>
                  <a:lnTo>
                    <a:pt x="0" y="643"/>
                  </a:lnTo>
                  <a:lnTo>
                    <a:pt x="1882" y="643"/>
                  </a:lnTo>
                  <a:lnTo>
                    <a:pt x="18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599" name="Google Shape;1599;p41"/>
            <p:cNvSpPr/>
            <p:nvPr/>
          </p:nvSpPr>
          <p:spPr>
            <a:xfrm>
              <a:off x="3477475" y="2979250"/>
              <a:ext cx="47650" cy="16100"/>
            </a:xfrm>
            <a:custGeom>
              <a:rect b="b" l="l" r="r" t="t"/>
              <a:pathLst>
                <a:path extrusionOk="0" h="644" w="1906">
                  <a:moveTo>
                    <a:pt x="1" y="0"/>
                  </a:moveTo>
                  <a:lnTo>
                    <a:pt x="1" y="643"/>
                  </a:lnTo>
                  <a:lnTo>
                    <a:pt x="1906" y="643"/>
                  </a:lnTo>
                  <a:lnTo>
                    <a:pt x="19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00" name="Google Shape;1600;p41"/>
            <p:cNvSpPr/>
            <p:nvPr/>
          </p:nvSpPr>
          <p:spPr>
            <a:xfrm>
              <a:off x="3431050" y="2836350"/>
              <a:ext cx="141125" cy="47050"/>
            </a:xfrm>
            <a:custGeom>
              <a:rect b="b" l="l" r="r" t="t"/>
              <a:pathLst>
                <a:path extrusionOk="0" h="1882" w="5645">
                  <a:moveTo>
                    <a:pt x="0" y="1"/>
                  </a:moveTo>
                  <a:lnTo>
                    <a:pt x="0" y="1882"/>
                  </a:lnTo>
                  <a:lnTo>
                    <a:pt x="1262" y="1882"/>
                  </a:lnTo>
                  <a:lnTo>
                    <a:pt x="1262" y="1263"/>
                  </a:lnTo>
                  <a:lnTo>
                    <a:pt x="1881" y="1263"/>
                  </a:lnTo>
                  <a:lnTo>
                    <a:pt x="1881" y="1882"/>
                  </a:lnTo>
                  <a:lnTo>
                    <a:pt x="2524" y="1882"/>
                  </a:lnTo>
                  <a:lnTo>
                    <a:pt x="2524" y="1263"/>
                  </a:lnTo>
                  <a:lnTo>
                    <a:pt x="3144" y="1263"/>
                  </a:lnTo>
                  <a:lnTo>
                    <a:pt x="3144" y="1882"/>
                  </a:lnTo>
                  <a:lnTo>
                    <a:pt x="3787" y="1882"/>
                  </a:lnTo>
                  <a:lnTo>
                    <a:pt x="3787" y="1263"/>
                  </a:lnTo>
                  <a:lnTo>
                    <a:pt x="4406" y="1263"/>
                  </a:lnTo>
                  <a:lnTo>
                    <a:pt x="4406" y="1882"/>
                  </a:lnTo>
                  <a:lnTo>
                    <a:pt x="5644" y="1882"/>
                  </a:lnTo>
                  <a:lnTo>
                    <a:pt x="56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01" name="Google Shape;1601;p41"/>
            <p:cNvSpPr/>
            <p:nvPr/>
          </p:nvSpPr>
          <p:spPr>
            <a:xfrm>
              <a:off x="3414375" y="2899450"/>
              <a:ext cx="173875" cy="159000"/>
            </a:xfrm>
            <a:custGeom>
              <a:rect b="b" l="l" r="r" t="t"/>
              <a:pathLst>
                <a:path extrusionOk="0" h="6360" w="6955">
                  <a:moveTo>
                    <a:pt x="1262" y="1"/>
                  </a:moveTo>
                  <a:lnTo>
                    <a:pt x="1262" y="620"/>
                  </a:lnTo>
                  <a:lnTo>
                    <a:pt x="0" y="620"/>
                  </a:lnTo>
                  <a:lnTo>
                    <a:pt x="0" y="6359"/>
                  </a:lnTo>
                  <a:lnTo>
                    <a:pt x="1905" y="6359"/>
                  </a:lnTo>
                  <a:lnTo>
                    <a:pt x="1905" y="5716"/>
                  </a:lnTo>
                  <a:lnTo>
                    <a:pt x="1262" y="5716"/>
                  </a:lnTo>
                  <a:lnTo>
                    <a:pt x="1262" y="3811"/>
                  </a:lnTo>
                  <a:lnTo>
                    <a:pt x="1905" y="3811"/>
                  </a:lnTo>
                  <a:lnTo>
                    <a:pt x="1905" y="2549"/>
                  </a:lnTo>
                  <a:lnTo>
                    <a:pt x="5073" y="2549"/>
                  </a:lnTo>
                  <a:lnTo>
                    <a:pt x="5073" y="4454"/>
                  </a:lnTo>
                  <a:lnTo>
                    <a:pt x="4430" y="4454"/>
                  </a:lnTo>
                  <a:lnTo>
                    <a:pt x="4430" y="5073"/>
                  </a:lnTo>
                  <a:lnTo>
                    <a:pt x="5073" y="5073"/>
                  </a:lnTo>
                  <a:lnTo>
                    <a:pt x="5073" y="6336"/>
                  </a:lnTo>
                  <a:lnTo>
                    <a:pt x="6954" y="6359"/>
                  </a:lnTo>
                  <a:lnTo>
                    <a:pt x="6954" y="620"/>
                  </a:lnTo>
                  <a:lnTo>
                    <a:pt x="5692" y="620"/>
                  </a:lnTo>
                  <a:lnTo>
                    <a:pt x="56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02" name="Google Shape;1602;p41"/>
            <p:cNvSpPr/>
            <p:nvPr/>
          </p:nvSpPr>
          <p:spPr>
            <a:xfrm>
              <a:off x="3462600" y="2789325"/>
              <a:ext cx="77425" cy="31575"/>
            </a:xfrm>
            <a:custGeom>
              <a:rect b="b" l="l" r="r" t="t"/>
              <a:pathLst>
                <a:path extrusionOk="0" h="1263" w="3097">
                  <a:moveTo>
                    <a:pt x="1548" y="0"/>
                  </a:moveTo>
                  <a:cubicBezTo>
                    <a:pt x="810" y="0"/>
                    <a:pt x="167" y="524"/>
                    <a:pt x="0" y="1262"/>
                  </a:cubicBezTo>
                  <a:lnTo>
                    <a:pt x="3096" y="1262"/>
                  </a:lnTo>
                  <a:cubicBezTo>
                    <a:pt x="2953" y="524"/>
                    <a:pt x="2310" y="0"/>
                    <a:pt x="15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03" name="Google Shape;1603;p41"/>
            <p:cNvSpPr/>
            <p:nvPr/>
          </p:nvSpPr>
          <p:spPr>
            <a:xfrm>
              <a:off x="3477475" y="3042350"/>
              <a:ext cx="47650" cy="15500"/>
            </a:xfrm>
            <a:custGeom>
              <a:rect b="b" l="l" r="r" t="t"/>
              <a:pathLst>
                <a:path extrusionOk="0" h="620" w="1906">
                  <a:moveTo>
                    <a:pt x="1" y="0"/>
                  </a:moveTo>
                  <a:lnTo>
                    <a:pt x="1" y="620"/>
                  </a:lnTo>
                  <a:lnTo>
                    <a:pt x="1906" y="620"/>
                  </a:lnTo>
                  <a:lnTo>
                    <a:pt x="19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604" name="Google Shape;1604;p41"/>
          <p:cNvGrpSpPr/>
          <p:nvPr/>
        </p:nvGrpSpPr>
        <p:grpSpPr>
          <a:xfrm>
            <a:off x="3309391" y="2101165"/>
            <a:ext cx="345162" cy="344426"/>
            <a:chOff x="2795800" y="2789325"/>
            <a:chExt cx="269700" cy="269125"/>
          </a:xfrm>
        </p:grpSpPr>
        <p:sp>
          <p:nvSpPr>
            <p:cNvPr id="1605" name="Google Shape;1605;p41"/>
            <p:cNvSpPr/>
            <p:nvPr/>
          </p:nvSpPr>
          <p:spPr>
            <a:xfrm>
              <a:off x="2922600" y="2789325"/>
              <a:ext cx="16100" cy="31575"/>
            </a:xfrm>
            <a:custGeom>
              <a:rect b="b" l="l" r="r" t="t"/>
              <a:pathLst>
                <a:path extrusionOk="0" h="1263" w="644">
                  <a:moveTo>
                    <a:pt x="1" y="0"/>
                  </a:moveTo>
                  <a:lnTo>
                    <a:pt x="1" y="1262"/>
                  </a:lnTo>
                  <a:lnTo>
                    <a:pt x="644" y="1262"/>
                  </a:lnTo>
                  <a:lnTo>
                    <a:pt x="6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06" name="Google Shape;1606;p41"/>
            <p:cNvSpPr/>
            <p:nvPr/>
          </p:nvSpPr>
          <p:spPr>
            <a:xfrm>
              <a:off x="2961300" y="2803600"/>
              <a:ext cx="33375" cy="33375"/>
            </a:xfrm>
            <a:custGeom>
              <a:rect b="b" l="l" r="r" t="t"/>
              <a:pathLst>
                <a:path extrusionOk="0" h="1335" w="1335">
                  <a:moveTo>
                    <a:pt x="882" y="1"/>
                  </a:moveTo>
                  <a:lnTo>
                    <a:pt x="0" y="882"/>
                  </a:lnTo>
                  <a:lnTo>
                    <a:pt x="453" y="1334"/>
                  </a:lnTo>
                  <a:lnTo>
                    <a:pt x="1334" y="453"/>
                  </a:lnTo>
                  <a:lnTo>
                    <a:pt x="8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07" name="Google Shape;1607;p41"/>
            <p:cNvSpPr/>
            <p:nvPr/>
          </p:nvSpPr>
          <p:spPr>
            <a:xfrm>
              <a:off x="2866625" y="2804200"/>
              <a:ext cx="33375" cy="33375"/>
            </a:xfrm>
            <a:custGeom>
              <a:rect b="b" l="l" r="r" t="t"/>
              <a:pathLst>
                <a:path extrusionOk="0" h="1335" w="1335">
                  <a:moveTo>
                    <a:pt x="430" y="1"/>
                  </a:moveTo>
                  <a:lnTo>
                    <a:pt x="1" y="429"/>
                  </a:lnTo>
                  <a:lnTo>
                    <a:pt x="882" y="1334"/>
                  </a:lnTo>
                  <a:lnTo>
                    <a:pt x="1335" y="882"/>
                  </a:lnTo>
                  <a:lnTo>
                    <a:pt x="43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08" name="Google Shape;1608;p41"/>
            <p:cNvSpPr/>
            <p:nvPr/>
          </p:nvSpPr>
          <p:spPr>
            <a:xfrm>
              <a:off x="2795800" y="2915525"/>
              <a:ext cx="112525" cy="130425"/>
            </a:xfrm>
            <a:custGeom>
              <a:rect b="b" l="l" r="r" t="t"/>
              <a:pathLst>
                <a:path extrusionOk="0" h="5217" w="4501">
                  <a:moveTo>
                    <a:pt x="0" y="1"/>
                  </a:moveTo>
                  <a:lnTo>
                    <a:pt x="4501" y="5216"/>
                  </a:lnTo>
                  <a:lnTo>
                    <a:pt x="264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09" name="Google Shape;1609;p41"/>
            <p:cNvSpPr/>
            <p:nvPr/>
          </p:nvSpPr>
          <p:spPr>
            <a:xfrm>
              <a:off x="2882125" y="2851825"/>
              <a:ext cx="97050" cy="48250"/>
            </a:xfrm>
            <a:custGeom>
              <a:rect b="b" l="l" r="r" t="t"/>
              <a:pathLst>
                <a:path extrusionOk="0" h="1930" w="3882">
                  <a:moveTo>
                    <a:pt x="1262" y="1"/>
                  </a:moveTo>
                  <a:lnTo>
                    <a:pt x="0" y="1930"/>
                  </a:lnTo>
                  <a:lnTo>
                    <a:pt x="3882" y="1930"/>
                  </a:lnTo>
                  <a:lnTo>
                    <a:pt x="26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10" name="Google Shape;1610;p41"/>
            <p:cNvSpPr/>
            <p:nvPr/>
          </p:nvSpPr>
          <p:spPr>
            <a:xfrm>
              <a:off x="2966650" y="2851825"/>
              <a:ext cx="98275" cy="48250"/>
            </a:xfrm>
            <a:custGeom>
              <a:rect b="b" l="l" r="r" t="t"/>
              <a:pathLst>
                <a:path extrusionOk="0" h="1930" w="3931">
                  <a:moveTo>
                    <a:pt x="1" y="1"/>
                  </a:moveTo>
                  <a:lnTo>
                    <a:pt x="1263" y="1930"/>
                  </a:lnTo>
                  <a:lnTo>
                    <a:pt x="3930" y="1930"/>
                  </a:lnTo>
                  <a:lnTo>
                    <a:pt x="26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11" name="Google Shape;1611;p41"/>
            <p:cNvSpPr/>
            <p:nvPr/>
          </p:nvSpPr>
          <p:spPr>
            <a:xfrm>
              <a:off x="2879150" y="2915525"/>
              <a:ext cx="103000" cy="142925"/>
            </a:xfrm>
            <a:custGeom>
              <a:rect b="b" l="l" r="r" t="t"/>
              <a:pathLst>
                <a:path extrusionOk="0" h="5717" w="4120">
                  <a:moveTo>
                    <a:pt x="0" y="1"/>
                  </a:moveTo>
                  <a:lnTo>
                    <a:pt x="2048" y="5716"/>
                  </a:lnTo>
                  <a:lnTo>
                    <a:pt x="41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12" name="Google Shape;1612;p41"/>
            <p:cNvSpPr/>
            <p:nvPr/>
          </p:nvSpPr>
          <p:spPr>
            <a:xfrm>
              <a:off x="2795800" y="2851825"/>
              <a:ext cx="98850" cy="48250"/>
            </a:xfrm>
            <a:custGeom>
              <a:rect b="b" l="l" r="r" t="t"/>
              <a:pathLst>
                <a:path extrusionOk="0" h="1930" w="3954">
                  <a:moveTo>
                    <a:pt x="1286" y="1"/>
                  </a:moveTo>
                  <a:lnTo>
                    <a:pt x="0" y="1930"/>
                  </a:lnTo>
                  <a:lnTo>
                    <a:pt x="2691" y="1930"/>
                  </a:lnTo>
                  <a:lnTo>
                    <a:pt x="39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13" name="Google Shape;1613;p41"/>
            <p:cNvSpPr/>
            <p:nvPr/>
          </p:nvSpPr>
          <p:spPr>
            <a:xfrm>
              <a:off x="2952375" y="2915525"/>
              <a:ext cx="113125" cy="130425"/>
            </a:xfrm>
            <a:custGeom>
              <a:rect b="b" l="l" r="r" t="t"/>
              <a:pathLst>
                <a:path extrusionOk="0" h="5217" w="4525">
                  <a:moveTo>
                    <a:pt x="1882" y="1"/>
                  </a:moveTo>
                  <a:lnTo>
                    <a:pt x="0" y="5216"/>
                  </a:lnTo>
                  <a:lnTo>
                    <a:pt x="45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614" name="Google Shape;1614;p41"/>
          <p:cNvGrpSpPr/>
          <p:nvPr/>
        </p:nvGrpSpPr>
        <p:grpSpPr>
          <a:xfrm>
            <a:off x="2560389" y="2101165"/>
            <a:ext cx="344426" cy="343658"/>
            <a:chOff x="2210550" y="2789325"/>
            <a:chExt cx="269125" cy="268525"/>
          </a:xfrm>
        </p:grpSpPr>
        <p:sp>
          <p:nvSpPr>
            <p:cNvPr id="1615" name="Google Shape;1615;p41"/>
            <p:cNvSpPr/>
            <p:nvPr/>
          </p:nvSpPr>
          <p:spPr>
            <a:xfrm>
              <a:off x="2289725" y="2916125"/>
              <a:ext cx="66125" cy="110775"/>
            </a:xfrm>
            <a:custGeom>
              <a:rect b="b" l="l" r="r" t="t"/>
              <a:pathLst>
                <a:path extrusionOk="0" h="4431" w="2645">
                  <a:moveTo>
                    <a:pt x="644" y="1"/>
                  </a:moveTo>
                  <a:lnTo>
                    <a:pt x="644" y="1263"/>
                  </a:lnTo>
                  <a:lnTo>
                    <a:pt x="1" y="1263"/>
                  </a:lnTo>
                  <a:lnTo>
                    <a:pt x="1" y="3168"/>
                  </a:lnTo>
                  <a:lnTo>
                    <a:pt x="644" y="3168"/>
                  </a:lnTo>
                  <a:lnTo>
                    <a:pt x="644" y="4430"/>
                  </a:lnTo>
                  <a:lnTo>
                    <a:pt x="1906" y="4430"/>
                  </a:lnTo>
                  <a:lnTo>
                    <a:pt x="1906" y="3740"/>
                  </a:lnTo>
                  <a:cubicBezTo>
                    <a:pt x="1525" y="3597"/>
                    <a:pt x="1263" y="3239"/>
                    <a:pt x="1263" y="2835"/>
                  </a:cubicBezTo>
                  <a:lnTo>
                    <a:pt x="1906" y="2835"/>
                  </a:lnTo>
                  <a:cubicBezTo>
                    <a:pt x="1906" y="3025"/>
                    <a:pt x="2054" y="3152"/>
                    <a:pt x="2209" y="3152"/>
                  </a:cubicBezTo>
                  <a:cubicBezTo>
                    <a:pt x="2287" y="3152"/>
                    <a:pt x="2366" y="3120"/>
                    <a:pt x="2430" y="3049"/>
                  </a:cubicBezTo>
                  <a:cubicBezTo>
                    <a:pt x="2644" y="2858"/>
                    <a:pt x="2501" y="2525"/>
                    <a:pt x="2215" y="2525"/>
                  </a:cubicBezTo>
                  <a:cubicBezTo>
                    <a:pt x="1168" y="2501"/>
                    <a:pt x="906" y="1049"/>
                    <a:pt x="1906" y="691"/>
                  </a:cubicBezTo>
                  <a:lnTo>
                    <a:pt x="19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16" name="Google Shape;1616;p41"/>
            <p:cNvSpPr/>
            <p:nvPr/>
          </p:nvSpPr>
          <p:spPr>
            <a:xfrm>
              <a:off x="2334375" y="2916125"/>
              <a:ext cx="66125" cy="110775"/>
            </a:xfrm>
            <a:custGeom>
              <a:rect b="b" l="l" r="r" t="t"/>
              <a:pathLst>
                <a:path extrusionOk="0" h="4431" w="2645">
                  <a:moveTo>
                    <a:pt x="739" y="1"/>
                  </a:moveTo>
                  <a:lnTo>
                    <a:pt x="739" y="691"/>
                  </a:lnTo>
                  <a:cubicBezTo>
                    <a:pt x="1120" y="810"/>
                    <a:pt x="1382" y="1191"/>
                    <a:pt x="1382" y="1572"/>
                  </a:cubicBezTo>
                  <a:lnTo>
                    <a:pt x="739" y="1572"/>
                  </a:lnTo>
                  <a:cubicBezTo>
                    <a:pt x="739" y="1406"/>
                    <a:pt x="596" y="1263"/>
                    <a:pt x="429" y="1263"/>
                  </a:cubicBezTo>
                  <a:cubicBezTo>
                    <a:pt x="1" y="1263"/>
                    <a:pt x="1" y="1906"/>
                    <a:pt x="429" y="1906"/>
                  </a:cubicBezTo>
                  <a:cubicBezTo>
                    <a:pt x="438" y="1906"/>
                    <a:pt x="446" y="1906"/>
                    <a:pt x="455" y="1906"/>
                  </a:cubicBezTo>
                  <a:cubicBezTo>
                    <a:pt x="1505" y="1906"/>
                    <a:pt x="1731" y="3385"/>
                    <a:pt x="739" y="3740"/>
                  </a:cubicBezTo>
                  <a:lnTo>
                    <a:pt x="739" y="4430"/>
                  </a:lnTo>
                  <a:lnTo>
                    <a:pt x="2001" y="4430"/>
                  </a:lnTo>
                  <a:lnTo>
                    <a:pt x="2001" y="3168"/>
                  </a:lnTo>
                  <a:lnTo>
                    <a:pt x="2644" y="3168"/>
                  </a:lnTo>
                  <a:lnTo>
                    <a:pt x="2644" y="1263"/>
                  </a:lnTo>
                  <a:lnTo>
                    <a:pt x="2001" y="1263"/>
                  </a:lnTo>
                  <a:lnTo>
                    <a:pt x="20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17" name="Google Shape;1617;p41"/>
            <p:cNvSpPr/>
            <p:nvPr/>
          </p:nvSpPr>
          <p:spPr>
            <a:xfrm>
              <a:off x="2334375" y="2836950"/>
              <a:ext cx="18500" cy="15900"/>
            </a:xfrm>
            <a:custGeom>
              <a:rect b="b" l="l" r="r" t="t"/>
              <a:pathLst>
                <a:path extrusionOk="0" h="636" w="740">
                  <a:moveTo>
                    <a:pt x="429" y="0"/>
                  </a:moveTo>
                  <a:cubicBezTo>
                    <a:pt x="144" y="0"/>
                    <a:pt x="1" y="358"/>
                    <a:pt x="215" y="548"/>
                  </a:cubicBezTo>
                  <a:cubicBezTo>
                    <a:pt x="276" y="609"/>
                    <a:pt x="351" y="636"/>
                    <a:pt x="425" y="636"/>
                  </a:cubicBezTo>
                  <a:cubicBezTo>
                    <a:pt x="584" y="636"/>
                    <a:pt x="739" y="512"/>
                    <a:pt x="739" y="334"/>
                  </a:cubicBezTo>
                  <a:cubicBezTo>
                    <a:pt x="739" y="143"/>
                    <a:pt x="596" y="0"/>
                    <a:pt x="4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18" name="Google Shape;1618;p41"/>
            <p:cNvSpPr/>
            <p:nvPr/>
          </p:nvSpPr>
          <p:spPr>
            <a:xfrm>
              <a:off x="2408200" y="2932150"/>
              <a:ext cx="47650" cy="78675"/>
            </a:xfrm>
            <a:custGeom>
              <a:rect b="b" l="l" r="r" t="t"/>
              <a:pathLst>
                <a:path extrusionOk="0" h="3147" w="1906">
                  <a:moveTo>
                    <a:pt x="37" y="0"/>
                  </a:moveTo>
                  <a:cubicBezTo>
                    <a:pt x="25" y="0"/>
                    <a:pt x="13" y="1"/>
                    <a:pt x="1" y="3"/>
                  </a:cubicBezTo>
                  <a:lnTo>
                    <a:pt x="73" y="3"/>
                  </a:lnTo>
                  <a:cubicBezTo>
                    <a:pt x="61" y="1"/>
                    <a:pt x="49" y="0"/>
                    <a:pt x="37" y="0"/>
                  </a:cubicBezTo>
                  <a:close/>
                  <a:moveTo>
                    <a:pt x="73" y="3"/>
                  </a:moveTo>
                  <a:cubicBezTo>
                    <a:pt x="207" y="22"/>
                    <a:pt x="310" y="150"/>
                    <a:pt x="310" y="312"/>
                  </a:cubicBezTo>
                  <a:lnTo>
                    <a:pt x="310" y="2837"/>
                  </a:lnTo>
                  <a:cubicBezTo>
                    <a:pt x="310" y="3003"/>
                    <a:pt x="168" y="3146"/>
                    <a:pt x="1" y="3146"/>
                  </a:cubicBezTo>
                  <a:lnTo>
                    <a:pt x="1906" y="3146"/>
                  </a:lnTo>
                  <a:cubicBezTo>
                    <a:pt x="1739" y="3146"/>
                    <a:pt x="1596" y="3003"/>
                    <a:pt x="1596" y="2837"/>
                  </a:cubicBezTo>
                  <a:lnTo>
                    <a:pt x="1596" y="312"/>
                  </a:lnTo>
                  <a:cubicBezTo>
                    <a:pt x="1596" y="122"/>
                    <a:pt x="1739" y="3"/>
                    <a:pt x="1906" y="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19" name="Google Shape;1619;p41"/>
            <p:cNvSpPr/>
            <p:nvPr/>
          </p:nvSpPr>
          <p:spPr>
            <a:xfrm>
              <a:off x="2210550" y="3026275"/>
              <a:ext cx="269125" cy="31575"/>
            </a:xfrm>
            <a:custGeom>
              <a:rect b="b" l="l" r="r" t="t"/>
              <a:pathLst>
                <a:path extrusionOk="0" h="1263" w="10765">
                  <a:moveTo>
                    <a:pt x="620" y="0"/>
                  </a:moveTo>
                  <a:lnTo>
                    <a:pt x="620" y="643"/>
                  </a:lnTo>
                  <a:lnTo>
                    <a:pt x="0" y="643"/>
                  </a:lnTo>
                  <a:lnTo>
                    <a:pt x="0" y="1263"/>
                  </a:lnTo>
                  <a:lnTo>
                    <a:pt x="10765" y="1263"/>
                  </a:lnTo>
                  <a:lnTo>
                    <a:pt x="10765" y="643"/>
                  </a:lnTo>
                  <a:lnTo>
                    <a:pt x="10122" y="643"/>
                  </a:lnTo>
                  <a:lnTo>
                    <a:pt x="10122" y="24"/>
                  </a:lnTo>
                  <a:lnTo>
                    <a:pt x="7597" y="24"/>
                  </a:lnTo>
                  <a:lnTo>
                    <a:pt x="7597" y="643"/>
                  </a:lnTo>
                  <a:lnTo>
                    <a:pt x="3168" y="643"/>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20" name="Google Shape;1620;p41"/>
            <p:cNvSpPr/>
            <p:nvPr/>
          </p:nvSpPr>
          <p:spPr>
            <a:xfrm>
              <a:off x="2234350" y="2932150"/>
              <a:ext cx="47675" cy="78675"/>
            </a:xfrm>
            <a:custGeom>
              <a:rect b="b" l="l" r="r" t="t"/>
              <a:pathLst>
                <a:path extrusionOk="0" h="3147" w="1907">
                  <a:moveTo>
                    <a:pt x="37" y="0"/>
                  </a:moveTo>
                  <a:cubicBezTo>
                    <a:pt x="25" y="0"/>
                    <a:pt x="13" y="1"/>
                    <a:pt x="1" y="3"/>
                  </a:cubicBezTo>
                  <a:lnTo>
                    <a:pt x="73" y="3"/>
                  </a:lnTo>
                  <a:cubicBezTo>
                    <a:pt x="61" y="1"/>
                    <a:pt x="49" y="0"/>
                    <a:pt x="37" y="0"/>
                  </a:cubicBezTo>
                  <a:close/>
                  <a:moveTo>
                    <a:pt x="73" y="3"/>
                  </a:moveTo>
                  <a:cubicBezTo>
                    <a:pt x="207" y="22"/>
                    <a:pt x="311" y="150"/>
                    <a:pt x="311" y="312"/>
                  </a:cubicBezTo>
                  <a:lnTo>
                    <a:pt x="311" y="2837"/>
                  </a:lnTo>
                  <a:cubicBezTo>
                    <a:pt x="311" y="3003"/>
                    <a:pt x="168" y="3146"/>
                    <a:pt x="1" y="3146"/>
                  </a:cubicBezTo>
                  <a:lnTo>
                    <a:pt x="1906" y="3146"/>
                  </a:lnTo>
                  <a:cubicBezTo>
                    <a:pt x="1739" y="3146"/>
                    <a:pt x="1597" y="3003"/>
                    <a:pt x="1597" y="2837"/>
                  </a:cubicBezTo>
                  <a:lnTo>
                    <a:pt x="1597" y="312"/>
                  </a:lnTo>
                  <a:cubicBezTo>
                    <a:pt x="1597" y="122"/>
                    <a:pt x="1739" y="3"/>
                    <a:pt x="1906" y="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21" name="Google Shape;1621;p41"/>
            <p:cNvSpPr/>
            <p:nvPr/>
          </p:nvSpPr>
          <p:spPr>
            <a:xfrm>
              <a:off x="2210550" y="2789325"/>
              <a:ext cx="269125" cy="95275"/>
            </a:xfrm>
            <a:custGeom>
              <a:rect b="b" l="l" r="r" t="t"/>
              <a:pathLst>
                <a:path extrusionOk="0" h="3811" w="10765">
                  <a:moveTo>
                    <a:pt x="3811" y="1905"/>
                  </a:moveTo>
                  <a:lnTo>
                    <a:pt x="3811" y="2548"/>
                  </a:lnTo>
                  <a:lnTo>
                    <a:pt x="3168" y="2548"/>
                  </a:lnTo>
                  <a:lnTo>
                    <a:pt x="3168" y="1905"/>
                  </a:lnTo>
                  <a:close/>
                  <a:moveTo>
                    <a:pt x="7597" y="1905"/>
                  </a:moveTo>
                  <a:lnTo>
                    <a:pt x="7597" y="2548"/>
                  </a:lnTo>
                  <a:lnTo>
                    <a:pt x="6954" y="2548"/>
                  </a:lnTo>
                  <a:lnTo>
                    <a:pt x="6954" y="1905"/>
                  </a:lnTo>
                  <a:close/>
                  <a:moveTo>
                    <a:pt x="5387" y="1279"/>
                  </a:moveTo>
                  <a:cubicBezTo>
                    <a:pt x="5871" y="1279"/>
                    <a:pt x="6335" y="1662"/>
                    <a:pt x="6335" y="2239"/>
                  </a:cubicBezTo>
                  <a:cubicBezTo>
                    <a:pt x="6335" y="2739"/>
                    <a:pt x="5906" y="3168"/>
                    <a:pt x="5382" y="3168"/>
                  </a:cubicBezTo>
                  <a:cubicBezTo>
                    <a:pt x="4525" y="3168"/>
                    <a:pt x="4120" y="2167"/>
                    <a:pt x="4716" y="1572"/>
                  </a:cubicBezTo>
                  <a:cubicBezTo>
                    <a:pt x="4910" y="1370"/>
                    <a:pt x="5151" y="1279"/>
                    <a:pt x="5387" y="1279"/>
                  </a:cubicBezTo>
                  <a:close/>
                  <a:moveTo>
                    <a:pt x="5382" y="0"/>
                  </a:moveTo>
                  <a:lnTo>
                    <a:pt x="620" y="2024"/>
                  </a:lnTo>
                  <a:lnTo>
                    <a:pt x="620" y="3191"/>
                  </a:lnTo>
                  <a:lnTo>
                    <a:pt x="0" y="3191"/>
                  </a:lnTo>
                  <a:lnTo>
                    <a:pt x="0" y="3811"/>
                  </a:lnTo>
                  <a:lnTo>
                    <a:pt x="10765" y="3811"/>
                  </a:lnTo>
                  <a:lnTo>
                    <a:pt x="10765" y="3191"/>
                  </a:lnTo>
                  <a:lnTo>
                    <a:pt x="10122" y="3191"/>
                  </a:lnTo>
                  <a:lnTo>
                    <a:pt x="10122" y="2024"/>
                  </a:lnTo>
                  <a:lnTo>
                    <a:pt x="53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22" name="Google Shape;1622;p41"/>
            <p:cNvSpPr/>
            <p:nvPr/>
          </p:nvSpPr>
          <p:spPr>
            <a:xfrm>
              <a:off x="2226025" y="2900650"/>
              <a:ext cx="63725" cy="16100"/>
            </a:xfrm>
            <a:custGeom>
              <a:rect b="b" l="l" r="r" t="t"/>
              <a:pathLst>
                <a:path extrusionOk="0" h="644" w="2549">
                  <a:moveTo>
                    <a:pt x="1" y="1"/>
                  </a:moveTo>
                  <a:lnTo>
                    <a:pt x="1" y="644"/>
                  </a:lnTo>
                  <a:lnTo>
                    <a:pt x="2549" y="644"/>
                  </a:lnTo>
                  <a:lnTo>
                    <a:pt x="25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23" name="Google Shape;1623;p41"/>
            <p:cNvSpPr/>
            <p:nvPr/>
          </p:nvSpPr>
          <p:spPr>
            <a:xfrm>
              <a:off x="2400475" y="2900650"/>
              <a:ext cx="63125" cy="16100"/>
            </a:xfrm>
            <a:custGeom>
              <a:rect b="b" l="l" r="r" t="t"/>
              <a:pathLst>
                <a:path extrusionOk="0" h="644" w="2525">
                  <a:moveTo>
                    <a:pt x="0" y="1"/>
                  </a:moveTo>
                  <a:lnTo>
                    <a:pt x="0" y="644"/>
                  </a:lnTo>
                  <a:lnTo>
                    <a:pt x="2525" y="644"/>
                  </a:lnTo>
                  <a:lnTo>
                    <a:pt x="25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624" name="Google Shape;1624;p41"/>
          <p:cNvGrpSpPr/>
          <p:nvPr/>
        </p:nvGrpSpPr>
        <p:grpSpPr>
          <a:xfrm>
            <a:off x="1832726" y="2101165"/>
            <a:ext cx="344426" cy="343658"/>
            <a:chOff x="1641975" y="2789325"/>
            <a:chExt cx="269125" cy="268525"/>
          </a:xfrm>
        </p:grpSpPr>
        <p:sp>
          <p:nvSpPr>
            <p:cNvPr id="1625" name="Google Shape;1625;p41"/>
            <p:cNvSpPr/>
            <p:nvPr/>
          </p:nvSpPr>
          <p:spPr>
            <a:xfrm>
              <a:off x="1658050" y="2789325"/>
              <a:ext cx="32175" cy="31575"/>
            </a:xfrm>
            <a:custGeom>
              <a:rect b="b" l="l" r="r" t="t"/>
              <a:pathLst>
                <a:path extrusionOk="0" h="1263" w="1287">
                  <a:moveTo>
                    <a:pt x="1" y="0"/>
                  </a:moveTo>
                  <a:lnTo>
                    <a:pt x="1" y="1262"/>
                  </a:lnTo>
                  <a:lnTo>
                    <a:pt x="334" y="1262"/>
                  </a:lnTo>
                  <a:cubicBezTo>
                    <a:pt x="858" y="1239"/>
                    <a:pt x="1287" y="810"/>
                    <a:pt x="1263" y="286"/>
                  </a:cubicBezTo>
                  <a:lnTo>
                    <a:pt x="12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26" name="Google Shape;1626;p41"/>
            <p:cNvSpPr/>
            <p:nvPr/>
          </p:nvSpPr>
          <p:spPr>
            <a:xfrm>
              <a:off x="1787850" y="2947100"/>
              <a:ext cx="123250" cy="47650"/>
            </a:xfrm>
            <a:custGeom>
              <a:rect b="b" l="l" r="r" t="t"/>
              <a:pathLst>
                <a:path extrusionOk="0" h="1906" w="4930">
                  <a:moveTo>
                    <a:pt x="1762" y="643"/>
                  </a:moveTo>
                  <a:lnTo>
                    <a:pt x="1762" y="1262"/>
                  </a:lnTo>
                  <a:lnTo>
                    <a:pt x="1119" y="1262"/>
                  </a:lnTo>
                  <a:lnTo>
                    <a:pt x="1119" y="643"/>
                  </a:lnTo>
                  <a:close/>
                  <a:moveTo>
                    <a:pt x="953" y="0"/>
                  </a:moveTo>
                  <a:lnTo>
                    <a:pt x="0" y="953"/>
                  </a:lnTo>
                  <a:lnTo>
                    <a:pt x="953" y="1905"/>
                  </a:lnTo>
                  <a:lnTo>
                    <a:pt x="4930" y="1905"/>
                  </a:lnTo>
                  <a:lnTo>
                    <a:pt x="493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27" name="Google Shape;1627;p41"/>
            <p:cNvSpPr/>
            <p:nvPr/>
          </p:nvSpPr>
          <p:spPr>
            <a:xfrm>
              <a:off x="1641975" y="2883375"/>
              <a:ext cx="236975" cy="174475"/>
            </a:xfrm>
            <a:custGeom>
              <a:rect b="b" l="l" r="r" t="t"/>
              <a:pathLst>
                <a:path extrusionOk="0" h="6979" w="9479">
                  <a:moveTo>
                    <a:pt x="1906" y="1287"/>
                  </a:moveTo>
                  <a:lnTo>
                    <a:pt x="1906" y="5716"/>
                  </a:lnTo>
                  <a:lnTo>
                    <a:pt x="1263" y="5716"/>
                  </a:lnTo>
                  <a:lnTo>
                    <a:pt x="1263" y="1287"/>
                  </a:lnTo>
                  <a:close/>
                  <a:moveTo>
                    <a:pt x="1" y="1"/>
                  </a:moveTo>
                  <a:lnTo>
                    <a:pt x="1" y="6979"/>
                  </a:lnTo>
                  <a:lnTo>
                    <a:pt x="9479" y="6979"/>
                  </a:lnTo>
                  <a:lnTo>
                    <a:pt x="9479" y="5073"/>
                  </a:lnTo>
                  <a:lnTo>
                    <a:pt x="6502" y="5073"/>
                  </a:lnTo>
                  <a:lnTo>
                    <a:pt x="4930" y="3502"/>
                  </a:lnTo>
                  <a:lnTo>
                    <a:pt x="6502" y="1930"/>
                  </a:lnTo>
                  <a:lnTo>
                    <a:pt x="9479" y="1930"/>
                  </a:lnTo>
                  <a:lnTo>
                    <a:pt x="947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28" name="Google Shape;1628;p41"/>
            <p:cNvSpPr/>
            <p:nvPr/>
          </p:nvSpPr>
          <p:spPr>
            <a:xfrm>
              <a:off x="1768800" y="2789325"/>
              <a:ext cx="31575" cy="30975"/>
            </a:xfrm>
            <a:custGeom>
              <a:rect b="b" l="l" r="r" t="t"/>
              <a:pathLst>
                <a:path extrusionOk="0" h="1239" w="1263">
                  <a:moveTo>
                    <a:pt x="0" y="0"/>
                  </a:moveTo>
                  <a:lnTo>
                    <a:pt x="0" y="286"/>
                  </a:lnTo>
                  <a:cubicBezTo>
                    <a:pt x="0" y="810"/>
                    <a:pt x="429" y="1239"/>
                    <a:pt x="953" y="1239"/>
                  </a:cubicBezTo>
                  <a:lnTo>
                    <a:pt x="1262" y="1239"/>
                  </a:lnTo>
                  <a:lnTo>
                    <a:pt x="1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29" name="Google Shape;1629;p41"/>
            <p:cNvSpPr/>
            <p:nvPr/>
          </p:nvSpPr>
          <p:spPr>
            <a:xfrm>
              <a:off x="1658050" y="2789325"/>
              <a:ext cx="142325" cy="78600"/>
            </a:xfrm>
            <a:custGeom>
              <a:rect b="b" l="l" r="r" t="t"/>
              <a:pathLst>
                <a:path extrusionOk="0" h="3144" w="5693">
                  <a:moveTo>
                    <a:pt x="1906" y="0"/>
                  </a:moveTo>
                  <a:lnTo>
                    <a:pt x="1906" y="286"/>
                  </a:lnTo>
                  <a:cubicBezTo>
                    <a:pt x="1906" y="1167"/>
                    <a:pt x="1191" y="1858"/>
                    <a:pt x="310" y="1858"/>
                  </a:cubicBezTo>
                  <a:lnTo>
                    <a:pt x="1" y="1858"/>
                  </a:lnTo>
                  <a:lnTo>
                    <a:pt x="1" y="3144"/>
                  </a:lnTo>
                  <a:lnTo>
                    <a:pt x="5692" y="3144"/>
                  </a:lnTo>
                  <a:lnTo>
                    <a:pt x="5692" y="1882"/>
                  </a:lnTo>
                  <a:lnTo>
                    <a:pt x="5383" y="1882"/>
                  </a:lnTo>
                  <a:cubicBezTo>
                    <a:pt x="4501" y="1882"/>
                    <a:pt x="3787" y="1167"/>
                    <a:pt x="3787" y="286"/>
                  </a:cubicBezTo>
                  <a:lnTo>
                    <a:pt x="37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30" name="Google Shape;1630;p41"/>
            <p:cNvSpPr/>
            <p:nvPr/>
          </p:nvSpPr>
          <p:spPr>
            <a:xfrm>
              <a:off x="1844400" y="2826225"/>
              <a:ext cx="36925" cy="42300"/>
            </a:xfrm>
            <a:custGeom>
              <a:rect b="b" l="l" r="r" t="t"/>
              <a:pathLst>
                <a:path extrusionOk="0" h="1692" w="1477">
                  <a:moveTo>
                    <a:pt x="358" y="1"/>
                  </a:moveTo>
                  <a:lnTo>
                    <a:pt x="215" y="310"/>
                  </a:lnTo>
                  <a:cubicBezTo>
                    <a:pt x="0" y="763"/>
                    <a:pt x="191" y="1334"/>
                    <a:pt x="667" y="1549"/>
                  </a:cubicBezTo>
                  <a:lnTo>
                    <a:pt x="953" y="1692"/>
                  </a:lnTo>
                  <a:lnTo>
                    <a:pt x="1477" y="548"/>
                  </a:lnTo>
                  <a:lnTo>
                    <a:pt x="3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31" name="Google Shape;1631;p41"/>
            <p:cNvSpPr/>
            <p:nvPr/>
          </p:nvSpPr>
          <p:spPr>
            <a:xfrm>
              <a:off x="1815825" y="2809550"/>
              <a:ext cx="23825" cy="58375"/>
            </a:xfrm>
            <a:custGeom>
              <a:rect b="b" l="l" r="r" t="t"/>
              <a:pathLst>
                <a:path extrusionOk="0" h="2335" w="953">
                  <a:moveTo>
                    <a:pt x="0" y="1"/>
                  </a:moveTo>
                  <a:lnTo>
                    <a:pt x="0" y="2335"/>
                  </a:lnTo>
                  <a:lnTo>
                    <a:pt x="953" y="2335"/>
                  </a:lnTo>
                  <a:cubicBezTo>
                    <a:pt x="596" y="1858"/>
                    <a:pt x="524" y="1239"/>
                    <a:pt x="762" y="692"/>
                  </a:cubicBezTo>
                  <a:lnTo>
                    <a:pt x="905" y="406"/>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632" name="Google Shape;1632;p41"/>
          <p:cNvGrpSpPr/>
          <p:nvPr/>
        </p:nvGrpSpPr>
        <p:grpSpPr>
          <a:xfrm>
            <a:off x="1092874" y="2101133"/>
            <a:ext cx="345194" cy="344458"/>
            <a:chOff x="1063875" y="2789300"/>
            <a:chExt cx="269725" cy="269150"/>
          </a:xfrm>
        </p:grpSpPr>
        <p:sp>
          <p:nvSpPr>
            <p:cNvPr id="1633" name="Google Shape;1633;p41"/>
            <p:cNvSpPr/>
            <p:nvPr/>
          </p:nvSpPr>
          <p:spPr>
            <a:xfrm>
              <a:off x="1146050" y="2789300"/>
              <a:ext cx="92300" cy="78725"/>
            </a:xfrm>
            <a:custGeom>
              <a:rect b="b" l="l" r="r" t="t"/>
              <a:pathLst>
                <a:path extrusionOk="0" h="3149" w="3692">
                  <a:moveTo>
                    <a:pt x="2429" y="1263"/>
                  </a:moveTo>
                  <a:lnTo>
                    <a:pt x="2405" y="1883"/>
                  </a:lnTo>
                  <a:lnTo>
                    <a:pt x="1786" y="1883"/>
                  </a:lnTo>
                  <a:lnTo>
                    <a:pt x="1786" y="1263"/>
                  </a:lnTo>
                  <a:close/>
                  <a:moveTo>
                    <a:pt x="2139" y="1"/>
                  </a:moveTo>
                  <a:cubicBezTo>
                    <a:pt x="2124" y="1"/>
                    <a:pt x="2110" y="1"/>
                    <a:pt x="2096" y="1"/>
                  </a:cubicBezTo>
                  <a:cubicBezTo>
                    <a:pt x="691" y="1"/>
                    <a:pt x="0" y="1692"/>
                    <a:pt x="976" y="2692"/>
                  </a:cubicBezTo>
                  <a:cubicBezTo>
                    <a:pt x="1299" y="3007"/>
                    <a:pt x="1694" y="3149"/>
                    <a:pt x="2081" y="3149"/>
                  </a:cubicBezTo>
                  <a:cubicBezTo>
                    <a:pt x="2894" y="3149"/>
                    <a:pt x="3675" y="2525"/>
                    <a:pt x="3691" y="1573"/>
                  </a:cubicBezTo>
                  <a:cubicBezTo>
                    <a:pt x="3668" y="706"/>
                    <a:pt x="2999" y="1"/>
                    <a:pt x="21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34" name="Google Shape;1634;p41"/>
            <p:cNvSpPr/>
            <p:nvPr/>
          </p:nvSpPr>
          <p:spPr>
            <a:xfrm>
              <a:off x="1063875" y="2816700"/>
              <a:ext cx="96475" cy="161375"/>
            </a:xfrm>
            <a:custGeom>
              <a:rect b="b" l="l" r="r" t="t"/>
              <a:pathLst>
                <a:path extrusionOk="0" h="6455" w="3859">
                  <a:moveTo>
                    <a:pt x="2239" y="2596"/>
                  </a:moveTo>
                  <a:cubicBezTo>
                    <a:pt x="2454" y="3144"/>
                    <a:pt x="2763" y="3906"/>
                    <a:pt x="3025" y="4573"/>
                  </a:cubicBezTo>
                  <a:lnTo>
                    <a:pt x="1430" y="4573"/>
                  </a:lnTo>
                  <a:cubicBezTo>
                    <a:pt x="1644" y="4049"/>
                    <a:pt x="1977" y="3216"/>
                    <a:pt x="2239" y="2596"/>
                  </a:cubicBezTo>
                  <a:close/>
                  <a:moveTo>
                    <a:pt x="3239" y="1"/>
                  </a:moveTo>
                  <a:lnTo>
                    <a:pt x="3239" y="1"/>
                  </a:lnTo>
                  <a:cubicBezTo>
                    <a:pt x="2811" y="96"/>
                    <a:pt x="2382" y="144"/>
                    <a:pt x="1953" y="144"/>
                  </a:cubicBezTo>
                  <a:lnTo>
                    <a:pt x="1596" y="144"/>
                  </a:lnTo>
                  <a:cubicBezTo>
                    <a:pt x="715" y="144"/>
                    <a:pt x="1" y="858"/>
                    <a:pt x="1" y="1739"/>
                  </a:cubicBezTo>
                  <a:lnTo>
                    <a:pt x="1" y="2025"/>
                  </a:lnTo>
                  <a:lnTo>
                    <a:pt x="1787" y="2025"/>
                  </a:lnTo>
                  <a:cubicBezTo>
                    <a:pt x="1525" y="2668"/>
                    <a:pt x="1025" y="3882"/>
                    <a:pt x="667" y="4764"/>
                  </a:cubicBezTo>
                  <a:lnTo>
                    <a:pt x="644" y="4883"/>
                  </a:lnTo>
                  <a:cubicBezTo>
                    <a:pt x="644" y="5740"/>
                    <a:pt x="1358" y="6454"/>
                    <a:pt x="2239" y="6454"/>
                  </a:cubicBezTo>
                  <a:cubicBezTo>
                    <a:pt x="3097" y="6454"/>
                    <a:pt x="3811" y="5740"/>
                    <a:pt x="3811" y="4883"/>
                  </a:cubicBezTo>
                  <a:lnTo>
                    <a:pt x="3787" y="4764"/>
                  </a:lnTo>
                  <a:cubicBezTo>
                    <a:pt x="3216" y="3335"/>
                    <a:pt x="2906" y="2501"/>
                    <a:pt x="2692" y="2049"/>
                  </a:cubicBezTo>
                  <a:lnTo>
                    <a:pt x="3859" y="2049"/>
                  </a:lnTo>
                  <a:cubicBezTo>
                    <a:pt x="3430" y="1620"/>
                    <a:pt x="3168" y="1049"/>
                    <a:pt x="3168" y="453"/>
                  </a:cubicBezTo>
                  <a:cubicBezTo>
                    <a:pt x="3168" y="310"/>
                    <a:pt x="3192" y="144"/>
                    <a:pt x="32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35" name="Google Shape;1635;p41"/>
            <p:cNvSpPr/>
            <p:nvPr/>
          </p:nvSpPr>
          <p:spPr>
            <a:xfrm>
              <a:off x="1127575" y="3010800"/>
              <a:ext cx="142325" cy="47650"/>
            </a:xfrm>
            <a:custGeom>
              <a:rect b="b" l="l" r="r" t="t"/>
              <a:pathLst>
                <a:path extrusionOk="0" h="1906" w="5693">
                  <a:moveTo>
                    <a:pt x="2216" y="0"/>
                  </a:moveTo>
                  <a:cubicBezTo>
                    <a:pt x="1454" y="0"/>
                    <a:pt x="811" y="524"/>
                    <a:pt x="668" y="1262"/>
                  </a:cubicBezTo>
                  <a:lnTo>
                    <a:pt x="1" y="1262"/>
                  </a:lnTo>
                  <a:lnTo>
                    <a:pt x="1" y="1905"/>
                  </a:lnTo>
                  <a:lnTo>
                    <a:pt x="5693" y="1905"/>
                  </a:lnTo>
                  <a:lnTo>
                    <a:pt x="5693" y="1262"/>
                  </a:lnTo>
                  <a:lnTo>
                    <a:pt x="5026" y="1262"/>
                  </a:lnTo>
                  <a:cubicBezTo>
                    <a:pt x="4859" y="524"/>
                    <a:pt x="4216" y="0"/>
                    <a:pt x="3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36" name="Google Shape;1636;p41"/>
            <p:cNvSpPr/>
            <p:nvPr/>
          </p:nvSpPr>
          <p:spPr>
            <a:xfrm>
              <a:off x="1237725" y="2816700"/>
              <a:ext cx="95875" cy="161375"/>
            </a:xfrm>
            <a:custGeom>
              <a:rect b="b" l="l" r="r" t="t"/>
              <a:pathLst>
                <a:path extrusionOk="0" h="6455" w="3835">
                  <a:moveTo>
                    <a:pt x="1596" y="2596"/>
                  </a:moveTo>
                  <a:lnTo>
                    <a:pt x="2382" y="4573"/>
                  </a:lnTo>
                  <a:lnTo>
                    <a:pt x="810" y="4573"/>
                  </a:lnTo>
                  <a:cubicBezTo>
                    <a:pt x="1001" y="4049"/>
                    <a:pt x="1358" y="3192"/>
                    <a:pt x="1596" y="2596"/>
                  </a:cubicBezTo>
                  <a:close/>
                  <a:moveTo>
                    <a:pt x="620" y="1"/>
                  </a:moveTo>
                  <a:lnTo>
                    <a:pt x="620" y="1"/>
                  </a:lnTo>
                  <a:cubicBezTo>
                    <a:pt x="667" y="144"/>
                    <a:pt x="667" y="310"/>
                    <a:pt x="667" y="453"/>
                  </a:cubicBezTo>
                  <a:cubicBezTo>
                    <a:pt x="667" y="1049"/>
                    <a:pt x="429" y="1620"/>
                    <a:pt x="24" y="2025"/>
                  </a:cubicBezTo>
                  <a:lnTo>
                    <a:pt x="1120" y="2025"/>
                  </a:lnTo>
                  <a:cubicBezTo>
                    <a:pt x="1120" y="2025"/>
                    <a:pt x="382" y="3882"/>
                    <a:pt x="24" y="4764"/>
                  </a:cubicBezTo>
                  <a:lnTo>
                    <a:pt x="1" y="4883"/>
                  </a:lnTo>
                  <a:cubicBezTo>
                    <a:pt x="1" y="5740"/>
                    <a:pt x="715" y="6454"/>
                    <a:pt x="1596" y="6454"/>
                  </a:cubicBezTo>
                  <a:cubicBezTo>
                    <a:pt x="2453" y="6454"/>
                    <a:pt x="3168" y="5740"/>
                    <a:pt x="3168" y="4883"/>
                  </a:cubicBezTo>
                  <a:lnTo>
                    <a:pt x="3144" y="4764"/>
                  </a:lnTo>
                  <a:cubicBezTo>
                    <a:pt x="2572" y="3335"/>
                    <a:pt x="2239" y="2501"/>
                    <a:pt x="2025" y="2049"/>
                  </a:cubicBezTo>
                  <a:lnTo>
                    <a:pt x="3811" y="2049"/>
                  </a:lnTo>
                  <a:lnTo>
                    <a:pt x="3811" y="1715"/>
                  </a:lnTo>
                  <a:cubicBezTo>
                    <a:pt x="3835" y="858"/>
                    <a:pt x="3120" y="144"/>
                    <a:pt x="2239" y="144"/>
                  </a:cubicBezTo>
                  <a:lnTo>
                    <a:pt x="1882" y="144"/>
                  </a:lnTo>
                  <a:cubicBezTo>
                    <a:pt x="1453" y="144"/>
                    <a:pt x="1048" y="96"/>
                    <a:pt x="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37" name="Google Shape;1637;p41"/>
            <p:cNvSpPr/>
            <p:nvPr/>
          </p:nvSpPr>
          <p:spPr>
            <a:xfrm>
              <a:off x="1174625" y="2883375"/>
              <a:ext cx="47650" cy="112550"/>
            </a:xfrm>
            <a:custGeom>
              <a:rect b="b" l="l" r="r" t="t"/>
              <a:pathLst>
                <a:path extrusionOk="0" h="4502" w="1906">
                  <a:moveTo>
                    <a:pt x="0" y="1"/>
                  </a:moveTo>
                  <a:lnTo>
                    <a:pt x="0" y="4502"/>
                  </a:lnTo>
                  <a:cubicBezTo>
                    <a:pt x="119" y="4478"/>
                    <a:pt x="215" y="4478"/>
                    <a:pt x="334" y="4478"/>
                  </a:cubicBezTo>
                  <a:lnTo>
                    <a:pt x="1596" y="4478"/>
                  </a:lnTo>
                  <a:cubicBezTo>
                    <a:pt x="1691" y="4478"/>
                    <a:pt x="1810" y="4478"/>
                    <a:pt x="1905" y="4502"/>
                  </a:cubicBezTo>
                  <a:lnTo>
                    <a:pt x="19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638" name="Google Shape;1638;p41"/>
          <p:cNvGrpSpPr/>
          <p:nvPr/>
        </p:nvGrpSpPr>
        <p:grpSpPr>
          <a:xfrm>
            <a:off x="7751513" y="1564000"/>
            <a:ext cx="363463" cy="344426"/>
            <a:chOff x="6266750" y="2369600"/>
            <a:chExt cx="284000" cy="269125"/>
          </a:xfrm>
        </p:grpSpPr>
        <p:sp>
          <p:nvSpPr>
            <p:cNvPr id="1639" name="Google Shape;1639;p41"/>
            <p:cNvSpPr/>
            <p:nvPr/>
          </p:nvSpPr>
          <p:spPr>
            <a:xfrm>
              <a:off x="6320325" y="2369600"/>
              <a:ext cx="230425" cy="215525"/>
            </a:xfrm>
            <a:custGeom>
              <a:rect b="b" l="l" r="r" t="t"/>
              <a:pathLst>
                <a:path extrusionOk="0" h="8621" w="9217">
                  <a:moveTo>
                    <a:pt x="6740" y="1905"/>
                  </a:moveTo>
                  <a:lnTo>
                    <a:pt x="6740" y="3787"/>
                  </a:lnTo>
                  <a:lnTo>
                    <a:pt x="7359" y="3787"/>
                  </a:lnTo>
                  <a:lnTo>
                    <a:pt x="7359" y="4406"/>
                  </a:lnTo>
                  <a:lnTo>
                    <a:pt x="2930" y="4406"/>
                  </a:lnTo>
                  <a:lnTo>
                    <a:pt x="2930" y="3787"/>
                  </a:lnTo>
                  <a:lnTo>
                    <a:pt x="3573" y="3787"/>
                  </a:lnTo>
                  <a:lnTo>
                    <a:pt x="3573" y="3144"/>
                  </a:lnTo>
                  <a:lnTo>
                    <a:pt x="4216" y="3144"/>
                  </a:lnTo>
                  <a:lnTo>
                    <a:pt x="4216" y="3787"/>
                  </a:lnTo>
                  <a:lnTo>
                    <a:pt x="4835" y="3787"/>
                  </a:lnTo>
                  <a:lnTo>
                    <a:pt x="4835" y="2524"/>
                  </a:lnTo>
                  <a:lnTo>
                    <a:pt x="5478" y="2524"/>
                  </a:lnTo>
                  <a:lnTo>
                    <a:pt x="5478" y="3787"/>
                  </a:lnTo>
                  <a:lnTo>
                    <a:pt x="6097" y="3787"/>
                  </a:lnTo>
                  <a:lnTo>
                    <a:pt x="6097" y="1905"/>
                  </a:lnTo>
                  <a:close/>
                  <a:moveTo>
                    <a:pt x="5114" y="0"/>
                  </a:moveTo>
                  <a:cubicBezTo>
                    <a:pt x="2181" y="0"/>
                    <a:pt x="579" y="3413"/>
                    <a:pt x="2477" y="5692"/>
                  </a:cubicBezTo>
                  <a:lnTo>
                    <a:pt x="1787" y="6382"/>
                  </a:lnTo>
                  <a:lnTo>
                    <a:pt x="882" y="5477"/>
                  </a:lnTo>
                  <a:lnTo>
                    <a:pt x="1" y="6382"/>
                  </a:lnTo>
                  <a:lnTo>
                    <a:pt x="2216" y="8621"/>
                  </a:lnTo>
                  <a:lnTo>
                    <a:pt x="3120" y="7716"/>
                  </a:lnTo>
                  <a:lnTo>
                    <a:pt x="2216" y="6835"/>
                  </a:lnTo>
                  <a:lnTo>
                    <a:pt x="2930" y="6120"/>
                  </a:lnTo>
                  <a:cubicBezTo>
                    <a:pt x="3585" y="6674"/>
                    <a:pt x="4366" y="6932"/>
                    <a:pt x="5136" y="6932"/>
                  </a:cubicBezTo>
                  <a:cubicBezTo>
                    <a:pt x="6520" y="6932"/>
                    <a:pt x="7872" y="6098"/>
                    <a:pt x="8407" y="4644"/>
                  </a:cubicBezTo>
                  <a:cubicBezTo>
                    <a:pt x="9217" y="2382"/>
                    <a:pt x="7550" y="0"/>
                    <a:pt x="5145" y="0"/>
                  </a:cubicBezTo>
                  <a:cubicBezTo>
                    <a:pt x="5135" y="0"/>
                    <a:pt x="5124" y="0"/>
                    <a:pt x="51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40" name="Google Shape;1640;p41"/>
            <p:cNvSpPr/>
            <p:nvPr/>
          </p:nvSpPr>
          <p:spPr>
            <a:xfrm>
              <a:off x="6266750" y="2551175"/>
              <a:ext cx="86950" cy="87550"/>
            </a:xfrm>
            <a:custGeom>
              <a:rect b="b" l="l" r="r" t="t"/>
              <a:pathLst>
                <a:path extrusionOk="0" h="3502" w="3478">
                  <a:moveTo>
                    <a:pt x="2144" y="1"/>
                  </a:moveTo>
                  <a:lnTo>
                    <a:pt x="0" y="2168"/>
                  </a:lnTo>
                  <a:lnTo>
                    <a:pt x="1334" y="3501"/>
                  </a:lnTo>
                  <a:lnTo>
                    <a:pt x="3477" y="1334"/>
                  </a:lnTo>
                  <a:lnTo>
                    <a:pt x="21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641" name="Google Shape;1641;p41"/>
          <p:cNvGrpSpPr/>
          <p:nvPr/>
        </p:nvGrpSpPr>
        <p:grpSpPr>
          <a:xfrm>
            <a:off x="7031466" y="1564000"/>
            <a:ext cx="303281" cy="344426"/>
            <a:chOff x="5704125" y="2369600"/>
            <a:chExt cx="236975" cy="269125"/>
          </a:xfrm>
        </p:grpSpPr>
        <p:sp>
          <p:nvSpPr>
            <p:cNvPr id="1642" name="Google Shape;1642;p41"/>
            <p:cNvSpPr/>
            <p:nvPr/>
          </p:nvSpPr>
          <p:spPr>
            <a:xfrm>
              <a:off x="5861900" y="2536300"/>
              <a:ext cx="79200" cy="23225"/>
            </a:xfrm>
            <a:custGeom>
              <a:rect b="b" l="l" r="r" t="t"/>
              <a:pathLst>
                <a:path extrusionOk="0" h="929" w="3168">
                  <a:moveTo>
                    <a:pt x="1" y="0"/>
                  </a:moveTo>
                  <a:lnTo>
                    <a:pt x="1" y="929"/>
                  </a:lnTo>
                  <a:lnTo>
                    <a:pt x="3168" y="929"/>
                  </a:lnTo>
                  <a:lnTo>
                    <a:pt x="31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43" name="Google Shape;1643;p41"/>
            <p:cNvSpPr/>
            <p:nvPr/>
          </p:nvSpPr>
          <p:spPr>
            <a:xfrm>
              <a:off x="5861900" y="2614875"/>
              <a:ext cx="79200" cy="23850"/>
            </a:xfrm>
            <a:custGeom>
              <a:rect b="b" l="l" r="r" t="t"/>
              <a:pathLst>
                <a:path extrusionOk="0" h="954" w="3168">
                  <a:moveTo>
                    <a:pt x="1" y="1"/>
                  </a:moveTo>
                  <a:lnTo>
                    <a:pt x="1" y="953"/>
                  </a:lnTo>
                  <a:lnTo>
                    <a:pt x="3168" y="953"/>
                  </a:lnTo>
                  <a:lnTo>
                    <a:pt x="31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44" name="Google Shape;1644;p41"/>
            <p:cNvSpPr/>
            <p:nvPr/>
          </p:nvSpPr>
          <p:spPr>
            <a:xfrm>
              <a:off x="5846425" y="2575575"/>
              <a:ext cx="78600" cy="23850"/>
            </a:xfrm>
            <a:custGeom>
              <a:rect b="b" l="l" r="r" t="t"/>
              <a:pathLst>
                <a:path extrusionOk="0" h="954" w="3144">
                  <a:moveTo>
                    <a:pt x="0" y="1"/>
                  </a:moveTo>
                  <a:lnTo>
                    <a:pt x="0" y="953"/>
                  </a:lnTo>
                  <a:lnTo>
                    <a:pt x="3144" y="953"/>
                  </a:lnTo>
                  <a:lnTo>
                    <a:pt x="31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45" name="Google Shape;1645;p41"/>
            <p:cNvSpPr/>
            <p:nvPr/>
          </p:nvSpPr>
          <p:spPr>
            <a:xfrm>
              <a:off x="5704125" y="2369600"/>
              <a:ext cx="205425" cy="269125"/>
            </a:xfrm>
            <a:custGeom>
              <a:rect b="b" l="l" r="r" t="t"/>
              <a:pathLst>
                <a:path extrusionOk="0" h="10765" w="8217">
                  <a:moveTo>
                    <a:pt x="5692" y="1905"/>
                  </a:moveTo>
                  <a:lnTo>
                    <a:pt x="5692" y="3787"/>
                  </a:lnTo>
                  <a:lnTo>
                    <a:pt x="6335" y="3787"/>
                  </a:lnTo>
                  <a:lnTo>
                    <a:pt x="6335" y="4406"/>
                  </a:lnTo>
                  <a:lnTo>
                    <a:pt x="1906" y="4406"/>
                  </a:lnTo>
                  <a:lnTo>
                    <a:pt x="1906" y="3787"/>
                  </a:lnTo>
                  <a:lnTo>
                    <a:pt x="2549" y="3787"/>
                  </a:lnTo>
                  <a:lnTo>
                    <a:pt x="2549" y="3144"/>
                  </a:lnTo>
                  <a:lnTo>
                    <a:pt x="3168" y="3144"/>
                  </a:lnTo>
                  <a:lnTo>
                    <a:pt x="3168" y="3787"/>
                  </a:lnTo>
                  <a:lnTo>
                    <a:pt x="3811" y="3787"/>
                  </a:lnTo>
                  <a:lnTo>
                    <a:pt x="3811" y="2524"/>
                  </a:lnTo>
                  <a:lnTo>
                    <a:pt x="4430" y="2524"/>
                  </a:lnTo>
                  <a:lnTo>
                    <a:pt x="4430" y="3787"/>
                  </a:lnTo>
                  <a:lnTo>
                    <a:pt x="5073" y="3787"/>
                  </a:lnTo>
                  <a:lnTo>
                    <a:pt x="5073" y="1905"/>
                  </a:lnTo>
                  <a:close/>
                  <a:moveTo>
                    <a:pt x="5073" y="5716"/>
                  </a:moveTo>
                  <a:lnTo>
                    <a:pt x="5073" y="6335"/>
                  </a:lnTo>
                  <a:lnTo>
                    <a:pt x="1906" y="6335"/>
                  </a:lnTo>
                  <a:lnTo>
                    <a:pt x="1906" y="5716"/>
                  </a:lnTo>
                  <a:close/>
                  <a:moveTo>
                    <a:pt x="1" y="0"/>
                  </a:moveTo>
                  <a:lnTo>
                    <a:pt x="1" y="10764"/>
                  </a:lnTo>
                  <a:lnTo>
                    <a:pt x="5692" y="10764"/>
                  </a:lnTo>
                  <a:lnTo>
                    <a:pt x="5692" y="9812"/>
                  </a:lnTo>
                  <a:lnTo>
                    <a:pt x="5049" y="9812"/>
                  </a:lnTo>
                  <a:lnTo>
                    <a:pt x="5049" y="8859"/>
                  </a:lnTo>
                  <a:lnTo>
                    <a:pt x="1906" y="8859"/>
                  </a:lnTo>
                  <a:lnTo>
                    <a:pt x="1906" y="8240"/>
                  </a:lnTo>
                  <a:lnTo>
                    <a:pt x="5049" y="8240"/>
                  </a:lnTo>
                  <a:lnTo>
                    <a:pt x="5049" y="7597"/>
                  </a:lnTo>
                  <a:lnTo>
                    <a:pt x="1906" y="7597"/>
                  </a:lnTo>
                  <a:lnTo>
                    <a:pt x="1906" y="6978"/>
                  </a:lnTo>
                  <a:lnTo>
                    <a:pt x="5049" y="6978"/>
                  </a:lnTo>
                  <a:lnTo>
                    <a:pt x="5049" y="7597"/>
                  </a:lnTo>
                  <a:lnTo>
                    <a:pt x="5692" y="7597"/>
                  </a:lnTo>
                  <a:lnTo>
                    <a:pt x="5692" y="6025"/>
                  </a:lnTo>
                  <a:lnTo>
                    <a:pt x="8217" y="6025"/>
                  </a:lnTo>
                  <a:lnTo>
                    <a:pt x="8217" y="1905"/>
                  </a:lnTo>
                  <a:lnTo>
                    <a:pt x="6312" y="1905"/>
                  </a:lnTo>
                  <a:lnTo>
                    <a:pt x="63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46" name="Google Shape;1646;p41"/>
            <p:cNvSpPr/>
            <p:nvPr/>
          </p:nvSpPr>
          <p:spPr>
            <a:xfrm>
              <a:off x="5877975" y="2370175"/>
              <a:ext cx="30975" cy="30400"/>
            </a:xfrm>
            <a:custGeom>
              <a:rect b="b" l="l" r="r" t="t"/>
              <a:pathLst>
                <a:path extrusionOk="0" h="1216" w="1239">
                  <a:moveTo>
                    <a:pt x="1" y="1"/>
                  </a:moveTo>
                  <a:lnTo>
                    <a:pt x="1" y="1215"/>
                  </a:lnTo>
                  <a:lnTo>
                    <a:pt x="1239" y="1215"/>
                  </a:lnTo>
                  <a:cubicBezTo>
                    <a:pt x="1120" y="596"/>
                    <a:pt x="620" y="120"/>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647" name="Google Shape;1647;p41"/>
          <p:cNvGrpSpPr/>
          <p:nvPr/>
        </p:nvGrpSpPr>
        <p:grpSpPr>
          <a:xfrm>
            <a:off x="6264962" y="1564000"/>
            <a:ext cx="345194" cy="344426"/>
            <a:chOff x="5105200" y="2369600"/>
            <a:chExt cx="269725" cy="269125"/>
          </a:xfrm>
        </p:grpSpPr>
        <p:sp>
          <p:nvSpPr>
            <p:cNvPr id="1648" name="Google Shape;1648;p41"/>
            <p:cNvSpPr/>
            <p:nvPr/>
          </p:nvSpPr>
          <p:spPr>
            <a:xfrm>
              <a:off x="5169500" y="2369600"/>
              <a:ext cx="141725" cy="202450"/>
            </a:xfrm>
            <a:custGeom>
              <a:rect b="b" l="l" r="r" t="t"/>
              <a:pathLst>
                <a:path extrusionOk="0" h="8098" w="5669">
                  <a:moveTo>
                    <a:pt x="3144" y="1905"/>
                  </a:moveTo>
                  <a:lnTo>
                    <a:pt x="3144" y="2572"/>
                  </a:lnTo>
                  <a:cubicBezTo>
                    <a:pt x="3525" y="2715"/>
                    <a:pt x="3787" y="3072"/>
                    <a:pt x="3787" y="3477"/>
                  </a:cubicBezTo>
                  <a:lnTo>
                    <a:pt x="3144" y="3477"/>
                  </a:lnTo>
                  <a:cubicBezTo>
                    <a:pt x="3144" y="3287"/>
                    <a:pt x="2996" y="3160"/>
                    <a:pt x="2833" y="3160"/>
                  </a:cubicBezTo>
                  <a:cubicBezTo>
                    <a:pt x="2752" y="3160"/>
                    <a:pt x="2668" y="3191"/>
                    <a:pt x="2596" y="3263"/>
                  </a:cubicBezTo>
                  <a:cubicBezTo>
                    <a:pt x="2406" y="3453"/>
                    <a:pt x="2549" y="3787"/>
                    <a:pt x="2834" y="3787"/>
                  </a:cubicBezTo>
                  <a:cubicBezTo>
                    <a:pt x="3882" y="3787"/>
                    <a:pt x="4144" y="5263"/>
                    <a:pt x="3144" y="5620"/>
                  </a:cubicBezTo>
                  <a:lnTo>
                    <a:pt x="3144" y="6311"/>
                  </a:lnTo>
                  <a:lnTo>
                    <a:pt x="2525" y="6311"/>
                  </a:lnTo>
                  <a:lnTo>
                    <a:pt x="2525" y="5620"/>
                  </a:lnTo>
                  <a:cubicBezTo>
                    <a:pt x="2144" y="5477"/>
                    <a:pt x="1882" y="5120"/>
                    <a:pt x="1882" y="4715"/>
                  </a:cubicBezTo>
                  <a:lnTo>
                    <a:pt x="2525" y="4715"/>
                  </a:lnTo>
                  <a:cubicBezTo>
                    <a:pt x="2525" y="4906"/>
                    <a:pt x="2673" y="5033"/>
                    <a:pt x="2828" y="5033"/>
                  </a:cubicBezTo>
                  <a:cubicBezTo>
                    <a:pt x="2906" y="5033"/>
                    <a:pt x="2985" y="5001"/>
                    <a:pt x="3049" y="4930"/>
                  </a:cubicBezTo>
                  <a:cubicBezTo>
                    <a:pt x="3239" y="4739"/>
                    <a:pt x="3120" y="4406"/>
                    <a:pt x="2834" y="4406"/>
                  </a:cubicBezTo>
                  <a:cubicBezTo>
                    <a:pt x="1763" y="4406"/>
                    <a:pt x="1525" y="2929"/>
                    <a:pt x="2525" y="2572"/>
                  </a:cubicBezTo>
                  <a:lnTo>
                    <a:pt x="2525" y="1905"/>
                  </a:lnTo>
                  <a:close/>
                  <a:moveTo>
                    <a:pt x="0" y="0"/>
                  </a:moveTo>
                  <a:lnTo>
                    <a:pt x="0" y="5597"/>
                  </a:lnTo>
                  <a:lnTo>
                    <a:pt x="2834" y="8097"/>
                  </a:lnTo>
                  <a:lnTo>
                    <a:pt x="5668" y="5597"/>
                  </a:lnTo>
                  <a:lnTo>
                    <a:pt x="5668" y="1905"/>
                  </a:lnTo>
                  <a:lnTo>
                    <a:pt x="3787" y="1905"/>
                  </a:lnTo>
                  <a:lnTo>
                    <a:pt x="37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49" name="Google Shape;1649;p41"/>
            <p:cNvSpPr/>
            <p:nvPr/>
          </p:nvSpPr>
          <p:spPr>
            <a:xfrm>
              <a:off x="5105200" y="2475575"/>
              <a:ext cx="269725" cy="163150"/>
            </a:xfrm>
            <a:custGeom>
              <a:rect b="b" l="l" r="r" t="t"/>
              <a:pathLst>
                <a:path extrusionOk="0" h="6526" w="10789">
                  <a:moveTo>
                    <a:pt x="0" y="0"/>
                  </a:moveTo>
                  <a:lnTo>
                    <a:pt x="0" y="6525"/>
                  </a:lnTo>
                  <a:lnTo>
                    <a:pt x="10788" y="6525"/>
                  </a:lnTo>
                  <a:lnTo>
                    <a:pt x="10788" y="0"/>
                  </a:lnTo>
                  <a:lnTo>
                    <a:pt x="7335" y="3025"/>
                  </a:lnTo>
                  <a:lnTo>
                    <a:pt x="9240" y="4668"/>
                  </a:lnTo>
                  <a:lnTo>
                    <a:pt x="8812" y="5144"/>
                  </a:lnTo>
                  <a:lnTo>
                    <a:pt x="6859" y="3429"/>
                  </a:lnTo>
                  <a:lnTo>
                    <a:pt x="5406" y="4692"/>
                  </a:lnTo>
                  <a:lnTo>
                    <a:pt x="3954" y="3429"/>
                  </a:lnTo>
                  <a:lnTo>
                    <a:pt x="2001" y="5144"/>
                  </a:lnTo>
                  <a:lnTo>
                    <a:pt x="1596" y="4668"/>
                  </a:lnTo>
                  <a:lnTo>
                    <a:pt x="3477" y="3001"/>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50" name="Google Shape;1650;p41"/>
            <p:cNvSpPr/>
            <p:nvPr/>
          </p:nvSpPr>
          <p:spPr>
            <a:xfrm>
              <a:off x="5112950" y="2421375"/>
              <a:ext cx="40500" cy="74450"/>
            </a:xfrm>
            <a:custGeom>
              <a:rect b="b" l="l" r="r" t="t"/>
              <a:pathLst>
                <a:path extrusionOk="0" h="2978" w="1620">
                  <a:moveTo>
                    <a:pt x="1619" y="1"/>
                  </a:moveTo>
                  <a:lnTo>
                    <a:pt x="0" y="1597"/>
                  </a:lnTo>
                  <a:lnTo>
                    <a:pt x="1619" y="2978"/>
                  </a:lnTo>
                  <a:lnTo>
                    <a:pt x="161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51" name="Google Shape;1651;p41"/>
            <p:cNvSpPr/>
            <p:nvPr/>
          </p:nvSpPr>
          <p:spPr>
            <a:xfrm>
              <a:off x="5279650" y="2370175"/>
              <a:ext cx="30975" cy="30400"/>
            </a:xfrm>
            <a:custGeom>
              <a:rect b="b" l="l" r="r" t="t"/>
              <a:pathLst>
                <a:path extrusionOk="0" h="1216" w="1239">
                  <a:moveTo>
                    <a:pt x="0" y="1"/>
                  </a:moveTo>
                  <a:lnTo>
                    <a:pt x="0" y="1215"/>
                  </a:lnTo>
                  <a:lnTo>
                    <a:pt x="1238" y="1215"/>
                  </a:lnTo>
                  <a:cubicBezTo>
                    <a:pt x="1096" y="596"/>
                    <a:pt x="619" y="120"/>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52" name="Google Shape;1652;p41"/>
            <p:cNvSpPr/>
            <p:nvPr/>
          </p:nvSpPr>
          <p:spPr>
            <a:xfrm>
              <a:off x="5327275" y="2421375"/>
              <a:ext cx="39900" cy="74450"/>
            </a:xfrm>
            <a:custGeom>
              <a:rect b="b" l="l" r="r" t="t"/>
              <a:pathLst>
                <a:path extrusionOk="0" h="2978" w="1596">
                  <a:moveTo>
                    <a:pt x="0" y="1"/>
                  </a:moveTo>
                  <a:lnTo>
                    <a:pt x="0" y="2978"/>
                  </a:lnTo>
                  <a:lnTo>
                    <a:pt x="1596" y="1597"/>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653" name="Google Shape;1653;p41"/>
          <p:cNvGrpSpPr/>
          <p:nvPr/>
        </p:nvGrpSpPr>
        <p:grpSpPr>
          <a:xfrm>
            <a:off x="4798983" y="1564000"/>
            <a:ext cx="317006" cy="344426"/>
            <a:chOff x="3959725" y="2369600"/>
            <a:chExt cx="247700" cy="269125"/>
          </a:xfrm>
        </p:grpSpPr>
        <p:sp>
          <p:nvSpPr>
            <p:cNvPr id="1654" name="Google Shape;1654;p41"/>
            <p:cNvSpPr/>
            <p:nvPr/>
          </p:nvSpPr>
          <p:spPr>
            <a:xfrm>
              <a:off x="4149050" y="2400550"/>
              <a:ext cx="58375" cy="206625"/>
            </a:xfrm>
            <a:custGeom>
              <a:rect b="b" l="l" r="r" t="t"/>
              <a:pathLst>
                <a:path extrusionOk="0" h="8265" w="2335">
                  <a:moveTo>
                    <a:pt x="858" y="0"/>
                  </a:moveTo>
                  <a:lnTo>
                    <a:pt x="858" y="3239"/>
                  </a:lnTo>
                  <a:cubicBezTo>
                    <a:pt x="0" y="3501"/>
                    <a:pt x="0" y="4740"/>
                    <a:pt x="858" y="5025"/>
                  </a:cubicBezTo>
                  <a:lnTo>
                    <a:pt x="858" y="8264"/>
                  </a:lnTo>
                  <a:lnTo>
                    <a:pt x="1477" y="8264"/>
                  </a:lnTo>
                  <a:lnTo>
                    <a:pt x="1477" y="5001"/>
                  </a:lnTo>
                  <a:cubicBezTo>
                    <a:pt x="2334" y="4716"/>
                    <a:pt x="2334" y="3501"/>
                    <a:pt x="1477" y="3215"/>
                  </a:cubicBezTo>
                  <a:lnTo>
                    <a:pt x="14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55" name="Google Shape;1655;p41"/>
            <p:cNvSpPr/>
            <p:nvPr/>
          </p:nvSpPr>
          <p:spPr>
            <a:xfrm>
              <a:off x="4054975" y="2577375"/>
              <a:ext cx="56600" cy="29800"/>
            </a:xfrm>
            <a:custGeom>
              <a:rect b="b" l="l" r="r" t="t"/>
              <a:pathLst>
                <a:path extrusionOk="0" h="1192" w="2264">
                  <a:moveTo>
                    <a:pt x="1144" y="0"/>
                  </a:moveTo>
                  <a:lnTo>
                    <a:pt x="1" y="1191"/>
                  </a:lnTo>
                  <a:lnTo>
                    <a:pt x="2263" y="1191"/>
                  </a:lnTo>
                  <a:lnTo>
                    <a:pt x="1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56" name="Google Shape;1656;p41"/>
            <p:cNvSpPr/>
            <p:nvPr/>
          </p:nvSpPr>
          <p:spPr>
            <a:xfrm>
              <a:off x="4012700" y="2400550"/>
              <a:ext cx="141725" cy="206625"/>
            </a:xfrm>
            <a:custGeom>
              <a:rect b="b" l="l" r="r" t="t"/>
              <a:pathLst>
                <a:path extrusionOk="0" h="8265" w="5669">
                  <a:moveTo>
                    <a:pt x="3144" y="4430"/>
                  </a:moveTo>
                  <a:lnTo>
                    <a:pt x="3144" y="5073"/>
                  </a:lnTo>
                  <a:lnTo>
                    <a:pt x="2525" y="5073"/>
                  </a:lnTo>
                  <a:lnTo>
                    <a:pt x="2525" y="4430"/>
                  </a:lnTo>
                  <a:close/>
                  <a:moveTo>
                    <a:pt x="1" y="0"/>
                  </a:moveTo>
                  <a:lnTo>
                    <a:pt x="1" y="882"/>
                  </a:lnTo>
                  <a:cubicBezTo>
                    <a:pt x="1" y="1929"/>
                    <a:pt x="453" y="2930"/>
                    <a:pt x="1263" y="3620"/>
                  </a:cubicBezTo>
                  <a:lnTo>
                    <a:pt x="1263" y="4597"/>
                  </a:lnTo>
                  <a:cubicBezTo>
                    <a:pt x="453" y="5287"/>
                    <a:pt x="1" y="6287"/>
                    <a:pt x="1" y="7359"/>
                  </a:cubicBezTo>
                  <a:lnTo>
                    <a:pt x="1" y="8264"/>
                  </a:lnTo>
                  <a:lnTo>
                    <a:pt x="811" y="8264"/>
                  </a:lnTo>
                  <a:lnTo>
                    <a:pt x="2525" y="6502"/>
                  </a:lnTo>
                  <a:lnTo>
                    <a:pt x="2525" y="5692"/>
                  </a:lnTo>
                  <a:lnTo>
                    <a:pt x="3144" y="5692"/>
                  </a:lnTo>
                  <a:lnTo>
                    <a:pt x="3144" y="6502"/>
                  </a:lnTo>
                  <a:lnTo>
                    <a:pt x="4859" y="8264"/>
                  </a:lnTo>
                  <a:lnTo>
                    <a:pt x="5669" y="8264"/>
                  </a:lnTo>
                  <a:lnTo>
                    <a:pt x="5669" y="7359"/>
                  </a:lnTo>
                  <a:cubicBezTo>
                    <a:pt x="5669" y="6287"/>
                    <a:pt x="5216" y="5287"/>
                    <a:pt x="4407" y="4597"/>
                  </a:cubicBezTo>
                  <a:lnTo>
                    <a:pt x="4407" y="3644"/>
                  </a:lnTo>
                  <a:cubicBezTo>
                    <a:pt x="5216" y="2953"/>
                    <a:pt x="5669" y="1953"/>
                    <a:pt x="5669" y="882"/>
                  </a:cubicBezTo>
                  <a:lnTo>
                    <a:pt x="5669" y="24"/>
                  </a:lnTo>
                  <a:lnTo>
                    <a:pt x="3144" y="24"/>
                  </a:lnTo>
                  <a:lnTo>
                    <a:pt x="3144" y="72"/>
                  </a:lnTo>
                  <a:cubicBezTo>
                    <a:pt x="3525" y="191"/>
                    <a:pt x="3787" y="548"/>
                    <a:pt x="3787" y="953"/>
                  </a:cubicBezTo>
                  <a:lnTo>
                    <a:pt x="3144" y="953"/>
                  </a:lnTo>
                  <a:cubicBezTo>
                    <a:pt x="3144" y="739"/>
                    <a:pt x="2990" y="632"/>
                    <a:pt x="2835" y="632"/>
                  </a:cubicBezTo>
                  <a:cubicBezTo>
                    <a:pt x="2680" y="632"/>
                    <a:pt x="2525" y="739"/>
                    <a:pt x="2525" y="953"/>
                  </a:cubicBezTo>
                  <a:cubicBezTo>
                    <a:pt x="2525" y="1120"/>
                    <a:pt x="2668" y="1263"/>
                    <a:pt x="2835" y="1263"/>
                  </a:cubicBezTo>
                  <a:cubicBezTo>
                    <a:pt x="3883" y="1286"/>
                    <a:pt x="4145" y="2739"/>
                    <a:pt x="3144" y="3096"/>
                  </a:cubicBezTo>
                  <a:lnTo>
                    <a:pt x="3144" y="3787"/>
                  </a:lnTo>
                  <a:lnTo>
                    <a:pt x="2525" y="3787"/>
                  </a:lnTo>
                  <a:lnTo>
                    <a:pt x="2525" y="3096"/>
                  </a:lnTo>
                  <a:cubicBezTo>
                    <a:pt x="2144" y="2977"/>
                    <a:pt x="1882" y="2620"/>
                    <a:pt x="1882" y="2215"/>
                  </a:cubicBezTo>
                  <a:lnTo>
                    <a:pt x="2525" y="2215"/>
                  </a:lnTo>
                  <a:cubicBezTo>
                    <a:pt x="2525" y="2430"/>
                    <a:pt x="2680" y="2537"/>
                    <a:pt x="2835" y="2537"/>
                  </a:cubicBezTo>
                  <a:cubicBezTo>
                    <a:pt x="2990" y="2537"/>
                    <a:pt x="3144" y="2430"/>
                    <a:pt x="3144" y="2215"/>
                  </a:cubicBezTo>
                  <a:cubicBezTo>
                    <a:pt x="3144" y="2049"/>
                    <a:pt x="3001" y="1906"/>
                    <a:pt x="2835" y="1906"/>
                  </a:cubicBezTo>
                  <a:cubicBezTo>
                    <a:pt x="1787" y="1882"/>
                    <a:pt x="1525" y="429"/>
                    <a:pt x="2525" y="72"/>
                  </a:cubicBezTo>
                  <a:lnTo>
                    <a:pt x="25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57" name="Google Shape;1657;p41"/>
            <p:cNvSpPr/>
            <p:nvPr/>
          </p:nvSpPr>
          <p:spPr>
            <a:xfrm>
              <a:off x="3965075" y="2369600"/>
              <a:ext cx="236975" cy="15500"/>
            </a:xfrm>
            <a:custGeom>
              <a:rect b="b" l="l" r="r" t="t"/>
              <a:pathLst>
                <a:path extrusionOk="0" h="620" w="9479">
                  <a:moveTo>
                    <a:pt x="1" y="0"/>
                  </a:moveTo>
                  <a:lnTo>
                    <a:pt x="1" y="619"/>
                  </a:lnTo>
                  <a:lnTo>
                    <a:pt x="9479" y="619"/>
                  </a:lnTo>
                  <a:lnTo>
                    <a:pt x="94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58" name="Google Shape;1658;p41"/>
            <p:cNvSpPr/>
            <p:nvPr/>
          </p:nvSpPr>
          <p:spPr>
            <a:xfrm>
              <a:off x="3965075" y="2622625"/>
              <a:ext cx="236975" cy="16100"/>
            </a:xfrm>
            <a:custGeom>
              <a:rect b="b" l="l" r="r" t="t"/>
              <a:pathLst>
                <a:path extrusionOk="0" h="644" w="9479">
                  <a:moveTo>
                    <a:pt x="1" y="0"/>
                  </a:moveTo>
                  <a:lnTo>
                    <a:pt x="1" y="643"/>
                  </a:lnTo>
                  <a:lnTo>
                    <a:pt x="9479" y="643"/>
                  </a:lnTo>
                  <a:lnTo>
                    <a:pt x="94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59" name="Google Shape;1659;p41"/>
            <p:cNvSpPr/>
            <p:nvPr/>
          </p:nvSpPr>
          <p:spPr>
            <a:xfrm>
              <a:off x="3959725" y="2400550"/>
              <a:ext cx="58375" cy="206625"/>
            </a:xfrm>
            <a:custGeom>
              <a:rect b="b" l="l" r="r" t="t"/>
              <a:pathLst>
                <a:path extrusionOk="0" h="8265" w="2335">
                  <a:moveTo>
                    <a:pt x="1477" y="0"/>
                  </a:moveTo>
                  <a:lnTo>
                    <a:pt x="858" y="24"/>
                  </a:lnTo>
                  <a:lnTo>
                    <a:pt x="858" y="3239"/>
                  </a:lnTo>
                  <a:cubicBezTo>
                    <a:pt x="0" y="3501"/>
                    <a:pt x="0" y="4740"/>
                    <a:pt x="858" y="5025"/>
                  </a:cubicBezTo>
                  <a:lnTo>
                    <a:pt x="858" y="8264"/>
                  </a:lnTo>
                  <a:lnTo>
                    <a:pt x="1477" y="8264"/>
                  </a:lnTo>
                  <a:lnTo>
                    <a:pt x="1477" y="5001"/>
                  </a:lnTo>
                  <a:cubicBezTo>
                    <a:pt x="2334" y="4716"/>
                    <a:pt x="2334" y="3501"/>
                    <a:pt x="1477" y="3215"/>
                  </a:cubicBezTo>
                  <a:lnTo>
                    <a:pt x="14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660" name="Google Shape;1660;p41"/>
          <p:cNvGrpSpPr/>
          <p:nvPr/>
        </p:nvGrpSpPr>
        <p:grpSpPr>
          <a:xfrm>
            <a:off x="5531956" y="1574655"/>
            <a:ext cx="344458" cy="322894"/>
            <a:chOff x="4532450" y="2377925"/>
            <a:chExt cx="269150" cy="252300"/>
          </a:xfrm>
        </p:grpSpPr>
        <p:sp>
          <p:nvSpPr>
            <p:cNvPr id="1661" name="Google Shape;1661;p41"/>
            <p:cNvSpPr/>
            <p:nvPr/>
          </p:nvSpPr>
          <p:spPr>
            <a:xfrm>
              <a:off x="4674750" y="2393400"/>
              <a:ext cx="15500" cy="31575"/>
            </a:xfrm>
            <a:custGeom>
              <a:rect b="b" l="l" r="r" t="t"/>
              <a:pathLst>
                <a:path extrusionOk="0" h="1263" w="620">
                  <a:moveTo>
                    <a:pt x="1" y="1"/>
                  </a:moveTo>
                  <a:lnTo>
                    <a:pt x="1" y="1263"/>
                  </a:lnTo>
                  <a:lnTo>
                    <a:pt x="620" y="1263"/>
                  </a:lnTo>
                  <a:lnTo>
                    <a:pt x="6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62" name="Google Shape;1662;p41"/>
            <p:cNvSpPr/>
            <p:nvPr/>
          </p:nvSpPr>
          <p:spPr>
            <a:xfrm>
              <a:off x="4712850" y="2408300"/>
              <a:ext cx="33975" cy="33350"/>
            </a:xfrm>
            <a:custGeom>
              <a:rect b="b" l="l" r="r" t="t"/>
              <a:pathLst>
                <a:path extrusionOk="0" h="1334" w="1359">
                  <a:moveTo>
                    <a:pt x="906" y="0"/>
                  </a:moveTo>
                  <a:lnTo>
                    <a:pt x="1" y="905"/>
                  </a:lnTo>
                  <a:lnTo>
                    <a:pt x="453" y="1334"/>
                  </a:lnTo>
                  <a:lnTo>
                    <a:pt x="1358" y="453"/>
                  </a:lnTo>
                  <a:lnTo>
                    <a:pt x="9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63" name="Google Shape;1663;p41"/>
            <p:cNvSpPr/>
            <p:nvPr/>
          </p:nvSpPr>
          <p:spPr>
            <a:xfrm>
              <a:off x="4618200" y="2408300"/>
              <a:ext cx="33950" cy="33350"/>
            </a:xfrm>
            <a:custGeom>
              <a:rect b="b" l="l" r="r" t="t"/>
              <a:pathLst>
                <a:path extrusionOk="0" h="1334" w="1358">
                  <a:moveTo>
                    <a:pt x="453" y="0"/>
                  </a:moveTo>
                  <a:lnTo>
                    <a:pt x="0" y="453"/>
                  </a:lnTo>
                  <a:lnTo>
                    <a:pt x="905" y="1334"/>
                  </a:lnTo>
                  <a:lnTo>
                    <a:pt x="1358" y="905"/>
                  </a:lnTo>
                  <a:lnTo>
                    <a:pt x="4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64" name="Google Shape;1664;p41"/>
            <p:cNvSpPr/>
            <p:nvPr/>
          </p:nvSpPr>
          <p:spPr>
            <a:xfrm>
              <a:off x="4532450" y="2377925"/>
              <a:ext cx="269150" cy="252300"/>
            </a:xfrm>
            <a:custGeom>
              <a:rect b="b" l="l" r="r" t="t"/>
              <a:pathLst>
                <a:path extrusionOk="0" h="10092" w="10766">
                  <a:moveTo>
                    <a:pt x="1" y="1"/>
                  </a:moveTo>
                  <a:lnTo>
                    <a:pt x="1" y="620"/>
                  </a:lnTo>
                  <a:lnTo>
                    <a:pt x="1287" y="620"/>
                  </a:lnTo>
                  <a:lnTo>
                    <a:pt x="1287" y="8812"/>
                  </a:lnTo>
                  <a:lnTo>
                    <a:pt x="2597" y="8812"/>
                  </a:lnTo>
                  <a:cubicBezTo>
                    <a:pt x="2549" y="8907"/>
                    <a:pt x="2549" y="9026"/>
                    <a:pt x="2525" y="9145"/>
                  </a:cubicBezTo>
                  <a:cubicBezTo>
                    <a:pt x="2525" y="9776"/>
                    <a:pt x="3002" y="10092"/>
                    <a:pt x="3478" y="10092"/>
                  </a:cubicBezTo>
                  <a:cubicBezTo>
                    <a:pt x="3954" y="10092"/>
                    <a:pt x="4430" y="9776"/>
                    <a:pt x="4430" y="9145"/>
                  </a:cubicBezTo>
                  <a:cubicBezTo>
                    <a:pt x="4430" y="9026"/>
                    <a:pt x="4407" y="8907"/>
                    <a:pt x="4359" y="8812"/>
                  </a:cubicBezTo>
                  <a:lnTo>
                    <a:pt x="8265" y="8812"/>
                  </a:lnTo>
                  <a:cubicBezTo>
                    <a:pt x="8241" y="8907"/>
                    <a:pt x="8217" y="9026"/>
                    <a:pt x="8217" y="9145"/>
                  </a:cubicBezTo>
                  <a:cubicBezTo>
                    <a:pt x="8253" y="9741"/>
                    <a:pt x="8711" y="10038"/>
                    <a:pt x="9169" y="10038"/>
                  </a:cubicBezTo>
                  <a:cubicBezTo>
                    <a:pt x="9628" y="10038"/>
                    <a:pt x="10086" y="9741"/>
                    <a:pt x="10122" y="9145"/>
                  </a:cubicBezTo>
                  <a:cubicBezTo>
                    <a:pt x="10122" y="9026"/>
                    <a:pt x="10098" y="8931"/>
                    <a:pt x="10051" y="8836"/>
                  </a:cubicBezTo>
                  <a:lnTo>
                    <a:pt x="10765" y="8836"/>
                  </a:lnTo>
                  <a:lnTo>
                    <a:pt x="10765" y="7574"/>
                  </a:lnTo>
                  <a:lnTo>
                    <a:pt x="1906" y="7574"/>
                  </a:lnTo>
                  <a:lnTo>
                    <a:pt x="19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65" name="Google Shape;1665;p41"/>
            <p:cNvSpPr/>
            <p:nvPr/>
          </p:nvSpPr>
          <p:spPr>
            <a:xfrm>
              <a:off x="4595575" y="2504150"/>
              <a:ext cx="79200" cy="47050"/>
            </a:xfrm>
            <a:custGeom>
              <a:rect b="b" l="l" r="r" t="t"/>
              <a:pathLst>
                <a:path extrusionOk="0" h="1882" w="3168">
                  <a:moveTo>
                    <a:pt x="643" y="0"/>
                  </a:moveTo>
                  <a:lnTo>
                    <a:pt x="0" y="1882"/>
                  </a:lnTo>
                  <a:lnTo>
                    <a:pt x="3168" y="1882"/>
                  </a:lnTo>
                  <a:lnTo>
                    <a:pt x="25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66" name="Google Shape;1666;p41"/>
            <p:cNvSpPr/>
            <p:nvPr/>
          </p:nvSpPr>
          <p:spPr>
            <a:xfrm>
              <a:off x="4690225" y="2504150"/>
              <a:ext cx="79225" cy="47050"/>
            </a:xfrm>
            <a:custGeom>
              <a:rect b="b" l="l" r="r" t="t"/>
              <a:pathLst>
                <a:path extrusionOk="0" h="1882" w="3169">
                  <a:moveTo>
                    <a:pt x="644" y="0"/>
                  </a:moveTo>
                  <a:lnTo>
                    <a:pt x="1" y="1882"/>
                  </a:lnTo>
                  <a:lnTo>
                    <a:pt x="3168" y="1882"/>
                  </a:lnTo>
                  <a:lnTo>
                    <a:pt x="25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67" name="Google Shape;1667;p41"/>
            <p:cNvSpPr/>
            <p:nvPr/>
          </p:nvSpPr>
          <p:spPr>
            <a:xfrm>
              <a:off x="4643200" y="2441025"/>
              <a:ext cx="78600" cy="47075"/>
            </a:xfrm>
            <a:custGeom>
              <a:rect b="b" l="l" r="r" t="t"/>
              <a:pathLst>
                <a:path extrusionOk="0" h="1883" w="3144">
                  <a:moveTo>
                    <a:pt x="620" y="1"/>
                  </a:moveTo>
                  <a:lnTo>
                    <a:pt x="0" y="1882"/>
                  </a:lnTo>
                  <a:lnTo>
                    <a:pt x="3144" y="1882"/>
                  </a:lnTo>
                  <a:lnTo>
                    <a:pt x="25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668" name="Google Shape;1668;p41"/>
          <p:cNvGrpSpPr/>
          <p:nvPr/>
        </p:nvGrpSpPr>
        <p:grpSpPr>
          <a:xfrm>
            <a:off x="4040093" y="1564000"/>
            <a:ext cx="344426" cy="344426"/>
            <a:chOff x="3366750" y="2369600"/>
            <a:chExt cx="269125" cy="269125"/>
          </a:xfrm>
        </p:grpSpPr>
        <p:sp>
          <p:nvSpPr>
            <p:cNvPr id="1669" name="Google Shape;1669;p41"/>
            <p:cNvSpPr/>
            <p:nvPr/>
          </p:nvSpPr>
          <p:spPr>
            <a:xfrm>
              <a:off x="3366750" y="2417225"/>
              <a:ext cx="31575" cy="31575"/>
            </a:xfrm>
            <a:custGeom>
              <a:rect b="b" l="l" r="r" t="t"/>
              <a:pathLst>
                <a:path extrusionOk="0" h="1263" w="1263">
                  <a:moveTo>
                    <a:pt x="0" y="0"/>
                  </a:moveTo>
                  <a:lnTo>
                    <a:pt x="0" y="1262"/>
                  </a:lnTo>
                  <a:lnTo>
                    <a:pt x="334" y="1262"/>
                  </a:lnTo>
                  <a:cubicBezTo>
                    <a:pt x="857" y="1262"/>
                    <a:pt x="1262" y="834"/>
                    <a:pt x="1262" y="310"/>
                  </a:cubicBezTo>
                  <a:lnTo>
                    <a:pt x="1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70" name="Google Shape;1670;p41"/>
            <p:cNvSpPr/>
            <p:nvPr/>
          </p:nvSpPr>
          <p:spPr>
            <a:xfrm>
              <a:off x="3603700" y="2417225"/>
              <a:ext cx="32175" cy="30975"/>
            </a:xfrm>
            <a:custGeom>
              <a:rect b="b" l="l" r="r" t="t"/>
              <a:pathLst>
                <a:path extrusionOk="0" h="1239" w="1287">
                  <a:moveTo>
                    <a:pt x="0" y="0"/>
                  </a:moveTo>
                  <a:lnTo>
                    <a:pt x="0" y="310"/>
                  </a:lnTo>
                  <a:cubicBezTo>
                    <a:pt x="0" y="834"/>
                    <a:pt x="429" y="1239"/>
                    <a:pt x="953" y="1239"/>
                  </a:cubicBezTo>
                  <a:lnTo>
                    <a:pt x="1286" y="1239"/>
                  </a:lnTo>
                  <a:lnTo>
                    <a:pt x="12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71" name="Google Shape;1671;p41"/>
            <p:cNvSpPr/>
            <p:nvPr/>
          </p:nvSpPr>
          <p:spPr>
            <a:xfrm>
              <a:off x="3366750" y="2369600"/>
              <a:ext cx="269125" cy="269125"/>
            </a:xfrm>
            <a:custGeom>
              <a:rect b="b" l="l" r="r" t="t"/>
              <a:pathLst>
                <a:path extrusionOk="0" h="10765" w="10765">
                  <a:moveTo>
                    <a:pt x="6954" y="643"/>
                  </a:moveTo>
                  <a:lnTo>
                    <a:pt x="6954" y="1905"/>
                  </a:lnTo>
                  <a:lnTo>
                    <a:pt x="3810" y="1905"/>
                  </a:lnTo>
                  <a:lnTo>
                    <a:pt x="3810" y="643"/>
                  </a:lnTo>
                  <a:close/>
                  <a:moveTo>
                    <a:pt x="5692" y="3787"/>
                  </a:moveTo>
                  <a:lnTo>
                    <a:pt x="5692" y="4501"/>
                  </a:lnTo>
                  <a:cubicBezTo>
                    <a:pt x="6073" y="4620"/>
                    <a:pt x="6335" y="5001"/>
                    <a:pt x="6335" y="5382"/>
                  </a:cubicBezTo>
                  <a:lnTo>
                    <a:pt x="5692" y="5382"/>
                  </a:lnTo>
                  <a:cubicBezTo>
                    <a:pt x="5692" y="5215"/>
                    <a:pt x="5549" y="5073"/>
                    <a:pt x="5358" y="5073"/>
                  </a:cubicBezTo>
                  <a:cubicBezTo>
                    <a:pt x="5192" y="5096"/>
                    <a:pt x="5073" y="5215"/>
                    <a:pt x="5073" y="5382"/>
                  </a:cubicBezTo>
                  <a:cubicBezTo>
                    <a:pt x="5049" y="5549"/>
                    <a:pt x="5192" y="5692"/>
                    <a:pt x="5382" y="5692"/>
                  </a:cubicBezTo>
                  <a:lnTo>
                    <a:pt x="5382" y="5716"/>
                  </a:lnTo>
                  <a:cubicBezTo>
                    <a:pt x="6430" y="5716"/>
                    <a:pt x="6692" y="7192"/>
                    <a:pt x="5692" y="7549"/>
                  </a:cubicBezTo>
                  <a:lnTo>
                    <a:pt x="5692" y="8240"/>
                  </a:lnTo>
                  <a:lnTo>
                    <a:pt x="5073" y="8240"/>
                  </a:lnTo>
                  <a:lnTo>
                    <a:pt x="5073" y="7525"/>
                  </a:lnTo>
                  <a:cubicBezTo>
                    <a:pt x="4692" y="7383"/>
                    <a:pt x="4430" y="7025"/>
                    <a:pt x="4430" y="6621"/>
                  </a:cubicBezTo>
                  <a:lnTo>
                    <a:pt x="5073" y="6621"/>
                  </a:lnTo>
                  <a:cubicBezTo>
                    <a:pt x="5049" y="6811"/>
                    <a:pt x="5215" y="6954"/>
                    <a:pt x="5382" y="6954"/>
                  </a:cubicBezTo>
                  <a:cubicBezTo>
                    <a:pt x="5811" y="6930"/>
                    <a:pt x="5787" y="6311"/>
                    <a:pt x="5382" y="6311"/>
                  </a:cubicBezTo>
                  <a:cubicBezTo>
                    <a:pt x="4311" y="6311"/>
                    <a:pt x="4049" y="4834"/>
                    <a:pt x="5073" y="4477"/>
                  </a:cubicBezTo>
                  <a:lnTo>
                    <a:pt x="5073" y="3787"/>
                  </a:lnTo>
                  <a:close/>
                  <a:moveTo>
                    <a:pt x="3167" y="0"/>
                  </a:moveTo>
                  <a:lnTo>
                    <a:pt x="3167" y="1905"/>
                  </a:lnTo>
                  <a:lnTo>
                    <a:pt x="2524" y="1905"/>
                  </a:lnTo>
                  <a:lnTo>
                    <a:pt x="2524" y="1262"/>
                  </a:lnTo>
                  <a:lnTo>
                    <a:pt x="1881" y="1262"/>
                  </a:lnTo>
                  <a:lnTo>
                    <a:pt x="1881" y="2191"/>
                  </a:lnTo>
                  <a:cubicBezTo>
                    <a:pt x="1881" y="3072"/>
                    <a:pt x="1191" y="3763"/>
                    <a:pt x="310" y="3763"/>
                  </a:cubicBezTo>
                  <a:lnTo>
                    <a:pt x="0" y="3763"/>
                  </a:lnTo>
                  <a:lnTo>
                    <a:pt x="0" y="8240"/>
                  </a:lnTo>
                  <a:lnTo>
                    <a:pt x="310" y="8240"/>
                  </a:lnTo>
                  <a:cubicBezTo>
                    <a:pt x="1191" y="8240"/>
                    <a:pt x="1881" y="8931"/>
                    <a:pt x="1881" y="9812"/>
                  </a:cubicBezTo>
                  <a:lnTo>
                    <a:pt x="1881" y="10764"/>
                  </a:lnTo>
                  <a:lnTo>
                    <a:pt x="2524" y="10764"/>
                  </a:lnTo>
                  <a:lnTo>
                    <a:pt x="2524" y="10121"/>
                  </a:lnTo>
                  <a:lnTo>
                    <a:pt x="8216" y="10121"/>
                  </a:lnTo>
                  <a:lnTo>
                    <a:pt x="8216" y="10764"/>
                  </a:lnTo>
                  <a:lnTo>
                    <a:pt x="8859" y="10764"/>
                  </a:lnTo>
                  <a:lnTo>
                    <a:pt x="8859" y="9812"/>
                  </a:lnTo>
                  <a:cubicBezTo>
                    <a:pt x="8859" y="8931"/>
                    <a:pt x="9550" y="8240"/>
                    <a:pt x="10431" y="8240"/>
                  </a:cubicBezTo>
                  <a:lnTo>
                    <a:pt x="10764" y="8240"/>
                  </a:lnTo>
                  <a:lnTo>
                    <a:pt x="10764" y="3763"/>
                  </a:lnTo>
                  <a:lnTo>
                    <a:pt x="10431" y="3763"/>
                  </a:lnTo>
                  <a:cubicBezTo>
                    <a:pt x="9550" y="3763"/>
                    <a:pt x="8859" y="3072"/>
                    <a:pt x="8859" y="2191"/>
                  </a:cubicBezTo>
                  <a:lnTo>
                    <a:pt x="8859" y="1262"/>
                  </a:lnTo>
                  <a:lnTo>
                    <a:pt x="8216" y="1262"/>
                  </a:lnTo>
                  <a:lnTo>
                    <a:pt x="8216" y="1905"/>
                  </a:lnTo>
                  <a:lnTo>
                    <a:pt x="7597" y="1905"/>
                  </a:lnTo>
                  <a:lnTo>
                    <a:pt x="759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72" name="Google Shape;1672;p41"/>
            <p:cNvSpPr/>
            <p:nvPr/>
          </p:nvSpPr>
          <p:spPr>
            <a:xfrm>
              <a:off x="3603700" y="2591075"/>
              <a:ext cx="32175" cy="31575"/>
            </a:xfrm>
            <a:custGeom>
              <a:rect b="b" l="l" r="r" t="t"/>
              <a:pathLst>
                <a:path extrusionOk="0" h="1263" w="1287">
                  <a:moveTo>
                    <a:pt x="953" y="0"/>
                  </a:moveTo>
                  <a:cubicBezTo>
                    <a:pt x="429" y="0"/>
                    <a:pt x="0" y="429"/>
                    <a:pt x="0" y="953"/>
                  </a:cubicBezTo>
                  <a:lnTo>
                    <a:pt x="0" y="1262"/>
                  </a:lnTo>
                  <a:lnTo>
                    <a:pt x="1286" y="1262"/>
                  </a:lnTo>
                  <a:lnTo>
                    <a:pt x="12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73" name="Google Shape;1673;p41"/>
            <p:cNvSpPr/>
            <p:nvPr/>
          </p:nvSpPr>
          <p:spPr>
            <a:xfrm>
              <a:off x="3366750" y="2591075"/>
              <a:ext cx="31575" cy="31575"/>
            </a:xfrm>
            <a:custGeom>
              <a:rect b="b" l="l" r="r" t="t"/>
              <a:pathLst>
                <a:path extrusionOk="0" h="1263" w="1263">
                  <a:moveTo>
                    <a:pt x="0" y="0"/>
                  </a:moveTo>
                  <a:lnTo>
                    <a:pt x="0" y="1262"/>
                  </a:lnTo>
                  <a:lnTo>
                    <a:pt x="1262" y="1262"/>
                  </a:lnTo>
                  <a:lnTo>
                    <a:pt x="1262" y="953"/>
                  </a:lnTo>
                  <a:cubicBezTo>
                    <a:pt x="1262" y="429"/>
                    <a:pt x="857" y="0"/>
                    <a:pt x="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674" name="Google Shape;1674;p41"/>
          <p:cNvGrpSpPr/>
          <p:nvPr/>
        </p:nvGrpSpPr>
        <p:grpSpPr>
          <a:xfrm>
            <a:off x="3309391" y="1574655"/>
            <a:ext cx="345162" cy="323086"/>
            <a:chOff x="2795800" y="2377925"/>
            <a:chExt cx="269700" cy="252450"/>
          </a:xfrm>
        </p:grpSpPr>
        <p:sp>
          <p:nvSpPr>
            <p:cNvPr id="1675" name="Google Shape;1675;p41"/>
            <p:cNvSpPr/>
            <p:nvPr/>
          </p:nvSpPr>
          <p:spPr>
            <a:xfrm>
              <a:off x="2857700" y="2512475"/>
              <a:ext cx="83375" cy="101250"/>
            </a:xfrm>
            <a:custGeom>
              <a:rect b="b" l="l" r="r" t="t"/>
              <a:pathLst>
                <a:path extrusionOk="0" h="4050" w="3335">
                  <a:moveTo>
                    <a:pt x="1763" y="1"/>
                  </a:moveTo>
                  <a:lnTo>
                    <a:pt x="1763" y="1"/>
                  </a:lnTo>
                  <a:cubicBezTo>
                    <a:pt x="1" y="1048"/>
                    <a:pt x="548" y="3763"/>
                    <a:pt x="2597" y="4049"/>
                  </a:cubicBezTo>
                  <a:lnTo>
                    <a:pt x="2597" y="3406"/>
                  </a:lnTo>
                  <a:cubicBezTo>
                    <a:pt x="2215" y="3263"/>
                    <a:pt x="1977" y="2906"/>
                    <a:pt x="1977" y="2501"/>
                  </a:cubicBezTo>
                  <a:lnTo>
                    <a:pt x="2597" y="2501"/>
                  </a:lnTo>
                  <a:cubicBezTo>
                    <a:pt x="2597" y="2668"/>
                    <a:pt x="2739" y="2811"/>
                    <a:pt x="2906" y="2811"/>
                  </a:cubicBezTo>
                  <a:cubicBezTo>
                    <a:pt x="3335" y="2811"/>
                    <a:pt x="3335" y="2192"/>
                    <a:pt x="2906" y="2192"/>
                  </a:cubicBezTo>
                  <a:cubicBezTo>
                    <a:pt x="2382" y="2192"/>
                    <a:pt x="1977" y="1763"/>
                    <a:pt x="1977" y="1239"/>
                  </a:cubicBezTo>
                  <a:cubicBezTo>
                    <a:pt x="1977" y="1001"/>
                    <a:pt x="2073" y="763"/>
                    <a:pt x="2239" y="596"/>
                  </a:cubicBezTo>
                  <a:cubicBezTo>
                    <a:pt x="2049" y="405"/>
                    <a:pt x="1906" y="215"/>
                    <a:pt x="17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76" name="Google Shape;1676;p41"/>
            <p:cNvSpPr/>
            <p:nvPr/>
          </p:nvSpPr>
          <p:spPr>
            <a:xfrm>
              <a:off x="2922600" y="2537475"/>
              <a:ext cx="63125" cy="76250"/>
            </a:xfrm>
            <a:custGeom>
              <a:rect b="b" l="l" r="r" t="t"/>
              <a:pathLst>
                <a:path extrusionOk="0" h="3050" w="2525">
                  <a:moveTo>
                    <a:pt x="120" y="1"/>
                  </a:moveTo>
                  <a:cubicBezTo>
                    <a:pt x="48" y="48"/>
                    <a:pt x="1" y="144"/>
                    <a:pt x="1" y="239"/>
                  </a:cubicBezTo>
                  <a:cubicBezTo>
                    <a:pt x="1" y="406"/>
                    <a:pt x="143" y="549"/>
                    <a:pt x="310" y="549"/>
                  </a:cubicBezTo>
                  <a:cubicBezTo>
                    <a:pt x="1382" y="549"/>
                    <a:pt x="1620" y="2025"/>
                    <a:pt x="644" y="2382"/>
                  </a:cubicBezTo>
                  <a:lnTo>
                    <a:pt x="644" y="3049"/>
                  </a:lnTo>
                  <a:cubicBezTo>
                    <a:pt x="1715" y="2882"/>
                    <a:pt x="2525" y="1954"/>
                    <a:pt x="2525" y="882"/>
                  </a:cubicBezTo>
                  <a:cubicBezTo>
                    <a:pt x="2525" y="739"/>
                    <a:pt x="2525" y="620"/>
                    <a:pt x="2501" y="501"/>
                  </a:cubicBezTo>
                  <a:cubicBezTo>
                    <a:pt x="2287" y="525"/>
                    <a:pt x="2096" y="549"/>
                    <a:pt x="1906" y="549"/>
                  </a:cubicBezTo>
                  <a:cubicBezTo>
                    <a:pt x="1263" y="549"/>
                    <a:pt x="644" y="358"/>
                    <a:pt x="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77" name="Google Shape;1677;p41"/>
            <p:cNvSpPr/>
            <p:nvPr/>
          </p:nvSpPr>
          <p:spPr>
            <a:xfrm>
              <a:off x="3038700" y="2488075"/>
              <a:ext cx="26800" cy="31575"/>
            </a:xfrm>
            <a:custGeom>
              <a:rect b="b" l="l" r="r" t="t"/>
              <a:pathLst>
                <a:path extrusionOk="0" h="1263" w="1072">
                  <a:moveTo>
                    <a:pt x="358" y="0"/>
                  </a:moveTo>
                  <a:cubicBezTo>
                    <a:pt x="286" y="334"/>
                    <a:pt x="167" y="643"/>
                    <a:pt x="0" y="929"/>
                  </a:cubicBezTo>
                  <a:cubicBezTo>
                    <a:pt x="191" y="1143"/>
                    <a:pt x="453" y="1262"/>
                    <a:pt x="739" y="1262"/>
                  </a:cubicBezTo>
                  <a:lnTo>
                    <a:pt x="1072" y="1262"/>
                  </a:lnTo>
                  <a:lnTo>
                    <a:pt x="10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78" name="Google Shape;1678;p41"/>
            <p:cNvSpPr/>
            <p:nvPr/>
          </p:nvSpPr>
          <p:spPr>
            <a:xfrm>
              <a:off x="2795800" y="2488075"/>
              <a:ext cx="32175" cy="31575"/>
            </a:xfrm>
            <a:custGeom>
              <a:rect b="b" l="l" r="r" t="t"/>
              <a:pathLst>
                <a:path extrusionOk="0" h="1263" w="1287">
                  <a:moveTo>
                    <a:pt x="0" y="0"/>
                  </a:moveTo>
                  <a:lnTo>
                    <a:pt x="0" y="1262"/>
                  </a:lnTo>
                  <a:lnTo>
                    <a:pt x="310" y="1262"/>
                  </a:lnTo>
                  <a:cubicBezTo>
                    <a:pt x="857" y="1262"/>
                    <a:pt x="1286" y="834"/>
                    <a:pt x="1286" y="310"/>
                  </a:cubicBezTo>
                  <a:lnTo>
                    <a:pt x="12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79" name="Google Shape;1679;p41"/>
            <p:cNvSpPr/>
            <p:nvPr/>
          </p:nvSpPr>
          <p:spPr>
            <a:xfrm>
              <a:off x="2930350" y="2524375"/>
              <a:ext cx="135150" cy="106000"/>
            </a:xfrm>
            <a:custGeom>
              <a:rect b="b" l="l" r="r" t="t"/>
              <a:pathLst>
                <a:path extrusionOk="0" h="4240" w="5406">
                  <a:moveTo>
                    <a:pt x="3953" y="1"/>
                  </a:moveTo>
                  <a:cubicBezTo>
                    <a:pt x="3644" y="358"/>
                    <a:pt x="3239" y="644"/>
                    <a:pt x="2786" y="834"/>
                  </a:cubicBezTo>
                  <a:cubicBezTo>
                    <a:pt x="2834" y="1025"/>
                    <a:pt x="2858" y="1215"/>
                    <a:pt x="2858" y="1406"/>
                  </a:cubicBezTo>
                  <a:cubicBezTo>
                    <a:pt x="2858" y="2954"/>
                    <a:pt x="1572" y="4240"/>
                    <a:pt x="0" y="4240"/>
                  </a:cubicBezTo>
                  <a:lnTo>
                    <a:pt x="3477" y="4240"/>
                  </a:lnTo>
                  <a:lnTo>
                    <a:pt x="3477" y="3930"/>
                  </a:lnTo>
                  <a:cubicBezTo>
                    <a:pt x="3501" y="3049"/>
                    <a:pt x="4215" y="2335"/>
                    <a:pt x="5073" y="2335"/>
                  </a:cubicBezTo>
                  <a:lnTo>
                    <a:pt x="5406" y="2335"/>
                  </a:lnTo>
                  <a:lnTo>
                    <a:pt x="5406" y="453"/>
                  </a:lnTo>
                  <a:lnTo>
                    <a:pt x="5073" y="453"/>
                  </a:lnTo>
                  <a:cubicBezTo>
                    <a:pt x="4668" y="453"/>
                    <a:pt x="4263" y="287"/>
                    <a:pt x="39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80" name="Google Shape;1680;p41"/>
            <p:cNvSpPr/>
            <p:nvPr/>
          </p:nvSpPr>
          <p:spPr>
            <a:xfrm>
              <a:off x="3033350" y="2598800"/>
              <a:ext cx="32150" cy="31575"/>
            </a:xfrm>
            <a:custGeom>
              <a:rect b="b" l="l" r="r" t="t"/>
              <a:pathLst>
                <a:path extrusionOk="0" h="1263" w="1286">
                  <a:moveTo>
                    <a:pt x="953" y="1"/>
                  </a:moveTo>
                  <a:cubicBezTo>
                    <a:pt x="429" y="1"/>
                    <a:pt x="0" y="406"/>
                    <a:pt x="0" y="953"/>
                  </a:cubicBezTo>
                  <a:lnTo>
                    <a:pt x="0" y="1263"/>
                  </a:lnTo>
                  <a:lnTo>
                    <a:pt x="1286" y="1263"/>
                  </a:lnTo>
                  <a:lnTo>
                    <a:pt x="12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81" name="Google Shape;1681;p41"/>
            <p:cNvSpPr/>
            <p:nvPr/>
          </p:nvSpPr>
          <p:spPr>
            <a:xfrm>
              <a:off x="2795800" y="2488075"/>
              <a:ext cx="134575" cy="142300"/>
            </a:xfrm>
            <a:custGeom>
              <a:rect b="b" l="l" r="r" t="t"/>
              <a:pathLst>
                <a:path extrusionOk="0" h="5692" w="5383">
                  <a:moveTo>
                    <a:pt x="1929" y="0"/>
                  </a:moveTo>
                  <a:lnTo>
                    <a:pt x="1929" y="310"/>
                  </a:lnTo>
                  <a:cubicBezTo>
                    <a:pt x="1905" y="1191"/>
                    <a:pt x="1191" y="1905"/>
                    <a:pt x="310" y="1905"/>
                  </a:cubicBezTo>
                  <a:lnTo>
                    <a:pt x="0" y="1905"/>
                  </a:lnTo>
                  <a:lnTo>
                    <a:pt x="0" y="3787"/>
                  </a:lnTo>
                  <a:lnTo>
                    <a:pt x="310" y="3787"/>
                  </a:lnTo>
                  <a:cubicBezTo>
                    <a:pt x="1191" y="3787"/>
                    <a:pt x="1905" y="4501"/>
                    <a:pt x="1929" y="5382"/>
                  </a:cubicBezTo>
                  <a:lnTo>
                    <a:pt x="1929" y="5692"/>
                  </a:lnTo>
                  <a:lnTo>
                    <a:pt x="5382" y="5692"/>
                  </a:lnTo>
                  <a:cubicBezTo>
                    <a:pt x="3810" y="5692"/>
                    <a:pt x="2548" y="4406"/>
                    <a:pt x="2548" y="2858"/>
                  </a:cubicBezTo>
                  <a:cubicBezTo>
                    <a:pt x="2548" y="1810"/>
                    <a:pt x="3096" y="881"/>
                    <a:pt x="3977" y="381"/>
                  </a:cubicBezTo>
                  <a:cubicBezTo>
                    <a:pt x="3953" y="262"/>
                    <a:pt x="3906" y="119"/>
                    <a:pt x="38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82" name="Google Shape;1682;p41"/>
            <p:cNvSpPr/>
            <p:nvPr/>
          </p:nvSpPr>
          <p:spPr>
            <a:xfrm>
              <a:off x="2795800" y="2598800"/>
              <a:ext cx="32175" cy="31575"/>
            </a:xfrm>
            <a:custGeom>
              <a:rect b="b" l="l" r="r" t="t"/>
              <a:pathLst>
                <a:path extrusionOk="0" h="1263" w="1287">
                  <a:moveTo>
                    <a:pt x="0" y="1"/>
                  </a:moveTo>
                  <a:lnTo>
                    <a:pt x="0" y="1263"/>
                  </a:lnTo>
                  <a:lnTo>
                    <a:pt x="1286" y="1263"/>
                  </a:lnTo>
                  <a:lnTo>
                    <a:pt x="1286" y="953"/>
                  </a:lnTo>
                  <a:cubicBezTo>
                    <a:pt x="1286" y="406"/>
                    <a:pt x="857" y="1"/>
                    <a:pt x="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83" name="Google Shape;1683;p41"/>
            <p:cNvSpPr/>
            <p:nvPr/>
          </p:nvSpPr>
          <p:spPr>
            <a:xfrm>
              <a:off x="2894025" y="2377925"/>
              <a:ext cx="139350" cy="157800"/>
            </a:xfrm>
            <a:custGeom>
              <a:rect b="b" l="l" r="r" t="t"/>
              <a:pathLst>
                <a:path extrusionOk="0" h="6312" w="5574">
                  <a:moveTo>
                    <a:pt x="0" y="1"/>
                  </a:moveTo>
                  <a:lnTo>
                    <a:pt x="620" y="548"/>
                  </a:lnTo>
                  <a:cubicBezTo>
                    <a:pt x="905" y="810"/>
                    <a:pt x="1096" y="1167"/>
                    <a:pt x="1144" y="1572"/>
                  </a:cubicBezTo>
                  <a:cubicBezTo>
                    <a:pt x="1144" y="1787"/>
                    <a:pt x="1072" y="1977"/>
                    <a:pt x="953" y="2168"/>
                  </a:cubicBezTo>
                  <a:cubicBezTo>
                    <a:pt x="667" y="2644"/>
                    <a:pt x="524" y="3215"/>
                    <a:pt x="524" y="3787"/>
                  </a:cubicBezTo>
                  <a:cubicBezTo>
                    <a:pt x="524" y="5192"/>
                    <a:pt x="1644" y="6311"/>
                    <a:pt x="3049" y="6311"/>
                  </a:cubicBezTo>
                  <a:cubicBezTo>
                    <a:pt x="4454" y="6311"/>
                    <a:pt x="5573" y="5192"/>
                    <a:pt x="5573" y="3787"/>
                  </a:cubicBezTo>
                  <a:lnTo>
                    <a:pt x="5573" y="3454"/>
                  </a:lnTo>
                  <a:cubicBezTo>
                    <a:pt x="5573" y="2596"/>
                    <a:pt x="4859" y="1882"/>
                    <a:pt x="3977" y="1882"/>
                  </a:cubicBezTo>
                  <a:lnTo>
                    <a:pt x="3668" y="1882"/>
                  </a:lnTo>
                  <a:lnTo>
                    <a:pt x="3668" y="2834"/>
                  </a:lnTo>
                  <a:cubicBezTo>
                    <a:pt x="3668" y="3049"/>
                    <a:pt x="3513" y="3156"/>
                    <a:pt x="3358" y="3156"/>
                  </a:cubicBezTo>
                  <a:cubicBezTo>
                    <a:pt x="3203" y="3156"/>
                    <a:pt x="3049" y="3049"/>
                    <a:pt x="3049" y="2834"/>
                  </a:cubicBezTo>
                  <a:lnTo>
                    <a:pt x="3049" y="2191"/>
                  </a:lnTo>
                  <a:cubicBezTo>
                    <a:pt x="3049" y="977"/>
                    <a:pt x="2048" y="1"/>
                    <a:pt x="8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684" name="Google Shape;1684;p41"/>
          <p:cNvGrpSpPr/>
          <p:nvPr/>
        </p:nvGrpSpPr>
        <p:grpSpPr>
          <a:xfrm>
            <a:off x="2601534" y="1564000"/>
            <a:ext cx="297202" cy="344426"/>
            <a:chOff x="2242700" y="2369600"/>
            <a:chExt cx="232225" cy="269125"/>
          </a:xfrm>
        </p:grpSpPr>
        <p:sp>
          <p:nvSpPr>
            <p:cNvPr id="1685" name="Google Shape;1685;p41"/>
            <p:cNvSpPr/>
            <p:nvPr/>
          </p:nvSpPr>
          <p:spPr>
            <a:xfrm>
              <a:off x="2274250" y="2417825"/>
              <a:ext cx="81600" cy="108975"/>
            </a:xfrm>
            <a:custGeom>
              <a:rect b="b" l="l" r="r" t="t"/>
              <a:pathLst>
                <a:path extrusionOk="0" h="4359" w="3264">
                  <a:moveTo>
                    <a:pt x="2525" y="0"/>
                  </a:moveTo>
                  <a:cubicBezTo>
                    <a:pt x="1" y="357"/>
                    <a:pt x="1" y="4001"/>
                    <a:pt x="2525" y="4358"/>
                  </a:cubicBezTo>
                  <a:lnTo>
                    <a:pt x="2525" y="3691"/>
                  </a:lnTo>
                  <a:cubicBezTo>
                    <a:pt x="2144" y="3572"/>
                    <a:pt x="1882" y="3215"/>
                    <a:pt x="1882" y="2810"/>
                  </a:cubicBezTo>
                  <a:lnTo>
                    <a:pt x="2525" y="2810"/>
                  </a:lnTo>
                  <a:cubicBezTo>
                    <a:pt x="2525" y="3001"/>
                    <a:pt x="2673" y="3128"/>
                    <a:pt x="2828" y="3128"/>
                  </a:cubicBezTo>
                  <a:cubicBezTo>
                    <a:pt x="2906" y="3128"/>
                    <a:pt x="2985" y="3096"/>
                    <a:pt x="3049" y="3025"/>
                  </a:cubicBezTo>
                  <a:cubicBezTo>
                    <a:pt x="3263" y="2834"/>
                    <a:pt x="3120" y="2501"/>
                    <a:pt x="2834" y="2501"/>
                  </a:cubicBezTo>
                  <a:cubicBezTo>
                    <a:pt x="1787" y="2477"/>
                    <a:pt x="1525" y="1024"/>
                    <a:pt x="2525" y="667"/>
                  </a:cubicBezTo>
                  <a:lnTo>
                    <a:pt x="25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86" name="Google Shape;1686;p41"/>
            <p:cNvSpPr/>
            <p:nvPr/>
          </p:nvSpPr>
          <p:spPr>
            <a:xfrm>
              <a:off x="2334375" y="2417825"/>
              <a:ext cx="81600" cy="108975"/>
            </a:xfrm>
            <a:custGeom>
              <a:rect b="b" l="l" r="r" t="t"/>
              <a:pathLst>
                <a:path extrusionOk="0" h="4359" w="3264">
                  <a:moveTo>
                    <a:pt x="739" y="0"/>
                  </a:moveTo>
                  <a:lnTo>
                    <a:pt x="739" y="667"/>
                  </a:lnTo>
                  <a:cubicBezTo>
                    <a:pt x="1120" y="786"/>
                    <a:pt x="1382" y="1143"/>
                    <a:pt x="1382" y="1548"/>
                  </a:cubicBezTo>
                  <a:lnTo>
                    <a:pt x="739" y="1548"/>
                  </a:lnTo>
                  <a:cubicBezTo>
                    <a:pt x="739" y="1358"/>
                    <a:pt x="591" y="1231"/>
                    <a:pt x="436" y="1231"/>
                  </a:cubicBezTo>
                  <a:cubicBezTo>
                    <a:pt x="358" y="1231"/>
                    <a:pt x="279" y="1262"/>
                    <a:pt x="215" y="1334"/>
                  </a:cubicBezTo>
                  <a:cubicBezTo>
                    <a:pt x="1" y="1524"/>
                    <a:pt x="144" y="1858"/>
                    <a:pt x="429" y="1858"/>
                  </a:cubicBezTo>
                  <a:cubicBezTo>
                    <a:pt x="1477" y="1881"/>
                    <a:pt x="1739" y="3334"/>
                    <a:pt x="739" y="3715"/>
                  </a:cubicBezTo>
                  <a:lnTo>
                    <a:pt x="739" y="4358"/>
                  </a:lnTo>
                  <a:cubicBezTo>
                    <a:pt x="3263" y="4001"/>
                    <a:pt x="3263" y="357"/>
                    <a:pt x="7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87" name="Google Shape;1687;p41"/>
            <p:cNvSpPr/>
            <p:nvPr/>
          </p:nvSpPr>
          <p:spPr>
            <a:xfrm>
              <a:off x="2305800" y="2606550"/>
              <a:ext cx="78625" cy="32175"/>
            </a:xfrm>
            <a:custGeom>
              <a:rect b="b" l="l" r="r" t="t"/>
              <a:pathLst>
                <a:path extrusionOk="0" h="1287" w="3145">
                  <a:moveTo>
                    <a:pt x="1" y="0"/>
                  </a:moveTo>
                  <a:lnTo>
                    <a:pt x="1" y="1286"/>
                  </a:lnTo>
                  <a:lnTo>
                    <a:pt x="3144" y="1286"/>
                  </a:lnTo>
                  <a:lnTo>
                    <a:pt x="3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88" name="Google Shape;1688;p41"/>
            <p:cNvSpPr/>
            <p:nvPr/>
          </p:nvSpPr>
          <p:spPr>
            <a:xfrm>
              <a:off x="2242700" y="2369600"/>
              <a:ext cx="232225" cy="220900"/>
            </a:xfrm>
            <a:custGeom>
              <a:rect b="b" l="l" r="r" t="t"/>
              <a:pathLst>
                <a:path extrusionOk="0" h="8836" w="9289">
                  <a:moveTo>
                    <a:pt x="4078" y="1260"/>
                  </a:moveTo>
                  <a:cubicBezTo>
                    <a:pt x="5534" y="1260"/>
                    <a:pt x="6930" y="2395"/>
                    <a:pt x="6930" y="4120"/>
                  </a:cubicBezTo>
                  <a:cubicBezTo>
                    <a:pt x="6930" y="5668"/>
                    <a:pt x="5668" y="6954"/>
                    <a:pt x="4096" y="6954"/>
                  </a:cubicBezTo>
                  <a:cubicBezTo>
                    <a:pt x="1572" y="6954"/>
                    <a:pt x="310" y="3882"/>
                    <a:pt x="2096" y="2096"/>
                  </a:cubicBezTo>
                  <a:cubicBezTo>
                    <a:pt x="2673" y="1519"/>
                    <a:pt x="3382" y="1260"/>
                    <a:pt x="4078" y="1260"/>
                  </a:cubicBezTo>
                  <a:close/>
                  <a:moveTo>
                    <a:pt x="4096" y="0"/>
                  </a:moveTo>
                  <a:cubicBezTo>
                    <a:pt x="1834" y="0"/>
                    <a:pt x="0" y="1834"/>
                    <a:pt x="0" y="4120"/>
                  </a:cubicBezTo>
                  <a:cubicBezTo>
                    <a:pt x="0" y="4882"/>
                    <a:pt x="215" y="5668"/>
                    <a:pt x="643" y="6311"/>
                  </a:cubicBezTo>
                  <a:lnTo>
                    <a:pt x="2263" y="8835"/>
                  </a:lnTo>
                  <a:lnTo>
                    <a:pt x="3001" y="8835"/>
                  </a:lnTo>
                  <a:lnTo>
                    <a:pt x="2334" y="7811"/>
                  </a:lnTo>
                  <a:lnTo>
                    <a:pt x="2334" y="7811"/>
                  </a:lnTo>
                  <a:cubicBezTo>
                    <a:pt x="2787" y="8026"/>
                    <a:pt x="3287" y="8145"/>
                    <a:pt x="3787" y="8192"/>
                  </a:cubicBezTo>
                  <a:lnTo>
                    <a:pt x="3787" y="8835"/>
                  </a:lnTo>
                  <a:lnTo>
                    <a:pt x="4406" y="8835"/>
                  </a:lnTo>
                  <a:lnTo>
                    <a:pt x="4406" y="8192"/>
                  </a:lnTo>
                  <a:cubicBezTo>
                    <a:pt x="4906" y="8145"/>
                    <a:pt x="5406" y="8026"/>
                    <a:pt x="5835" y="7811"/>
                  </a:cubicBezTo>
                  <a:lnTo>
                    <a:pt x="5835" y="7811"/>
                  </a:lnTo>
                  <a:lnTo>
                    <a:pt x="5192" y="8835"/>
                  </a:lnTo>
                  <a:lnTo>
                    <a:pt x="5930" y="8835"/>
                  </a:lnTo>
                  <a:lnTo>
                    <a:pt x="7550" y="6311"/>
                  </a:lnTo>
                  <a:cubicBezTo>
                    <a:pt x="9288" y="3572"/>
                    <a:pt x="7335" y="0"/>
                    <a:pt x="4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sp>
        <p:nvSpPr>
          <p:cNvPr id="1689" name="Google Shape;1689;p41"/>
          <p:cNvSpPr/>
          <p:nvPr/>
        </p:nvSpPr>
        <p:spPr>
          <a:xfrm>
            <a:off x="1844032" y="1563150"/>
            <a:ext cx="291858" cy="345130"/>
          </a:xfrm>
          <a:custGeom>
            <a:rect b="b" l="l" r="r" t="t"/>
            <a:pathLst>
              <a:path extrusionOk="0" h="10787" w="9122">
                <a:moveTo>
                  <a:pt x="4073" y="641"/>
                </a:moveTo>
                <a:lnTo>
                  <a:pt x="4073" y="1332"/>
                </a:lnTo>
                <a:cubicBezTo>
                  <a:pt x="4454" y="1451"/>
                  <a:pt x="4692" y="1808"/>
                  <a:pt x="4692" y="2213"/>
                </a:cubicBezTo>
                <a:lnTo>
                  <a:pt x="4073" y="2213"/>
                </a:lnTo>
                <a:cubicBezTo>
                  <a:pt x="4073" y="1999"/>
                  <a:pt x="3912" y="1892"/>
                  <a:pt x="3752" y="1892"/>
                </a:cubicBezTo>
                <a:cubicBezTo>
                  <a:pt x="3591" y="1892"/>
                  <a:pt x="3430" y="1999"/>
                  <a:pt x="3430" y="2213"/>
                </a:cubicBezTo>
                <a:cubicBezTo>
                  <a:pt x="3430" y="2380"/>
                  <a:pt x="3573" y="2523"/>
                  <a:pt x="3763" y="2523"/>
                </a:cubicBezTo>
                <a:cubicBezTo>
                  <a:pt x="4811" y="2546"/>
                  <a:pt x="5073" y="3999"/>
                  <a:pt x="4073" y="4356"/>
                </a:cubicBezTo>
                <a:lnTo>
                  <a:pt x="4073" y="5047"/>
                </a:lnTo>
                <a:lnTo>
                  <a:pt x="3430" y="5071"/>
                </a:lnTo>
                <a:lnTo>
                  <a:pt x="3430" y="4380"/>
                </a:lnTo>
                <a:cubicBezTo>
                  <a:pt x="3073" y="4237"/>
                  <a:pt x="2811" y="3880"/>
                  <a:pt x="2811" y="3475"/>
                </a:cubicBezTo>
                <a:lnTo>
                  <a:pt x="3430" y="3475"/>
                </a:lnTo>
                <a:cubicBezTo>
                  <a:pt x="3430" y="3666"/>
                  <a:pt x="3589" y="3793"/>
                  <a:pt x="3751" y="3793"/>
                </a:cubicBezTo>
                <a:cubicBezTo>
                  <a:pt x="3832" y="3793"/>
                  <a:pt x="3914" y="3761"/>
                  <a:pt x="3978" y="3690"/>
                </a:cubicBezTo>
                <a:cubicBezTo>
                  <a:pt x="4168" y="3499"/>
                  <a:pt x="4025" y="3166"/>
                  <a:pt x="3763" y="3166"/>
                </a:cubicBezTo>
                <a:cubicBezTo>
                  <a:pt x="2692" y="3166"/>
                  <a:pt x="2454" y="1689"/>
                  <a:pt x="3430" y="1332"/>
                </a:cubicBezTo>
                <a:lnTo>
                  <a:pt x="3430" y="641"/>
                </a:lnTo>
                <a:close/>
                <a:moveTo>
                  <a:pt x="6597" y="3193"/>
                </a:moveTo>
                <a:lnTo>
                  <a:pt x="6597" y="3193"/>
                </a:lnTo>
                <a:cubicBezTo>
                  <a:pt x="6754" y="3220"/>
                  <a:pt x="6890" y="3288"/>
                  <a:pt x="7026" y="3356"/>
                </a:cubicBezTo>
                <a:cubicBezTo>
                  <a:pt x="7526" y="3618"/>
                  <a:pt x="7860" y="4166"/>
                  <a:pt x="7860" y="4737"/>
                </a:cubicBezTo>
                <a:lnTo>
                  <a:pt x="7860" y="6333"/>
                </a:lnTo>
                <a:lnTo>
                  <a:pt x="4716" y="6333"/>
                </a:lnTo>
                <a:lnTo>
                  <a:pt x="4716" y="5523"/>
                </a:lnTo>
                <a:cubicBezTo>
                  <a:pt x="5715" y="5166"/>
                  <a:pt x="6453" y="4263"/>
                  <a:pt x="6597" y="3193"/>
                </a:cubicBezTo>
                <a:close/>
                <a:moveTo>
                  <a:pt x="7240" y="7571"/>
                </a:moveTo>
                <a:lnTo>
                  <a:pt x="7217" y="8214"/>
                </a:lnTo>
                <a:lnTo>
                  <a:pt x="6597" y="8214"/>
                </a:lnTo>
                <a:lnTo>
                  <a:pt x="6597" y="9476"/>
                </a:lnTo>
                <a:lnTo>
                  <a:pt x="5978" y="9476"/>
                </a:lnTo>
                <a:lnTo>
                  <a:pt x="5978" y="8214"/>
                </a:lnTo>
                <a:lnTo>
                  <a:pt x="5335" y="8214"/>
                </a:lnTo>
                <a:lnTo>
                  <a:pt x="5335" y="7571"/>
                </a:lnTo>
                <a:close/>
                <a:moveTo>
                  <a:pt x="3757" y="1"/>
                </a:moveTo>
                <a:cubicBezTo>
                  <a:pt x="3005" y="1"/>
                  <a:pt x="2238" y="297"/>
                  <a:pt x="1644" y="951"/>
                </a:cubicBezTo>
                <a:cubicBezTo>
                  <a:pt x="1" y="2761"/>
                  <a:pt x="1311" y="5690"/>
                  <a:pt x="3763" y="5690"/>
                </a:cubicBezTo>
                <a:cubicBezTo>
                  <a:pt x="3859" y="5690"/>
                  <a:pt x="3978" y="5666"/>
                  <a:pt x="4073" y="5666"/>
                </a:cubicBezTo>
                <a:lnTo>
                  <a:pt x="4073" y="6333"/>
                </a:lnTo>
                <a:lnTo>
                  <a:pt x="3454" y="6333"/>
                </a:lnTo>
                <a:lnTo>
                  <a:pt x="3454" y="10786"/>
                </a:lnTo>
                <a:lnTo>
                  <a:pt x="9122" y="10786"/>
                </a:lnTo>
                <a:lnTo>
                  <a:pt x="9122" y="6333"/>
                </a:lnTo>
                <a:lnTo>
                  <a:pt x="8503" y="6333"/>
                </a:lnTo>
                <a:lnTo>
                  <a:pt x="8503" y="4737"/>
                </a:lnTo>
                <a:cubicBezTo>
                  <a:pt x="8503" y="3928"/>
                  <a:pt x="8050" y="3166"/>
                  <a:pt x="7312" y="2785"/>
                </a:cubicBezTo>
                <a:cubicBezTo>
                  <a:pt x="7074" y="2666"/>
                  <a:pt x="6836" y="2594"/>
                  <a:pt x="6574" y="2546"/>
                </a:cubicBezTo>
                <a:lnTo>
                  <a:pt x="6574" y="2546"/>
                </a:lnTo>
                <a:cubicBezTo>
                  <a:pt x="6574" y="2642"/>
                  <a:pt x="6597" y="2761"/>
                  <a:pt x="6597" y="2856"/>
                </a:cubicBezTo>
                <a:cubicBezTo>
                  <a:pt x="6597" y="2974"/>
                  <a:pt x="6597" y="3092"/>
                  <a:pt x="6574" y="3186"/>
                </a:cubicBezTo>
                <a:lnTo>
                  <a:pt x="6574" y="3186"/>
                </a:lnTo>
                <a:cubicBezTo>
                  <a:pt x="6487" y="3175"/>
                  <a:pt x="6400" y="3169"/>
                  <a:pt x="6314" y="3169"/>
                </a:cubicBezTo>
                <a:cubicBezTo>
                  <a:pt x="5912" y="3169"/>
                  <a:pt x="5525" y="3291"/>
                  <a:pt x="5216" y="3523"/>
                </a:cubicBezTo>
                <a:lnTo>
                  <a:pt x="4859" y="2999"/>
                </a:lnTo>
                <a:cubicBezTo>
                  <a:pt x="5283" y="2696"/>
                  <a:pt x="5792" y="2530"/>
                  <a:pt x="6315" y="2530"/>
                </a:cubicBezTo>
                <a:cubicBezTo>
                  <a:pt x="6409" y="2530"/>
                  <a:pt x="6503" y="2536"/>
                  <a:pt x="6597" y="2546"/>
                </a:cubicBezTo>
                <a:cubicBezTo>
                  <a:pt x="6429" y="968"/>
                  <a:pt x="5116" y="1"/>
                  <a:pt x="37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nvGrpSpPr>
          <p:cNvPr id="1690" name="Google Shape;1690;p41"/>
          <p:cNvGrpSpPr/>
          <p:nvPr/>
        </p:nvGrpSpPr>
        <p:grpSpPr>
          <a:xfrm>
            <a:off x="1093642" y="1564000"/>
            <a:ext cx="343658" cy="343658"/>
            <a:chOff x="1064475" y="2369600"/>
            <a:chExt cx="268525" cy="268525"/>
          </a:xfrm>
        </p:grpSpPr>
        <p:sp>
          <p:nvSpPr>
            <p:cNvPr id="1691" name="Google Shape;1691;p41"/>
            <p:cNvSpPr/>
            <p:nvPr/>
          </p:nvSpPr>
          <p:spPr>
            <a:xfrm>
              <a:off x="1064475" y="2432100"/>
              <a:ext cx="268525" cy="206025"/>
            </a:xfrm>
            <a:custGeom>
              <a:rect b="b" l="l" r="r" t="t"/>
              <a:pathLst>
                <a:path extrusionOk="0" h="8241" w="10741">
                  <a:moveTo>
                    <a:pt x="3144" y="2549"/>
                  </a:moveTo>
                  <a:lnTo>
                    <a:pt x="3144" y="3168"/>
                  </a:lnTo>
                  <a:lnTo>
                    <a:pt x="2525" y="3168"/>
                  </a:lnTo>
                  <a:lnTo>
                    <a:pt x="2525" y="2549"/>
                  </a:lnTo>
                  <a:close/>
                  <a:moveTo>
                    <a:pt x="1790" y="1"/>
                  </a:moveTo>
                  <a:cubicBezTo>
                    <a:pt x="1227" y="1"/>
                    <a:pt x="667" y="215"/>
                    <a:pt x="239" y="644"/>
                  </a:cubicBezTo>
                  <a:lnTo>
                    <a:pt x="1" y="858"/>
                  </a:lnTo>
                  <a:lnTo>
                    <a:pt x="1191" y="2025"/>
                  </a:lnTo>
                  <a:cubicBezTo>
                    <a:pt x="1072" y="2192"/>
                    <a:pt x="977" y="2358"/>
                    <a:pt x="905" y="2525"/>
                  </a:cubicBezTo>
                  <a:lnTo>
                    <a:pt x="1" y="2525"/>
                  </a:lnTo>
                  <a:lnTo>
                    <a:pt x="1" y="5049"/>
                  </a:lnTo>
                  <a:lnTo>
                    <a:pt x="905" y="5049"/>
                  </a:lnTo>
                  <a:cubicBezTo>
                    <a:pt x="1239" y="5788"/>
                    <a:pt x="1810" y="6359"/>
                    <a:pt x="2525" y="6669"/>
                  </a:cubicBezTo>
                  <a:lnTo>
                    <a:pt x="2525" y="8240"/>
                  </a:lnTo>
                  <a:lnTo>
                    <a:pt x="4430" y="8240"/>
                  </a:lnTo>
                  <a:lnTo>
                    <a:pt x="4430" y="6954"/>
                  </a:lnTo>
                  <a:lnTo>
                    <a:pt x="6335" y="6954"/>
                  </a:lnTo>
                  <a:lnTo>
                    <a:pt x="6335" y="8240"/>
                  </a:lnTo>
                  <a:lnTo>
                    <a:pt x="8217" y="8240"/>
                  </a:lnTo>
                  <a:lnTo>
                    <a:pt x="8217" y="6669"/>
                  </a:lnTo>
                  <a:cubicBezTo>
                    <a:pt x="9360" y="6169"/>
                    <a:pt x="10098" y="5049"/>
                    <a:pt x="10122" y="3811"/>
                  </a:cubicBezTo>
                  <a:cubicBezTo>
                    <a:pt x="10098" y="3597"/>
                    <a:pt x="10074" y="3406"/>
                    <a:pt x="10050" y="3216"/>
                  </a:cubicBezTo>
                  <a:cubicBezTo>
                    <a:pt x="10479" y="2787"/>
                    <a:pt x="10741" y="2215"/>
                    <a:pt x="10741" y="1596"/>
                  </a:cubicBezTo>
                  <a:lnTo>
                    <a:pt x="10741" y="834"/>
                  </a:lnTo>
                  <a:lnTo>
                    <a:pt x="10193" y="1382"/>
                  </a:lnTo>
                  <a:cubicBezTo>
                    <a:pt x="9979" y="1596"/>
                    <a:pt x="9717" y="1739"/>
                    <a:pt x="9431" y="1834"/>
                  </a:cubicBezTo>
                  <a:cubicBezTo>
                    <a:pt x="8812" y="1072"/>
                    <a:pt x="7907" y="644"/>
                    <a:pt x="6931" y="644"/>
                  </a:cubicBezTo>
                  <a:lnTo>
                    <a:pt x="3787" y="644"/>
                  </a:lnTo>
                  <a:cubicBezTo>
                    <a:pt x="3644" y="644"/>
                    <a:pt x="3525" y="644"/>
                    <a:pt x="3382" y="667"/>
                  </a:cubicBezTo>
                  <a:lnTo>
                    <a:pt x="3358" y="644"/>
                  </a:lnTo>
                  <a:cubicBezTo>
                    <a:pt x="2918" y="215"/>
                    <a:pt x="2352" y="1"/>
                    <a:pt x="17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92" name="Google Shape;1692;p41"/>
            <p:cNvSpPr/>
            <p:nvPr/>
          </p:nvSpPr>
          <p:spPr>
            <a:xfrm>
              <a:off x="1190700" y="2369600"/>
              <a:ext cx="16100" cy="31575"/>
            </a:xfrm>
            <a:custGeom>
              <a:rect b="b" l="l" r="r" t="t"/>
              <a:pathLst>
                <a:path extrusionOk="0" h="1263" w="644">
                  <a:moveTo>
                    <a:pt x="0" y="0"/>
                  </a:moveTo>
                  <a:lnTo>
                    <a:pt x="0" y="1262"/>
                  </a:lnTo>
                  <a:lnTo>
                    <a:pt x="643" y="1262"/>
                  </a:lnTo>
                  <a:lnTo>
                    <a:pt x="64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93" name="Google Shape;1693;p41"/>
            <p:cNvSpPr/>
            <p:nvPr/>
          </p:nvSpPr>
          <p:spPr>
            <a:xfrm>
              <a:off x="1222250" y="2385075"/>
              <a:ext cx="16100" cy="32175"/>
            </a:xfrm>
            <a:custGeom>
              <a:rect b="b" l="l" r="r" t="t"/>
              <a:pathLst>
                <a:path extrusionOk="0" h="1287" w="644">
                  <a:moveTo>
                    <a:pt x="0" y="0"/>
                  </a:moveTo>
                  <a:lnTo>
                    <a:pt x="0" y="1286"/>
                  </a:lnTo>
                  <a:lnTo>
                    <a:pt x="643" y="1286"/>
                  </a:lnTo>
                  <a:lnTo>
                    <a:pt x="64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94" name="Google Shape;1694;p41"/>
            <p:cNvSpPr/>
            <p:nvPr/>
          </p:nvSpPr>
          <p:spPr>
            <a:xfrm>
              <a:off x="1159150" y="2385075"/>
              <a:ext cx="15500" cy="32175"/>
            </a:xfrm>
            <a:custGeom>
              <a:rect b="b" l="l" r="r" t="t"/>
              <a:pathLst>
                <a:path extrusionOk="0" h="1287" w="620">
                  <a:moveTo>
                    <a:pt x="0" y="0"/>
                  </a:moveTo>
                  <a:lnTo>
                    <a:pt x="0" y="1286"/>
                  </a:lnTo>
                  <a:lnTo>
                    <a:pt x="619" y="1286"/>
                  </a:lnTo>
                  <a:lnTo>
                    <a:pt x="61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1695" name="Google Shape;1695;p41"/>
            <p:cNvSpPr/>
            <p:nvPr/>
          </p:nvSpPr>
          <p:spPr>
            <a:xfrm>
              <a:off x="1167475" y="2416625"/>
              <a:ext cx="62525" cy="16100"/>
            </a:xfrm>
            <a:custGeom>
              <a:rect b="b" l="l" r="r" t="t"/>
              <a:pathLst>
                <a:path extrusionOk="0" h="644" w="2501">
                  <a:moveTo>
                    <a:pt x="1251" y="0"/>
                  </a:moveTo>
                  <a:cubicBezTo>
                    <a:pt x="780" y="0"/>
                    <a:pt x="310" y="215"/>
                    <a:pt x="0" y="643"/>
                  </a:cubicBezTo>
                  <a:lnTo>
                    <a:pt x="2501" y="643"/>
                  </a:lnTo>
                  <a:cubicBezTo>
                    <a:pt x="2191" y="215"/>
                    <a:pt x="1721" y="0"/>
                    <a:pt x="12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9" name="Shape 1699"/>
        <p:cNvGrpSpPr/>
        <p:nvPr/>
      </p:nvGrpSpPr>
      <p:grpSpPr>
        <a:xfrm>
          <a:off x="0" y="0"/>
          <a:ext cx="0" cy="0"/>
          <a:chOff x="0" y="0"/>
          <a:chExt cx="0" cy="0"/>
        </a:xfrm>
      </p:grpSpPr>
      <p:sp>
        <p:nvSpPr>
          <p:cNvPr id="1700" name="Google Shape;1700;p42"/>
          <p:cNvSpPr txBox="1"/>
          <p:nvPr>
            <p:ph type="title"/>
          </p:nvPr>
        </p:nvSpPr>
        <p:spPr>
          <a:xfrm>
            <a:off x="720000" y="588469"/>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a:t>
            </a:r>
            <a:r>
              <a:rPr lang="en">
                <a:solidFill>
                  <a:schemeClr val="accent3"/>
                </a:solidFill>
              </a:rPr>
              <a:t>RESOURCES</a:t>
            </a:r>
            <a:endParaRPr>
              <a:solidFill>
                <a:schemeClr val="accent3"/>
              </a:solidFill>
            </a:endParaRPr>
          </a:p>
        </p:txBody>
      </p:sp>
      <p:grpSp>
        <p:nvGrpSpPr>
          <p:cNvPr id="1701" name="Google Shape;1701;p42"/>
          <p:cNvGrpSpPr/>
          <p:nvPr/>
        </p:nvGrpSpPr>
        <p:grpSpPr>
          <a:xfrm>
            <a:off x="4781373" y="3943016"/>
            <a:ext cx="1107984" cy="732804"/>
            <a:chOff x="3270550" y="398675"/>
            <a:chExt cx="1579225" cy="1044475"/>
          </a:xfrm>
        </p:grpSpPr>
        <p:sp>
          <p:nvSpPr>
            <p:cNvPr id="1702" name="Google Shape;1702;p42"/>
            <p:cNvSpPr/>
            <p:nvPr/>
          </p:nvSpPr>
          <p:spPr>
            <a:xfrm>
              <a:off x="3409025" y="584150"/>
              <a:ext cx="1310350" cy="689675"/>
            </a:xfrm>
            <a:custGeom>
              <a:rect b="b" l="l" r="r" t="t"/>
              <a:pathLst>
                <a:path extrusionOk="0" h="27587" w="52414">
                  <a:moveTo>
                    <a:pt x="50174" y="1"/>
                  </a:moveTo>
                  <a:cubicBezTo>
                    <a:pt x="33094" y="4330"/>
                    <a:pt x="17010" y="9892"/>
                    <a:pt x="0" y="17069"/>
                  </a:cubicBezTo>
                  <a:lnTo>
                    <a:pt x="2068" y="27586"/>
                  </a:lnTo>
                  <a:cubicBezTo>
                    <a:pt x="26661" y="21917"/>
                    <a:pt x="45666" y="16219"/>
                    <a:pt x="52414" y="10463"/>
                  </a:cubicBezTo>
                  <a:lnTo>
                    <a:pt x="50174" y="1"/>
                  </a:ln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2"/>
            <p:cNvSpPr/>
            <p:nvPr/>
          </p:nvSpPr>
          <p:spPr>
            <a:xfrm>
              <a:off x="3270550" y="398675"/>
              <a:ext cx="1579225" cy="1044475"/>
            </a:xfrm>
            <a:custGeom>
              <a:rect b="b" l="l" r="r" t="t"/>
              <a:pathLst>
                <a:path extrusionOk="0" h="41779" w="63169">
                  <a:moveTo>
                    <a:pt x="56498" y="5377"/>
                  </a:moveTo>
                  <a:cubicBezTo>
                    <a:pt x="57317" y="9635"/>
                    <a:pt x="58137" y="13895"/>
                    <a:pt x="58953" y="18152"/>
                  </a:cubicBezTo>
                  <a:cubicBezTo>
                    <a:pt x="42437" y="28976"/>
                    <a:pt x="23187" y="25577"/>
                    <a:pt x="6671" y="36401"/>
                  </a:cubicBezTo>
                  <a:cubicBezTo>
                    <a:pt x="5852" y="32141"/>
                    <a:pt x="5035" y="27884"/>
                    <a:pt x="4216" y="23627"/>
                  </a:cubicBezTo>
                  <a:cubicBezTo>
                    <a:pt x="20732" y="12803"/>
                    <a:pt x="39985" y="16202"/>
                    <a:pt x="56498" y="5377"/>
                  </a:cubicBezTo>
                  <a:close/>
                  <a:moveTo>
                    <a:pt x="59691" y="0"/>
                  </a:moveTo>
                  <a:cubicBezTo>
                    <a:pt x="41186" y="15132"/>
                    <a:pt x="18506" y="8551"/>
                    <a:pt x="1" y="23682"/>
                  </a:cubicBezTo>
                  <a:cubicBezTo>
                    <a:pt x="1157" y="29715"/>
                    <a:pt x="2316" y="35747"/>
                    <a:pt x="3478" y="41779"/>
                  </a:cubicBezTo>
                  <a:cubicBezTo>
                    <a:pt x="21983" y="26647"/>
                    <a:pt x="44663" y="33228"/>
                    <a:pt x="63168" y="18096"/>
                  </a:cubicBezTo>
                  <a:cubicBezTo>
                    <a:pt x="62009" y="12064"/>
                    <a:pt x="60850" y="6032"/>
                    <a:pt x="59691" y="0"/>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2"/>
            <p:cNvSpPr/>
            <p:nvPr/>
          </p:nvSpPr>
          <p:spPr>
            <a:xfrm>
              <a:off x="3375950" y="533100"/>
              <a:ext cx="1368425" cy="775625"/>
            </a:xfrm>
            <a:custGeom>
              <a:rect b="b" l="l" r="r" t="t"/>
              <a:pathLst>
                <a:path extrusionOk="0" h="31025" w="54737">
                  <a:moveTo>
                    <a:pt x="44674" y="8593"/>
                  </a:moveTo>
                  <a:cubicBezTo>
                    <a:pt x="45367" y="8593"/>
                    <a:pt x="45982" y="8889"/>
                    <a:pt x="46281" y="9440"/>
                  </a:cubicBezTo>
                  <a:cubicBezTo>
                    <a:pt x="46766" y="10329"/>
                    <a:pt x="46242" y="11546"/>
                    <a:pt x="45114" y="12159"/>
                  </a:cubicBezTo>
                  <a:cubicBezTo>
                    <a:pt x="44683" y="12394"/>
                    <a:pt x="44227" y="12506"/>
                    <a:pt x="43801" y="12506"/>
                  </a:cubicBezTo>
                  <a:cubicBezTo>
                    <a:pt x="43109" y="12506"/>
                    <a:pt x="42495" y="12210"/>
                    <a:pt x="42196" y="11660"/>
                  </a:cubicBezTo>
                  <a:lnTo>
                    <a:pt x="42196" y="11658"/>
                  </a:lnTo>
                  <a:cubicBezTo>
                    <a:pt x="41714" y="10769"/>
                    <a:pt x="42235" y="9551"/>
                    <a:pt x="43364" y="8938"/>
                  </a:cubicBezTo>
                  <a:cubicBezTo>
                    <a:pt x="43793" y="8705"/>
                    <a:pt x="44249" y="8593"/>
                    <a:pt x="44674" y="8593"/>
                  </a:cubicBezTo>
                  <a:close/>
                  <a:moveTo>
                    <a:pt x="29243" y="10120"/>
                  </a:moveTo>
                  <a:cubicBezTo>
                    <a:pt x="32460" y="10120"/>
                    <a:pt x="35049" y="11487"/>
                    <a:pt x="35479" y="13725"/>
                  </a:cubicBezTo>
                  <a:cubicBezTo>
                    <a:pt x="36017" y="16525"/>
                    <a:pt x="33016" y="19612"/>
                    <a:pt x="28748" y="20481"/>
                  </a:cubicBezTo>
                  <a:cubicBezTo>
                    <a:pt x="27918" y="20650"/>
                    <a:pt x="27103" y="20731"/>
                    <a:pt x="26324" y="20731"/>
                  </a:cubicBezTo>
                  <a:cubicBezTo>
                    <a:pt x="23098" y="20731"/>
                    <a:pt x="20497" y="19345"/>
                    <a:pt x="20066" y="17105"/>
                  </a:cubicBezTo>
                  <a:cubicBezTo>
                    <a:pt x="19528" y="14302"/>
                    <a:pt x="22535" y="11234"/>
                    <a:pt x="26803" y="10370"/>
                  </a:cubicBezTo>
                  <a:cubicBezTo>
                    <a:pt x="27639" y="10201"/>
                    <a:pt x="28459" y="10120"/>
                    <a:pt x="29243" y="10120"/>
                  </a:cubicBezTo>
                  <a:close/>
                  <a:moveTo>
                    <a:pt x="10992" y="17772"/>
                  </a:moveTo>
                  <a:cubicBezTo>
                    <a:pt x="11684" y="17772"/>
                    <a:pt x="12298" y="18068"/>
                    <a:pt x="12596" y="18618"/>
                  </a:cubicBezTo>
                  <a:cubicBezTo>
                    <a:pt x="13081" y="19506"/>
                    <a:pt x="12557" y="20724"/>
                    <a:pt x="11429" y="21337"/>
                  </a:cubicBezTo>
                  <a:cubicBezTo>
                    <a:pt x="10999" y="21572"/>
                    <a:pt x="10542" y="21684"/>
                    <a:pt x="10116" y="21684"/>
                  </a:cubicBezTo>
                  <a:cubicBezTo>
                    <a:pt x="9424" y="21684"/>
                    <a:pt x="8810" y="21388"/>
                    <a:pt x="8512" y="20838"/>
                  </a:cubicBezTo>
                  <a:cubicBezTo>
                    <a:pt x="8030" y="19949"/>
                    <a:pt x="8551" y="18732"/>
                    <a:pt x="9679" y="18119"/>
                  </a:cubicBezTo>
                  <a:cubicBezTo>
                    <a:pt x="10109" y="17884"/>
                    <a:pt x="10566" y="17772"/>
                    <a:pt x="10992" y="17772"/>
                  </a:cubicBezTo>
                  <a:close/>
                  <a:moveTo>
                    <a:pt x="52282" y="0"/>
                  </a:moveTo>
                  <a:cubicBezTo>
                    <a:pt x="35766" y="10825"/>
                    <a:pt x="16516" y="7426"/>
                    <a:pt x="0" y="18250"/>
                  </a:cubicBezTo>
                  <a:cubicBezTo>
                    <a:pt x="819" y="22507"/>
                    <a:pt x="1636" y="26764"/>
                    <a:pt x="2455" y="31024"/>
                  </a:cubicBezTo>
                  <a:cubicBezTo>
                    <a:pt x="18971" y="20200"/>
                    <a:pt x="38221" y="23599"/>
                    <a:pt x="54737" y="12775"/>
                  </a:cubicBezTo>
                  <a:lnTo>
                    <a:pt x="52282" y="0"/>
                  </a:lnTo>
                  <a:close/>
                </a:path>
              </a:pathLst>
            </a:custGeom>
            <a:solidFill>
              <a:srgbClr val="C2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 name="Google Shape;1705;p42"/>
          <p:cNvGrpSpPr/>
          <p:nvPr/>
        </p:nvGrpSpPr>
        <p:grpSpPr>
          <a:xfrm>
            <a:off x="7275651" y="1343028"/>
            <a:ext cx="1063857" cy="857742"/>
            <a:chOff x="1302675" y="343975"/>
            <a:chExt cx="1412825" cy="1139100"/>
          </a:xfrm>
        </p:grpSpPr>
        <p:sp>
          <p:nvSpPr>
            <p:cNvPr id="1706" name="Google Shape;1706;p42"/>
            <p:cNvSpPr/>
            <p:nvPr/>
          </p:nvSpPr>
          <p:spPr>
            <a:xfrm>
              <a:off x="1436850" y="427650"/>
              <a:ext cx="1144500" cy="971825"/>
            </a:xfrm>
            <a:custGeom>
              <a:rect b="b" l="l" r="r" t="t"/>
              <a:pathLst>
                <a:path extrusionOk="0" h="38873" w="45780">
                  <a:moveTo>
                    <a:pt x="8005" y="0"/>
                  </a:moveTo>
                  <a:cubicBezTo>
                    <a:pt x="4227" y="6241"/>
                    <a:pt x="3781" y="8022"/>
                    <a:pt x="0" y="14263"/>
                  </a:cubicBezTo>
                  <a:cubicBezTo>
                    <a:pt x="18439" y="18422"/>
                    <a:pt x="18177" y="38530"/>
                    <a:pt x="37772" y="38873"/>
                  </a:cubicBezTo>
                  <a:cubicBezTo>
                    <a:pt x="41553" y="32629"/>
                    <a:pt x="41999" y="30849"/>
                    <a:pt x="45780" y="24608"/>
                  </a:cubicBezTo>
                  <a:cubicBezTo>
                    <a:pt x="32503" y="22184"/>
                    <a:pt x="26418" y="2257"/>
                    <a:pt x="8005" y="0"/>
                  </a:cubicBezTo>
                  <a:close/>
                </a:path>
              </a:pathLst>
            </a:custGeom>
            <a:solidFill>
              <a:srgbClr val="C2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2"/>
            <p:cNvSpPr/>
            <p:nvPr/>
          </p:nvSpPr>
          <p:spPr>
            <a:xfrm>
              <a:off x="1302675" y="343975"/>
              <a:ext cx="1412825" cy="1139100"/>
            </a:xfrm>
            <a:custGeom>
              <a:rect b="b" l="l" r="r" t="t"/>
              <a:pathLst>
                <a:path extrusionOk="0" h="45564" w="56513">
                  <a:moveTo>
                    <a:pt x="13372" y="3347"/>
                  </a:moveTo>
                  <a:cubicBezTo>
                    <a:pt x="28935" y="6259"/>
                    <a:pt x="35583" y="25046"/>
                    <a:pt x="51147" y="27955"/>
                  </a:cubicBezTo>
                  <a:cubicBezTo>
                    <a:pt x="48477" y="32711"/>
                    <a:pt x="45808" y="37466"/>
                    <a:pt x="43139" y="42220"/>
                  </a:cubicBezTo>
                  <a:cubicBezTo>
                    <a:pt x="27576" y="39308"/>
                    <a:pt x="20928" y="20518"/>
                    <a:pt x="5367" y="17610"/>
                  </a:cubicBezTo>
                  <a:cubicBezTo>
                    <a:pt x="8036" y="12854"/>
                    <a:pt x="10705" y="8100"/>
                    <a:pt x="13372" y="3347"/>
                  </a:cubicBezTo>
                  <a:close/>
                  <a:moveTo>
                    <a:pt x="11343" y="1"/>
                  </a:moveTo>
                  <a:cubicBezTo>
                    <a:pt x="7560" y="6735"/>
                    <a:pt x="3779" y="13472"/>
                    <a:pt x="1" y="20209"/>
                  </a:cubicBezTo>
                  <a:cubicBezTo>
                    <a:pt x="19593" y="20577"/>
                    <a:pt x="25575" y="45195"/>
                    <a:pt x="45167" y="45563"/>
                  </a:cubicBezTo>
                  <a:cubicBezTo>
                    <a:pt x="48951" y="38829"/>
                    <a:pt x="52732" y="32092"/>
                    <a:pt x="56513" y="25358"/>
                  </a:cubicBezTo>
                  <a:cubicBezTo>
                    <a:pt x="36918" y="24987"/>
                    <a:pt x="30936" y="372"/>
                    <a:pt x="11343"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2"/>
            <p:cNvSpPr/>
            <p:nvPr/>
          </p:nvSpPr>
          <p:spPr>
            <a:xfrm>
              <a:off x="2242950" y="1076075"/>
              <a:ext cx="108550" cy="116375"/>
            </a:xfrm>
            <a:custGeom>
              <a:rect b="b" l="l" r="r" t="t"/>
              <a:pathLst>
                <a:path extrusionOk="0" h="4655" w="4342">
                  <a:moveTo>
                    <a:pt x="2448" y="1"/>
                  </a:moveTo>
                  <a:cubicBezTo>
                    <a:pt x="1607" y="1"/>
                    <a:pt x="755" y="698"/>
                    <a:pt x="410" y="1746"/>
                  </a:cubicBezTo>
                  <a:cubicBezTo>
                    <a:pt x="0" y="2992"/>
                    <a:pt x="454" y="4262"/>
                    <a:pt x="1427" y="4580"/>
                  </a:cubicBezTo>
                  <a:cubicBezTo>
                    <a:pt x="1579" y="4630"/>
                    <a:pt x="1735" y="4654"/>
                    <a:pt x="1891" y="4654"/>
                  </a:cubicBezTo>
                  <a:cubicBezTo>
                    <a:pt x="2733" y="4654"/>
                    <a:pt x="3586" y="3957"/>
                    <a:pt x="3932" y="2908"/>
                  </a:cubicBezTo>
                  <a:cubicBezTo>
                    <a:pt x="4341" y="1663"/>
                    <a:pt x="3884" y="392"/>
                    <a:pt x="2912" y="75"/>
                  </a:cubicBezTo>
                  <a:cubicBezTo>
                    <a:pt x="2760" y="25"/>
                    <a:pt x="2604" y="1"/>
                    <a:pt x="2448"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2"/>
            <p:cNvSpPr/>
            <p:nvPr/>
          </p:nvSpPr>
          <p:spPr>
            <a:xfrm>
              <a:off x="1680775" y="617750"/>
              <a:ext cx="108550" cy="116375"/>
            </a:xfrm>
            <a:custGeom>
              <a:rect b="b" l="l" r="r" t="t"/>
              <a:pathLst>
                <a:path extrusionOk="0" h="4655" w="4342">
                  <a:moveTo>
                    <a:pt x="2448" y="1"/>
                  </a:moveTo>
                  <a:cubicBezTo>
                    <a:pt x="1607" y="1"/>
                    <a:pt x="755" y="698"/>
                    <a:pt x="410" y="1747"/>
                  </a:cubicBezTo>
                  <a:cubicBezTo>
                    <a:pt x="0" y="2992"/>
                    <a:pt x="454" y="4262"/>
                    <a:pt x="1427" y="4580"/>
                  </a:cubicBezTo>
                  <a:cubicBezTo>
                    <a:pt x="1579" y="4630"/>
                    <a:pt x="1734" y="4654"/>
                    <a:pt x="1891" y="4654"/>
                  </a:cubicBezTo>
                  <a:cubicBezTo>
                    <a:pt x="2733" y="4654"/>
                    <a:pt x="3586" y="3957"/>
                    <a:pt x="3932" y="2908"/>
                  </a:cubicBezTo>
                  <a:cubicBezTo>
                    <a:pt x="4341" y="1663"/>
                    <a:pt x="3884" y="392"/>
                    <a:pt x="2912" y="75"/>
                  </a:cubicBezTo>
                  <a:cubicBezTo>
                    <a:pt x="2760" y="25"/>
                    <a:pt x="2604" y="1"/>
                    <a:pt x="2448"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2"/>
            <p:cNvSpPr/>
            <p:nvPr/>
          </p:nvSpPr>
          <p:spPr>
            <a:xfrm>
              <a:off x="1856850" y="738075"/>
              <a:ext cx="315350" cy="365575"/>
            </a:xfrm>
            <a:custGeom>
              <a:rect b="b" l="l" r="r" t="t"/>
              <a:pathLst>
                <a:path extrusionOk="0" h="14623" w="12614">
                  <a:moveTo>
                    <a:pt x="5860" y="1"/>
                  </a:moveTo>
                  <a:cubicBezTo>
                    <a:pt x="5619" y="1"/>
                    <a:pt x="5376" y="20"/>
                    <a:pt x="5133" y="60"/>
                  </a:cubicBezTo>
                  <a:cubicBezTo>
                    <a:pt x="2009" y="567"/>
                    <a:pt x="1" y="4222"/>
                    <a:pt x="650" y="8229"/>
                  </a:cubicBezTo>
                  <a:cubicBezTo>
                    <a:pt x="1249" y="11922"/>
                    <a:pt x="3899" y="14622"/>
                    <a:pt x="6758" y="14622"/>
                  </a:cubicBezTo>
                  <a:cubicBezTo>
                    <a:pt x="6998" y="14622"/>
                    <a:pt x="7240" y="14603"/>
                    <a:pt x="7482" y="14564"/>
                  </a:cubicBezTo>
                  <a:cubicBezTo>
                    <a:pt x="10608" y="14057"/>
                    <a:pt x="12614" y="10399"/>
                    <a:pt x="11967" y="6395"/>
                  </a:cubicBezTo>
                  <a:cubicBezTo>
                    <a:pt x="11369" y="2701"/>
                    <a:pt x="8720" y="1"/>
                    <a:pt x="5860"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 name="Google Shape;1711;p42"/>
          <p:cNvGrpSpPr/>
          <p:nvPr/>
        </p:nvGrpSpPr>
        <p:grpSpPr>
          <a:xfrm rot="535373">
            <a:off x="4418156" y="2333837"/>
            <a:ext cx="979661" cy="903360"/>
            <a:chOff x="4961475" y="636525"/>
            <a:chExt cx="1211725" cy="1117350"/>
          </a:xfrm>
        </p:grpSpPr>
        <p:sp>
          <p:nvSpPr>
            <p:cNvPr id="1712" name="Google Shape;1712;p42"/>
            <p:cNvSpPr/>
            <p:nvPr/>
          </p:nvSpPr>
          <p:spPr>
            <a:xfrm>
              <a:off x="5056750" y="706400"/>
              <a:ext cx="1035725" cy="947675"/>
            </a:xfrm>
            <a:custGeom>
              <a:rect b="b" l="l" r="r" t="t"/>
              <a:pathLst>
                <a:path extrusionOk="0" h="37907" w="41429">
                  <a:moveTo>
                    <a:pt x="31354" y="0"/>
                  </a:moveTo>
                  <a:cubicBezTo>
                    <a:pt x="21942" y="10819"/>
                    <a:pt x="1" y="25951"/>
                    <a:pt x="1" y="25951"/>
                  </a:cubicBezTo>
                  <a:lnTo>
                    <a:pt x="6894" y="37906"/>
                  </a:lnTo>
                  <a:cubicBezTo>
                    <a:pt x="31418" y="23290"/>
                    <a:pt x="41428" y="2976"/>
                    <a:pt x="41428" y="2976"/>
                  </a:cubicBezTo>
                  <a:lnTo>
                    <a:pt x="31354" y="0"/>
                  </a:lnTo>
                  <a:close/>
                </a:path>
              </a:pathLst>
            </a:custGeom>
            <a:solidFill>
              <a:srgbClr val="C2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2"/>
            <p:cNvSpPr/>
            <p:nvPr/>
          </p:nvSpPr>
          <p:spPr>
            <a:xfrm>
              <a:off x="4961475" y="636525"/>
              <a:ext cx="1211725" cy="1117350"/>
            </a:xfrm>
            <a:custGeom>
              <a:rect b="b" l="l" r="r" t="t"/>
              <a:pathLst>
                <a:path extrusionOk="0" h="44694" w="48469">
                  <a:moveTo>
                    <a:pt x="35165" y="2795"/>
                  </a:moveTo>
                  <a:lnTo>
                    <a:pt x="45239" y="5771"/>
                  </a:lnTo>
                  <a:cubicBezTo>
                    <a:pt x="37335" y="19103"/>
                    <a:pt x="25310" y="31287"/>
                    <a:pt x="10705" y="40701"/>
                  </a:cubicBezTo>
                  <a:lnTo>
                    <a:pt x="3812" y="28743"/>
                  </a:lnTo>
                  <a:cubicBezTo>
                    <a:pt x="16199" y="22382"/>
                    <a:pt x="27138" y="13344"/>
                    <a:pt x="35165" y="2795"/>
                  </a:cubicBezTo>
                  <a:close/>
                  <a:moveTo>
                    <a:pt x="35468" y="1"/>
                  </a:moveTo>
                  <a:cubicBezTo>
                    <a:pt x="26681" y="11956"/>
                    <a:pt x="14118" y="21942"/>
                    <a:pt x="0" y="28280"/>
                  </a:cubicBezTo>
                  <a:lnTo>
                    <a:pt x="8250" y="44694"/>
                  </a:lnTo>
                  <a:cubicBezTo>
                    <a:pt x="25945" y="33816"/>
                    <a:pt x="40146" y="19069"/>
                    <a:pt x="48468" y="3038"/>
                  </a:cubicBezTo>
                  <a:lnTo>
                    <a:pt x="35468" y="1"/>
                  </a:ln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2"/>
            <p:cNvSpPr/>
            <p:nvPr/>
          </p:nvSpPr>
          <p:spPr>
            <a:xfrm>
              <a:off x="5778450" y="860925"/>
              <a:ext cx="126725" cy="109650"/>
            </a:xfrm>
            <a:custGeom>
              <a:rect b="b" l="l" r="r" t="t"/>
              <a:pathLst>
                <a:path extrusionOk="0" h="4386" w="5069">
                  <a:moveTo>
                    <a:pt x="3692" y="1"/>
                  </a:moveTo>
                  <a:cubicBezTo>
                    <a:pt x="2858" y="1"/>
                    <a:pt x="1782" y="580"/>
                    <a:pt x="1026" y="1470"/>
                  </a:cubicBezTo>
                  <a:cubicBezTo>
                    <a:pt x="101" y="2560"/>
                    <a:pt x="0" y="3788"/>
                    <a:pt x="839" y="4237"/>
                  </a:cubicBezTo>
                  <a:cubicBezTo>
                    <a:pt x="1029" y="4337"/>
                    <a:pt x="1251" y="4385"/>
                    <a:pt x="1493" y="4385"/>
                  </a:cubicBezTo>
                  <a:cubicBezTo>
                    <a:pt x="2321" y="4385"/>
                    <a:pt x="3374" y="3822"/>
                    <a:pt x="4099" y="2894"/>
                  </a:cubicBezTo>
                  <a:cubicBezTo>
                    <a:pt x="5038" y="1696"/>
                    <a:pt x="5068" y="434"/>
                    <a:pt x="4216" y="94"/>
                  </a:cubicBezTo>
                  <a:cubicBezTo>
                    <a:pt x="4058" y="31"/>
                    <a:pt x="3881" y="1"/>
                    <a:pt x="3692"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2"/>
            <p:cNvSpPr/>
            <p:nvPr/>
          </p:nvSpPr>
          <p:spPr>
            <a:xfrm>
              <a:off x="5222950" y="1354850"/>
              <a:ext cx="150000" cy="113275"/>
            </a:xfrm>
            <a:custGeom>
              <a:rect b="b" l="l" r="r" t="t"/>
              <a:pathLst>
                <a:path extrusionOk="0" h="4531" w="6000">
                  <a:moveTo>
                    <a:pt x="3762" y="1"/>
                  </a:moveTo>
                  <a:cubicBezTo>
                    <a:pt x="3127" y="1"/>
                    <a:pt x="2420" y="209"/>
                    <a:pt x="1789" y="620"/>
                  </a:cubicBezTo>
                  <a:cubicBezTo>
                    <a:pt x="533" y="1439"/>
                    <a:pt x="1" y="2846"/>
                    <a:pt x="630" y="3796"/>
                  </a:cubicBezTo>
                  <a:cubicBezTo>
                    <a:pt x="954" y="4283"/>
                    <a:pt x="1535" y="4530"/>
                    <a:pt x="2204" y="4530"/>
                  </a:cubicBezTo>
                  <a:cubicBezTo>
                    <a:pt x="2839" y="4530"/>
                    <a:pt x="3551" y="4308"/>
                    <a:pt x="4197" y="3855"/>
                  </a:cubicBezTo>
                  <a:cubicBezTo>
                    <a:pt x="5520" y="2921"/>
                    <a:pt x="5999" y="1459"/>
                    <a:pt x="5303" y="623"/>
                  </a:cubicBezTo>
                  <a:cubicBezTo>
                    <a:pt x="4956" y="206"/>
                    <a:pt x="4394" y="1"/>
                    <a:pt x="3762"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2"/>
            <p:cNvSpPr/>
            <p:nvPr/>
          </p:nvSpPr>
          <p:spPr>
            <a:xfrm>
              <a:off x="5417350" y="1014825"/>
              <a:ext cx="371300" cy="296675"/>
            </a:xfrm>
            <a:custGeom>
              <a:rect b="b" l="l" r="r" t="t"/>
              <a:pathLst>
                <a:path extrusionOk="0" h="11867" w="14852">
                  <a:moveTo>
                    <a:pt x="10061" y="1"/>
                  </a:moveTo>
                  <a:cubicBezTo>
                    <a:pt x="8325" y="1"/>
                    <a:pt x="6269" y="755"/>
                    <a:pt x="4450" y="2207"/>
                  </a:cubicBezTo>
                  <a:cubicBezTo>
                    <a:pt x="1257" y="4756"/>
                    <a:pt x="1" y="8493"/>
                    <a:pt x="1645" y="10552"/>
                  </a:cubicBezTo>
                  <a:cubicBezTo>
                    <a:pt x="2352" y="11436"/>
                    <a:pt x="3481" y="11867"/>
                    <a:pt x="4792" y="11867"/>
                  </a:cubicBezTo>
                  <a:cubicBezTo>
                    <a:pt x="6528" y="11867"/>
                    <a:pt x="8583" y="11112"/>
                    <a:pt x="10402" y="9660"/>
                  </a:cubicBezTo>
                  <a:cubicBezTo>
                    <a:pt x="13595" y="7111"/>
                    <a:pt x="14851" y="3375"/>
                    <a:pt x="13207" y="1316"/>
                  </a:cubicBezTo>
                  <a:cubicBezTo>
                    <a:pt x="12501" y="431"/>
                    <a:pt x="11372" y="1"/>
                    <a:pt x="10061"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 name="Google Shape;1717;p42"/>
          <p:cNvGrpSpPr/>
          <p:nvPr/>
        </p:nvGrpSpPr>
        <p:grpSpPr>
          <a:xfrm rot="10601085">
            <a:off x="6686446" y="2895384"/>
            <a:ext cx="1059278" cy="872872"/>
            <a:chOff x="4905950" y="2193500"/>
            <a:chExt cx="1343375" cy="1106975"/>
          </a:xfrm>
        </p:grpSpPr>
        <p:sp>
          <p:nvSpPr>
            <p:cNvPr id="1718" name="Google Shape;1718;p42"/>
            <p:cNvSpPr/>
            <p:nvPr/>
          </p:nvSpPr>
          <p:spPr>
            <a:xfrm>
              <a:off x="5001725" y="2284050"/>
              <a:ext cx="1140200" cy="918975"/>
            </a:xfrm>
            <a:custGeom>
              <a:rect b="b" l="l" r="r" t="t"/>
              <a:pathLst>
                <a:path extrusionOk="0" h="36759" w="45608">
                  <a:moveTo>
                    <a:pt x="6473" y="1"/>
                  </a:moveTo>
                  <a:lnTo>
                    <a:pt x="1" y="15121"/>
                  </a:lnTo>
                  <a:cubicBezTo>
                    <a:pt x="15305" y="21778"/>
                    <a:pt x="34962" y="36759"/>
                    <a:pt x="34962" y="36759"/>
                  </a:cubicBezTo>
                  <a:lnTo>
                    <a:pt x="45607" y="24221"/>
                  </a:lnTo>
                  <a:cubicBezTo>
                    <a:pt x="32103" y="10625"/>
                    <a:pt x="6473" y="1"/>
                    <a:pt x="6473" y="1"/>
                  </a:cubicBezTo>
                  <a:close/>
                </a:path>
              </a:pathLst>
            </a:custGeom>
            <a:solidFill>
              <a:srgbClr val="C2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2"/>
            <p:cNvSpPr/>
            <p:nvPr/>
          </p:nvSpPr>
          <p:spPr>
            <a:xfrm>
              <a:off x="4905950" y="2193500"/>
              <a:ext cx="1343375" cy="1106975"/>
            </a:xfrm>
            <a:custGeom>
              <a:rect b="b" l="l" r="r" t="t"/>
              <a:pathLst>
                <a:path extrusionOk="0" h="44279" w="53735">
                  <a:moveTo>
                    <a:pt x="10304" y="3623"/>
                  </a:moveTo>
                  <a:cubicBezTo>
                    <a:pt x="24486" y="9691"/>
                    <a:pt x="37678" y="17857"/>
                    <a:pt x="49438" y="27843"/>
                  </a:cubicBezTo>
                  <a:lnTo>
                    <a:pt x="38793" y="40381"/>
                  </a:lnTo>
                  <a:cubicBezTo>
                    <a:pt x="28286" y="31459"/>
                    <a:pt x="16503" y="24165"/>
                    <a:pt x="3832" y="18743"/>
                  </a:cubicBezTo>
                  <a:cubicBezTo>
                    <a:pt x="5988" y="13703"/>
                    <a:pt x="8148" y="8663"/>
                    <a:pt x="10304" y="3623"/>
                  </a:cubicBezTo>
                  <a:close/>
                  <a:moveTo>
                    <a:pt x="7939" y="1"/>
                  </a:moveTo>
                  <a:lnTo>
                    <a:pt x="1" y="19797"/>
                  </a:lnTo>
                  <a:cubicBezTo>
                    <a:pt x="14503" y="25611"/>
                    <a:pt x="27888" y="33895"/>
                    <a:pt x="39562" y="44279"/>
                  </a:cubicBezTo>
                  <a:lnTo>
                    <a:pt x="53735" y="28345"/>
                  </a:lnTo>
                  <a:cubicBezTo>
                    <a:pt x="40222" y="16322"/>
                    <a:pt x="24725" y="6732"/>
                    <a:pt x="7939"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2"/>
            <p:cNvSpPr/>
            <p:nvPr/>
          </p:nvSpPr>
          <p:spPr>
            <a:xfrm>
              <a:off x="5200325" y="2502525"/>
              <a:ext cx="149575" cy="127475"/>
            </a:xfrm>
            <a:custGeom>
              <a:rect b="b" l="l" r="r" t="t"/>
              <a:pathLst>
                <a:path extrusionOk="0" h="5099" w="5983">
                  <a:moveTo>
                    <a:pt x="2866" y="0"/>
                  </a:moveTo>
                  <a:cubicBezTo>
                    <a:pt x="1908" y="0"/>
                    <a:pt x="1012" y="512"/>
                    <a:pt x="596" y="1392"/>
                  </a:cubicBezTo>
                  <a:cubicBezTo>
                    <a:pt x="0" y="2652"/>
                    <a:pt x="566" y="4173"/>
                    <a:pt x="1847" y="4811"/>
                  </a:cubicBezTo>
                  <a:cubicBezTo>
                    <a:pt x="2237" y="5006"/>
                    <a:pt x="2652" y="5099"/>
                    <a:pt x="3060" y="5099"/>
                  </a:cubicBezTo>
                  <a:cubicBezTo>
                    <a:pt x="3990" y="5099"/>
                    <a:pt x="4879" y="4614"/>
                    <a:pt x="5333" y="3755"/>
                  </a:cubicBezTo>
                  <a:cubicBezTo>
                    <a:pt x="5982" y="2521"/>
                    <a:pt x="5436" y="961"/>
                    <a:pt x="4101" y="295"/>
                  </a:cubicBezTo>
                  <a:cubicBezTo>
                    <a:pt x="3700" y="95"/>
                    <a:pt x="3277" y="0"/>
                    <a:pt x="2866"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2"/>
            <p:cNvSpPr/>
            <p:nvPr/>
          </p:nvSpPr>
          <p:spPr>
            <a:xfrm>
              <a:off x="5801300" y="2878325"/>
              <a:ext cx="147400" cy="128600"/>
            </a:xfrm>
            <a:custGeom>
              <a:rect b="b" l="l" r="r" t="t"/>
              <a:pathLst>
                <a:path extrusionOk="0" h="5144" w="5896">
                  <a:moveTo>
                    <a:pt x="2811" y="0"/>
                  </a:moveTo>
                  <a:cubicBezTo>
                    <a:pt x="2043" y="0"/>
                    <a:pt x="1303" y="337"/>
                    <a:pt x="828" y="979"/>
                  </a:cubicBezTo>
                  <a:cubicBezTo>
                    <a:pt x="0" y="2099"/>
                    <a:pt x="262" y="3699"/>
                    <a:pt x="1396" y="4576"/>
                  </a:cubicBezTo>
                  <a:cubicBezTo>
                    <a:pt x="1889" y="4957"/>
                    <a:pt x="2473" y="5143"/>
                    <a:pt x="3047" y="5143"/>
                  </a:cubicBezTo>
                  <a:cubicBezTo>
                    <a:pt x="3794" y="5143"/>
                    <a:pt x="4525" y="4828"/>
                    <a:pt x="5021" y="4214"/>
                  </a:cubicBezTo>
                  <a:cubicBezTo>
                    <a:pt x="5896" y="3130"/>
                    <a:pt x="5664" y="1492"/>
                    <a:pt x="4480" y="578"/>
                  </a:cubicBezTo>
                  <a:cubicBezTo>
                    <a:pt x="3975" y="188"/>
                    <a:pt x="3385" y="0"/>
                    <a:pt x="2811"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2"/>
            <p:cNvSpPr/>
            <p:nvPr/>
          </p:nvSpPr>
          <p:spPr>
            <a:xfrm>
              <a:off x="5370750" y="2559175"/>
              <a:ext cx="393100" cy="329950"/>
            </a:xfrm>
            <a:custGeom>
              <a:rect b="b" l="l" r="r" t="t"/>
              <a:pathLst>
                <a:path extrusionOk="0" h="13198" w="15724">
                  <a:moveTo>
                    <a:pt x="7365" y="0"/>
                  </a:moveTo>
                  <a:cubicBezTo>
                    <a:pt x="5083" y="0"/>
                    <a:pt x="2934" y="1094"/>
                    <a:pt x="1781" y="3088"/>
                  </a:cubicBezTo>
                  <a:cubicBezTo>
                    <a:pt x="1" y="6175"/>
                    <a:pt x="1280" y="10246"/>
                    <a:pt x="4637" y="12185"/>
                  </a:cubicBezTo>
                  <a:cubicBezTo>
                    <a:pt x="5824" y="12871"/>
                    <a:pt x="7112" y="13197"/>
                    <a:pt x="8360" y="13197"/>
                  </a:cubicBezTo>
                  <a:cubicBezTo>
                    <a:pt x="10643" y="13197"/>
                    <a:pt x="12792" y="12104"/>
                    <a:pt x="13943" y="10109"/>
                  </a:cubicBezTo>
                  <a:cubicBezTo>
                    <a:pt x="15723" y="7025"/>
                    <a:pt x="14444" y="2952"/>
                    <a:pt x="11087" y="1013"/>
                  </a:cubicBezTo>
                  <a:cubicBezTo>
                    <a:pt x="9900" y="327"/>
                    <a:pt x="8613" y="0"/>
                    <a:pt x="7365"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 name="Google Shape;1723;p42"/>
          <p:cNvGrpSpPr/>
          <p:nvPr/>
        </p:nvGrpSpPr>
        <p:grpSpPr>
          <a:xfrm rot="345175">
            <a:off x="7171271" y="3658266"/>
            <a:ext cx="1185239" cy="930278"/>
            <a:chOff x="1242500" y="1557350"/>
            <a:chExt cx="1629725" cy="1279150"/>
          </a:xfrm>
        </p:grpSpPr>
        <p:sp>
          <p:nvSpPr>
            <p:cNvPr id="1724" name="Google Shape;1724;p42"/>
            <p:cNvSpPr/>
            <p:nvPr/>
          </p:nvSpPr>
          <p:spPr>
            <a:xfrm>
              <a:off x="1399425" y="1646350"/>
              <a:ext cx="1315875" cy="1100725"/>
            </a:xfrm>
            <a:custGeom>
              <a:rect b="b" l="l" r="r" t="t"/>
              <a:pathLst>
                <a:path extrusionOk="0" h="44029" w="52635">
                  <a:moveTo>
                    <a:pt x="42772" y="0"/>
                  </a:moveTo>
                  <a:cubicBezTo>
                    <a:pt x="37328" y="0"/>
                    <a:pt x="1" y="35241"/>
                    <a:pt x="1" y="35241"/>
                  </a:cubicBezTo>
                  <a:lnTo>
                    <a:pt x="9655" y="44029"/>
                  </a:lnTo>
                  <a:cubicBezTo>
                    <a:pt x="23811" y="37623"/>
                    <a:pt x="24943" y="32628"/>
                    <a:pt x="33666" y="25038"/>
                  </a:cubicBezTo>
                  <a:cubicBezTo>
                    <a:pt x="43877" y="16153"/>
                    <a:pt x="52634" y="8806"/>
                    <a:pt x="52634" y="8806"/>
                  </a:cubicBezTo>
                  <a:lnTo>
                    <a:pt x="42980" y="21"/>
                  </a:lnTo>
                  <a:cubicBezTo>
                    <a:pt x="42917" y="7"/>
                    <a:pt x="42847" y="0"/>
                    <a:pt x="42772" y="0"/>
                  </a:cubicBezTo>
                  <a:close/>
                </a:path>
              </a:pathLst>
            </a:custGeom>
            <a:solidFill>
              <a:srgbClr val="C2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2"/>
            <p:cNvSpPr/>
            <p:nvPr/>
          </p:nvSpPr>
          <p:spPr>
            <a:xfrm>
              <a:off x="1242500" y="1557350"/>
              <a:ext cx="1629725" cy="1279150"/>
            </a:xfrm>
            <a:custGeom>
              <a:rect b="b" l="l" r="r" t="t"/>
              <a:pathLst>
                <a:path extrusionOk="0" h="51166" w="65189">
                  <a:moveTo>
                    <a:pt x="49257" y="3581"/>
                  </a:moveTo>
                  <a:lnTo>
                    <a:pt x="58911" y="12366"/>
                  </a:lnTo>
                  <a:cubicBezTo>
                    <a:pt x="41005" y="20844"/>
                    <a:pt x="33841" y="39105"/>
                    <a:pt x="15932" y="47589"/>
                  </a:cubicBezTo>
                  <a:cubicBezTo>
                    <a:pt x="12714" y="44658"/>
                    <a:pt x="9496" y="41729"/>
                    <a:pt x="6278" y="38801"/>
                  </a:cubicBezTo>
                  <a:cubicBezTo>
                    <a:pt x="24187" y="30323"/>
                    <a:pt x="31348" y="12062"/>
                    <a:pt x="49257" y="3581"/>
                  </a:cubicBezTo>
                  <a:close/>
                  <a:moveTo>
                    <a:pt x="51511" y="1"/>
                  </a:moveTo>
                  <a:cubicBezTo>
                    <a:pt x="28874" y="7930"/>
                    <a:pt x="22644" y="30794"/>
                    <a:pt x="1" y="38723"/>
                  </a:cubicBezTo>
                  <a:cubicBezTo>
                    <a:pt x="4559" y="42869"/>
                    <a:pt x="9117" y="47017"/>
                    <a:pt x="13678" y="51166"/>
                  </a:cubicBezTo>
                  <a:cubicBezTo>
                    <a:pt x="36318" y="43237"/>
                    <a:pt x="42548" y="20373"/>
                    <a:pt x="65189" y="12447"/>
                  </a:cubicBezTo>
                  <a:cubicBezTo>
                    <a:pt x="60628" y="8298"/>
                    <a:pt x="56069" y="4149"/>
                    <a:pt x="51511"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2"/>
            <p:cNvSpPr/>
            <p:nvPr/>
          </p:nvSpPr>
          <p:spPr>
            <a:xfrm>
              <a:off x="1667175" y="2443750"/>
              <a:ext cx="126450" cy="98775"/>
            </a:xfrm>
            <a:custGeom>
              <a:rect b="b" l="l" r="r" t="t"/>
              <a:pathLst>
                <a:path extrusionOk="0" h="3951" w="5058">
                  <a:moveTo>
                    <a:pt x="2981" y="1"/>
                  </a:moveTo>
                  <a:cubicBezTo>
                    <a:pt x="2535" y="1"/>
                    <a:pt x="2055" y="125"/>
                    <a:pt x="1609" y="383"/>
                  </a:cubicBezTo>
                  <a:cubicBezTo>
                    <a:pt x="494" y="1030"/>
                    <a:pt x="1" y="2264"/>
                    <a:pt x="511" y="3144"/>
                  </a:cubicBezTo>
                  <a:cubicBezTo>
                    <a:pt x="815" y="3672"/>
                    <a:pt x="1410" y="3950"/>
                    <a:pt x="2077" y="3950"/>
                  </a:cubicBezTo>
                  <a:cubicBezTo>
                    <a:pt x="2524" y="3950"/>
                    <a:pt x="3004" y="3826"/>
                    <a:pt x="3450" y="3568"/>
                  </a:cubicBezTo>
                  <a:cubicBezTo>
                    <a:pt x="4567" y="2921"/>
                    <a:pt x="5058" y="1687"/>
                    <a:pt x="4548" y="807"/>
                  </a:cubicBezTo>
                  <a:cubicBezTo>
                    <a:pt x="4244" y="279"/>
                    <a:pt x="3649" y="1"/>
                    <a:pt x="2981"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2"/>
            <p:cNvSpPr/>
            <p:nvPr/>
          </p:nvSpPr>
          <p:spPr>
            <a:xfrm>
              <a:off x="2304300" y="1842750"/>
              <a:ext cx="126450" cy="98775"/>
            </a:xfrm>
            <a:custGeom>
              <a:rect b="b" l="l" r="r" t="t"/>
              <a:pathLst>
                <a:path extrusionOk="0" h="3951" w="5058">
                  <a:moveTo>
                    <a:pt x="2981" y="1"/>
                  </a:moveTo>
                  <a:cubicBezTo>
                    <a:pt x="2534" y="1"/>
                    <a:pt x="2055" y="125"/>
                    <a:pt x="1609" y="384"/>
                  </a:cubicBezTo>
                  <a:cubicBezTo>
                    <a:pt x="494" y="1031"/>
                    <a:pt x="1" y="2265"/>
                    <a:pt x="511" y="3145"/>
                  </a:cubicBezTo>
                  <a:cubicBezTo>
                    <a:pt x="817" y="3672"/>
                    <a:pt x="1412" y="3951"/>
                    <a:pt x="2080" y="3951"/>
                  </a:cubicBezTo>
                  <a:cubicBezTo>
                    <a:pt x="2526" y="3951"/>
                    <a:pt x="3004" y="3826"/>
                    <a:pt x="3450" y="3569"/>
                  </a:cubicBezTo>
                  <a:cubicBezTo>
                    <a:pt x="4567" y="2922"/>
                    <a:pt x="5058" y="1688"/>
                    <a:pt x="4548" y="808"/>
                  </a:cubicBezTo>
                  <a:cubicBezTo>
                    <a:pt x="4244" y="280"/>
                    <a:pt x="3649" y="1"/>
                    <a:pt x="2981"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2"/>
            <p:cNvSpPr/>
            <p:nvPr/>
          </p:nvSpPr>
          <p:spPr>
            <a:xfrm>
              <a:off x="1863400" y="2029900"/>
              <a:ext cx="378675" cy="344050"/>
            </a:xfrm>
            <a:custGeom>
              <a:rect b="b" l="l" r="r" t="t"/>
              <a:pathLst>
                <a:path extrusionOk="0" h="13762" w="15147">
                  <a:moveTo>
                    <a:pt x="10358" y="0"/>
                  </a:moveTo>
                  <a:cubicBezTo>
                    <a:pt x="8291" y="0"/>
                    <a:pt x="5791" y="1204"/>
                    <a:pt x="3784" y="3371"/>
                  </a:cubicBezTo>
                  <a:cubicBezTo>
                    <a:pt x="756" y="6640"/>
                    <a:pt x="1" y="10861"/>
                    <a:pt x="2093" y="12797"/>
                  </a:cubicBezTo>
                  <a:cubicBezTo>
                    <a:pt x="2799" y="13450"/>
                    <a:pt x="3738" y="13761"/>
                    <a:pt x="4789" y="13761"/>
                  </a:cubicBezTo>
                  <a:cubicBezTo>
                    <a:pt x="6857" y="13761"/>
                    <a:pt x="9357" y="12558"/>
                    <a:pt x="11365" y="10393"/>
                  </a:cubicBezTo>
                  <a:cubicBezTo>
                    <a:pt x="14391" y="7124"/>
                    <a:pt x="15146" y="2903"/>
                    <a:pt x="13054" y="964"/>
                  </a:cubicBezTo>
                  <a:cubicBezTo>
                    <a:pt x="12348" y="311"/>
                    <a:pt x="11409" y="0"/>
                    <a:pt x="10358" y="0"/>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 name="Google Shape;1729;p42"/>
          <p:cNvGrpSpPr/>
          <p:nvPr/>
        </p:nvGrpSpPr>
        <p:grpSpPr>
          <a:xfrm>
            <a:off x="4683690" y="1436797"/>
            <a:ext cx="1154553" cy="480742"/>
            <a:chOff x="2841975" y="1936625"/>
            <a:chExt cx="1696375" cy="706350"/>
          </a:xfrm>
        </p:grpSpPr>
        <p:sp>
          <p:nvSpPr>
            <p:cNvPr id="1730" name="Google Shape;1730;p42"/>
            <p:cNvSpPr/>
            <p:nvPr/>
          </p:nvSpPr>
          <p:spPr>
            <a:xfrm>
              <a:off x="2971725" y="2029475"/>
              <a:ext cx="1436800" cy="562375"/>
            </a:xfrm>
            <a:custGeom>
              <a:rect b="b" l="l" r="r" t="t"/>
              <a:pathLst>
                <a:path extrusionOk="0" h="22495" w="57472">
                  <a:moveTo>
                    <a:pt x="5401" y="1"/>
                  </a:moveTo>
                  <a:lnTo>
                    <a:pt x="1" y="17492"/>
                  </a:lnTo>
                  <a:cubicBezTo>
                    <a:pt x="1" y="17492"/>
                    <a:pt x="12420" y="22495"/>
                    <a:pt x="29448" y="22495"/>
                  </a:cubicBezTo>
                  <a:cubicBezTo>
                    <a:pt x="37962" y="22495"/>
                    <a:pt x="47629" y="21244"/>
                    <a:pt x="57471" y="17492"/>
                  </a:cubicBezTo>
                  <a:lnTo>
                    <a:pt x="52074" y="1"/>
                  </a:lnTo>
                  <a:cubicBezTo>
                    <a:pt x="52074" y="1"/>
                    <a:pt x="40954" y="3093"/>
                    <a:pt x="27125" y="3093"/>
                  </a:cubicBezTo>
                  <a:cubicBezTo>
                    <a:pt x="20211" y="3093"/>
                    <a:pt x="12619" y="2320"/>
                    <a:pt x="5401" y="1"/>
                  </a:cubicBezTo>
                  <a:close/>
                </a:path>
              </a:pathLst>
            </a:custGeom>
            <a:solidFill>
              <a:srgbClr val="C8D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2"/>
            <p:cNvSpPr/>
            <p:nvPr/>
          </p:nvSpPr>
          <p:spPr>
            <a:xfrm>
              <a:off x="2841975" y="1936625"/>
              <a:ext cx="1696375" cy="706350"/>
            </a:xfrm>
            <a:custGeom>
              <a:rect b="b" l="l" r="r" t="t"/>
              <a:pathLst>
                <a:path extrusionOk="0" h="28254" w="67855">
                  <a:moveTo>
                    <a:pt x="57264" y="3715"/>
                  </a:moveTo>
                  <a:lnTo>
                    <a:pt x="62661" y="21206"/>
                  </a:lnTo>
                  <a:cubicBezTo>
                    <a:pt x="53301" y="24094"/>
                    <a:pt x="43614" y="25538"/>
                    <a:pt x="33926" y="25538"/>
                  </a:cubicBezTo>
                  <a:cubicBezTo>
                    <a:pt x="24239" y="25538"/>
                    <a:pt x="14551" y="24094"/>
                    <a:pt x="5191" y="21206"/>
                  </a:cubicBezTo>
                  <a:lnTo>
                    <a:pt x="10591" y="3715"/>
                  </a:lnTo>
                  <a:cubicBezTo>
                    <a:pt x="18193" y="6060"/>
                    <a:pt x="26060" y="7233"/>
                    <a:pt x="33927" y="7233"/>
                  </a:cubicBezTo>
                  <a:cubicBezTo>
                    <a:pt x="41795" y="7233"/>
                    <a:pt x="49662" y="6060"/>
                    <a:pt x="57264" y="3715"/>
                  </a:cubicBezTo>
                  <a:close/>
                  <a:moveTo>
                    <a:pt x="8038" y="1"/>
                  </a:moveTo>
                  <a:cubicBezTo>
                    <a:pt x="5358" y="7442"/>
                    <a:pt x="2678" y="14887"/>
                    <a:pt x="0" y="22332"/>
                  </a:cubicBezTo>
                  <a:cubicBezTo>
                    <a:pt x="10965" y="26280"/>
                    <a:pt x="22446" y="28254"/>
                    <a:pt x="33927" y="28254"/>
                  </a:cubicBezTo>
                  <a:cubicBezTo>
                    <a:pt x="45408" y="28254"/>
                    <a:pt x="56890" y="26280"/>
                    <a:pt x="67854" y="22332"/>
                  </a:cubicBezTo>
                  <a:lnTo>
                    <a:pt x="59816" y="1"/>
                  </a:lnTo>
                  <a:cubicBezTo>
                    <a:pt x="51450" y="3012"/>
                    <a:pt x="42689" y="4518"/>
                    <a:pt x="33927" y="4518"/>
                  </a:cubicBezTo>
                  <a:cubicBezTo>
                    <a:pt x="25166" y="4518"/>
                    <a:pt x="16405" y="3012"/>
                    <a:pt x="8038"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2"/>
            <p:cNvSpPr/>
            <p:nvPr/>
          </p:nvSpPr>
          <p:spPr>
            <a:xfrm>
              <a:off x="3202350" y="2243550"/>
              <a:ext cx="171875" cy="141200"/>
            </a:xfrm>
            <a:custGeom>
              <a:rect b="b" l="l" r="r" t="t"/>
              <a:pathLst>
                <a:path extrusionOk="0" h="5648" w="6875">
                  <a:moveTo>
                    <a:pt x="3354" y="1"/>
                  </a:moveTo>
                  <a:cubicBezTo>
                    <a:pt x="1923" y="1"/>
                    <a:pt x="647" y="868"/>
                    <a:pt x="346" y="2184"/>
                  </a:cubicBezTo>
                  <a:cubicBezTo>
                    <a:pt x="1" y="3697"/>
                    <a:pt x="1177" y="5254"/>
                    <a:pt x="2988" y="5586"/>
                  </a:cubicBezTo>
                  <a:cubicBezTo>
                    <a:pt x="3216" y="5627"/>
                    <a:pt x="3442" y="5648"/>
                    <a:pt x="3663" y="5648"/>
                  </a:cubicBezTo>
                  <a:cubicBezTo>
                    <a:pt x="5192" y="5648"/>
                    <a:pt x="6472" y="4687"/>
                    <a:pt x="6660" y="3346"/>
                  </a:cubicBezTo>
                  <a:cubicBezTo>
                    <a:pt x="6874" y="1810"/>
                    <a:pt x="5682" y="370"/>
                    <a:pt x="4005" y="61"/>
                  </a:cubicBezTo>
                  <a:cubicBezTo>
                    <a:pt x="3786" y="20"/>
                    <a:pt x="3568" y="1"/>
                    <a:pt x="3354"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2"/>
            <p:cNvSpPr/>
            <p:nvPr/>
          </p:nvSpPr>
          <p:spPr>
            <a:xfrm>
              <a:off x="4057925" y="2233125"/>
              <a:ext cx="173250" cy="141425"/>
            </a:xfrm>
            <a:custGeom>
              <a:rect b="b" l="l" r="r" t="t"/>
              <a:pathLst>
                <a:path extrusionOk="0" h="5657" w="6930">
                  <a:moveTo>
                    <a:pt x="3565" y="1"/>
                  </a:moveTo>
                  <a:cubicBezTo>
                    <a:pt x="3323" y="1"/>
                    <a:pt x="3077" y="25"/>
                    <a:pt x="2831" y="76"/>
                  </a:cubicBezTo>
                  <a:cubicBezTo>
                    <a:pt x="1159" y="428"/>
                    <a:pt x="0" y="1896"/>
                    <a:pt x="254" y="3428"/>
                  </a:cubicBezTo>
                  <a:cubicBezTo>
                    <a:pt x="471" y="4738"/>
                    <a:pt x="1729" y="5657"/>
                    <a:pt x="3218" y="5657"/>
                  </a:cubicBezTo>
                  <a:cubicBezTo>
                    <a:pt x="3468" y="5657"/>
                    <a:pt x="3725" y="5631"/>
                    <a:pt x="3985" y="5576"/>
                  </a:cubicBezTo>
                  <a:cubicBezTo>
                    <a:pt x="5787" y="5197"/>
                    <a:pt x="6930" y="3612"/>
                    <a:pt x="6545" y="2110"/>
                  </a:cubicBezTo>
                  <a:cubicBezTo>
                    <a:pt x="6219" y="829"/>
                    <a:pt x="4966" y="1"/>
                    <a:pt x="3565"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2"/>
            <p:cNvSpPr/>
            <p:nvPr/>
          </p:nvSpPr>
          <p:spPr>
            <a:xfrm>
              <a:off x="3481475" y="2172050"/>
              <a:ext cx="417300" cy="348450"/>
            </a:xfrm>
            <a:custGeom>
              <a:rect b="b" l="l" r="r" t="t"/>
              <a:pathLst>
                <a:path extrusionOk="0" h="13938" w="16692">
                  <a:moveTo>
                    <a:pt x="8347" y="1"/>
                  </a:moveTo>
                  <a:cubicBezTo>
                    <a:pt x="3739" y="1"/>
                    <a:pt x="0" y="3118"/>
                    <a:pt x="0" y="6969"/>
                  </a:cubicBezTo>
                  <a:cubicBezTo>
                    <a:pt x="0" y="10817"/>
                    <a:pt x="3739" y="13937"/>
                    <a:pt x="8347" y="13937"/>
                  </a:cubicBezTo>
                  <a:cubicBezTo>
                    <a:pt x="12956" y="13937"/>
                    <a:pt x="16692" y="10817"/>
                    <a:pt x="16692" y="6969"/>
                  </a:cubicBezTo>
                  <a:cubicBezTo>
                    <a:pt x="16692" y="3118"/>
                    <a:pt x="12956" y="1"/>
                    <a:pt x="8347" y="1"/>
                  </a:cubicBezTo>
                  <a:close/>
                </a:path>
              </a:pathLst>
            </a:custGeom>
            <a:solidFill>
              <a:srgbClr val="6C7B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5" name="Google Shape;1735;p42"/>
          <p:cNvSpPr/>
          <p:nvPr/>
        </p:nvSpPr>
        <p:spPr>
          <a:xfrm>
            <a:off x="7204751" y="2390376"/>
            <a:ext cx="2170" cy="319"/>
          </a:xfrm>
          <a:custGeom>
            <a:rect b="b" l="l" r="r" t="t"/>
            <a:pathLst>
              <a:path extrusionOk="0" h="24" w="163">
                <a:moveTo>
                  <a:pt x="162" y="1"/>
                </a:moveTo>
                <a:lnTo>
                  <a:pt x="1" y="12"/>
                </a:lnTo>
                <a:lnTo>
                  <a:pt x="6" y="23"/>
                </a:lnTo>
                <a:lnTo>
                  <a:pt x="57" y="23"/>
                </a:lnTo>
                <a:lnTo>
                  <a:pt x="162"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2"/>
          <p:cNvSpPr/>
          <p:nvPr/>
        </p:nvSpPr>
        <p:spPr>
          <a:xfrm>
            <a:off x="7204565" y="2390390"/>
            <a:ext cx="200" cy="146"/>
          </a:xfrm>
          <a:custGeom>
            <a:rect b="b" l="l" r="r" t="t"/>
            <a:pathLst>
              <a:path extrusionOk="0" h="11" w="15">
                <a:moveTo>
                  <a:pt x="4" y="0"/>
                </a:moveTo>
                <a:cubicBezTo>
                  <a:pt x="2" y="0"/>
                  <a:pt x="1" y="3"/>
                  <a:pt x="1" y="11"/>
                </a:cubicBezTo>
                <a:lnTo>
                  <a:pt x="15" y="11"/>
                </a:lnTo>
                <a:cubicBezTo>
                  <a:pt x="10" y="5"/>
                  <a:pt x="7" y="0"/>
                  <a:pt x="4"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7" name="Google Shape;1737;p42"/>
          <p:cNvGrpSpPr/>
          <p:nvPr/>
        </p:nvGrpSpPr>
        <p:grpSpPr>
          <a:xfrm>
            <a:off x="4683708" y="3328746"/>
            <a:ext cx="572729" cy="572729"/>
            <a:chOff x="1609525" y="3028450"/>
            <a:chExt cx="743225" cy="743225"/>
          </a:xfrm>
        </p:grpSpPr>
        <p:sp>
          <p:nvSpPr>
            <p:cNvPr id="1738" name="Google Shape;1738;p42"/>
            <p:cNvSpPr/>
            <p:nvPr/>
          </p:nvSpPr>
          <p:spPr>
            <a:xfrm>
              <a:off x="1609525" y="3028450"/>
              <a:ext cx="743225" cy="743225"/>
            </a:xfrm>
            <a:custGeom>
              <a:rect b="b" l="l" r="r" t="t"/>
              <a:pathLst>
                <a:path extrusionOk="0" h="29729" w="29729">
                  <a:moveTo>
                    <a:pt x="14307" y="371"/>
                  </a:moveTo>
                  <a:lnTo>
                    <a:pt x="14368" y="3012"/>
                  </a:lnTo>
                  <a:cubicBezTo>
                    <a:pt x="14293" y="3015"/>
                    <a:pt x="14215" y="3021"/>
                    <a:pt x="14140" y="3024"/>
                  </a:cubicBezTo>
                  <a:lnTo>
                    <a:pt x="14076" y="377"/>
                  </a:lnTo>
                  <a:cubicBezTo>
                    <a:pt x="14151" y="374"/>
                    <a:pt x="14229" y="371"/>
                    <a:pt x="14307" y="371"/>
                  </a:cubicBezTo>
                  <a:close/>
                  <a:moveTo>
                    <a:pt x="17168" y="538"/>
                  </a:moveTo>
                  <a:cubicBezTo>
                    <a:pt x="17244" y="552"/>
                    <a:pt x="17319" y="566"/>
                    <a:pt x="17394" y="580"/>
                  </a:cubicBezTo>
                  <a:lnTo>
                    <a:pt x="16932" y="3182"/>
                  </a:lnTo>
                  <a:cubicBezTo>
                    <a:pt x="16856" y="3169"/>
                    <a:pt x="16781" y="3155"/>
                    <a:pt x="16706" y="3143"/>
                  </a:cubicBezTo>
                  <a:lnTo>
                    <a:pt x="17168" y="538"/>
                  </a:lnTo>
                  <a:close/>
                  <a:moveTo>
                    <a:pt x="11783" y="686"/>
                  </a:moveTo>
                  <a:lnTo>
                    <a:pt x="12340" y="3272"/>
                  </a:lnTo>
                  <a:cubicBezTo>
                    <a:pt x="12265" y="3288"/>
                    <a:pt x="12189" y="3305"/>
                    <a:pt x="12117" y="3325"/>
                  </a:cubicBezTo>
                  <a:lnTo>
                    <a:pt x="11560" y="739"/>
                  </a:lnTo>
                  <a:cubicBezTo>
                    <a:pt x="11632" y="719"/>
                    <a:pt x="11707" y="706"/>
                    <a:pt x="11783" y="686"/>
                  </a:cubicBezTo>
                  <a:close/>
                  <a:moveTo>
                    <a:pt x="19796" y="1218"/>
                  </a:moveTo>
                  <a:cubicBezTo>
                    <a:pt x="19868" y="1246"/>
                    <a:pt x="19941" y="1274"/>
                    <a:pt x="20010" y="1302"/>
                  </a:cubicBezTo>
                  <a:lnTo>
                    <a:pt x="19074" y="3773"/>
                  </a:lnTo>
                  <a:cubicBezTo>
                    <a:pt x="19004" y="3745"/>
                    <a:pt x="18932" y="3720"/>
                    <a:pt x="18860" y="3692"/>
                  </a:cubicBezTo>
                  <a:lnTo>
                    <a:pt x="19796" y="1218"/>
                  </a:lnTo>
                  <a:close/>
                  <a:moveTo>
                    <a:pt x="8888" y="1644"/>
                  </a:moveTo>
                  <a:lnTo>
                    <a:pt x="9972" y="4055"/>
                  </a:lnTo>
                  <a:cubicBezTo>
                    <a:pt x="9902" y="4088"/>
                    <a:pt x="9832" y="4116"/>
                    <a:pt x="9763" y="4149"/>
                  </a:cubicBezTo>
                  <a:lnTo>
                    <a:pt x="8676" y="1739"/>
                  </a:lnTo>
                  <a:cubicBezTo>
                    <a:pt x="8746" y="1706"/>
                    <a:pt x="8818" y="1675"/>
                    <a:pt x="8888" y="1644"/>
                  </a:cubicBezTo>
                  <a:close/>
                  <a:moveTo>
                    <a:pt x="22565" y="2572"/>
                  </a:moveTo>
                  <a:cubicBezTo>
                    <a:pt x="22629" y="2614"/>
                    <a:pt x="22693" y="2653"/>
                    <a:pt x="22757" y="2695"/>
                  </a:cubicBezTo>
                  <a:lnTo>
                    <a:pt x="21325" y="4918"/>
                  </a:lnTo>
                  <a:cubicBezTo>
                    <a:pt x="21261" y="4876"/>
                    <a:pt x="21197" y="4835"/>
                    <a:pt x="21133" y="4793"/>
                  </a:cubicBezTo>
                  <a:lnTo>
                    <a:pt x="22565" y="2572"/>
                  </a:lnTo>
                  <a:close/>
                  <a:moveTo>
                    <a:pt x="6559" y="2971"/>
                  </a:moveTo>
                  <a:lnTo>
                    <a:pt x="8069" y="5138"/>
                  </a:lnTo>
                  <a:cubicBezTo>
                    <a:pt x="8007" y="5183"/>
                    <a:pt x="7946" y="5227"/>
                    <a:pt x="7882" y="5272"/>
                  </a:cubicBezTo>
                  <a:lnTo>
                    <a:pt x="6369" y="3104"/>
                  </a:lnTo>
                  <a:cubicBezTo>
                    <a:pt x="6433" y="3060"/>
                    <a:pt x="6495" y="3015"/>
                    <a:pt x="6559" y="2971"/>
                  </a:cubicBezTo>
                  <a:close/>
                  <a:moveTo>
                    <a:pt x="24872" y="4369"/>
                  </a:moveTo>
                  <a:cubicBezTo>
                    <a:pt x="24928" y="4422"/>
                    <a:pt x="24984" y="4472"/>
                    <a:pt x="25039" y="4528"/>
                  </a:cubicBezTo>
                  <a:lnTo>
                    <a:pt x="23170" y="6398"/>
                  </a:lnTo>
                  <a:cubicBezTo>
                    <a:pt x="23114" y="6342"/>
                    <a:pt x="23058" y="6289"/>
                    <a:pt x="23003" y="6239"/>
                  </a:cubicBezTo>
                  <a:lnTo>
                    <a:pt x="24872" y="4369"/>
                  </a:lnTo>
                  <a:close/>
                  <a:moveTo>
                    <a:pt x="4614" y="4595"/>
                  </a:moveTo>
                  <a:lnTo>
                    <a:pt x="6483" y="6462"/>
                  </a:lnTo>
                  <a:cubicBezTo>
                    <a:pt x="6428" y="6517"/>
                    <a:pt x="6378" y="6573"/>
                    <a:pt x="6325" y="6629"/>
                  </a:cubicBezTo>
                  <a:lnTo>
                    <a:pt x="4455" y="4759"/>
                  </a:lnTo>
                  <a:cubicBezTo>
                    <a:pt x="4511" y="4704"/>
                    <a:pt x="4561" y="4648"/>
                    <a:pt x="4614" y="4595"/>
                  </a:cubicBezTo>
                  <a:close/>
                  <a:moveTo>
                    <a:pt x="26691" y="6470"/>
                  </a:moveTo>
                  <a:cubicBezTo>
                    <a:pt x="26736" y="6531"/>
                    <a:pt x="26783" y="6595"/>
                    <a:pt x="26825" y="6657"/>
                  </a:cubicBezTo>
                  <a:lnTo>
                    <a:pt x="24658" y="8170"/>
                  </a:lnTo>
                  <a:cubicBezTo>
                    <a:pt x="24613" y="8106"/>
                    <a:pt x="24568" y="8044"/>
                    <a:pt x="24524" y="7983"/>
                  </a:cubicBezTo>
                  <a:lnTo>
                    <a:pt x="26691" y="6470"/>
                  </a:lnTo>
                  <a:close/>
                  <a:moveTo>
                    <a:pt x="2703" y="6955"/>
                  </a:moveTo>
                  <a:lnTo>
                    <a:pt x="4923" y="8387"/>
                  </a:lnTo>
                  <a:cubicBezTo>
                    <a:pt x="4881" y="8451"/>
                    <a:pt x="4840" y="8515"/>
                    <a:pt x="4801" y="8579"/>
                  </a:cubicBezTo>
                  <a:lnTo>
                    <a:pt x="2574" y="7150"/>
                  </a:lnTo>
                  <a:lnTo>
                    <a:pt x="2577" y="7147"/>
                  </a:lnTo>
                  <a:cubicBezTo>
                    <a:pt x="2616" y="7083"/>
                    <a:pt x="2658" y="7019"/>
                    <a:pt x="2703" y="6955"/>
                  </a:cubicBezTo>
                  <a:close/>
                  <a:moveTo>
                    <a:pt x="27981" y="8660"/>
                  </a:moveTo>
                  <a:cubicBezTo>
                    <a:pt x="28015" y="8730"/>
                    <a:pt x="28043" y="8799"/>
                    <a:pt x="28076" y="8872"/>
                  </a:cubicBezTo>
                  <a:lnTo>
                    <a:pt x="25666" y="9958"/>
                  </a:lnTo>
                  <a:cubicBezTo>
                    <a:pt x="25633" y="9889"/>
                    <a:pt x="25602" y="9819"/>
                    <a:pt x="25571" y="9749"/>
                  </a:cubicBezTo>
                  <a:lnTo>
                    <a:pt x="27981" y="8663"/>
                  </a:lnTo>
                  <a:lnTo>
                    <a:pt x="27981" y="8660"/>
                  </a:lnTo>
                  <a:close/>
                  <a:moveTo>
                    <a:pt x="1323" y="9644"/>
                  </a:moveTo>
                  <a:lnTo>
                    <a:pt x="3795" y="10580"/>
                  </a:lnTo>
                  <a:cubicBezTo>
                    <a:pt x="3767" y="10649"/>
                    <a:pt x="3739" y="10722"/>
                    <a:pt x="3711" y="10791"/>
                  </a:cubicBezTo>
                  <a:lnTo>
                    <a:pt x="1240" y="9855"/>
                  </a:lnTo>
                  <a:lnTo>
                    <a:pt x="1243" y="9855"/>
                  </a:lnTo>
                  <a:cubicBezTo>
                    <a:pt x="1268" y="9783"/>
                    <a:pt x="1298" y="9713"/>
                    <a:pt x="1323" y="9644"/>
                  </a:cubicBezTo>
                  <a:close/>
                  <a:moveTo>
                    <a:pt x="28996" y="11583"/>
                  </a:moveTo>
                  <a:cubicBezTo>
                    <a:pt x="29012" y="11655"/>
                    <a:pt x="29032" y="11730"/>
                    <a:pt x="29049" y="11806"/>
                  </a:cubicBezTo>
                  <a:lnTo>
                    <a:pt x="26463" y="12366"/>
                  </a:lnTo>
                  <a:cubicBezTo>
                    <a:pt x="26446" y="12290"/>
                    <a:pt x="26427" y="12215"/>
                    <a:pt x="26410" y="12140"/>
                  </a:cubicBezTo>
                  <a:lnTo>
                    <a:pt x="28996" y="11583"/>
                  </a:lnTo>
                  <a:close/>
                  <a:moveTo>
                    <a:pt x="599" y="12196"/>
                  </a:moveTo>
                  <a:lnTo>
                    <a:pt x="3201" y="12661"/>
                  </a:lnTo>
                  <a:cubicBezTo>
                    <a:pt x="3187" y="12733"/>
                    <a:pt x="3173" y="12811"/>
                    <a:pt x="3160" y="12887"/>
                  </a:cubicBezTo>
                  <a:lnTo>
                    <a:pt x="560" y="12421"/>
                  </a:lnTo>
                  <a:lnTo>
                    <a:pt x="563" y="12421"/>
                  </a:lnTo>
                  <a:cubicBezTo>
                    <a:pt x="574" y="12346"/>
                    <a:pt x="588" y="12271"/>
                    <a:pt x="599" y="12196"/>
                  </a:cubicBezTo>
                  <a:close/>
                  <a:moveTo>
                    <a:pt x="29363" y="14511"/>
                  </a:moveTo>
                  <a:cubicBezTo>
                    <a:pt x="29366" y="14589"/>
                    <a:pt x="29369" y="14664"/>
                    <a:pt x="29372" y="14745"/>
                  </a:cubicBezTo>
                  <a:lnTo>
                    <a:pt x="26728" y="14776"/>
                  </a:lnTo>
                  <a:cubicBezTo>
                    <a:pt x="26725" y="14700"/>
                    <a:pt x="26722" y="14622"/>
                    <a:pt x="26719" y="14547"/>
                  </a:cubicBezTo>
                  <a:lnTo>
                    <a:pt x="29363" y="14514"/>
                  </a:lnTo>
                  <a:lnTo>
                    <a:pt x="29363" y="14511"/>
                  </a:lnTo>
                  <a:close/>
                  <a:moveTo>
                    <a:pt x="3499" y="14834"/>
                  </a:moveTo>
                  <a:lnTo>
                    <a:pt x="3499" y="14868"/>
                  </a:lnTo>
                  <a:cubicBezTo>
                    <a:pt x="3499" y="14932"/>
                    <a:pt x="3282" y="15127"/>
                    <a:pt x="3282" y="15191"/>
                  </a:cubicBezTo>
                  <a:lnTo>
                    <a:pt x="889" y="15327"/>
                  </a:lnTo>
                  <a:lnTo>
                    <a:pt x="605" y="15380"/>
                  </a:lnTo>
                  <a:lnTo>
                    <a:pt x="476" y="15380"/>
                  </a:lnTo>
                  <a:cubicBezTo>
                    <a:pt x="476" y="15380"/>
                    <a:pt x="468" y="15366"/>
                    <a:pt x="457" y="15350"/>
                  </a:cubicBezTo>
                  <a:lnTo>
                    <a:pt x="418" y="15352"/>
                  </a:lnTo>
                  <a:cubicBezTo>
                    <a:pt x="418" y="15332"/>
                    <a:pt x="422" y="15324"/>
                    <a:pt x="428" y="15324"/>
                  </a:cubicBezTo>
                  <a:cubicBezTo>
                    <a:pt x="436" y="15324"/>
                    <a:pt x="447" y="15337"/>
                    <a:pt x="457" y="15350"/>
                  </a:cubicBezTo>
                  <a:lnTo>
                    <a:pt x="889" y="15327"/>
                  </a:lnTo>
                  <a:lnTo>
                    <a:pt x="3499" y="14834"/>
                  </a:lnTo>
                  <a:close/>
                  <a:moveTo>
                    <a:pt x="26566" y="16818"/>
                  </a:moveTo>
                  <a:lnTo>
                    <a:pt x="29168" y="17283"/>
                  </a:lnTo>
                  <a:cubicBezTo>
                    <a:pt x="29157" y="17356"/>
                    <a:pt x="29143" y="17431"/>
                    <a:pt x="29129" y="17506"/>
                  </a:cubicBezTo>
                  <a:lnTo>
                    <a:pt x="26527" y="17044"/>
                  </a:lnTo>
                  <a:cubicBezTo>
                    <a:pt x="26541" y="16968"/>
                    <a:pt x="26555" y="16893"/>
                    <a:pt x="26566" y="16818"/>
                  </a:cubicBezTo>
                  <a:close/>
                  <a:moveTo>
                    <a:pt x="3215" y="17155"/>
                  </a:moveTo>
                  <a:cubicBezTo>
                    <a:pt x="3229" y="17230"/>
                    <a:pt x="3246" y="17305"/>
                    <a:pt x="3263" y="17381"/>
                  </a:cubicBezTo>
                  <a:lnTo>
                    <a:pt x="682" y="17937"/>
                  </a:lnTo>
                  <a:lnTo>
                    <a:pt x="682" y="17937"/>
                  </a:lnTo>
                  <a:cubicBezTo>
                    <a:pt x="666" y="17862"/>
                    <a:pt x="649" y="17787"/>
                    <a:pt x="630" y="17715"/>
                  </a:cubicBezTo>
                  <a:lnTo>
                    <a:pt x="3215" y="17155"/>
                  </a:lnTo>
                  <a:close/>
                  <a:moveTo>
                    <a:pt x="25995" y="18988"/>
                  </a:moveTo>
                  <a:lnTo>
                    <a:pt x="28465" y="19924"/>
                  </a:lnTo>
                  <a:lnTo>
                    <a:pt x="28465" y="19924"/>
                  </a:lnTo>
                  <a:cubicBezTo>
                    <a:pt x="28438" y="19996"/>
                    <a:pt x="28410" y="20065"/>
                    <a:pt x="28383" y="20139"/>
                  </a:cubicBezTo>
                  <a:lnTo>
                    <a:pt x="25909" y="19200"/>
                  </a:lnTo>
                  <a:cubicBezTo>
                    <a:pt x="25936" y="19130"/>
                    <a:pt x="25967" y="19058"/>
                    <a:pt x="25995" y="18988"/>
                  </a:cubicBezTo>
                  <a:close/>
                  <a:moveTo>
                    <a:pt x="3931" y="19495"/>
                  </a:moveTo>
                  <a:cubicBezTo>
                    <a:pt x="3959" y="19565"/>
                    <a:pt x="3993" y="19635"/>
                    <a:pt x="4026" y="19704"/>
                  </a:cubicBezTo>
                  <a:lnTo>
                    <a:pt x="1618" y="20790"/>
                  </a:lnTo>
                  <a:lnTo>
                    <a:pt x="1618" y="20790"/>
                  </a:lnTo>
                  <a:cubicBezTo>
                    <a:pt x="1585" y="20721"/>
                    <a:pt x="1555" y="20651"/>
                    <a:pt x="1521" y="20582"/>
                  </a:cubicBezTo>
                  <a:lnTo>
                    <a:pt x="3931" y="19495"/>
                  </a:lnTo>
                  <a:close/>
                  <a:moveTo>
                    <a:pt x="24866" y="21242"/>
                  </a:moveTo>
                  <a:lnTo>
                    <a:pt x="27090" y="22674"/>
                  </a:lnTo>
                  <a:cubicBezTo>
                    <a:pt x="27048" y="22739"/>
                    <a:pt x="27009" y="22805"/>
                    <a:pt x="26967" y="22869"/>
                  </a:cubicBezTo>
                  <a:lnTo>
                    <a:pt x="24744" y="21437"/>
                  </a:lnTo>
                  <a:cubicBezTo>
                    <a:pt x="24786" y="21373"/>
                    <a:pt x="24827" y="21309"/>
                    <a:pt x="24866" y="21242"/>
                  </a:cubicBezTo>
                  <a:close/>
                  <a:moveTo>
                    <a:pt x="5062" y="21560"/>
                  </a:moveTo>
                  <a:cubicBezTo>
                    <a:pt x="5104" y="21624"/>
                    <a:pt x="5152" y="21685"/>
                    <a:pt x="5193" y="21747"/>
                  </a:cubicBezTo>
                  <a:lnTo>
                    <a:pt x="3029" y="23257"/>
                  </a:lnTo>
                  <a:lnTo>
                    <a:pt x="3029" y="23257"/>
                  </a:lnTo>
                  <a:cubicBezTo>
                    <a:pt x="2985" y="23196"/>
                    <a:pt x="2939" y="23133"/>
                    <a:pt x="2895" y="23073"/>
                  </a:cubicBezTo>
                  <a:lnTo>
                    <a:pt x="5062" y="21560"/>
                  </a:lnTo>
                  <a:close/>
                  <a:moveTo>
                    <a:pt x="6233" y="23006"/>
                  </a:moveTo>
                  <a:cubicBezTo>
                    <a:pt x="6286" y="23062"/>
                    <a:pt x="6339" y="23117"/>
                    <a:pt x="6391" y="23173"/>
                  </a:cubicBezTo>
                  <a:lnTo>
                    <a:pt x="4522" y="25040"/>
                  </a:lnTo>
                  <a:cubicBezTo>
                    <a:pt x="4469" y="24987"/>
                    <a:pt x="4416" y="24928"/>
                    <a:pt x="4363" y="24875"/>
                  </a:cubicBezTo>
                  <a:lnTo>
                    <a:pt x="6233" y="23006"/>
                  </a:lnTo>
                  <a:close/>
                  <a:moveTo>
                    <a:pt x="23267" y="23243"/>
                  </a:moveTo>
                  <a:lnTo>
                    <a:pt x="25137" y="25112"/>
                  </a:lnTo>
                  <a:cubicBezTo>
                    <a:pt x="25081" y="25168"/>
                    <a:pt x="25025" y="25218"/>
                    <a:pt x="24970" y="25271"/>
                  </a:cubicBezTo>
                  <a:lnTo>
                    <a:pt x="23100" y="23402"/>
                  </a:lnTo>
                  <a:cubicBezTo>
                    <a:pt x="23156" y="23349"/>
                    <a:pt x="23212" y="23299"/>
                    <a:pt x="23267" y="23243"/>
                  </a:cubicBezTo>
                  <a:close/>
                  <a:moveTo>
                    <a:pt x="14864" y="3912"/>
                  </a:moveTo>
                  <a:cubicBezTo>
                    <a:pt x="20913" y="3912"/>
                    <a:pt x="25817" y="8816"/>
                    <a:pt x="25817" y="14865"/>
                  </a:cubicBezTo>
                  <a:cubicBezTo>
                    <a:pt x="25817" y="20916"/>
                    <a:pt x="20916" y="25820"/>
                    <a:pt x="14864" y="25820"/>
                  </a:cubicBezTo>
                  <a:cubicBezTo>
                    <a:pt x="8813" y="25820"/>
                    <a:pt x="3909" y="20916"/>
                    <a:pt x="3909" y="14865"/>
                  </a:cubicBezTo>
                  <a:cubicBezTo>
                    <a:pt x="3909" y="8816"/>
                    <a:pt x="8815" y="3912"/>
                    <a:pt x="14864" y="3912"/>
                  </a:cubicBezTo>
                  <a:close/>
                  <a:moveTo>
                    <a:pt x="21648" y="24597"/>
                  </a:moveTo>
                  <a:lnTo>
                    <a:pt x="23161" y="26765"/>
                  </a:lnTo>
                  <a:cubicBezTo>
                    <a:pt x="23100" y="26809"/>
                    <a:pt x="23039" y="26856"/>
                    <a:pt x="22975" y="26898"/>
                  </a:cubicBezTo>
                  <a:lnTo>
                    <a:pt x="21462" y="24731"/>
                  </a:lnTo>
                  <a:cubicBezTo>
                    <a:pt x="21526" y="24686"/>
                    <a:pt x="21587" y="24641"/>
                    <a:pt x="21648" y="24597"/>
                  </a:cubicBezTo>
                  <a:close/>
                  <a:moveTo>
                    <a:pt x="8278" y="24739"/>
                  </a:moveTo>
                  <a:cubicBezTo>
                    <a:pt x="8342" y="24781"/>
                    <a:pt x="8406" y="24820"/>
                    <a:pt x="8470" y="24862"/>
                  </a:cubicBezTo>
                  <a:lnTo>
                    <a:pt x="7038" y="27082"/>
                  </a:lnTo>
                  <a:cubicBezTo>
                    <a:pt x="6974" y="27043"/>
                    <a:pt x="6910" y="27001"/>
                    <a:pt x="6846" y="26960"/>
                  </a:cubicBezTo>
                  <a:lnTo>
                    <a:pt x="8278" y="24739"/>
                  </a:lnTo>
                  <a:close/>
                  <a:moveTo>
                    <a:pt x="19720" y="25692"/>
                  </a:moveTo>
                  <a:lnTo>
                    <a:pt x="20807" y="28102"/>
                  </a:lnTo>
                  <a:cubicBezTo>
                    <a:pt x="20737" y="28133"/>
                    <a:pt x="20668" y="28166"/>
                    <a:pt x="20598" y="28197"/>
                  </a:cubicBezTo>
                  <a:lnTo>
                    <a:pt x="19511" y="25787"/>
                  </a:lnTo>
                  <a:cubicBezTo>
                    <a:pt x="19581" y="25756"/>
                    <a:pt x="19651" y="25722"/>
                    <a:pt x="19720" y="25692"/>
                  </a:cubicBezTo>
                  <a:close/>
                  <a:moveTo>
                    <a:pt x="10454" y="25884"/>
                  </a:moveTo>
                  <a:cubicBezTo>
                    <a:pt x="10526" y="25912"/>
                    <a:pt x="10599" y="25940"/>
                    <a:pt x="10668" y="25968"/>
                  </a:cubicBezTo>
                  <a:lnTo>
                    <a:pt x="9732" y="28439"/>
                  </a:lnTo>
                  <a:cubicBezTo>
                    <a:pt x="9660" y="28414"/>
                    <a:pt x="9587" y="28383"/>
                    <a:pt x="9518" y="28355"/>
                  </a:cubicBezTo>
                  <a:lnTo>
                    <a:pt x="10454" y="25884"/>
                  </a:lnTo>
                  <a:close/>
                  <a:moveTo>
                    <a:pt x="17358" y="26469"/>
                  </a:moveTo>
                  <a:lnTo>
                    <a:pt x="17915" y="29052"/>
                  </a:lnTo>
                  <a:lnTo>
                    <a:pt x="17915" y="29055"/>
                  </a:lnTo>
                  <a:cubicBezTo>
                    <a:pt x="17840" y="29069"/>
                    <a:pt x="17765" y="29085"/>
                    <a:pt x="17689" y="29099"/>
                  </a:cubicBezTo>
                  <a:lnTo>
                    <a:pt x="17132" y="26514"/>
                  </a:lnTo>
                  <a:cubicBezTo>
                    <a:pt x="17207" y="26500"/>
                    <a:pt x="17283" y="26483"/>
                    <a:pt x="17358" y="26469"/>
                  </a:cubicBezTo>
                  <a:close/>
                  <a:moveTo>
                    <a:pt x="12546" y="26505"/>
                  </a:moveTo>
                  <a:cubicBezTo>
                    <a:pt x="12621" y="26519"/>
                    <a:pt x="12697" y="26533"/>
                    <a:pt x="12772" y="26544"/>
                  </a:cubicBezTo>
                  <a:lnTo>
                    <a:pt x="12309" y="29147"/>
                  </a:lnTo>
                  <a:cubicBezTo>
                    <a:pt x="12234" y="29136"/>
                    <a:pt x="12159" y="29122"/>
                    <a:pt x="12084" y="29108"/>
                  </a:cubicBezTo>
                  <a:lnTo>
                    <a:pt x="12546" y="26505"/>
                  </a:lnTo>
                  <a:close/>
                  <a:moveTo>
                    <a:pt x="14697" y="26728"/>
                  </a:moveTo>
                  <a:cubicBezTo>
                    <a:pt x="14753" y="26728"/>
                    <a:pt x="14808" y="26731"/>
                    <a:pt x="14861" y="26731"/>
                  </a:cubicBezTo>
                  <a:lnTo>
                    <a:pt x="14928" y="26731"/>
                  </a:lnTo>
                  <a:lnTo>
                    <a:pt x="14990" y="29372"/>
                  </a:lnTo>
                  <a:cubicBezTo>
                    <a:pt x="14948" y="29372"/>
                    <a:pt x="14906" y="29375"/>
                    <a:pt x="14861" y="29378"/>
                  </a:cubicBezTo>
                  <a:cubicBezTo>
                    <a:pt x="14831" y="29378"/>
                    <a:pt x="14795" y="29375"/>
                    <a:pt x="14761" y="29375"/>
                  </a:cubicBezTo>
                  <a:lnTo>
                    <a:pt x="14697" y="26728"/>
                  </a:lnTo>
                  <a:close/>
                  <a:moveTo>
                    <a:pt x="14861" y="1"/>
                  </a:moveTo>
                  <a:cubicBezTo>
                    <a:pt x="6651" y="1"/>
                    <a:pt x="0" y="6657"/>
                    <a:pt x="0" y="14865"/>
                  </a:cubicBezTo>
                  <a:cubicBezTo>
                    <a:pt x="0" y="23076"/>
                    <a:pt x="6656" y="29729"/>
                    <a:pt x="14864" y="29729"/>
                  </a:cubicBezTo>
                  <a:cubicBezTo>
                    <a:pt x="23072" y="29729"/>
                    <a:pt x="29728" y="23076"/>
                    <a:pt x="29728" y="14865"/>
                  </a:cubicBezTo>
                  <a:cubicBezTo>
                    <a:pt x="29728" y="6657"/>
                    <a:pt x="23075" y="1"/>
                    <a:pt x="14861" y="1"/>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2"/>
            <p:cNvSpPr/>
            <p:nvPr/>
          </p:nvSpPr>
          <p:spPr>
            <a:xfrm>
              <a:off x="1936950" y="3306850"/>
              <a:ext cx="28925" cy="45800"/>
            </a:xfrm>
            <a:custGeom>
              <a:rect b="b" l="l" r="r" t="t"/>
              <a:pathLst>
                <a:path extrusionOk="0" h="1832" w="1157">
                  <a:moveTo>
                    <a:pt x="1157" y="1"/>
                  </a:moveTo>
                  <a:cubicBezTo>
                    <a:pt x="736" y="34"/>
                    <a:pt x="441" y="129"/>
                    <a:pt x="265" y="280"/>
                  </a:cubicBezTo>
                  <a:cubicBezTo>
                    <a:pt x="95" y="419"/>
                    <a:pt x="1" y="628"/>
                    <a:pt x="4" y="848"/>
                  </a:cubicBezTo>
                  <a:lnTo>
                    <a:pt x="4" y="884"/>
                  </a:lnTo>
                  <a:cubicBezTo>
                    <a:pt x="4" y="1110"/>
                    <a:pt x="79" y="1294"/>
                    <a:pt x="232" y="1433"/>
                  </a:cubicBezTo>
                  <a:cubicBezTo>
                    <a:pt x="382" y="1575"/>
                    <a:pt x="695" y="1706"/>
                    <a:pt x="1157" y="1831"/>
                  </a:cubicBezTo>
                  <a:lnTo>
                    <a:pt x="1157" y="1"/>
                  </a:ln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2"/>
            <p:cNvSpPr/>
            <p:nvPr/>
          </p:nvSpPr>
          <p:spPr>
            <a:xfrm>
              <a:off x="2005275" y="3433700"/>
              <a:ext cx="28600" cy="46700"/>
            </a:xfrm>
            <a:custGeom>
              <a:rect b="b" l="l" r="r" t="t"/>
              <a:pathLst>
                <a:path extrusionOk="0" h="1868" w="1144">
                  <a:moveTo>
                    <a:pt x="1" y="1"/>
                  </a:moveTo>
                  <a:lnTo>
                    <a:pt x="1" y="1867"/>
                  </a:lnTo>
                  <a:cubicBezTo>
                    <a:pt x="759" y="1786"/>
                    <a:pt x="1138" y="1497"/>
                    <a:pt x="1138" y="998"/>
                  </a:cubicBezTo>
                  <a:lnTo>
                    <a:pt x="1138" y="967"/>
                  </a:lnTo>
                  <a:cubicBezTo>
                    <a:pt x="1143" y="756"/>
                    <a:pt x="1057" y="549"/>
                    <a:pt x="901" y="407"/>
                  </a:cubicBezTo>
                  <a:cubicBezTo>
                    <a:pt x="742" y="260"/>
                    <a:pt x="441" y="126"/>
                    <a:pt x="1" y="1"/>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2"/>
            <p:cNvSpPr/>
            <p:nvPr/>
          </p:nvSpPr>
          <p:spPr>
            <a:xfrm>
              <a:off x="1707225" y="3126250"/>
              <a:ext cx="547725" cy="547700"/>
            </a:xfrm>
            <a:custGeom>
              <a:rect b="b" l="l" r="r" t="t"/>
              <a:pathLst>
                <a:path extrusionOk="0" h="21908" w="21909">
                  <a:moveTo>
                    <a:pt x="10956" y="0"/>
                  </a:moveTo>
                  <a:cubicBezTo>
                    <a:pt x="4907" y="0"/>
                    <a:pt x="1" y="4904"/>
                    <a:pt x="1" y="10953"/>
                  </a:cubicBezTo>
                  <a:cubicBezTo>
                    <a:pt x="1" y="17004"/>
                    <a:pt x="4905" y="21908"/>
                    <a:pt x="10956" y="21908"/>
                  </a:cubicBezTo>
                  <a:cubicBezTo>
                    <a:pt x="17008" y="21908"/>
                    <a:pt x="21909" y="17004"/>
                    <a:pt x="21909" y="10953"/>
                  </a:cubicBezTo>
                  <a:cubicBezTo>
                    <a:pt x="21909" y="4904"/>
                    <a:pt x="17005" y="0"/>
                    <a:pt x="10956"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2"/>
            <p:cNvSpPr/>
            <p:nvPr/>
          </p:nvSpPr>
          <p:spPr>
            <a:xfrm>
              <a:off x="1977000" y="3696650"/>
              <a:ext cx="7350" cy="66250"/>
            </a:xfrm>
            <a:custGeom>
              <a:rect b="b" l="l" r="r" t="t"/>
              <a:pathLst>
                <a:path extrusionOk="0" h="2650" w="294">
                  <a:moveTo>
                    <a:pt x="1" y="0"/>
                  </a:moveTo>
                  <a:lnTo>
                    <a:pt x="65" y="2647"/>
                  </a:lnTo>
                  <a:cubicBezTo>
                    <a:pt x="98" y="2647"/>
                    <a:pt x="135" y="2650"/>
                    <a:pt x="165" y="2650"/>
                  </a:cubicBezTo>
                  <a:cubicBezTo>
                    <a:pt x="210" y="2650"/>
                    <a:pt x="252" y="2647"/>
                    <a:pt x="293" y="2647"/>
                  </a:cubicBezTo>
                  <a:lnTo>
                    <a:pt x="232" y="6"/>
                  </a:lnTo>
                  <a:cubicBezTo>
                    <a:pt x="224" y="5"/>
                    <a:pt x="216" y="5"/>
                    <a:pt x="208" y="5"/>
                  </a:cubicBezTo>
                  <a:cubicBezTo>
                    <a:pt x="192" y="5"/>
                    <a:pt x="178" y="6"/>
                    <a:pt x="165" y="6"/>
                  </a:cubicBezTo>
                  <a:cubicBezTo>
                    <a:pt x="109" y="6"/>
                    <a:pt x="57" y="0"/>
                    <a:pt x="1"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2"/>
            <p:cNvSpPr/>
            <p:nvPr/>
          </p:nvSpPr>
          <p:spPr>
            <a:xfrm>
              <a:off x="1961400" y="3037650"/>
              <a:ext cx="7275" cy="66400"/>
            </a:xfrm>
            <a:custGeom>
              <a:rect b="b" l="l" r="r" t="t"/>
              <a:pathLst>
                <a:path extrusionOk="0" h="2656" w="291">
                  <a:moveTo>
                    <a:pt x="229" y="0"/>
                  </a:moveTo>
                  <a:cubicBezTo>
                    <a:pt x="154" y="3"/>
                    <a:pt x="76" y="6"/>
                    <a:pt x="1" y="9"/>
                  </a:cubicBezTo>
                  <a:lnTo>
                    <a:pt x="62" y="2656"/>
                  </a:lnTo>
                  <a:cubicBezTo>
                    <a:pt x="140" y="2650"/>
                    <a:pt x="215" y="2647"/>
                    <a:pt x="290" y="2644"/>
                  </a:cubicBezTo>
                  <a:lnTo>
                    <a:pt x="229"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2"/>
            <p:cNvSpPr/>
            <p:nvPr/>
          </p:nvSpPr>
          <p:spPr>
            <a:xfrm>
              <a:off x="1720900" y="3143250"/>
              <a:ext cx="50725" cy="50925"/>
            </a:xfrm>
            <a:custGeom>
              <a:rect b="b" l="l" r="r" t="t"/>
              <a:pathLst>
                <a:path extrusionOk="0" h="2037" w="2029">
                  <a:moveTo>
                    <a:pt x="159" y="0"/>
                  </a:moveTo>
                  <a:cubicBezTo>
                    <a:pt x="106" y="56"/>
                    <a:pt x="56" y="112"/>
                    <a:pt x="0" y="167"/>
                  </a:cubicBezTo>
                  <a:lnTo>
                    <a:pt x="1870" y="2037"/>
                  </a:lnTo>
                  <a:cubicBezTo>
                    <a:pt x="1923" y="1981"/>
                    <a:pt x="1975" y="1925"/>
                    <a:pt x="2028" y="1870"/>
                  </a:cubicBezTo>
                  <a:lnTo>
                    <a:pt x="159"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2"/>
            <p:cNvSpPr/>
            <p:nvPr/>
          </p:nvSpPr>
          <p:spPr>
            <a:xfrm>
              <a:off x="2187025" y="3609500"/>
              <a:ext cx="50925" cy="50750"/>
            </a:xfrm>
            <a:custGeom>
              <a:rect b="b" l="l" r="r" t="t"/>
              <a:pathLst>
                <a:path extrusionOk="0" h="2030" w="2037">
                  <a:moveTo>
                    <a:pt x="167" y="1"/>
                  </a:moveTo>
                  <a:cubicBezTo>
                    <a:pt x="112" y="57"/>
                    <a:pt x="56" y="107"/>
                    <a:pt x="0" y="160"/>
                  </a:cubicBezTo>
                  <a:lnTo>
                    <a:pt x="1870" y="2029"/>
                  </a:lnTo>
                  <a:cubicBezTo>
                    <a:pt x="1925" y="1976"/>
                    <a:pt x="1981" y="1926"/>
                    <a:pt x="2037" y="1870"/>
                  </a:cubicBezTo>
                  <a:lnTo>
                    <a:pt x="167"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2"/>
            <p:cNvSpPr/>
            <p:nvPr/>
          </p:nvSpPr>
          <p:spPr>
            <a:xfrm>
              <a:off x="1718600" y="3603575"/>
              <a:ext cx="50725" cy="50875"/>
            </a:xfrm>
            <a:custGeom>
              <a:rect b="b" l="l" r="r" t="t"/>
              <a:pathLst>
                <a:path extrusionOk="0" h="2035" w="2029">
                  <a:moveTo>
                    <a:pt x="1870" y="1"/>
                  </a:moveTo>
                  <a:lnTo>
                    <a:pt x="0" y="1870"/>
                  </a:lnTo>
                  <a:cubicBezTo>
                    <a:pt x="53" y="1923"/>
                    <a:pt x="106" y="1982"/>
                    <a:pt x="159" y="2035"/>
                  </a:cubicBezTo>
                  <a:lnTo>
                    <a:pt x="2028" y="165"/>
                  </a:lnTo>
                  <a:cubicBezTo>
                    <a:pt x="1976" y="112"/>
                    <a:pt x="1923" y="57"/>
                    <a:pt x="1870"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2"/>
            <p:cNvSpPr/>
            <p:nvPr/>
          </p:nvSpPr>
          <p:spPr>
            <a:xfrm>
              <a:off x="2184575" y="3137600"/>
              <a:ext cx="50950" cy="50725"/>
            </a:xfrm>
            <a:custGeom>
              <a:rect b="b" l="l" r="r" t="t"/>
              <a:pathLst>
                <a:path extrusionOk="0" h="2029" w="2038">
                  <a:moveTo>
                    <a:pt x="1870" y="1"/>
                  </a:moveTo>
                  <a:lnTo>
                    <a:pt x="1" y="1870"/>
                  </a:lnTo>
                  <a:cubicBezTo>
                    <a:pt x="56" y="1923"/>
                    <a:pt x="112" y="1973"/>
                    <a:pt x="168" y="2029"/>
                  </a:cubicBezTo>
                  <a:lnTo>
                    <a:pt x="2037" y="159"/>
                  </a:lnTo>
                  <a:cubicBezTo>
                    <a:pt x="1982" y="106"/>
                    <a:pt x="1926" y="53"/>
                    <a:pt x="1870"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2"/>
            <p:cNvSpPr/>
            <p:nvPr/>
          </p:nvSpPr>
          <p:spPr>
            <a:xfrm>
              <a:off x="1826475" y="3069550"/>
              <a:ext cx="32350" cy="62650"/>
            </a:xfrm>
            <a:custGeom>
              <a:rect b="b" l="l" r="r" t="t"/>
              <a:pathLst>
                <a:path extrusionOk="0" h="2506" w="1294">
                  <a:moveTo>
                    <a:pt x="210" y="0"/>
                  </a:moveTo>
                  <a:cubicBezTo>
                    <a:pt x="140" y="31"/>
                    <a:pt x="71" y="62"/>
                    <a:pt x="1" y="95"/>
                  </a:cubicBezTo>
                  <a:lnTo>
                    <a:pt x="1085" y="2505"/>
                  </a:lnTo>
                  <a:cubicBezTo>
                    <a:pt x="1154" y="2475"/>
                    <a:pt x="1224" y="2441"/>
                    <a:pt x="1294" y="2411"/>
                  </a:cubicBezTo>
                  <a:lnTo>
                    <a:pt x="210"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2"/>
            <p:cNvSpPr/>
            <p:nvPr/>
          </p:nvSpPr>
          <p:spPr>
            <a:xfrm>
              <a:off x="2097300" y="3670725"/>
              <a:ext cx="32425" cy="62650"/>
            </a:xfrm>
            <a:custGeom>
              <a:rect b="b" l="l" r="r" t="t"/>
              <a:pathLst>
                <a:path extrusionOk="0" h="2506" w="1297">
                  <a:moveTo>
                    <a:pt x="209" y="1"/>
                  </a:moveTo>
                  <a:cubicBezTo>
                    <a:pt x="140" y="31"/>
                    <a:pt x="73" y="65"/>
                    <a:pt x="0" y="96"/>
                  </a:cubicBezTo>
                  <a:lnTo>
                    <a:pt x="1087" y="2506"/>
                  </a:lnTo>
                  <a:cubicBezTo>
                    <a:pt x="1157" y="2475"/>
                    <a:pt x="1226" y="2442"/>
                    <a:pt x="1296" y="2411"/>
                  </a:cubicBezTo>
                  <a:lnTo>
                    <a:pt x="209"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2"/>
            <p:cNvSpPr/>
            <p:nvPr/>
          </p:nvSpPr>
          <p:spPr>
            <a:xfrm>
              <a:off x="1647625" y="3515825"/>
              <a:ext cx="62625" cy="32400"/>
            </a:xfrm>
            <a:custGeom>
              <a:rect b="b" l="l" r="r" t="t"/>
              <a:pathLst>
                <a:path extrusionOk="0" h="1296" w="2505">
                  <a:moveTo>
                    <a:pt x="2410" y="0"/>
                  </a:moveTo>
                  <a:lnTo>
                    <a:pt x="0" y="1087"/>
                  </a:lnTo>
                  <a:cubicBezTo>
                    <a:pt x="31" y="1157"/>
                    <a:pt x="61" y="1226"/>
                    <a:pt x="95" y="1296"/>
                  </a:cubicBezTo>
                  <a:lnTo>
                    <a:pt x="2505" y="209"/>
                  </a:lnTo>
                  <a:cubicBezTo>
                    <a:pt x="2474" y="140"/>
                    <a:pt x="2441" y="70"/>
                    <a:pt x="2410"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2"/>
            <p:cNvSpPr/>
            <p:nvPr/>
          </p:nvSpPr>
          <p:spPr>
            <a:xfrm>
              <a:off x="2248800" y="3244950"/>
              <a:ext cx="62650" cy="32400"/>
            </a:xfrm>
            <a:custGeom>
              <a:rect b="b" l="l" r="r" t="t"/>
              <a:pathLst>
                <a:path extrusionOk="0" h="1296" w="2506">
                  <a:moveTo>
                    <a:pt x="2410" y="0"/>
                  </a:moveTo>
                  <a:lnTo>
                    <a:pt x="0" y="1087"/>
                  </a:lnTo>
                  <a:cubicBezTo>
                    <a:pt x="31" y="1156"/>
                    <a:pt x="62" y="1226"/>
                    <a:pt x="95" y="1296"/>
                  </a:cubicBezTo>
                  <a:lnTo>
                    <a:pt x="2505" y="209"/>
                  </a:lnTo>
                  <a:cubicBezTo>
                    <a:pt x="2472" y="139"/>
                    <a:pt x="2444" y="70"/>
                    <a:pt x="2410"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2"/>
            <p:cNvSpPr/>
            <p:nvPr/>
          </p:nvSpPr>
          <p:spPr>
            <a:xfrm>
              <a:off x="1847450" y="3675550"/>
              <a:ext cx="28800" cy="63950"/>
            </a:xfrm>
            <a:custGeom>
              <a:rect b="b" l="l" r="r" t="t"/>
              <a:pathLst>
                <a:path extrusionOk="0" h="2558" w="1152">
                  <a:moveTo>
                    <a:pt x="937" y="0"/>
                  </a:moveTo>
                  <a:lnTo>
                    <a:pt x="1" y="2474"/>
                  </a:lnTo>
                  <a:cubicBezTo>
                    <a:pt x="70" y="2502"/>
                    <a:pt x="143" y="2530"/>
                    <a:pt x="215" y="2558"/>
                  </a:cubicBezTo>
                  <a:lnTo>
                    <a:pt x="1151" y="84"/>
                  </a:lnTo>
                  <a:cubicBezTo>
                    <a:pt x="1082" y="59"/>
                    <a:pt x="1009" y="28"/>
                    <a:pt x="937"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2"/>
            <p:cNvSpPr/>
            <p:nvPr/>
          </p:nvSpPr>
          <p:spPr>
            <a:xfrm>
              <a:off x="2081000" y="3058900"/>
              <a:ext cx="28800" cy="63825"/>
            </a:xfrm>
            <a:custGeom>
              <a:rect b="b" l="l" r="r" t="t"/>
              <a:pathLst>
                <a:path extrusionOk="0" h="2553" w="1152">
                  <a:moveTo>
                    <a:pt x="937" y="0"/>
                  </a:moveTo>
                  <a:lnTo>
                    <a:pt x="1" y="2472"/>
                  </a:lnTo>
                  <a:cubicBezTo>
                    <a:pt x="73" y="2499"/>
                    <a:pt x="145" y="2524"/>
                    <a:pt x="215" y="2552"/>
                  </a:cubicBezTo>
                  <a:lnTo>
                    <a:pt x="1151" y="81"/>
                  </a:lnTo>
                  <a:cubicBezTo>
                    <a:pt x="1082" y="53"/>
                    <a:pt x="1009" y="25"/>
                    <a:pt x="937"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2"/>
            <p:cNvSpPr/>
            <p:nvPr/>
          </p:nvSpPr>
          <p:spPr>
            <a:xfrm>
              <a:off x="2257225" y="3503000"/>
              <a:ext cx="63975" cy="28800"/>
            </a:xfrm>
            <a:custGeom>
              <a:rect b="b" l="l" r="r" t="t"/>
              <a:pathLst>
                <a:path extrusionOk="0" h="1152" w="2559">
                  <a:moveTo>
                    <a:pt x="84" y="1"/>
                  </a:moveTo>
                  <a:cubicBezTo>
                    <a:pt x="59" y="76"/>
                    <a:pt x="28" y="146"/>
                    <a:pt x="1" y="215"/>
                  </a:cubicBezTo>
                  <a:lnTo>
                    <a:pt x="2475" y="1151"/>
                  </a:lnTo>
                  <a:cubicBezTo>
                    <a:pt x="2502" y="1082"/>
                    <a:pt x="2530" y="1009"/>
                    <a:pt x="2558" y="940"/>
                  </a:cubicBezTo>
                  <a:lnTo>
                    <a:pt x="84"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2"/>
            <p:cNvSpPr/>
            <p:nvPr/>
          </p:nvSpPr>
          <p:spPr>
            <a:xfrm>
              <a:off x="1640500" y="3269450"/>
              <a:ext cx="63975" cy="28800"/>
            </a:xfrm>
            <a:custGeom>
              <a:rect b="b" l="l" r="r" t="t"/>
              <a:pathLst>
                <a:path extrusionOk="0" h="1152" w="2559">
                  <a:moveTo>
                    <a:pt x="87" y="1"/>
                  </a:moveTo>
                  <a:cubicBezTo>
                    <a:pt x="59" y="70"/>
                    <a:pt x="29" y="143"/>
                    <a:pt x="1" y="215"/>
                  </a:cubicBezTo>
                  <a:lnTo>
                    <a:pt x="2475" y="1151"/>
                  </a:lnTo>
                  <a:cubicBezTo>
                    <a:pt x="2500" y="1079"/>
                    <a:pt x="2531" y="1009"/>
                    <a:pt x="2559" y="937"/>
                  </a:cubicBezTo>
                  <a:lnTo>
                    <a:pt x="87"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2"/>
            <p:cNvSpPr/>
            <p:nvPr/>
          </p:nvSpPr>
          <p:spPr>
            <a:xfrm>
              <a:off x="1898500" y="3045600"/>
              <a:ext cx="19525" cy="65900"/>
            </a:xfrm>
            <a:custGeom>
              <a:rect b="b" l="l" r="r" t="t"/>
              <a:pathLst>
                <a:path extrusionOk="0" h="2636" w="781">
                  <a:moveTo>
                    <a:pt x="224" y="0"/>
                  </a:moveTo>
                  <a:cubicBezTo>
                    <a:pt x="148" y="17"/>
                    <a:pt x="76" y="36"/>
                    <a:pt x="1" y="53"/>
                  </a:cubicBezTo>
                  <a:lnTo>
                    <a:pt x="558" y="2636"/>
                  </a:lnTo>
                  <a:cubicBezTo>
                    <a:pt x="633" y="2619"/>
                    <a:pt x="706" y="2600"/>
                    <a:pt x="781" y="2586"/>
                  </a:cubicBezTo>
                  <a:lnTo>
                    <a:pt x="224"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2"/>
            <p:cNvSpPr/>
            <p:nvPr/>
          </p:nvSpPr>
          <p:spPr>
            <a:xfrm>
              <a:off x="2037750" y="3690175"/>
              <a:ext cx="19600" cy="65775"/>
            </a:xfrm>
            <a:custGeom>
              <a:rect b="b" l="l" r="r" t="t"/>
              <a:pathLst>
                <a:path extrusionOk="0" h="2631" w="784">
                  <a:moveTo>
                    <a:pt x="226" y="0"/>
                  </a:moveTo>
                  <a:cubicBezTo>
                    <a:pt x="151" y="14"/>
                    <a:pt x="76" y="31"/>
                    <a:pt x="0" y="45"/>
                  </a:cubicBezTo>
                  <a:lnTo>
                    <a:pt x="558" y="2630"/>
                  </a:lnTo>
                  <a:cubicBezTo>
                    <a:pt x="633" y="2614"/>
                    <a:pt x="708" y="2600"/>
                    <a:pt x="783" y="2583"/>
                  </a:cubicBezTo>
                  <a:lnTo>
                    <a:pt x="226"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2"/>
            <p:cNvSpPr/>
            <p:nvPr/>
          </p:nvSpPr>
          <p:spPr>
            <a:xfrm>
              <a:off x="2269775" y="3318000"/>
              <a:ext cx="65900" cy="19525"/>
            </a:xfrm>
            <a:custGeom>
              <a:rect b="b" l="l" r="r" t="t"/>
              <a:pathLst>
                <a:path extrusionOk="0" h="781" w="2636">
                  <a:moveTo>
                    <a:pt x="2586" y="1"/>
                  </a:moveTo>
                  <a:lnTo>
                    <a:pt x="0" y="558"/>
                  </a:lnTo>
                  <a:cubicBezTo>
                    <a:pt x="17" y="633"/>
                    <a:pt x="36" y="706"/>
                    <a:pt x="53" y="781"/>
                  </a:cubicBezTo>
                  <a:lnTo>
                    <a:pt x="2636" y="224"/>
                  </a:lnTo>
                  <a:cubicBezTo>
                    <a:pt x="2622" y="148"/>
                    <a:pt x="2602" y="73"/>
                    <a:pt x="2586"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2"/>
            <p:cNvSpPr/>
            <p:nvPr/>
          </p:nvSpPr>
          <p:spPr>
            <a:xfrm>
              <a:off x="1625325" y="3457250"/>
              <a:ext cx="65850" cy="19650"/>
            </a:xfrm>
            <a:custGeom>
              <a:rect b="b" l="l" r="r" t="t"/>
              <a:pathLst>
                <a:path extrusionOk="0" h="786" w="2634">
                  <a:moveTo>
                    <a:pt x="2586" y="0"/>
                  </a:moveTo>
                  <a:lnTo>
                    <a:pt x="0" y="560"/>
                  </a:lnTo>
                  <a:cubicBezTo>
                    <a:pt x="17" y="635"/>
                    <a:pt x="34" y="711"/>
                    <a:pt x="51" y="786"/>
                  </a:cubicBezTo>
                  <a:lnTo>
                    <a:pt x="2633" y="229"/>
                  </a:lnTo>
                  <a:cubicBezTo>
                    <a:pt x="2617" y="151"/>
                    <a:pt x="2600" y="75"/>
                    <a:pt x="2586"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2"/>
            <p:cNvSpPr/>
            <p:nvPr/>
          </p:nvSpPr>
          <p:spPr>
            <a:xfrm>
              <a:off x="2277500" y="3391275"/>
              <a:ext cx="66325" cy="6575"/>
            </a:xfrm>
            <a:custGeom>
              <a:rect b="b" l="l" r="r" t="t"/>
              <a:pathLst>
                <a:path extrusionOk="0" h="263" w="2653">
                  <a:moveTo>
                    <a:pt x="2644" y="1"/>
                  </a:moveTo>
                  <a:lnTo>
                    <a:pt x="0" y="31"/>
                  </a:lnTo>
                  <a:cubicBezTo>
                    <a:pt x="3" y="107"/>
                    <a:pt x="6" y="185"/>
                    <a:pt x="9" y="263"/>
                  </a:cubicBezTo>
                  <a:lnTo>
                    <a:pt x="2653" y="229"/>
                  </a:lnTo>
                  <a:cubicBezTo>
                    <a:pt x="2653" y="151"/>
                    <a:pt x="2647" y="76"/>
                    <a:pt x="2644"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2"/>
            <p:cNvSpPr/>
            <p:nvPr/>
          </p:nvSpPr>
          <p:spPr>
            <a:xfrm>
              <a:off x="1631800" y="3399300"/>
              <a:ext cx="65300" cy="12275"/>
            </a:xfrm>
            <a:custGeom>
              <a:rect b="b" l="l" r="r" t="t"/>
              <a:pathLst>
                <a:path extrusionOk="0" h="491" w="2612">
                  <a:moveTo>
                    <a:pt x="2611" y="0"/>
                  </a:moveTo>
                  <a:lnTo>
                    <a:pt x="1" y="491"/>
                  </a:lnTo>
                  <a:lnTo>
                    <a:pt x="1" y="491"/>
                  </a:lnTo>
                  <a:lnTo>
                    <a:pt x="2394" y="357"/>
                  </a:lnTo>
                  <a:cubicBezTo>
                    <a:pt x="2394" y="293"/>
                    <a:pt x="2611" y="98"/>
                    <a:pt x="2611" y="31"/>
                  </a:cubicBezTo>
                  <a:lnTo>
                    <a:pt x="2611"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2"/>
            <p:cNvSpPr/>
            <p:nvPr/>
          </p:nvSpPr>
          <p:spPr>
            <a:xfrm>
              <a:off x="2137850" y="3092675"/>
              <a:ext cx="40625" cy="58675"/>
            </a:xfrm>
            <a:custGeom>
              <a:rect b="b" l="l" r="r" t="t"/>
              <a:pathLst>
                <a:path extrusionOk="0" h="2347" w="1625">
                  <a:moveTo>
                    <a:pt x="1432" y="0"/>
                  </a:moveTo>
                  <a:lnTo>
                    <a:pt x="0" y="2224"/>
                  </a:lnTo>
                  <a:cubicBezTo>
                    <a:pt x="64" y="2263"/>
                    <a:pt x="128" y="2305"/>
                    <a:pt x="192" y="2346"/>
                  </a:cubicBezTo>
                  <a:lnTo>
                    <a:pt x="1624" y="126"/>
                  </a:lnTo>
                  <a:cubicBezTo>
                    <a:pt x="1560" y="84"/>
                    <a:pt x="1496" y="42"/>
                    <a:pt x="1432"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2"/>
            <p:cNvSpPr/>
            <p:nvPr/>
          </p:nvSpPr>
          <p:spPr>
            <a:xfrm>
              <a:off x="1780650" y="3646900"/>
              <a:ext cx="40625" cy="58625"/>
            </a:xfrm>
            <a:custGeom>
              <a:rect b="b" l="l" r="r" t="t"/>
              <a:pathLst>
                <a:path extrusionOk="0" h="2345" w="1625">
                  <a:moveTo>
                    <a:pt x="1433" y="1"/>
                  </a:moveTo>
                  <a:lnTo>
                    <a:pt x="1" y="2222"/>
                  </a:lnTo>
                  <a:cubicBezTo>
                    <a:pt x="65" y="2263"/>
                    <a:pt x="129" y="2305"/>
                    <a:pt x="193" y="2344"/>
                  </a:cubicBezTo>
                  <a:lnTo>
                    <a:pt x="1625" y="124"/>
                  </a:lnTo>
                  <a:cubicBezTo>
                    <a:pt x="1561" y="82"/>
                    <a:pt x="1497" y="43"/>
                    <a:pt x="1433"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2"/>
            <p:cNvSpPr/>
            <p:nvPr/>
          </p:nvSpPr>
          <p:spPr>
            <a:xfrm>
              <a:off x="2228100" y="3559500"/>
              <a:ext cx="58675" cy="40625"/>
            </a:xfrm>
            <a:custGeom>
              <a:rect b="b" l="l" r="r" t="t"/>
              <a:pathLst>
                <a:path extrusionOk="0" h="1625" w="2347">
                  <a:moveTo>
                    <a:pt x="123" y="0"/>
                  </a:moveTo>
                  <a:cubicBezTo>
                    <a:pt x="84" y="64"/>
                    <a:pt x="43" y="131"/>
                    <a:pt x="1" y="193"/>
                  </a:cubicBezTo>
                  <a:lnTo>
                    <a:pt x="2224" y="1625"/>
                  </a:lnTo>
                  <a:cubicBezTo>
                    <a:pt x="2266" y="1563"/>
                    <a:pt x="2305" y="1497"/>
                    <a:pt x="2347" y="1432"/>
                  </a:cubicBezTo>
                  <a:lnTo>
                    <a:pt x="123"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2"/>
            <p:cNvSpPr/>
            <p:nvPr/>
          </p:nvSpPr>
          <p:spPr>
            <a:xfrm>
              <a:off x="1673950" y="3202300"/>
              <a:ext cx="58675" cy="40650"/>
            </a:xfrm>
            <a:custGeom>
              <a:rect b="b" l="l" r="r" t="t"/>
              <a:pathLst>
                <a:path extrusionOk="0" h="1626" w="2347">
                  <a:moveTo>
                    <a:pt x="123" y="1"/>
                  </a:moveTo>
                  <a:cubicBezTo>
                    <a:pt x="81" y="65"/>
                    <a:pt x="39" y="129"/>
                    <a:pt x="0" y="196"/>
                  </a:cubicBezTo>
                  <a:lnTo>
                    <a:pt x="2224" y="1625"/>
                  </a:lnTo>
                  <a:cubicBezTo>
                    <a:pt x="2263" y="1561"/>
                    <a:pt x="2304" y="1497"/>
                    <a:pt x="2346" y="1433"/>
                  </a:cubicBezTo>
                  <a:lnTo>
                    <a:pt x="123"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2"/>
            <p:cNvSpPr/>
            <p:nvPr/>
          </p:nvSpPr>
          <p:spPr>
            <a:xfrm>
              <a:off x="1911600" y="3691075"/>
              <a:ext cx="17225" cy="66050"/>
            </a:xfrm>
            <a:custGeom>
              <a:rect b="b" l="l" r="r" t="t"/>
              <a:pathLst>
                <a:path extrusionOk="0" h="2642" w="689">
                  <a:moveTo>
                    <a:pt x="463" y="0"/>
                  </a:moveTo>
                  <a:lnTo>
                    <a:pt x="1" y="2603"/>
                  </a:lnTo>
                  <a:cubicBezTo>
                    <a:pt x="76" y="2617"/>
                    <a:pt x="151" y="2631"/>
                    <a:pt x="226" y="2642"/>
                  </a:cubicBezTo>
                  <a:lnTo>
                    <a:pt x="689" y="39"/>
                  </a:lnTo>
                  <a:cubicBezTo>
                    <a:pt x="614" y="28"/>
                    <a:pt x="538" y="14"/>
                    <a:pt x="463"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2"/>
            <p:cNvSpPr/>
            <p:nvPr/>
          </p:nvSpPr>
          <p:spPr>
            <a:xfrm>
              <a:off x="2027150" y="3041975"/>
              <a:ext cx="17250" cy="66050"/>
            </a:xfrm>
            <a:custGeom>
              <a:rect b="b" l="l" r="r" t="t"/>
              <a:pathLst>
                <a:path extrusionOk="0" h="2642" w="690">
                  <a:moveTo>
                    <a:pt x="463" y="0"/>
                  </a:moveTo>
                  <a:lnTo>
                    <a:pt x="1" y="2602"/>
                  </a:lnTo>
                  <a:cubicBezTo>
                    <a:pt x="76" y="2614"/>
                    <a:pt x="151" y="2628"/>
                    <a:pt x="227" y="2641"/>
                  </a:cubicBezTo>
                  <a:lnTo>
                    <a:pt x="689" y="39"/>
                  </a:lnTo>
                  <a:cubicBezTo>
                    <a:pt x="614" y="25"/>
                    <a:pt x="539" y="11"/>
                    <a:pt x="463"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2"/>
            <p:cNvSpPr/>
            <p:nvPr/>
          </p:nvSpPr>
          <p:spPr>
            <a:xfrm>
              <a:off x="2272700" y="3448875"/>
              <a:ext cx="66050" cy="17250"/>
            </a:xfrm>
            <a:custGeom>
              <a:rect b="b" l="l" r="r" t="t"/>
              <a:pathLst>
                <a:path extrusionOk="0" h="690" w="2642">
                  <a:moveTo>
                    <a:pt x="39" y="1"/>
                  </a:moveTo>
                  <a:cubicBezTo>
                    <a:pt x="28" y="76"/>
                    <a:pt x="14" y="151"/>
                    <a:pt x="0" y="227"/>
                  </a:cubicBezTo>
                  <a:lnTo>
                    <a:pt x="2602" y="689"/>
                  </a:lnTo>
                  <a:cubicBezTo>
                    <a:pt x="2616" y="614"/>
                    <a:pt x="2630" y="539"/>
                    <a:pt x="2641" y="463"/>
                  </a:cubicBezTo>
                  <a:lnTo>
                    <a:pt x="39"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2"/>
            <p:cNvSpPr/>
            <p:nvPr/>
          </p:nvSpPr>
          <p:spPr>
            <a:xfrm>
              <a:off x="1623575" y="3333325"/>
              <a:ext cx="66075" cy="17225"/>
            </a:xfrm>
            <a:custGeom>
              <a:rect b="b" l="l" r="r" t="t"/>
              <a:pathLst>
                <a:path extrusionOk="0" h="689" w="2643">
                  <a:moveTo>
                    <a:pt x="40" y="1"/>
                  </a:moveTo>
                  <a:cubicBezTo>
                    <a:pt x="26" y="76"/>
                    <a:pt x="12" y="151"/>
                    <a:pt x="1" y="226"/>
                  </a:cubicBezTo>
                  <a:lnTo>
                    <a:pt x="2600" y="689"/>
                  </a:lnTo>
                  <a:cubicBezTo>
                    <a:pt x="2614" y="614"/>
                    <a:pt x="2628" y="538"/>
                    <a:pt x="2642" y="463"/>
                  </a:cubicBezTo>
                  <a:lnTo>
                    <a:pt x="40"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2"/>
            <p:cNvSpPr/>
            <p:nvPr/>
          </p:nvSpPr>
          <p:spPr>
            <a:xfrm>
              <a:off x="1681950" y="3567425"/>
              <a:ext cx="57550" cy="42525"/>
            </a:xfrm>
            <a:custGeom>
              <a:rect b="b" l="l" r="r" t="t"/>
              <a:pathLst>
                <a:path extrusionOk="0" h="1701" w="2302">
                  <a:moveTo>
                    <a:pt x="2168" y="1"/>
                  </a:moveTo>
                  <a:lnTo>
                    <a:pt x="1" y="1514"/>
                  </a:lnTo>
                  <a:cubicBezTo>
                    <a:pt x="42" y="1575"/>
                    <a:pt x="90" y="1639"/>
                    <a:pt x="134" y="1701"/>
                  </a:cubicBezTo>
                  <a:lnTo>
                    <a:pt x="2302" y="188"/>
                  </a:lnTo>
                  <a:cubicBezTo>
                    <a:pt x="2257" y="126"/>
                    <a:pt x="2210" y="65"/>
                    <a:pt x="2168"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2"/>
            <p:cNvSpPr/>
            <p:nvPr/>
          </p:nvSpPr>
          <p:spPr>
            <a:xfrm>
              <a:off x="2222600" y="3190125"/>
              <a:ext cx="57575" cy="42500"/>
            </a:xfrm>
            <a:custGeom>
              <a:rect b="b" l="l" r="r" t="t"/>
              <a:pathLst>
                <a:path extrusionOk="0" h="1700" w="2303">
                  <a:moveTo>
                    <a:pt x="2168" y="0"/>
                  </a:moveTo>
                  <a:lnTo>
                    <a:pt x="1" y="1513"/>
                  </a:lnTo>
                  <a:cubicBezTo>
                    <a:pt x="45" y="1577"/>
                    <a:pt x="93" y="1639"/>
                    <a:pt x="135" y="1700"/>
                  </a:cubicBezTo>
                  <a:lnTo>
                    <a:pt x="2302" y="187"/>
                  </a:lnTo>
                  <a:cubicBezTo>
                    <a:pt x="2260" y="126"/>
                    <a:pt x="2213" y="64"/>
                    <a:pt x="2168"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2"/>
            <p:cNvSpPr/>
            <p:nvPr/>
          </p:nvSpPr>
          <p:spPr>
            <a:xfrm>
              <a:off x="1768750" y="3102700"/>
              <a:ext cx="42500" cy="57575"/>
            </a:xfrm>
            <a:custGeom>
              <a:rect b="b" l="l" r="r" t="t"/>
              <a:pathLst>
                <a:path extrusionOk="0" h="2303" w="1700">
                  <a:moveTo>
                    <a:pt x="190" y="1"/>
                  </a:moveTo>
                  <a:cubicBezTo>
                    <a:pt x="126" y="45"/>
                    <a:pt x="64" y="87"/>
                    <a:pt x="0" y="134"/>
                  </a:cubicBezTo>
                  <a:lnTo>
                    <a:pt x="1513" y="2302"/>
                  </a:lnTo>
                  <a:cubicBezTo>
                    <a:pt x="1577" y="2255"/>
                    <a:pt x="1638" y="2213"/>
                    <a:pt x="1700" y="2168"/>
                  </a:cubicBezTo>
                  <a:lnTo>
                    <a:pt x="190"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2"/>
            <p:cNvSpPr/>
            <p:nvPr/>
          </p:nvSpPr>
          <p:spPr>
            <a:xfrm>
              <a:off x="2146050" y="3643350"/>
              <a:ext cx="42525" cy="57575"/>
            </a:xfrm>
            <a:custGeom>
              <a:rect b="b" l="l" r="r" t="t"/>
              <a:pathLst>
                <a:path extrusionOk="0" h="2303" w="1701">
                  <a:moveTo>
                    <a:pt x="187" y="1"/>
                  </a:moveTo>
                  <a:cubicBezTo>
                    <a:pt x="126" y="45"/>
                    <a:pt x="65" y="90"/>
                    <a:pt x="1" y="135"/>
                  </a:cubicBezTo>
                  <a:lnTo>
                    <a:pt x="1514" y="2302"/>
                  </a:lnTo>
                  <a:cubicBezTo>
                    <a:pt x="1578" y="2260"/>
                    <a:pt x="1639" y="2213"/>
                    <a:pt x="1700" y="2169"/>
                  </a:cubicBezTo>
                  <a:lnTo>
                    <a:pt x="187"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 name="Google Shape;1774;p42"/>
          <p:cNvGrpSpPr/>
          <p:nvPr/>
        </p:nvGrpSpPr>
        <p:grpSpPr>
          <a:xfrm flipH="1" rot="2468718">
            <a:off x="7207632" y="2304148"/>
            <a:ext cx="659792" cy="562548"/>
            <a:chOff x="3270550" y="3192250"/>
            <a:chExt cx="802150" cy="683925"/>
          </a:xfrm>
        </p:grpSpPr>
        <p:sp>
          <p:nvSpPr>
            <p:cNvPr id="1775" name="Google Shape;1775;p42"/>
            <p:cNvSpPr/>
            <p:nvPr/>
          </p:nvSpPr>
          <p:spPr>
            <a:xfrm>
              <a:off x="3270550" y="3287850"/>
              <a:ext cx="688350" cy="588325"/>
            </a:xfrm>
            <a:custGeom>
              <a:rect b="b" l="l" r="r" t="t"/>
              <a:pathLst>
                <a:path extrusionOk="0" h="23533" w="27534">
                  <a:moveTo>
                    <a:pt x="4979" y="0"/>
                  </a:moveTo>
                  <a:lnTo>
                    <a:pt x="4979" y="0"/>
                  </a:lnTo>
                  <a:cubicBezTo>
                    <a:pt x="4642" y="349"/>
                    <a:pt x="4302" y="719"/>
                    <a:pt x="3957" y="1126"/>
                  </a:cubicBezTo>
                  <a:cubicBezTo>
                    <a:pt x="1" y="5801"/>
                    <a:pt x="1870" y="13892"/>
                    <a:pt x="8136" y="19194"/>
                  </a:cubicBezTo>
                  <a:cubicBezTo>
                    <a:pt x="11528" y="22066"/>
                    <a:pt x="15512" y="23532"/>
                    <a:pt x="19081" y="23532"/>
                  </a:cubicBezTo>
                  <a:cubicBezTo>
                    <a:pt x="22104" y="23532"/>
                    <a:pt x="24830" y="22480"/>
                    <a:pt x="26645" y="20337"/>
                  </a:cubicBezTo>
                  <a:cubicBezTo>
                    <a:pt x="26971" y="19952"/>
                    <a:pt x="27263" y="19573"/>
                    <a:pt x="27533" y="19200"/>
                  </a:cubicBezTo>
                  <a:lnTo>
                    <a:pt x="27533" y="19200"/>
                  </a:lnTo>
                  <a:cubicBezTo>
                    <a:pt x="25740" y="20924"/>
                    <a:pt x="23263" y="21774"/>
                    <a:pt x="20546" y="21774"/>
                  </a:cubicBezTo>
                  <a:cubicBezTo>
                    <a:pt x="16983" y="21774"/>
                    <a:pt x="13006" y="20312"/>
                    <a:pt x="9618" y="17444"/>
                  </a:cubicBezTo>
                  <a:cubicBezTo>
                    <a:pt x="3623" y="12365"/>
                    <a:pt x="1667" y="4745"/>
                    <a:pt x="4979"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2"/>
            <p:cNvSpPr/>
            <p:nvPr/>
          </p:nvSpPr>
          <p:spPr>
            <a:xfrm>
              <a:off x="3312200" y="3192250"/>
              <a:ext cx="760500" cy="639925"/>
            </a:xfrm>
            <a:custGeom>
              <a:rect b="b" l="l" r="r" t="t"/>
              <a:pathLst>
                <a:path extrusionOk="0" h="25597" w="30420">
                  <a:moveTo>
                    <a:pt x="12338" y="342"/>
                  </a:moveTo>
                  <a:cubicBezTo>
                    <a:pt x="12407" y="344"/>
                    <a:pt x="12472" y="353"/>
                    <a:pt x="12538" y="358"/>
                  </a:cubicBezTo>
                  <a:lnTo>
                    <a:pt x="13065" y="2629"/>
                  </a:lnTo>
                  <a:cubicBezTo>
                    <a:pt x="12995" y="2623"/>
                    <a:pt x="12928" y="2618"/>
                    <a:pt x="12862" y="2612"/>
                  </a:cubicBezTo>
                  <a:lnTo>
                    <a:pt x="12335" y="342"/>
                  </a:lnTo>
                  <a:close/>
                  <a:moveTo>
                    <a:pt x="9752" y="425"/>
                  </a:moveTo>
                  <a:lnTo>
                    <a:pt x="10758" y="2676"/>
                  </a:lnTo>
                  <a:cubicBezTo>
                    <a:pt x="10694" y="2685"/>
                    <a:pt x="10633" y="2696"/>
                    <a:pt x="10571" y="2707"/>
                  </a:cubicBezTo>
                  <a:lnTo>
                    <a:pt x="9566" y="456"/>
                  </a:lnTo>
                  <a:cubicBezTo>
                    <a:pt x="9627" y="445"/>
                    <a:pt x="9691" y="434"/>
                    <a:pt x="9752" y="425"/>
                  </a:cubicBezTo>
                  <a:close/>
                  <a:moveTo>
                    <a:pt x="14416" y="643"/>
                  </a:moveTo>
                  <a:cubicBezTo>
                    <a:pt x="14486" y="656"/>
                    <a:pt x="14556" y="670"/>
                    <a:pt x="14622" y="687"/>
                  </a:cubicBezTo>
                  <a:lnTo>
                    <a:pt x="14731" y="2899"/>
                  </a:lnTo>
                  <a:cubicBezTo>
                    <a:pt x="14664" y="2883"/>
                    <a:pt x="14595" y="2869"/>
                    <a:pt x="14525" y="2855"/>
                  </a:cubicBezTo>
                  <a:lnTo>
                    <a:pt x="14414" y="643"/>
                  </a:lnTo>
                  <a:close/>
                  <a:moveTo>
                    <a:pt x="7401" y="1044"/>
                  </a:moveTo>
                  <a:lnTo>
                    <a:pt x="8836" y="3175"/>
                  </a:lnTo>
                  <a:cubicBezTo>
                    <a:pt x="8780" y="3197"/>
                    <a:pt x="8724" y="3220"/>
                    <a:pt x="8668" y="3242"/>
                  </a:cubicBezTo>
                  <a:lnTo>
                    <a:pt x="7231" y="1111"/>
                  </a:lnTo>
                  <a:cubicBezTo>
                    <a:pt x="7287" y="1088"/>
                    <a:pt x="7345" y="1066"/>
                    <a:pt x="7401" y="1044"/>
                  </a:cubicBezTo>
                  <a:close/>
                  <a:moveTo>
                    <a:pt x="16982" y="1434"/>
                  </a:moveTo>
                  <a:cubicBezTo>
                    <a:pt x="17049" y="1462"/>
                    <a:pt x="17119" y="1487"/>
                    <a:pt x="17186" y="1515"/>
                  </a:cubicBezTo>
                  <a:lnTo>
                    <a:pt x="16851" y="3590"/>
                  </a:lnTo>
                  <a:cubicBezTo>
                    <a:pt x="16785" y="3560"/>
                    <a:pt x="16718" y="3535"/>
                    <a:pt x="16648" y="3507"/>
                  </a:cubicBezTo>
                  <a:lnTo>
                    <a:pt x="16980" y="1434"/>
                  </a:lnTo>
                  <a:close/>
                  <a:moveTo>
                    <a:pt x="5590" y="2019"/>
                  </a:moveTo>
                  <a:lnTo>
                    <a:pt x="7351" y="3964"/>
                  </a:lnTo>
                  <a:cubicBezTo>
                    <a:pt x="7303" y="4000"/>
                    <a:pt x="7259" y="4033"/>
                    <a:pt x="7211" y="4069"/>
                  </a:cubicBezTo>
                  <a:lnTo>
                    <a:pt x="5450" y="2125"/>
                  </a:lnTo>
                  <a:cubicBezTo>
                    <a:pt x="5495" y="2089"/>
                    <a:pt x="5542" y="2055"/>
                    <a:pt x="5590" y="2019"/>
                  </a:cubicBezTo>
                  <a:close/>
                  <a:moveTo>
                    <a:pt x="19610" y="2743"/>
                  </a:moveTo>
                  <a:cubicBezTo>
                    <a:pt x="19677" y="2782"/>
                    <a:pt x="19741" y="2821"/>
                    <a:pt x="19802" y="2863"/>
                  </a:cubicBezTo>
                  <a:lnTo>
                    <a:pt x="18983" y="4696"/>
                  </a:lnTo>
                  <a:cubicBezTo>
                    <a:pt x="18919" y="4655"/>
                    <a:pt x="18855" y="4616"/>
                    <a:pt x="18791" y="4577"/>
                  </a:cubicBezTo>
                  <a:lnTo>
                    <a:pt x="19610" y="2743"/>
                  </a:lnTo>
                  <a:close/>
                  <a:moveTo>
                    <a:pt x="4094" y="3373"/>
                  </a:moveTo>
                  <a:lnTo>
                    <a:pt x="6144" y="5045"/>
                  </a:lnTo>
                  <a:cubicBezTo>
                    <a:pt x="6116" y="5075"/>
                    <a:pt x="6088" y="5106"/>
                    <a:pt x="6061" y="5137"/>
                  </a:cubicBezTo>
                  <a:cubicBezTo>
                    <a:pt x="6052" y="5148"/>
                    <a:pt x="6041" y="5162"/>
                    <a:pt x="6030" y="5176"/>
                  </a:cubicBezTo>
                  <a:lnTo>
                    <a:pt x="3985" y="3504"/>
                  </a:lnTo>
                  <a:lnTo>
                    <a:pt x="3985" y="3501"/>
                  </a:lnTo>
                  <a:cubicBezTo>
                    <a:pt x="4004" y="3479"/>
                    <a:pt x="4027" y="3448"/>
                    <a:pt x="4043" y="3429"/>
                  </a:cubicBezTo>
                  <a:cubicBezTo>
                    <a:pt x="4060" y="3409"/>
                    <a:pt x="4077" y="3392"/>
                    <a:pt x="4094" y="3373"/>
                  </a:cubicBezTo>
                  <a:close/>
                  <a:moveTo>
                    <a:pt x="22000" y="4317"/>
                  </a:moveTo>
                  <a:cubicBezTo>
                    <a:pt x="22059" y="4368"/>
                    <a:pt x="22098" y="4440"/>
                    <a:pt x="22156" y="4490"/>
                  </a:cubicBezTo>
                  <a:lnTo>
                    <a:pt x="22201" y="4437"/>
                  </a:lnTo>
                  <a:lnTo>
                    <a:pt x="21039" y="5858"/>
                  </a:lnTo>
                  <a:lnTo>
                    <a:pt x="21014" y="5836"/>
                  </a:lnTo>
                  <a:cubicBezTo>
                    <a:pt x="21000" y="5825"/>
                    <a:pt x="20980" y="5821"/>
                    <a:pt x="20957" y="5821"/>
                  </a:cubicBezTo>
                  <a:cubicBezTo>
                    <a:pt x="20918" y="5821"/>
                    <a:pt x="20870" y="5831"/>
                    <a:pt x="20831" y="5831"/>
                  </a:cubicBezTo>
                  <a:cubicBezTo>
                    <a:pt x="20808" y="5831"/>
                    <a:pt x="20788" y="5828"/>
                    <a:pt x="20774" y="5816"/>
                  </a:cubicBezTo>
                  <a:lnTo>
                    <a:pt x="22000" y="4317"/>
                  </a:lnTo>
                  <a:close/>
                  <a:moveTo>
                    <a:pt x="2890" y="5217"/>
                  </a:moveTo>
                  <a:lnTo>
                    <a:pt x="5133" y="6569"/>
                  </a:lnTo>
                  <a:cubicBezTo>
                    <a:pt x="5108" y="6622"/>
                    <a:pt x="5083" y="6672"/>
                    <a:pt x="5060" y="6725"/>
                  </a:cubicBezTo>
                  <a:lnTo>
                    <a:pt x="2818" y="5373"/>
                  </a:lnTo>
                  <a:lnTo>
                    <a:pt x="2820" y="5373"/>
                  </a:lnTo>
                  <a:cubicBezTo>
                    <a:pt x="2845" y="5320"/>
                    <a:pt x="2868" y="5268"/>
                    <a:pt x="2890" y="5217"/>
                  </a:cubicBezTo>
                  <a:close/>
                  <a:moveTo>
                    <a:pt x="23875" y="6240"/>
                  </a:moveTo>
                  <a:cubicBezTo>
                    <a:pt x="23928" y="6296"/>
                    <a:pt x="23978" y="6351"/>
                    <a:pt x="24029" y="6410"/>
                  </a:cubicBezTo>
                  <a:lnTo>
                    <a:pt x="22421" y="7591"/>
                  </a:lnTo>
                  <a:cubicBezTo>
                    <a:pt x="22371" y="7535"/>
                    <a:pt x="22321" y="7477"/>
                    <a:pt x="22268" y="7421"/>
                  </a:cubicBezTo>
                  <a:lnTo>
                    <a:pt x="23875" y="6240"/>
                  </a:lnTo>
                  <a:close/>
                  <a:moveTo>
                    <a:pt x="2177" y="7455"/>
                  </a:moveTo>
                  <a:lnTo>
                    <a:pt x="4539" y="8396"/>
                  </a:lnTo>
                  <a:cubicBezTo>
                    <a:pt x="4528" y="8455"/>
                    <a:pt x="4523" y="8516"/>
                    <a:pt x="4512" y="8577"/>
                  </a:cubicBezTo>
                  <a:lnTo>
                    <a:pt x="2149" y="7636"/>
                  </a:lnTo>
                  <a:lnTo>
                    <a:pt x="2152" y="7636"/>
                  </a:lnTo>
                  <a:cubicBezTo>
                    <a:pt x="2160" y="7574"/>
                    <a:pt x="2168" y="7516"/>
                    <a:pt x="2177" y="7455"/>
                  </a:cubicBezTo>
                  <a:close/>
                  <a:moveTo>
                    <a:pt x="25508" y="8285"/>
                  </a:moveTo>
                  <a:cubicBezTo>
                    <a:pt x="25550" y="8346"/>
                    <a:pt x="25589" y="8410"/>
                    <a:pt x="25631" y="8472"/>
                  </a:cubicBezTo>
                  <a:lnTo>
                    <a:pt x="23722" y="9274"/>
                  </a:lnTo>
                  <a:cubicBezTo>
                    <a:pt x="23683" y="9213"/>
                    <a:pt x="23644" y="9149"/>
                    <a:pt x="23599" y="9087"/>
                  </a:cubicBezTo>
                  <a:lnTo>
                    <a:pt x="25508" y="8285"/>
                  </a:lnTo>
                  <a:close/>
                  <a:moveTo>
                    <a:pt x="2023" y="9647"/>
                  </a:moveTo>
                  <a:lnTo>
                    <a:pt x="4411" y="10188"/>
                  </a:lnTo>
                  <a:cubicBezTo>
                    <a:pt x="4411" y="10252"/>
                    <a:pt x="4417" y="10313"/>
                    <a:pt x="4420" y="10377"/>
                  </a:cubicBezTo>
                  <a:lnTo>
                    <a:pt x="2035" y="9840"/>
                  </a:lnTo>
                  <a:cubicBezTo>
                    <a:pt x="2032" y="9776"/>
                    <a:pt x="2029" y="9711"/>
                    <a:pt x="2023" y="9647"/>
                  </a:cubicBezTo>
                  <a:close/>
                  <a:moveTo>
                    <a:pt x="26929" y="10795"/>
                  </a:moveTo>
                  <a:cubicBezTo>
                    <a:pt x="26960" y="10859"/>
                    <a:pt x="26990" y="10923"/>
                    <a:pt x="27018" y="10990"/>
                  </a:cubicBezTo>
                  <a:lnTo>
                    <a:pt x="24853" y="11330"/>
                  </a:lnTo>
                  <a:cubicBezTo>
                    <a:pt x="24825" y="11263"/>
                    <a:pt x="24795" y="11199"/>
                    <a:pt x="24767" y="11135"/>
                  </a:cubicBezTo>
                  <a:lnTo>
                    <a:pt x="26929" y="10795"/>
                  </a:lnTo>
                  <a:close/>
                  <a:moveTo>
                    <a:pt x="2305" y="11835"/>
                  </a:moveTo>
                  <a:lnTo>
                    <a:pt x="4631" y="11977"/>
                  </a:lnTo>
                  <a:cubicBezTo>
                    <a:pt x="4645" y="12043"/>
                    <a:pt x="4659" y="12108"/>
                    <a:pt x="4673" y="12174"/>
                  </a:cubicBezTo>
                  <a:lnTo>
                    <a:pt x="2347" y="12030"/>
                  </a:lnTo>
                  <a:cubicBezTo>
                    <a:pt x="2330" y="11965"/>
                    <a:pt x="2319" y="11899"/>
                    <a:pt x="2305" y="11835"/>
                  </a:cubicBezTo>
                  <a:close/>
                  <a:moveTo>
                    <a:pt x="25522" y="13267"/>
                  </a:moveTo>
                  <a:lnTo>
                    <a:pt x="27848" y="13411"/>
                  </a:lnTo>
                  <a:lnTo>
                    <a:pt x="27848" y="13409"/>
                  </a:lnTo>
                  <a:cubicBezTo>
                    <a:pt x="27865" y="13476"/>
                    <a:pt x="27885" y="13540"/>
                    <a:pt x="27899" y="13609"/>
                  </a:cubicBezTo>
                  <a:lnTo>
                    <a:pt x="25569" y="13464"/>
                  </a:lnTo>
                  <a:cubicBezTo>
                    <a:pt x="25555" y="13400"/>
                    <a:pt x="25536" y="13333"/>
                    <a:pt x="25522" y="13267"/>
                  </a:cubicBezTo>
                  <a:close/>
                  <a:moveTo>
                    <a:pt x="5342" y="14183"/>
                  </a:moveTo>
                  <a:cubicBezTo>
                    <a:pt x="5370" y="14250"/>
                    <a:pt x="5400" y="14314"/>
                    <a:pt x="5428" y="14378"/>
                  </a:cubicBezTo>
                  <a:lnTo>
                    <a:pt x="3263" y="14718"/>
                  </a:lnTo>
                  <a:cubicBezTo>
                    <a:pt x="3235" y="14654"/>
                    <a:pt x="3205" y="14590"/>
                    <a:pt x="3177" y="14526"/>
                  </a:cubicBezTo>
                  <a:lnTo>
                    <a:pt x="5342" y="14183"/>
                  </a:lnTo>
                  <a:close/>
                  <a:moveTo>
                    <a:pt x="25806" y="15030"/>
                  </a:moveTo>
                  <a:lnTo>
                    <a:pt x="28188" y="15571"/>
                  </a:lnTo>
                  <a:lnTo>
                    <a:pt x="28188" y="15568"/>
                  </a:lnTo>
                  <a:cubicBezTo>
                    <a:pt x="28194" y="15632"/>
                    <a:pt x="28197" y="15696"/>
                    <a:pt x="28199" y="15763"/>
                  </a:cubicBezTo>
                  <a:lnTo>
                    <a:pt x="25817" y="15222"/>
                  </a:lnTo>
                  <a:cubicBezTo>
                    <a:pt x="25814" y="15158"/>
                    <a:pt x="25809" y="15094"/>
                    <a:pt x="25806" y="15030"/>
                  </a:cubicBezTo>
                  <a:close/>
                  <a:moveTo>
                    <a:pt x="6487" y="16292"/>
                  </a:moveTo>
                  <a:cubicBezTo>
                    <a:pt x="6529" y="16354"/>
                    <a:pt x="6568" y="16418"/>
                    <a:pt x="6609" y="16479"/>
                  </a:cubicBezTo>
                  <a:lnTo>
                    <a:pt x="4701" y="17281"/>
                  </a:lnTo>
                  <a:cubicBezTo>
                    <a:pt x="4659" y="17220"/>
                    <a:pt x="4620" y="17159"/>
                    <a:pt x="4578" y="17095"/>
                  </a:cubicBezTo>
                  <a:lnTo>
                    <a:pt x="6487" y="16292"/>
                  </a:lnTo>
                  <a:close/>
                  <a:moveTo>
                    <a:pt x="25756" y="16825"/>
                  </a:moveTo>
                  <a:lnTo>
                    <a:pt x="28119" y="17763"/>
                  </a:lnTo>
                  <a:lnTo>
                    <a:pt x="28119" y="17766"/>
                  </a:lnTo>
                  <a:cubicBezTo>
                    <a:pt x="28110" y="17825"/>
                    <a:pt x="28099" y="17883"/>
                    <a:pt x="28091" y="17945"/>
                  </a:cubicBezTo>
                  <a:lnTo>
                    <a:pt x="25728" y="17003"/>
                  </a:lnTo>
                  <a:cubicBezTo>
                    <a:pt x="25736" y="16944"/>
                    <a:pt x="25748" y="16883"/>
                    <a:pt x="25756" y="16825"/>
                  </a:cubicBezTo>
                  <a:close/>
                  <a:moveTo>
                    <a:pt x="7835" y="18037"/>
                  </a:moveTo>
                  <a:cubicBezTo>
                    <a:pt x="7886" y="18092"/>
                    <a:pt x="7936" y="18151"/>
                    <a:pt x="7989" y="18206"/>
                  </a:cubicBezTo>
                  <a:lnTo>
                    <a:pt x="6378" y="19391"/>
                  </a:lnTo>
                  <a:cubicBezTo>
                    <a:pt x="6328" y="19335"/>
                    <a:pt x="6275" y="19276"/>
                    <a:pt x="6225" y="19221"/>
                  </a:cubicBezTo>
                  <a:lnTo>
                    <a:pt x="7835" y="18037"/>
                  </a:lnTo>
                  <a:close/>
                  <a:moveTo>
                    <a:pt x="25254" y="18700"/>
                  </a:moveTo>
                  <a:lnTo>
                    <a:pt x="27495" y="20051"/>
                  </a:lnTo>
                  <a:cubicBezTo>
                    <a:pt x="27472" y="20104"/>
                    <a:pt x="27450" y="20160"/>
                    <a:pt x="27425" y="20213"/>
                  </a:cubicBezTo>
                  <a:lnTo>
                    <a:pt x="25185" y="18858"/>
                  </a:lnTo>
                  <a:cubicBezTo>
                    <a:pt x="25210" y="18805"/>
                    <a:pt x="25232" y="18753"/>
                    <a:pt x="25254" y="18700"/>
                  </a:cubicBezTo>
                  <a:close/>
                  <a:moveTo>
                    <a:pt x="9471" y="19619"/>
                  </a:moveTo>
                  <a:cubicBezTo>
                    <a:pt x="9529" y="19666"/>
                    <a:pt x="9588" y="19714"/>
                    <a:pt x="9649" y="19761"/>
                  </a:cubicBezTo>
                  <a:lnTo>
                    <a:pt x="8398" y="21288"/>
                  </a:lnTo>
                  <a:cubicBezTo>
                    <a:pt x="8340" y="21241"/>
                    <a:pt x="8278" y="21193"/>
                    <a:pt x="8220" y="21143"/>
                  </a:cubicBezTo>
                  <a:lnTo>
                    <a:pt x="9471" y="19619"/>
                  </a:lnTo>
                  <a:close/>
                  <a:moveTo>
                    <a:pt x="24505" y="20043"/>
                  </a:moveTo>
                  <a:lnTo>
                    <a:pt x="26556" y="21717"/>
                  </a:lnTo>
                  <a:cubicBezTo>
                    <a:pt x="26519" y="21762"/>
                    <a:pt x="26486" y="21806"/>
                    <a:pt x="26450" y="21854"/>
                  </a:cubicBezTo>
                  <a:lnTo>
                    <a:pt x="24405" y="20182"/>
                  </a:lnTo>
                  <a:cubicBezTo>
                    <a:pt x="24438" y="20134"/>
                    <a:pt x="24472" y="20090"/>
                    <a:pt x="24505" y="20043"/>
                  </a:cubicBezTo>
                  <a:close/>
                  <a:moveTo>
                    <a:pt x="12334" y="3369"/>
                  </a:moveTo>
                  <a:cubicBezTo>
                    <a:pt x="14964" y="3369"/>
                    <a:pt x="17900" y="4450"/>
                    <a:pt x="20401" y="6566"/>
                  </a:cubicBezTo>
                  <a:cubicBezTo>
                    <a:pt x="25018" y="10475"/>
                    <a:pt x="26397" y="16434"/>
                    <a:pt x="23480" y="19881"/>
                  </a:cubicBezTo>
                  <a:cubicBezTo>
                    <a:pt x="22142" y="21461"/>
                    <a:pt x="20133" y="22238"/>
                    <a:pt x="17905" y="22238"/>
                  </a:cubicBezTo>
                  <a:cubicBezTo>
                    <a:pt x="15275" y="22238"/>
                    <a:pt x="12338" y="21156"/>
                    <a:pt x="9839" y="19040"/>
                  </a:cubicBezTo>
                  <a:cubicBezTo>
                    <a:pt x="5222" y="15131"/>
                    <a:pt x="3843" y="9171"/>
                    <a:pt x="6760" y="5724"/>
                  </a:cubicBezTo>
                  <a:cubicBezTo>
                    <a:pt x="8097" y="4145"/>
                    <a:pt x="10105" y="3369"/>
                    <a:pt x="12334" y="3369"/>
                  </a:cubicBezTo>
                  <a:close/>
                  <a:moveTo>
                    <a:pt x="11438" y="21023"/>
                  </a:moveTo>
                  <a:cubicBezTo>
                    <a:pt x="11502" y="21065"/>
                    <a:pt x="11566" y="21101"/>
                    <a:pt x="11633" y="21140"/>
                  </a:cubicBezTo>
                  <a:lnTo>
                    <a:pt x="10814" y="22974"/>
                  </a:lnTo>
                  <a:cubicBezTo>
                    <a:pt x="10747" y="22935"/>
                    <a:pt x="10683" y="22896"/>
                    <a:pt x="10619" y="22857"/>
                  </a:cubicBezTo>
                  <a:lnTo>
                    <a:pt x="11438" y="21023"/>
                  </a:lnTo>
                  <a:close/>
                  <a:moveTo>
                    <a:pt x="23179" y="21427"/>
                  </a:moveTo>
                  <a:lnTo>
                    <a:pt x="24940" y="23372"/>
                  </a:lnTo>
                  <a:cubicBezTo>
                    <a:pt x="24895" y="23408"/>
                    <a:pt x="24848" y="23442"/>
                    <a:pt x="24800" y="23478"/>
                  </a:cubicBezTo>
                  <a:lnTo>
                    <a:pt x="23039" y="21530"/>
                  </a:lnTo>
                  <a:cubicBezTo>
                    <a:pt x="23084" y="21497"/>
                    <a:pt x="23131" y="21463"/>
                    <a:pt x="23179" y="21427"/>
                  </a:cubicBezTo>
                  <a:close/>
                  <a:moveTo>
                    <a:pt x="13658" y="22127"/>
                  </a:moveTo>
                  <a:cubicBezTo>
                    <a:pt x="13728" y="22154"/>
                    <a:pt x="13795" y="22182"/>
                    <a:pt x="13865" y="22207"/>
                  </a:cubicBezTo>
                  <a:lnTo>
                    <a:pt x="13533" y="24283"/>
                  </a:lnTo>
                  <a:cubicBezTo>
                    <a:pt x="13463" y="24255"/>
                    <a:pt x="13397" y="24227"/>
                    <a:pt x="13327" y="24202"/>
                  </a:cubicBezTo>
                  <a:lnTo>
                    <a:pt x="13658" y="22127"/>
                  </a:lnTo>
                  <a:close/>
                  <a:moveTo>
                    <a:pt x="21719" y="22299"/>
                  </a:moveTo>
                  <a:lnTo>
                    <a:pt x="23156" y="24431"/>
                  </a:lnTo>
                  <a:cubicBezTo>
                    <a:pt x="23101" y="24456"/>
                    <a:pt x="23045" y="24478"/>
                    <a:pt x="22992" y="24500"/>
                  </a:cubicBezTo>
                  <a:lnTo>
                    <a:pt x="21554" y="22369"/>
                  </a:lnTo>
                  <a:cubicBezTo>
                    <a:pt x="21610" y="22347"/>
                    <a:pt x="21666" y="22324"/>
                    <a:pt x="21719" y="22299"/>
                  </a:cubicBezTo>
                  <a:close/>
                  <a:moveTo>
                    <a:pt x="15508" y="22709"/>
                  </a:moveTo>
                  <a:cubicBezTo>
                    <a:pt x="15578" y="22723"/>
                    <a:pt x="15648" y="22740"/>
                    <a:pt x="15717" y="22753"/>
                  </a:cubicBezTo>
                  <a:lnTo>
                    <a:pt x="15826" y="24966"/>
                  </a:lnTo>
                  <a:cubicBezTo>
                    <a:pt x="15756" y="24949"/>
                    <a:pt x="15687" y="24935"/>
                    <a:pt x="15617" y="24921"/>
                  </a:cubicBezTo>
                  <a:lnTo>
                    <a:pt x="15508" y="22709"/>
                  </a:lnTo>
                  <a:close/>
                  <a:moveTo>
                    <a:pt x="19785" y="22882"/>
                  </a:moveTo>
                  <a:lnTo>
                    <a:pt x="20791" y="25133"/>
                  </a:lnTo>
                  <a:cubicBezTo>
                    <a:pt x="20727" y="25144"/>
                    <a:pt x="20663" y="25152"/>
                    <a:pt x="20602" y="25164"/>
                  </a:cubicBezTo>
                  <a:lnTo>
                    <a:pt x="19596" y="22912"/>
                  </a:lnTo>
                  <a:cubicBezTo>
                    <a:pt x="19660" y="22904"/>
                    <a:pt x="19721" y="22893"/>
                    <a:pt x="19785" y="22882"/>
                  </a:cubicBezTo>
                  <a:close/>
                  <a:moveTo>
                    <a:pt x="17581" y="23007"/>
                  </a:moveTo>
                  <a:lnTo>
                    <a:pt x="17581" y="23007"/>
                  </a:lnTo>
                  <a:cubicBezTo>
                    <a:pt x="17648" y="23010"/>
                    <a:pt x="17715" y="23013"/>
                    <a:pt x="17782" y="23015"/>
                  </a:cubicBezTo>
                  <a:lnTo>
                    <a:pt x="18306" y="25286"/>
                  </a:lnTo>
                  <a:lnTo>
                    <a:pt x="18306" y="25289"/>
                  </a:lnTo>
                  <a:cubicBezTo>
                    <a:pt x="18239" y="25283"/>
                    <a:pt x="18172" y="25283"/>
                    <a:pt x="18105" y="25281"/>
                  </a:cubicBezTo>
                  <a:lnTo>
                    <a:pt x="17581" y="23007"/>
                  </a:lnTo>
                  <a:close/>
                  <a:moveTo>
                    <a:pt x="11338" y="0"/>
                  </a:moveTo>
                  <a:cubicBezTo>
                    <a:pt x="8315" y="0"/>
                    <a:pt x="5589" y="1053"/>
                    <a:pt x="3773" y="3197"/>
                  </a:cubicBezTo>
                  <a:cubicBezTo>
                    <a:pt x="3603" y="3398"/>
                    <a:pt x="3461" y="3613"/>
                    <a:pt x="3313" y="3824"/>
                  </a:cubicBezTo>
                  <a:cubicBezTo>
                    <a:pt x="1" y="8569"/>
                    <a:pt x="1957" y="16189"/>
                    <a:pt x="7952" y="21266"/>
                  </a:cubicBezTo>
                  <a:cubicBezTo>
                    <a:pt x="11341" y="24134"/>
                    <a:pt x="15317" y="25597"/>
                    <a:pt x="18881" y="25597"/>
                  </a:cubicBezTo>
                  <a:cubicBezTo>
                    <a:pt x="21597" y="25597"/>
                    <a:pt x="24073" y="24747"/>
                    <a:pt x="25865" y="23021"/>
                  </a:cubicBezTo>
                  <a:cubicBezTo>
                    <a:pt x="26076" y="22826"/>
                    <a:pt x="26274" y="22623"/>
                    <a:pt x="26464" y="22408"/>
                  </a:cubicBezTo>
                  <a:cubicBezTo>
                    <a:pt x="30420" y="17733"/>
                    <a:pt x="28548" y="9645"/>
                    <a:pt x="22284" y="4340"/>
                  </a:cubicBezTo>
                  <a:cubicBezTo>
                    <a:pt x="18892" y="1468"/>
                    <a:pt x="14908" y="0"/>
                    <a:pt x="11338" y="0"/>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2"/>
            <p:cNvSpPr/>
            <p:nvPr/>
          </p:nvSpPr>
          <p:spPr>
            <a:xfrm>
              <a:off x="3609625" y="3474250"/>
              <a:ext cx="43275" cy="36375"/>
            </a:xfrm>
            <a:custGeom>
              <a:rect b="b" l="l" r="r" t="t"/>
              <a:pathLst>
                <a:path extrusionOk="0" h="1455" w="1731">
                  <a:moveTo>
                    <a:pt x="307" y="0"/>
                  </a:moveTo>
                  <a:cubicBezTo>
                    <a:pt x="1" y="485"/>
                    <a:pt x="40" y="886"/>
                    <a:pt x="419" y="1206"/>
                  </a:cubicBezTo>
                  <a:lnTo>
                    <a:pt x="444" y="1229"/>
                  </a:lnTo>
                  <a:cubicBezTo>
                    <a:pt x="619" y="1376"/>
                    <a:pt x="797" y="1452"/>
                    <a:pt x="987" y="1454"/>
                  </a:cubicBezTo>
                  <a:cubicBezTo>
                    <a:pt x="993" y="1455"/>
                    <a:pt x="999" y="1455"/>
                    <a:pt x="1005" y="1455"/>
                  </a:cubicBezTo>
                  <a:cubicBezTo>
                    <a:pt x="1189" y="1455"/>
                    <a:pt x="1431" y="1371"/>
                    <a:pt x="1731" y="1206"/>
                  </a:cubicBezTo>
                  <a:lnTo>
                    <a:pt x="307" y="0"/>
                  </a:ln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2"/>
            <p:cNvSpPr/>
            <p:nvPr/>
          </p:nvSpPr>
          <p:spPr>
            <a:xfrm>
              <a:off x="3408250" y="3276475"/>
              <a:ext cx="563875" cy="471725"/>
            </a:xfrm>
            <a:custGeom>
              <a:rect b="b" l="l" r="r" t="t"/>
              <a:pathLst>
                <a:path extrusionOk="0" h="18869" w="22555">
                  <a:moveTo>
                    <a:pt x="8491" y="0"/>
                  </a:moveTo>
                  <a:cubicBezTo>
                    <a:pt x="6262" y="0"/>
                    <a:pt x="4253" y="776"/>
                    <a:pt x="2915" y="2355"/>
                  </a:cubicBezTo>
                  <a:cubicBezTo>
                    <a:pt x="1" y="5802"/>
                    <a:pt x="1380" y="11762"/>
                    <a:pt x="5997" y="15671"/>
                  </a:cubicBezTo>
                  <a:cubicBezTo>
                    <a:pt x="8496" y="17787"/>
                    <a:pt x="11433" y="18869"/>
                    <a:pt x="14063" y="18869"/>
                  </a:cubicBezTo>
                  <a:cubicBezTo>
                    <a:pt x="16291" y="18869"/>
                    <a:pt x="18300" y="18092"/>
                    <a:pt x="19638" y="16512"/>
                  </a:cubicBezTo>
                  <a:cubicBezTo>
                    <a:pt x="22555" y="13068"/>
                    <a:pt x="21176" y="7106"/>
                    <a:pt x="16556" y="3197"/>
                  </a:cubicBezTo>
                  <a:cubicBezTo>
                    <a:pt x="14057" y="1081"/>
                    <a:pt x="11121" y="0"/>
                    <a:pt x="8491"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2"/>
            <p:cNvSpPr/>
            <p:nvPr/>
          </p:nvSpPr>
          <p:spPr>
            <a:xfrm>
              <a:off x="3922300" y="3693300"/>
              <a:ext cx="53800" cy="45300"/>
            </a:xfrm>
            <a:custGeom>
              <a:rect b="b" l="l" r="r" t="t"/>
              <a:pathLst>
                <a:path extrusionOk="0" h="1812" w="2152">
                  <a:moveTo>
                    <a:pt x="101" y="1"/>
                  </a:moveTo>
                  <a:cubicBezTo>
                    <a:pt x="70" y="45"/>
                    <a:pt x="34" y="92"/>
                    <a:pt x="1" y="140"/>
                  </a:cubicBezTo>
                  <a:lnTo>
                    <a:pt x="2049" y="1812"/>
                  </a:lnTo>
                  <a:cubicBezTo>
                    <a:pt x="2082" y="1764"/>
                    <a:pt x="2118" y="1720"/>
                    <a:pt x="2152" y="1675"/>
                  </a:cubicBezTo>
                  <a:lnTo>
                    <a:pt x="101"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2"/>
            <p:cNvSpPr/>
            <p:nvPr/>
          </p:nvSpPr>
          <p:spPr>
            <a:xfrm>
              <a:off x="3411800" y="3276500"/>
              <a:ext cx="54025" cy="45075"/>
            </a:xfrm>
            <a:custGeom>
              <a:rect b="b" l="l" r="r" t="t"/>
              <a:pathLst>
                <a:path extrusionOk="0" h="1803" w="2161">
                  <a:moveTo>
                    <a:pt x="110" y="0"/>
                  </a:moveTo>
                  <a:cubicBezTo>
                    <a:pt x="96" y="20"/>
                    <a:pt x="76" y="39"/>
                    <a:pt x="59" y="59"/>
                  </a:cubicBezTo>
                  <a:cubicBezTo>
                    <a:pt x="43" y="75"/>
                    <a:pt x="20" y="109"/>
                    <a:pt x="1" y="131"/>
                  </a:cubicBezTo>
                  <a:lnTo>
                    <a:pt x="2046" y="1803"/>
                  </a:lnTo>
                  <a:cubicBezTo>
                    <a:pt x="2057" y="1792"/>
                    <a:pt x="2068" y="1778"/>
                    <a:pt x="2077" y="1767"/>
                  </a:cubicBezTo>
                  <a:cubicBezTo>
                    <a:pt x="2104" y="1733"/>
                    <a:pt x="2132" y="1705"/>
                    <a:pt x="2160" y="1675"/>
                  </a:cubicBezTo>
                  <a:lnTo>
                    <a:pt x="110"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2"/>
            <p:cNvSpPr/>
            <p:nvPr/>
          </p:nvSpPr>
          <p:spPr>
            <a:xfrm>
              <a:off x="3369800" y="3488100"/>
              <a:ext cx="59250" cy="8525"/>
            </a:xfrm>
            <a:custGeom>
              <a:rect b="b" l="l" r="r" t="t"/>
              <a:pathLst>
                <a:path extrusionOk="0" h="341" w="2370">
                  <a:moveTo>
                    <a:pt x="1" y="1"/>
                  </a:moveTo>
                  <a:lnTo>
                    <a:pt x="1" y="1"/>
                  </a:lnTo>
                  <a:cubicBezTo>
                    <a:pt x="15" y="65"/>
                    <a:pt x="26" y="131"/>
                    <a:pt x="43" y="198"/>
                  </a:cubicBezTo>
                  <a:lnTo>
                    <a:pt x="2369" y="340"/>
                  </a:lnTo>
                  <a:cubicBezTo>
                    <a:pt x="2355" y="274"/>
                    <a:pt x="2341" y="209"/>
                    <a:pt x="2327" y="143"/>
                  </a:cubicBezTo>
                  <a:lnTo>
                    <a:pt x="1"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2"/>
            <p:cNvSpPr/>
            <p:nvPr/>
          </p:nvSpPr>
          <p:spPr>
            <a:xfrm>
              <a:off x="3950225" y="3523825"/>
              <a:ext cx="59450" cy="8600"/>
            </a:xfrm>
            <a:custGeom>
              <a:rect b="b" l="l" r="r" t="t"/>
              <a:pathLst>
                <a:path extrusionOk="0" h="344" w="2378">
                  <a:moveTo>
                    <a:pt x="1" y="1"/>
                  </a:moveTo>
                  <a:cubicBezTo>
                    <a:pt x="18" y="68"/>
                    <a:pt x="34" y="135"/>
                    <a:pt x="51" y="199"/>
                  </a:cubicBezTo>
                  <a:lnTo>
                    <a:pt x="2378" y="344"/>
                  </a:lnTo>
                  <a:cubicBezTo>
                    <a:pt x="2364" y="277"/>
                    <a:pt x="2344" y="213"/>
                    <a:pt x="2327" y="146"/>
                  </a:cubicBezTo>
                  <a:lnTo>
                    <a:pt x="1"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2"/>
            <p:cNvSpPr/>
            <p:nvPr/>
          </p:nvSpPr>
          <p:spPr>
            <a:xfrm>
              <a:off x="3751725" y="3767425"/>
              <a:ext cx="18125" cy="57000"/>
            </a:xfrm>
            <a:custGeom>
              <a:rect b="b" l="l" r="r" t="t"/>
              <a:pathLst>
                <a:path extrusionOk="0" h="2280" w="725">
                  <a:moveTo>
                    <a:pt x="0" y="0"/>
                  </a:moveTo>
                  <a:lnTo>
                    <a:pt x="524" y="2274"/>
                  </a:lnTo>
                  <a:cubicBezTo>
                    <a:pt x="591" y="2276"/>
                    <a:pt x="658" y="2276"/>
                    <a:pt x="725" y="2279"/>
                  </a:cubicBezTo>
                  <a:lnTo>
                    <a:pt x="201" y="8"/>
                  </a:lnTo>
                  <a:cubicBezTo>
                    <a:pt x="134" y="6"/>
                    <a:pt x="67" y="3"/>
                    <a:pt x="0"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2"/>
            <p:cNvSpPr/>
            <p:nvPr/>
          </p:nvSpPr>
          <p:spPr>
            <a:xfrm>
              <a:off x="3620625" y="3200775"/>
              <a:ext cx="18225" cy="57225"/>
            </a:xfrm>
            <a:custGeom>
              <a:rect b="b" l="l" r="r" t="t"/>
              <a:pathLst>
                <a:path extrusionOk="0" h="2289" w="729">
                  <a:moveTo>
                    <a:pt x="1" y="1"/>
                  </a:moveTo>
                  <a:lnTo>
                    <a:pt x="525" y="2271"/>
                  </a:lnTo>
                  <a:cubicBezTo>
                    <a:pt x="594" y="2277"/>
                    <a:pt x="661" y="2282"/>
                    <a:pt x="728" y="2288"/>
                  </a:cubicBezTo>
                  <a:lnTo>
                    <a:pt x="204" y="17"/>
                  </a:lnTo>
                  <a:cubicBezTo>
                    <a:pt x="135" y="12"/>
                    <a:pt x="68" y="3"/>
                    <a:pt x="1"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2"/>
            <p:cNvSpPr/>
            <p:nvPr/>
          </p:nvSpPr>
          <p:spPr>
            <a:xfrm>
              <a:off x="3365975" y="3378600"/>
              <a:ext cx="59800" cy="28025"/>
            </a:xfrm>
            <a:custGeom>
              <a:rect b="b" l="l" r="r" t="t"/>
              <a:pathLst>
                <a:path extrusionOk="0" h="1121" w="2392">
                  <a:moveTo>
                    <a:pt x="28" y="1"/>
                  </a:moveTo>
                  <a:cubicBezTo>
                    <a:pt x="17" y="59"/>
                    <a:pt x="9" y="120"/>
                    <a:pt x="1" y="182"/>
                  </a:cubicBezTo>
                  <a:lnTo>
                    <a:pt x="2363" y="1121"/>
                  </a:lnTo>
                  <a:cubicBezTo>
                    <a:pt x="2372" y="1059"/>
                    <a:pt x="2380" y="1001"/>
                    <a:pt x="2391" y="940"/>
                  </a:cubicBezTo>
                  <a:lnTo>
                    <a:pt x="28"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2"/>
            <p:cNvSpPr/>
            <p:nvPr/>
          </p:nvSpPr>
          <p:spPr>
            <a:xfrm>
              <a:off x="3955400" y="3612850"/>
              <a:ext cx="59775" cy="28025"/>
            </a:xfrm>
            <a:custGeom>
              <a:rect b="b" l="l" r="r" t="t"/>
              <a:pathLst>
                <a:path extrusionOk="0" h="1121" w="2391">
                  <a:moveTo>
                    <a:pt x="28" y="1"/>
                  </a:moveTo>
                  <a:cubicBezTo>
                    <a:pt x="20" y="62"/>
                    <a:pt x="8" y="120"/>
                    <a:pt x="0" y="182"/>
                  </a:cubicBezTo>
                  <a:lnTo>
                    <a:pt x="2363" y="1121"/>
                  </a:lnTo>
                  <a:cubicBezTo>
                    <a:pt x="2371" y="1062"/>
                    <a:pt x="2382" y="1001"/>
                    <a:pt x="2391" y="942"/>
                  </a:cubicBezTo>
                  <a:lnTo>
                    <a:pt x="28"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2"/>
            <p:cNvSpPr/>
            <p:nvPr/>
          </p:nvSpPr>
          <p:spPr>
            <a:xfrm>
              <a:off x="3728400" y="3228075"/>
              <a:ext cx="13450" cy="53950"/>
            </a:xfrm>
            <a:custGeom>
              <a:rect b="b" l="l" r="r" t="t"/>
              <a:pathLst>
                <a:path extrusionOk="0" h="2158" w="538">
                  <a:moveTo>
                    <a:pt x="334" y="1"/>
                  </a:moveTo>
                  <a:lnTo>
                    <a:pt x="0" y="2074"/>
                  </a:lnTo>
                  <a:cubicBezTo>
                    <a:pt x="70" y="2102"/>
                    <a:pt x="137" y="2127"/>
                    <a:pt x="206" y="2157"/>
                  </a:cubicBezTo>
                  <a:lnTo>
                    <a:pt x="538" y="82"/>
                  </a:lnTo>
                  <a:cubicBezTo>
                    <a:pt x="468" y="54"/>
                    <a:pt x="401" y="29"/>
                    <a:pt x="334"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2"/>
            <p:cNvSpPr/>
            <p:nvPr/>
          </p:nvSpPr>
          <p:spPr>
            <a:xfrm>
              <a:off x="3645350" y="3745400"/>
              <a:ext cx="13475" cy="53950"/>
            </a:xfrm>
            <a:custGeom>
              <a:rect b="b" l="l" r="r" t="t"/>
              <a:pathLst>
                <a:path extrusionOk="0" h="2158" w="539">
                  <a:moveTo>
                    <a:pt x="332" y="1"/>
                  </a:moveTo>
                  <a:lnTo>
                    <a:pt x="1" y="2076"/>
                  </a:lnTo>
                  <a:cubicBezTo>
                    <a:pt x="71" y="2101"/>
                    <a:pt x="137" y="2129"/>
                    <a:pt x="204" y="2157"/>
                  </a:cubicBezTo>
                  <a:lnTo>
                    <a:pt x="539" y="81"/>
                  </a:lnTo>
                  <a:cubicBezTo>
                    <a:pt x="469" y="56"/>
                    <a:pt x="402" y="28"/>
                    <a:pt x="332"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2"/>
            <p:cNvSpPr/>
            <p:nvPr/>
          </p:nvSpPr>
          <p:spPr>
            <a:xfrm>
              <a:off x="3493025" y="3218325"/>
              <a:ext cx="40075" cy="54975"/>
            </a:xfrm>
            <a:custGeom>
              <a:rect b="b" l="l" r="r" t="t"/>
              <a:pathLst>
                <a:path extrusionOk="0" h="2199" w="1603">
                  <a:moveTo>
                    <a:pt x="168" y="1"/>
                  </a:moveTo>
                  <a:cubicBezTo>
                    <a:pt x="112" y="23"/>
                    <a:pt x="54" y="45"/>
                    <a:pt x="1" y="68"/>
                  </a:cubicBezTo>
                  <a:lnTo>
                    <a:pt x="1435" y="2199"/>
                  </a:lnTo>
                  <a:cubicBezTo>
                    <a:pt x="1491" y="2174"/>
                    <a:pt x="1547" y="2154"/>
                    <a:pt x="1603" y="2132"/>
                  </a:cubicBezTo>
                  <a:lnTo>
                    <a:pt x="168"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2"/>
            <p:cNvSpPr/>
            <p:nvPr/>
          </p:nvSpPr>
          <p:spPr>
            <a:xfrm>
              <a:off x="3851050" y="3749725"/>
              <a:ext cx="40075" cy="55050"/>
            </a:xfrm>
            <a:custGeom>
              <a:rect b="b" l="l" r="r" t="t"/>
              <a:pathLst>
                <a:path extrusionOk="0" h="2202" w="1603">
                  <a:moveTo>
                    <a:pt x="168" y="0"/>
                  </a:moveTo>
                  <a:cubicBezTo>
                    <a:pt x="112" y="25"/>
                    <a:pt x="56" y="48"/>
                    <a:pt x="0" y="73"/>
                  </a:cubicBezTo>
                  <a:lnTo>
                    <a:pt x="1438" y="2201"/>
                  </a:lnTo>
                  <a:cubicBezTo>
                    <a:pt x="1491" y="2179"/>
                    <a:pt x="1547" y="2157"/>
                    <a:pt x="1602" y="2132"/>
                  </a:cubicBezTo>
                  <a:lnTo>
                    <a:pt x="168"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2"/>
            <p:cNvSpPr/>
            <p:nvPr/>
          </p:nvSpPr>
          <p:spPr>
            <a:xfrm>
              <a:off x="3426650" y="3599550"/>
              <a:ext cx="50800" cy="24750"/>
            </a:xfrm>
            <a:custGeom>
              <a:rect b="b" l="l" r="r" t="t"/>
              <a:pathLst>
                <a:path extrusionOk="0" h="990" w="2032">
                  <a:moveTo>
                    <a:pt x="1909" y="0"/>
                  </a:moveTo>
                  <a:lnTo>
                    <a:pt x="0" y="803"/>
                  </a:lnTo>
                  <a:cubicBezTo>
                    <a:pt x="42" y="867"/>
                    <a:pt x="81" y="928"/>
                    <a:pt x="123" y="989"/>
                  </a:cubicBezTo>
                  <a:lnTo>
                    <a:pt x="2031" y="187"/>
                  </a:lnTo>
                  <a:cubicBezTo>
                    <a:pt x="1990" y="126"/>
                    <a:pt x="1951" y="64"/>
                    <a:pt x="1909"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2"/>
            <p:cNvSpPr/>
            <p:nvPr/>
          </p:nvSpPr>
          <p:spPr>
            <a:xfrm>
              <a:off x="3902250" y="3399350"/>
              <a:ext cx="50725" cy="24775"/>
            </a:xfrm>
            <a:custGeom>
              <a:rect b="b" l="l" r="r" t="t"/>
              <a:pathLst>
                <a:path extrusionOk="0" h="991" w="2029">
                  <a:moveTo>
                    <a:pt x="1906" y="1"/>
                  </a:moveTo>
                  <a:lnTo>
                    <a:pt x="0" y="803"/>
                  </a:lnTo>
                  <a:cubicBezTo>
                    <a:pt x="42" y="865"/>
                    <a:pt x="81" y="929"/>
                    <a:pt x="123" y="990"/>
                  </a:cubicBezTo>
                  <a:lnTo>
                    <a:pt x="2029" y="188"/>
                  </a:lnTo>
                  <a:cubicBezTo>
                    <a:pt x="1987" y="126"/>
                    <a:pt x="1948" y="65"/>
                    <a:pt x="1906"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2"/>
            <p:cNvSpPr/>
            <p:nvPr/>
          </p:nvSpPr>
          <p:spPr>
            <a:xfrm>
              <a:off x="3382700" y="3322675"/>
              <a:ext cx="57900" cy="37700"/>
            </a:xfrm>
            <a:custGeom>
              <a:rect b="b" l="l" r="r" t="t"/>
              <a:pathLst>
                <a:path extrusionOk="0" h="1508" w="2316">
                  <a:moveTo>
                    <a:pt x="73" y="0"/>
                  </a:moveTo>
                  <a:cubicBezTo>
                    <a:pt x="48" y="51"/>
                    <a:pt x="23" y="103"/>
                    <a:pt x="0" y="156"/>
                  </a:cubicBezTo>
                  <a:lnTo>
                    <a:pt x="2240" y="1508"/>
                  </a:lnTo>
                  <a:cubicBezTo>
                    <a:pt x="2265" y="1455"/>
                    <a:pt x="2291" y="1405"/>
                    <a:pt x="2316" y="1352"/>
                  </a:cubicBezTo>
                  <a:lnTo>
                    <a:pt x="73"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2"/>
            <p:cNvSpPr/>
            <p:nvPr/>
          </p:nvSpPr>
          <p:spPr>
            <a:xfrm>
              <a:off x="3941750" y="3659725"/>
              <a:ext cx="57825" cy="37850"/>
            </a:xfrm>
            <a:custGeom>
              <a:rect b="b" l="l" r="r" t="t"/>
              <a:pathLst>
                <a:path extrusionOk="0" h="1514" w="2313">
                  <a:moveTo>
                    <a:pt x="70" y="1"/>
                  </a:moveTo>
                  <a:cubicBezTo>
                    <a:pt x="47" y="54"/>
                    <a:pt x="25" y="106"/>
                    <a:pt x="0" y="159"/>
                  </a:cubicBezTo>
                  <a:lnTo>
                    <a:pt x="2243" y="1514"/>
                  </a:lnTo>
                  <a:cubicBezTo>
                    <a:pt x="2268" y="1458"/>
                    <a:pt x="2290" y="1405"/>
                    <a:pt x="2313" y="1352"/>
                  </a:cubicBezTo>
                  <a:lnTo>
                    <a:pt x="70"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2"/>
            <p:cNvSpPr/>
            <p:nvPr/>
          </p:nvSpPr>
          <p:spPr>
            <a:xfrm>
              <a:off x="3781950" y="3260825"/>
              <a:ext cx="25375" cy="48850"/>
            </a:xfrm>
            <a:custGeom>
              <a:rect b="b" l="l" r="r" t="t"/>
              <a:pathLst>
                <a:path extrusionOk="0" h="1954" w="1015">
                  <a:moveTo>
                    <a:pt x="820" y="0"/>
                  </a:moveTo>
                  <a:lnTo>
                    <a:pt x="1" y="1834"/>
                  </a:lnTo>
                  <a:cubicBezTo>
                    <a:pt x="67" y="1873"/>
                    <a:pt x="132" y="1912"/>
                    <a:pt x="196" y="1953"/>
                  </a:cubicBezTo>
                  <a:lnTo>
                    <a:pt x="1015" y="120"/>
                  </a:lnTo>
                  <a:cubicBezTo>
                    <a:pt x="951" y="78"/>
                    <a:pt x="887" y="39"/>
                    <a:pt x="820"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2"/>
            <p:cNvSpPr/>
            <p:nvPr/>
          </p:nvSpPr>
          <p:spPr>
            <a:xfrm>
              <a:off x="3577575" y="3717825"/>
              <a:ext cx="25450" cy="48775"/>
            </a:xfrm>
            <a:custGeom>
              <a:rect b="b" l="l" r="r" t="t"/>
              <a:pathLst>
                <a:path extrusionOk="0" h="1951" w="1018">
                  <a:moveTo>
                    <a:pt x="823" y="0"/>
                  </a:moveTo>
                  <a:lnTo>
                    <a:pt x="1" y="1834"/>
                  </a:lnTo>
                  <a:cubicBezTo>
                    <a:pt x="68" y="1873"/>
                    <a:pt x="132" y="1912"/>
                    <a:pt x="199" y="1951"/>
                  </a:cubicBezTo>
                  <a:lnTo>
                    <a:pt x="1018" y="117"/>
                  </a:lnTo>
                  <a:cubicBezTo>
                    <a:pt x="951" y="78"/>
                    <a:pt x="887" y="42"/>
                    <a:pt x="823"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2"/>
            <p:cNvSpPr/>
            <p:nvPr/>
          </p:nvSpPr>
          <p:spPr>
            <a:xfrm>
              <a:off x="3517675" y="3682650"/>
              <a:ext cx="35775" cy="41800"/>
            </a:xfrm>
            <a:custGeom>
              <a:rect b="b" l="l" r="r" t="t"/>
              <a:pathLst>
                <a:path extrusionOk="0" h="1672" w="1431">
                  <a:moveTo>
                    <a:pt x="1252" y="0"/>
                  </a:moveTo>
                  <a:lnTo>
                    <a:pt x="1" y="1527"/>
                  </a:lnTo>
                  <a:cubicBezTo>
                    <a:pt x="59" y="1577"/>
                    <a:pt x="121" y="1625"/>
                    <a:pt x="179" y="1672"/>
                  </a:cubicBezTo>
                  <a:lnTo>
                    <a:pt x="1430" y="145"/>
                  </a:lnTo>
                  <a:cubicBezTo>
                    <a:pt x="1369" y="98"/>
                    <a:pt x="1310" y="50"/>
                    <a:pt x="1252"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2"/>
            <p:cNvSpPr/>
            <p:nvPr/>
          </p:nvSpPr>
          <p:spPr>
            <a:xfrm>
              <a:off x="3831550" y="3300175"/>
              <a:ext cx="35675" cy="38550"/>
            </a:xfrm>
            <a:custGeom>
              <a:rect b="b" l="l" r="r" t="t"/>
              <a:pathLst>
                <a:path extrusionOk="0" h="1542" w="1427">
                  <a:moveTo>
                    <a:pt x="1229" y="0"/>
                  </a:moveTo>
                  <a:lnTo>
                    <a:pt x="0" y="1499"/>
                  </a:lnTo>
                  <a:cubicBezTo>
                    <a:pt x="13" y="1510"/>
                    <a:pt x="33" y="1514"/>
                    <a:pt x="55" y="1514"/>
                  </a:cubicBezTo>
                  <a:cubicBezTo>
                    <a:pt x="95" y="1514"/>
                    <a:pt x="144" y="1503"/>
                    <a:pt x="184" y="1503"/>
                  </a:cubicBezTo>
                  <a:cubicBezTo>
                    <a:pt x="208" y="1503"/>
                    <a:pt x="229" y="1507"/>
                    <a:pt x="243" y="1519"/>
                  </a:cubicBezTo>
                  <a:lnTo>
                    <a:pt x="268" y="1541"/>
                  </a:lnTo>
                  <a:lnTo>
                    <a:pt x="1427" y="120"/>
                  </a:lnTo>
                  <a:lnTo>
                    <a:pt x="1382" y="173"/>
                  </a:lnTo>
                  <a:cubicBezTo>
                    <a:pt x="1324" y="123"/>
                    <a:pt x="1288" y="51"/>
                    <a:pt x="1229"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2"/>
            <p:cNvSpPr/>
            <p:nvPr/>
          </p:nvSpPr>
          <p:spPr>
            <a:xfrm>
              <a:off x="3551325" y="3202875"/>
              <a:ext cx="29850" cy="57000"/>
            </a:xfrm>
            <a:custGeom>
              <a:rect b="b" l="l" r="r" t="t"/>
              <a:pathLst>
                <a:path extrusionOk="0" h="2280" w="1194">
                  <a:moveTo>
                    <a:pt x="187" y="0"/>
                  </a:moveTo>
                  <a:cubicBezTo>
                    <a:pt x="126" y="9"/>
                    <a:pt x="62" y="20"/>
                    <a:pt x="1" y="28"/>
                  </a:cubicBezTo>
                  <a:lnTo>
                    <a:pt x="1006" y="2279"/>
                  </a:lnTo>
                  <a:cubicBezTo>
                    <a:pt x="1068" y="2271"/>
                    <a:pt x="1129" y="2260"/>
                    <a:pt x="1193" y="2251"/>
                  </a:cubicBezTo>
                  <a:lnTo>
                    <a:pt x="187"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2"/>
            <p:cNvSpPr/>
            <p:nvPr/>
          </p:nvSpPr>
          <p:spPr>
            <a:xfrm>
              <a:off x="3802075" y="3764275"/>
              <a:ext cx="29925" cy="57075"/>
            </a:xfrm>
            <a:custGeom>
              <a:rect b="b" l="l" r="r" t="t"/>
              <a:pathLst>
                <a:path extrusionOk="0" h="2283" w="1197">
                  <a:moveTo>
                    <a:pt x="190" y="1"/>
                  </a:moveTo>
                  <a:cubicBezTo>
                    <a:pt x="126" y="12"/>
                    <a:pt x="65" y="23"/>
                    <a:pt x="1" y="31"/>
                  </a:cubicBezTo>
                  <a:lnTo>
                    <a:pt x="1007" y="2283"/>
                  </a:lnTo>
                  <a:cubicBezTo>
                    <a:pt x="1071" y="2271"/>
                    <a:pt x="1132" y="2263"/>
                    <a:pt x="1196" y="2252"/>
                  </a:cubicBezTo>
                  <a:lnTo>
                    <a:pt x="190"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2"/>
            <p:cNvSpPr/>
            <p:nvPr/>
          </p:nvSpPr>
          <p:spPr>
            <a:xfrm>
              <a:off x="3931350" y="3462125"/>
              <a:ext cx="56325" cy="13400"/>
            </a:xfrm>
            <a:custGeom>
              <a:rect b="b" l="l" r="r" t="t"/>
              <a:pathLst>
                <a:path extrusionOk="0" h="536" w="2253">
                  <a:moveTo>
                    <a:pt x="2166" y="0"/>
                  </a:moveTo>
                  <a:lnTo>
                    <a:pt x="1" y="340"/>
                  </a:lnTo>
                  <a:cubicBezTo>
                    <a:pt x="32" y="404"/>
                    <a:pt x="59" y="468"/>
                    <a:pt x="90" y="535"/>
                  </a:cubicBezTo>
                  <a:lnTo>
                    <a:pt x="2252" y="195"/>
                  </a:lnTo>
                  <a:cubicBezTo>
                    <a:pt x="2224" y="128"/>
                    <a:pt x="2194" y="64"/>
                    <a:pt x="2166"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2"/>
            <p:cNvSpPr/>
            <p:nvPr/>
          </p:nvSpPr>
          <p:spPr>
            <a:xfrm>
              <a:off x="3391600" y="3546825"/>
              <a:ext cx="56325" cy="13450"/>
            </a:xfrm>
            <a:custGeom>
              <a:rect b="b" l="l" r="r" t="t"/>
              <a:pathLst>
                <a:path extrusionOk="0" h="538" w="2253">
                  <a:moveTo>
                    <a:pt x="2166" y="0"/>
                  </a:moveTo>
                  <a:lnTo>
                    <a:pt x="1" y="343"/>
                  </a:lnTo>
                  <a:cubicBezTo>
                    <a:pt x="29" y="410"/>
                    <a:pt x="59" y="474"/>
                    <a:pt x="90" y="538"/>
                  </a:cubicBezTo>
                  <a:lnTo>
                    <a:pt x="2252" y="198"/>
                  </a:lnTo>
                  <a:cubicBezTo>
                    <a:pt x="2224" y="131"/>
                    <a:pt x="2194" y="67"/>
                    <a:pt x="2166"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2"/>
            <p:cNvSpPr/>
            <p:nvPr/>
          </p:nvSpPr>
          <p:spPr>
            <a:xfrm>
              <a:off x="3448450" y="3242650"/>
              <a:ext cx="47525" cy="51275"/>
            </a:xfrm>
            <a:custGeom>
              <a:rect b="b" l="l" r="r" t="t"/>
              <a:pathLst>
                <a:path extrusionOk="0" h="2051" w="1901">
                  <a:moveTo>
                    <a:pt x="137" y="0"/>
                  </a:moveTo>
                  <a:cubicBezTo>
                    <a:pt x="92" y="36"/>
                    <a:pt x="45" y="70"/>
                    <a:pt x="0" y="106"/>
                  </a:cubicBezTo>
                  <a:lnTo>
                    <a:pt x="1761" y="2051"/>
                  </a:lnTo>
                  <a:cubicBezTo>
                    <a:pt x="1809" y="2014"/>
                    <a:pt x="1853" y="1981"/>
                    <a:pt x="1901" y="1945"/>
                  </a:cubicBezTo>
                  <a:lnTo>
                    <a:pt x="137"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2"/>
            <p:cNvSpPr/>
            <p:nvPr/>
          </p:nvSpPr>
          <p:spPr>
            <a:xfrm>
              <a:off x="3888100" y="3728000"/>
              <a:ext cx="47600" cy="51200"/>
            </a:xfrm>
            <a:custGeom>
              <a:rect b="b" l="l" r="r" t="t"/>
              <a:pathLst>
                <a:path extrusionOk="0" h="2048" w="1904">
                  <a:moveTo>
                    <a:pt x="143" y="0"/>
                  </a:moveTo>
                  <a:cubicBezTo>
                    <a:pt x="98" y="33"/>
                    <a:pt x="48" y="67"/>
                    <a:pt x="1" y="100"/>
                  </a:cubicBezTo>
                  <a:lnTo>
                    <a:pt x="1764" y="2048"/>
                  </a:lnTo>
                  <a:cubicBezTo>
                    <a:pt x="1812" y="2012"/>
                    <a:pt x="1859" y="1978"/>
                    <a:pt x="1904" y="1945"/>
                  </a:cubicBezTo>
                  <a:lnTo>
                    <a:pt x="143"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2"/>
            <p:cNvSpPr/>
            <p:nvPr/>
          </p:nvSpPr>
          <p:spPr>
            <a:xfrm>
              <a:off x="3868950" y="3348225"/>
              <a:ext cx="44050" cy="33825"/>
            </a:xfrm>
            <a:custGeom>
              <a:rect b="b" l="l" r="r" t="t"/>
              <a:pathLst>
                <a:path extrusionOk="0" h="1353" w="1762">
                  <a:moveTo>
                    <a:pt x="1608" y="1"/>
                  </a:moveTo>
                  <a:lnTo>
                    <a:pt x="0" y="1182"/>
                  </a:lnTo>
                  <a:cubicBezTo>
                    <a:pt x="51" y="1238"/>
                    <a:pt x="104" y="1294"/>
                    <a:pt x="154" y="1352"/>
                  </a:cubicBezTo>
                  <a:lnTo>
                    <a:pt x="1761" y="168"/>
                  </a:lnTo>
                  <a:cubicBezTo>
                    <a:pt x="1711" y="112"/>
                    <a:pt x="1658" y="57"/>
                    <a:pt x="1608"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2"/>
            <p:cNvSpPr/>
            <p:nvPr/>
          </p:nvSpPr>
          <p:spPr>
            <a:xfrm>
              <a:off x="3467800" y="3643150"/>
              <a:ext cx="44125" cy="33800"/>
            </a:xfrm>
            <a:custGeom>
              <a:rect b="b" l="l" r="r" t="t"/>
              <a:pathLst>
                <a:path extrusionOk="0" h="1352" w="1765">
                  <a:moveTo>
                    <a:pt x="1611" y="1"/>
                  </a:moveTo>
                  <a:lnTo>
                    <a:pt x="1" y="1185"/>
                  </a:lnTo>
                  <a:cubicBezTo>
                    <a:pt x="51" y="1240"/>
                    <a:pt x="104" y="1296"/>
                    <a:pt x="154" y="1352"/>
                  </a:cubicBezTo>
                  <a:lnTo>
                    <a:pt x="1765" y="168"/>
                  </a:lnTo>
                  <a:cubicBezTo>
                    <a:pt x="1712" y="112"/>
                    <a:pt x="1662" y="56"/>
                    <a:pt x="1611"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2"/>
            <p:cNvSpPr/>
            <p:nvPr/>
          </p:nvSpPr>
          <p:spPr>
            <a:xfrm>
              <a:off x="3672600" y="3208300"/>
              <a:ext cx="7950" cy="56450"/>
            </a:xfrm>
            <a:custGeom>
              <a:rect b="b" l="l" r="r" t="t"/>
              <a:pathLst>
                <a:path extrusionOk="0" h="2258" w="318">
                  <a:moveTo>
                    <a:pt x="0" y="1"/>
                  </a:moveTo>
                  <a:lnTo>
                    <a:pt x="109" y="2213"/>
                  </a:lnTo>
                  <a:cubicBezTo>
                    <a:pt x="179" y="2227"/>
                    <a:pt x="248" y="2241"/>
                    <a:pt x="318" y="2257"/>
                  </a:cubicBezTo>
                  <a:lnTo>
                    <a:pt x="206" y="45"/>
                  </a:lnTo>
                  <a:cubicBezTo>
                    <a:pt x="137" y="28"/>
                    <a:pt x="67" y="14"/>
                    <a:pt x="0"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2"/>
            <p:cNvSpPr/>
            <p:nvPr/>
          </p:nvSpPr>
          <p:spPr>
            <a:xfrm>
              <a:off x="3699900" y="3759950"/>
              <a:ext cx="7975" cy="56450"/>
            </a:xfrm>
            <a:custGeom>
              <a:rect b="b" l="l" r="r" t="t"/>
              <a:pathLst>
                <a:path extrusionOk="0" h="2258" w="319">
                  <a:moveTo>
                    <a:pt x="0" y="1"/>
                  </a:moveTo>
                  <a:lnTo>
                    <a:pt x="109" y="2213"/>
                  </a:lnTo>
                  <a:cubicBezTo>
                    <a:pt x="179" y="2227"/>
                    <a:pt x="248" y="2241"/>
                    <a:pt x="318" y="2258"/>
                  </a:cubicBezTo>
                  <a:lnTo>
                    <a:pt x="209" y="45"/>
                  </a:lnTo>
                  <a:cubicBezTo>
                    <a:pt x="140" y="32"/>
                    <a:pt x="70" y="18"/>
                    <a:pt x="0"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2"/>
            <p:cNvSpPr/>
            <p:nvPr/>
          </p:nvSpPr>
          <p:spPr>
            <a:xfrm>
              <a:off x="3957350" y="3567925"/>
              <a:ext cx="59925" cy="18350"/>
            </a:xfrm>
            <a:custGeom>
              <a:rect b="b" l="l" r="r" t="t"/>
              <a:pathLst>
                <a:path extrusionOk="0" h="734" w="2397">
                  <a:moveTo>
                    <a:pt x="0" y="0"/>
                  </a:moveTo>
                  <a:cubicBezTo>
                    <a:pt x="6" y="67"/>
                    <a:pt x="8" y="131"/>
                    <a:pt x="11" y="195"/>
                  </a:cubicBezTo>
                  <a:lnTo>
                    <a:pt x="2396" y="733"/>
                  </a:lnTo>
                  <a:cubicBezTo>
                    <a:pt x="2391" y="669"/>
                    <a:pt x="2388" y="605"/>
                    <a:pt x="2382" y="541"/>
                  </a:cubicBezTo>
                  <a:lnTo>
                    <a:pt x="0"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2"/>
            <p:cNvSpPr/>
            <p:nvPr/>
          </p:nvSpPr>
          <p:spPr>
            <a:xfrm>
              <a:off x="3362775" y="3433425"/>
              <a:ext cx="59925" cy="18275"/>
            </a:xfrm>
            <a:custGeom>
              <a:rect b="b" l="l" r="r" t="t"/>
              <a:pathLst>
                <a:path extrusionOk="0" h="731" w="2397">
                  <a:moveTo>
                    <a:pt x="0" y="0"/>
                  </a:moveTo>
                  <a:lnTo>
                    <a:pt x="0" y="0"/>
                  </a:lnTo>
                  <a:cubicBezTo>
                    <a:pt x="3" y="64"/>
                    <a:pt x="9" y="129"/>
                    <a:pt x="12" y="193"/>
                  </a:cubicBezTo>
                  <a:lnTo>
                    <a:pt x="2397" y="730"/>
                  </a:lnTo>
                  <a:cubicBezTo>
                    <a:pt x="2394" y="669"/>
                    <a:pt x="2388" y="605"/>
                    <a:pt x="2388" y="541"/>
                  </a:cubicBezTo>
                  <a:lnTo>
                    <a:pt x="0"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 name="Google Shape;1811;p42"/>
          <p:cNvGrpSpPr/>
          <p:nvPr/>
        </p:nvGrpSpPr>
        <p:grpSpPr>
          <a:xfrm>
            <a:off x="6221907" y="1544341"/>
            <a:ext cx="744183" cy="572679"/>
            <a:chOff x="4718600" y="3251775"/>
            <a:chExt cx="821575" cy="632375"/>
          </a:xfrm>
        </p:grpSpPr>
        <p:sp>
          <p:nvSpPr>
            <p:cNvPr id="1812" name="Google Shape;1812;p42"/>
            <p:cNvSpPr/>
            <p:nvPr/>
          </p:nvSpPr>
          <p:spPr>
            <a:xfrm>
              <a:off x="4778150" y="3436900"/>
              <a:ext cx="762025" cy="447250"/>
            </a:xfrm>
            <a:custGeom>
              <a:rect b="b" l="l" r="r" t="t"/>
              <a:pathLst>
                <a:path extrusionOk="0" h="17890" w="30481">
                  <a:moveTo>
                    <a:pt x="27909" y="1"/>
                  </a:moveTo>
                  <a:lnTo>
                    <a:pt x="27909" y="1"/>
                  </a:lnTo>
                  <a:cubicBezTo>
                    <a:pt x="29305" y="5615"/>
                    <a:pt x="24753" y="12031"/>
                    <a:pt x="17333" y="14628"/>
                  </a:cubicBezTo>
                  <a:cubicBezTo>
                    <a:pt x="15209" y="15371"/>
                    <a:pt x="13073" y="15723"/>
                    <a:pt x="11049" y="15723"/>
                  </a:cubicBezTo>
                  <a:cubicBezTo>
                    <a:pt x="6062" y="15723"/>
                    <a:pt x="1758" y="13587"/>
                    <a:pt x="0" y="9911"/>
                  </a:cubicBezTo>
                  <a:lnTo>
                    <a:pt x="0" y="9911"/>
                  </a:lnTo>
                  <a:cubicBezTo>
                    <a:pt x="117" y="10343"/>
                    <a:pt x="240" y="10778"/>
                    <a:pt x="399" y="11234"/>
                  </a:cubicBezTo>
                  <a:cubicBezTo>
                    <a:pt x="1866" y="15429"/>
                    <a:pt x="6438" y="17890"/>
                    <a:pt x="11796" y="17890"/>
                  </a:cubicBezTo>
                  <a:cubicBezTo>
                    <a:pt x="13823" y="17890"/>
                    <a:pt x="15964" y="17537"/>
                    <a:pt x="18091" y="16793"/>
                  </a:cubicBezTo>
                  <a:cubicBezTo>
                    <a:pt x="25839" y="14082"/>
                    <a:pt x="30481" y="7195"/>
                    <a:pt x="28458" y="1416"/>
                  </a:cubicBezTo>
                  <a:cubicBezTo>
                    <a:pt x="28283" y="912"/>
                    <a:pt x="28099" y="446"/>
                    <a:pt x="27909"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2"/>
            <p:cNvSpPr/>
            <p:nvPr/>
          </p:nvSpPr>
          <p:spPr>
            <a:xfrm>
              <a:off x="4718600" y="3251775"/>
              <a:ext cx="792200" cy="578200"/>
            </a:xfrm>
            <a:custGeom>
              <a:rect b="b" l="l" r="r" t="t"/>
              <a:pathLst>
                <a:path extrusionOk="0" h="23128" w="31688">
                  <a:moveTo>
                    <a:pt x="18380" y="281"/>
                  </a:moveTo>
                  <a:lnTo>
                    <a:pt x="17951" y="2335"/>
                  </a:lnTo>
                  <a:cubicBezTo>
                    <a:pt x="17914" y="2336"/>
                    <a:pt x="17877" y="2336"/>
                    <a:pt x="17840" y="2336"/>
                  </a:cubicBezTo>
                  <a:cubicBezTo>
                    <a:pt x="17803" y="2336"/>
                    <a:pt x="17766" y="2336"/>
                    <a:pt x="17728" y="2338"/>
                  </a:cubicBezTo>
                  <a:lnTo>
                    <a:pt x="18160" y="284"/>
                  </a:lnTo>
                  <a:cubicBezTo>
                    <a:pt x="18236" y="281"/>
                    <a:pt x="18308" y="281"/>
                    <a:pt x="18380" y="281"/>
                  </a:cubicBezTo>
                  <a:close/>
                  <a:moveTo>
                    <a:pt x="20852" y="429"/>
                  </a:moveTo>
                  <a:cubicBezTo>
                    <a:pt x="20921" y="437"/>
                    <a:pt x="20991" y="449"/>
                    <a:pt x="21061" y="460"/>
                  </a:cubicBezTo>
                  <a:lnTo>
                    <a:pt x="20166" y="2485"/>
                  </a:lnTo>
                  <a:cubicBezTo>
                    <a:pt x="20097" y="2474"/>
                    <a:pt x="20027" y="2463"/>
                    <a:pt x="19957" y="2455"/>
                  </a:cubicBezTo>
                  <a:lnTo>
                    <a:pt x="20849" y="429"/>
                  </a:lnTo>
                  <a:close/>
                  <a:moveTo>
                    <a:pt x="15458" y="563"/>
                  </a:moveTo>
                  <a:lnTo>
                    <a:pt x="15566" y="2566"/>
                  </a:lnTo>
                  <a:cubicBezTo>
                    <a:pt x="15491" y="2580"/>
                    <a:pt x="15419" y="2594"/>
                    <a:pt x="15343" y="2608"/>
                  </a:cubicBezTo>
                  <a:lnTo>
                    <a:pt x="15235" y="605"/>
                  </a:lnTo>
                  <a:cubicBezTo>
                    <a:pt x="15310" y="591"/>
                    <a:pt x="15382" y="577"/>
                    <a:pt x="15458" y="563"/>
                  </a:cubicBezTo>
                  <a:close/>
                  <a:moveTo>
                    <a:pt x="22913" y="864"/>
                  </a:moveTo>
                  <a:cubicBezTo>
                    <a:pt x="22980" y="883"/>
                    <a:pt x="23044" y="903"/>
                    <a:pt x="23108" y="922"/>
                  </a:cubicBezTo>
                  <a:lnTo>
                    <a:pt x="21805" y="2856"/>
                  </a:lnTo>
                  <a:cubicBezTo>
                    <a:pt x="21740" y="2836"/>
                    <a:pt x="21676" y="2817"/>
                    <a:pt x="21610" y="2797"/>
                  </a:cubicBezTo>
                  <a:lnTo>
                    <a:pt x="22913" y="864"/>
                  </a:lnTo>
                  <a:close/>
                  <a:moveTo>
                    <a:pt x="12660" y="1179"/>
                  </a:moveTo>
                  <a:lnTo>
                    <a:pt x="13271" y="3017"/>
                  </a:lnTo>
                  <a:cubicBezTo>
                    <a:pt x="13266" y="3019"/>
                    <a:pt x="13260" y="3020"/>
                    <a:pt x="13255" y="3020"/>
                  </a:cubicBezTo>
                  <a:cubicBezTo>
                    <a:pt x="13198" y="3020"/>
                    <a:pt x="13114" y="2945"/>
                    <a:pt x="13055" y="2945"/>
                  </a:cubicBezTo>
                  <a:cubicBezTo>
                    <a:pt x="13049" y="2945"/>
                    <a:pt x="13042" y="2946"/>
                    <a:pt x="13037" y="2948"/>
                  </a:cubicBezTo>
                  <a:lnTo>
                    <a:pt x="13009" y="2959"/>
                  </a:lnTo>
                  <a:lnTo>
                    <a:pt x="12432" y="1218"/>
                  </a:lnTo>
                  <a:lnTo>
                    <a:pt x="12454" y="1284"/>
                  </a:lnTo>
                  <a:cubicBezTo>
                    <a:pt x="12527" y="1257"/>
                    <a:pt x="12588" y="1204"/>
                    <a:pt x="12660" y="1179"/>
                  </a:cubicBezTo>
                  <a:close/>
                  <a:moveTo>
                    <a:pt x="25493" y="1925"/>
                  </a:moveTo>
                  <a:cubicBezTo>
                    <a:pt x="25549" y="1956"/>
                    <a:pt x="25602" y="1989"/>
                    <a:pt x="25658" y="2020"/>
                  </a:cubicBezTo>
                  <a:lnTo>
                    <a:pt x="23914" y="3761"/>
                  </a:lnTo>
                  <a:cubicBezTo>
                    <a:pt x="23858" y="3731"/>
                    <a:pt x="23805" y="3697"/>
                    <a:pt x="23749" y="3667"/>
                  </a:cubicBezTo>
                  <a:lnTo>
                    <a:pt x="25493" y="1925"/>
                  </a:lnTo>
                  <a:close/>
                  <a:moveTo>
                    <a:pt x="10223" y="2299"/>
                  </a:moveTo>
                  <a:lnTo>
                    <a:pt x="11301" y="3979"/>
                  </a:lnTo>
                  <a:cubicBezTo>
                    <a:pt x="11234" y="4015"/>
                    <a:pt x="11167" y="4048"/>
                    <a:pt x="11097" y="4085"/>
                  </a:cubicBezTo>
                  <a:lnTo>
                    <a:pt x="10019" y="2405"/>
                  </a:lnTo>
                  <a:cubicBezTo>
                    <a:pt x="10086" y="2368"/>
                    <a:pt x="10156" y="2335"/>
                    <a:pt x="10223" y="2299"/>
                  </a:cubicBezTo>
                  <a:close/>
                  <a:moveTo>
                    <a:pt x="27469" y="3343"/>
                  </a:moveTo>
                  <a:cubicBezTo>
                    <a:pt x="27513" y="3385"/>
                    <a:pt x="27558" y="3427"/>
                    <a:pt x="27600" y="3466"/>
                  </a:cubicBezTo>
                  <a:lnTo>
                    <a:pt x="25499" y="4943"/>
                  </a:lnTo>
                  <a:cubicBezTo>
                    <a:pt x="25454" y="4901"/>
                    <a:pt x="25410" y="4862"/>
                    <a:pt x="25365" y="4820"/>
                  </a:cubicBezTo>
                  <a:lnTo>
                    <a:pt x="27469" y="3343"/>
                  </a:lnTo>
                  <a:close/>
                  <a:moveTo>
                    <a:pt x="7969" y="3628"/>
                  </a:moveTo>
                  <a:lnTo>
                    <a:pt x="9459" y="5060"/>
                  </a:lnTo>
                  <a:cubicBezTo>
                    <a:pt x="9398" y="5102"/>
                    <a:pt x="9339" y="5146"/>
                    <a:pt x="9278" y="5188"/>
                  </a:cubicBezTo>
                  <a:lnTo>
                    <a:pt x="7787" y="3756"/>
                  </a:lnTo>
                  <a:cubicBezTo>
                    <a:pt x="7849" y="3714"/>
                    <a:pt x="7907" y="3669"/>
                    <a:pt x="7969" y="3628"/>
                  </a:cubicBezTo>
                  <a:close/>
                  <a:moveTo>
                    <a:pt x="28812" y="4904"/>
                  </a:moveTo>
                  <a:cubicBezTo>
                    <a:pt x="28842" y="4951"/>
                    <a:pt x="28873" y="5001"/>
                    <a:pt x="28904" y="5049"/>
                  </a:cubicBezTo>
                  <a:lnTo>
                    <a:pt x="26563" y="6233"/>
                  </a:lnTo>
                  <a:cubicBezTo>
                    <a:pt x="26533" y="6185"/>
                    <a:pt x="26502" y="6135"/>
                    <a:pt x="26469" y="6088"/>
                  </a:cubicBezTo>
                  <a:lnTo>
                    <a:pt x="28812" y="4904"/>
                  </a:lnTo>
                  <a:close/>
                  <a:moveTo>
                    <a:pt x="5745" y="5461"/>
                  </a:moveTo>
                  <a:lnTo>
                    <a:pt x="7640" y="6553"/>
                  </a:lnTo>
                  <a:cubicBezTo>
                    <a:pt x="7590" y="6603"/>
                    <a:pt x="7539" y="6653"/>
                    <a:pt x="7489" y="6704"/>
                  </a:cubicBezTo>
                  <a:lnTo>
                    <a:pt x="5589" y="5611"/>
                  </a:lnTo>
                  <a:lnTo>
                    <a:pt x="5592" y="5611"/>
                  </a:lnTo>
                  <a:cubicBezTo>
                    <a:pt x="5642" y="5561"/>
                    <a:pt x="5692" y="5511"/>
                    <a:pt x="5745" y="5461"/>
                  </a:cubicBezTo>
                  <a:close/>
                  <a:moveTo>
                    <a:pt x="29720" y="6701"/>
                  </a:moveTo>
                  <a:cubicBezTo>
                    <a:pt x="29728" y="6726"/>
                    <a:pt x="29740" y="6748"/>
                    <a:pt x="29748" y="6770"/>
                  </a:cubicBezTo>
                  <a:cubicBezTo>
                    <a:pt x="29759" y="6801"/>
                    <a:pt x="29767" y="6832"/>
                    <a:pt x="29776" y="6862"/>
                  </a:cubicBezTo>
                  <a:lnTo>
                    <a:pt x="27268" y="7690"/>
                  </a:lnTo>
                  <a:cubicBezTo>
                    <a:pt x="27263" y="7676"/>
                    <a:pt x="27260" y="7659"/>
                    <a:pt x="27254" y="7645"/>
                  </a:cubicBezTo>
                  <a:cubicBezTo>
                    <a:pt x="27240" y="7606"/>
                    <a:pt x="27224" y="7567"/>
                    <a:pt x="27210" y="7531"/>
                  </a:cubicBezTo>
                  <a:lnTo>
                    <a:pt x="29720" y="6701"/>
                  </a:lnTo>
                  <a:close/>
                  <a:moveTo>
                    <a:pt x="3948" y="7576"/>
                  </a:moveTo>
                  <a:lnTo>
                    <a:pt x="6174" y="8272"/>
                  </a:lnTo>
                  <a:cubicBezTo>
                    <a:pt x="6135" y="8328"/>
                    <a:pt x="6093" y="8384"/>
                    <a:pt x="6057" y="8439"/>
                  </a:cubicBezTo>
                  <a:lnTo>
                    <a:pt x="3831" y="7740"/>
                  </a:lnTo>
                  <a:cubicBezTo>
                    <a:pt x="3870" y="7684"/>
                    <a:pt x="3909" y="7631"/>
                    <a:pt x="3948" y="7576"/>
                  </a:cubicBezTo>
                  <a:close/>
                  <a:moveTo>
                    <a:pt x="30185" y="8854"/>
                  </a:moveTo>
                  <a:cubicBezTo>
                    <a:pt x="30191" y="8913"/>
                    <a:pt x="30194" y="8972"/>
                    <a:pt x="30196" y="9027"/>
                  </a:cubicBezTo>
                  <a:lnTo>
                    <a:pt x="27619" y="9490"/>
                  </a:lnTo>
                  <a:cubicBezTo>
                    <a:pt x="27617" y="9431"/>
                    <a:pt x="27614" y="9373"/>
                    <a:pt x="27608" y="9314"/>
                  </a:cubicBezTo>
                  <a:lnTo>
                    <a:pt x="30185" y="8854"/>
                  </a:lnTo>
                  <a:close/>
                  <a:moveTo>
                    <a:pt x="2859" y="9470"/>
                  </a:moveTo>
                  <a:lnTo>
                    <a:pt x="5277" y="9819"/>
                  </a:lnTo>
                  <a:cubicBezTo>
                    <a:pt x="5249" y="9877"/>
                    <a:pt x="5224" y="9936"/>
                    <a:pt x="5196" y="9994"/>
                  </a:cubicBezTo>
                  <a:lnTo>
                    <a:pt x="2778" y="9646"/>
                  </a:lnTo>
                  <a:cubicBezTo>
                    <a:pt x="2806" y="9587"/>
                    <a:pt x="2831" y="9529"/>
                    <a:pt x="2859" y="9470"/>
                  </a:cubicBezTo>
                  <a:close/>
                  <a:moveTo>
                    <a:pt x="30049" y="11200"/>
                  </a:moveTo>
                  <a:lnTo>
                    <a:pt x="30049" y="11200"/>
                  </a:lnTo>
                  <a:cubicBezTo>
                    <a:pt x="30038" y="11259"/>
                    <a:pt x="30024" y="11320"/>
                    <a:pt x="30013" y="11379"/>
                  </a:cubicBezTo>
                  <a:lnTo>
                    <a:pt x="27469" y="11412"/>
                  </a:lnTo>
                  <a:cubicBezTo>
                    <a:pt x="27483" y="11351"/>
                    <a:pt x="27497" y="11292"/>
                    <a:pt x="27508" y="11234"/>
                  </a:cubicBezTo>
                  <a:lnTo>
                    <a:pt x="30049" y="11200"/>
                  </a:lnTo>
                  <a:close/>
                  <a:moveTo>
                    <a:pt x="4681" y="11512"/>
                  </a:moveTo>
                  <a:lnTo>
                    <a:pt x="4681" y="11512"/>
                  </a:lnTo>
                  <a:cubicBezTo>
                    <a:pt x="4667" y="11571"/>
                    <a:pt x="4656" y="11632"/>
                    <a:pt x="4642" y="11691"/>
                  </a:cubicBezTo>
                  <a:lnTo>
                    <a:pt x="2101" y="11721"/>
                  </a:lnTo>
                  <a:cubicBezTo>
                    <a:pt x="2115" y="11663"/>
                    <a:pt x="2126" y="11604"/>
                    <a:pt x="2137" y="11543"/>
                  </a:cubicBezTo>
                  <a:lnTo>
                    <a:pt x="4681" y="11512"/>
                  </a:lnTo>
                  <a:close/>
                  <a:moveTo>
                    <a:pt x="26990" y="12956"/>
                  </a:moveTo>
                  <a:lnTo>
                    <a:pt x="29410" y="13304"/>
                  </a:lnTo>
                  <a:lnTo>
                    <a:pt x="29410" y="13304"/>
                  </a:lnTo>
                  <a:cubicBezTo>
                    <a:pt x="29385" y="13361"/>
                    <a:pt x="29357" y="13419"/>
                    <a:pt x="29330" y="13480"/>
                  </a:cubicBezTo>
                  <a:lnTo>
                    <a:pt x="26912" y="13131"/>
                  </a:lnTo>
                  <a:cubicBezTo>
                    <a:pt x="26939" y="13073"/>
                    <a:pt x="26965" y="13014"/>
                    <a:pt x="26990" y="12956"/>
                  </a:cubicBezTo>
                  <a:close/>
                  <a:moveTo>
                    <a:pt x="4480" y="13443"/>
                  </a:moveTo>
                  <a:cubicBezTo>
                    <a:pt x="4483" y="13502"/>
                    <a:pt x="4483" y="13560"/>
                    <a:pt x="4486" y="13619"/>
                  </a:cubicBezTo>
                  <a:lnTo>
                    <a:pt x="1911" y="14079"/>
                  </a:lnTo>
                  <a:cubicBezTo>
                    <a:pt x="1906" y="14020"/>
                    <a:pt x="1906" y="13962"/>
                    <a:pt x="1903" y="13903"/>
                  </a:cubicBezTo>
                  <a:lnTo>
                    <a:pt x="4480" y="13443"/>
                  </a:lnTo>
                  <a:close/>
                  <a:moveTo>
                    <a:pt x="26140" y="14547"/>
                  </a:moveTo>
                  <a:lnTo>
                    <a:pt x="28366" y="15246"/>
                  </a:lnTo>
                  <a:cubicBezTo>
                    <a:pt x="28330" y="15302"/>
                    <a:pt x="28296" y="15357"/>
                    <a:pt x="28257" y="15416"/>
                  </a:cubicBezTo>
                  <a:lnTo>
                    <a:pt x="26031" y="14717"/>
                  </a:lnTo>
                  <a:cubicBezTo>
                    <a:pt x="26070" y="14661"/>
                    <a:pt x="26104" y="14602"/>
                    <a:pt x="26140" y="14547"/>
                  </a:cubicBezTo>
                  <a:close/>
                  <a:moveTo>
                    <a:pt x="4698" y="14965"/>
                  </a:moveTo>
                  <a:cubicBezTo>
                    <a:pt x="4711" y="15020"/>
                    <a:pt x="4725" y="15076"/>
                    <a:pt x="4742" y="15129"/>
                  </a:cubicBezTo>
                  <a:lnTo>
                    <a:pt x="2232" y="15959"/>
                  </a:lnTo>
                  <a:cubicBezTo>
                    <a:pt x="2218" y="15903"/>
                    <a:pt x="2198" y="15851"/>
                    <a:pt x="2184" y="15795"/>
                  </a:cubicBezTo>
                  <a:lnTo>
                    <a:pt x="4698" y="14965"/>
                  </a:lnTo>
                  <a:close/>
                  <a:moveTo>
                    <a:pt x="24691" y="16352"/>
                  </a:moveTo>
                  <a:lnTo>
                    <a:pt x="26588" y="17444"/>
                  </a:lnTo>
                  <a:cubicBezTo>
                    <a:pt x="26538" y="17494"/>
                    <a:pt x="26488" y="17545"/>
                    <a:pt x="26438" y="17595"/>
                  </a:cubicBezTo>
                  <a:lnTo>
                    <a:pt x="24538" y="16503"/>
                  </a:lnTo>
                  <a:cubicBezTo>
                    <a:pt x="24588" y="16452"/>
                    <a:pt x="24641" y="16402"/>
                    <a:pt x="24691" y="16352"/>
                  </a:cubicBezTo>
                  <a:close/>
                  <a:moveTo>
                    <a:pt x="5441" y="16737"/>
                  </a:moveTo>
                  <a:cubicBezTo>
                    <a:pt x="5472" y="16787"/>
                    <a:pt x="5506" y="16834"/>
                    <a:pt x="5536" y="16881"/>
                  </a:cubicBezTo>
                  <a:lnTo>
                    <a:pt x="3193" y="18066"/>
                  </a:lnTo>
                  <a:cubicBezTo>
                    <a:pt x="3162" y="18015"/>
                    <a:pt x="3129" y="17968"/>
                    <a:pt x="3101" y="17921"/>
                  </a:cubicBezTo>
                  <a:lnTo>
                    <a:pt x="5441" y="16737"/>
                  </a:lnTo>
                  <a:close/>
                  <a:moveTo>
                    <a:pt x="22866" y="17912"/>
                  </a:moveTo>
                  <a:lnTo>
                    <a:pt x="24359" y="19344"/>
                  </a:lnTo>
                  <a:cubicBezTo>
                    <a:pt x="24298" y="19386"/>
                    <a:pt x="24240" y="19431"/>
                    <a:pt x="24181" y="19475"/>
                  </a:cubicBezTo>
                  <a:lnTo>
                    <a:pt x="22685" y="18043"/>
                  </a:lnTo>
                  <a:cubicBezTo>
                    <a:pt x="22746" y="18001"/>
                    <a:pt x="22808" y="17957"/>
                    <a:pt x="22866" y="17912"/>
                  </a:cubicBezTo>
                  <a:close/>
                  <a:moveTo>
                    <a:pt x="6492" y="18068"/>
                  </a:moveTo>
                  <a:cubicBezTo>
                    <a:pt x="6534" y="18113"/>
                    <a:pt x="6575" y="18152"/>
                    <a:pt x="6620" y="18194"/>
                  </a:cubicBezTo>
                  <a:lnTo>
                    <a:pt x="4516" y="19670"/>
                  </a:lnTo>
                  <a:cubicBezTo>
                    <a:pt x="4475" y="19629"/>
                    <a:pt x="4430" y="19590"/>
                    <a:pt x="4385" y="19548"/>
                  </a:cubicBezTo>
                  <a:lnTo>
                    <a:pt x="6492" y="18068"/>
                  </a:lnTo>
                  <a:close/>
                  <a:moveTo>
                    <a:pt x="17994" y="3041"/>
                  </a:moveTo>
                  <a:cubicBezTo>
                    <a:pt x="21942" y="3041"/>
                    <a:pt x="25312" y="4856"/>
                    <a:pt x="26393" y="7946"/>
                  </a:cubicBezTo>
                  <a:cubicBezTo>
                    <a:pt x="27884" y="12206"/>
                    <a:pt x="24463" y="17277"/>
                    <a:pt x="18751" y="19278"/>
                  </a:cubicBezTo>
                  <a:cubicBezTo>
                    <a:pt x="17183" y="19827"/>
                    <a:pt x="15605" y="20087"/>
                    <a:pt x="14110" y="20087"/>
                  </a:cubicBezTo>
                  <a:cubicBezTo>
                    <a:pt x="10163" y="20087"/>
                    <a:pt x="6796" y="18274"/>
                    <a:pt x="5714" y="15182"/>
                  </a:cubicBezTo>
                  <a:cubicBezTo>
                    <a:pt x="4224" y="10919"/>
                    <a:pt x="7645" y="5851"/>
                    <a:pt x="13354" y="3851"/>
                  </a:cubicBezTo>
                  <a:cubicBezTo>
                    <a:pt x="14922" y="3301"/>
                    <a:pt x="16499" y="3041"/>
                    <a:pt x="17994" y="3041"/>
                  </a:cubicBezTo>
                  <a:close/>
                  <a:moveTo>
                    <a:pt x="20983" y="19057"/>
                  </a:moveTo>
                  <a:lnTo>
                    <a:pt x="22061" y="20737"/>
                  </a:lnTo>
                  <a:cubicBezTo>
                    <a:pt x="21994" y="20774"/>
                    <a:pt x="21927" y="20807"/>
                    <a:pt x="21858" y="20843"/>
                  </a:cubicBezTo>
                  <a:lnTo>
                    <a:pt x="20779" y="19163"/>
                  </a:lnTo>
                  <a:cubicBezTo>
                    <a:pt x="20846" y="19127"/>
                    <a:pt x="20916" y="19094"/>
                    <a:pt x="20983" y="19057"/>
                  </a:cubicBezTo>
                  <a:close/>
                  <a:moveTo>
                    <a:pt x="8091" y="19305"/>
                  </a:moveTo>
                  <a:cubicBezTo>
                    <a:pt x="8144" y="19339"/>
                    <a:pt x="8200" y="19369"/>
                    <a:pt x="8255" y="19403"/>
                  </a:cubicBezTo>
                  <a:lnTo>
                    <a:pt x="6511" y="21144"/>
                  </a:lnTo>
                  <a:cubicBezTo>
                    <a:pt x="6456" y="21111"/>
                    <a:pt x="6400" y="21080"/>
                    <a:pt x="6347" y="21047"/>
                  </a:cubicBezTo>
                  <a:lnTo>
                    <a:pt x="8091" y="19305"/>
                  </a:lnTo>
                  <a:close/>
                  <a:moveTo>
                    <a:pt x="18890" y="19949"/>
                  </a:moveTo>
                  <a:lnTo>
                    <a:pt x="19512" y="21821"/>
                  </a:lnTo>
                  <a:cubicBezTo>
                    <a:pt x="19439" y="21846"/>
                    <a:pt x="19367" y="21869"/>
                    <a:pt x="19294" y="21894"/>
                  </a:cubicBezTo>
                  <a:lnTo>
                    <a:pt x="18673" y="20021"/>
                  </a:lnTo>
                  <a:cubicBezTo>
                    <a:pt x="18745" y="19996"/>
                    <a:pt x="18818" y="19974"/>
                    <a:pt x="18890" y="19949"/>
                  </a:cubicBezTo>
                  <a:close/>
                  <a:moveTo>
                    <a:pt x="9913" y="20147"/>
                  </a:moveTo>
                  <a:cubicBezTo>
                    <a:pt x="9977" y="20169"/>
                    <a:pt x="10039" y="20191"/>
                    <a:pt x="10105" y="20211"/>
                  </a:cubicBezTo>
                  <a:lnTo>
                    <a:pt x="8802" y="22144"/>
                  </a:lnTo>
                  <a:cubicBezTo>
                    <a:pt x="8737" y="22125"/>
                    <a:pt x="8673" y="22103"/>
                    <a:pt x="8609" y="22080"/>
                  </a:cubicBezTo>
                  <a:lnTo>
                    <a:pt x="9913" y="20147"/>
                  </a:lnTo>
                  <a:close/>
                  <a:moveTo>
                    <a:pt x="16550" y="20559"/>
                  </a:moveTo>
                  <a:lnTo>
                    <a:pt x="16659" y="22562"/>
                  </a:lnTo>
                  <a:cubicBezTo>
                    <a:pt x="16586" y="22576"/>
                    <a:pt x="16511" y="22587"/>
                    <a:pt x="16436" y="22601"/>
                  </a:cubicBezTo>
                  <a:lnTo>
                    <a:pt x="16327" y="20595"/>
                  </a:lnTo>
                  <a:cubicBezTo>
                    <a:pt x="16402" y="20584"/>
                    <a:pt x="16475" y="20573"/>
                    <a:pt x="16550" y="20559"/>
                  </a:cubicBezTo>
                  <a:close/>
                  <a:moveTo>
                    <a:pt x="11936" y="20643"/>
                  </a:moveTo>
                  <a:cubicBezTo>
                    <a:pt x="12006" y="20654"/>
                    <a:pt x="12075" y="20665"/>
                    <a:pt x="12145" y="20673"/>
                  </a:cubicBezTo>
                  <a:lnTo>
                    <a:pt x="11251" y="22699"/>
                  </a:lnTo>
                  <a:cubicBezTo>
                    <a:pt x="11181" y="22691"/>
                    <a:pt x="11111" y="22679"/>
                    <a:pt x="11042" y="22668"/>
                  </a:cubicBezTo>
                  <a:lnTo>
                    <a:pt x="11936" y="20643"/>
                  </a:lnTo>
                  <a:close/>
                  <a:moveTo>
                    <a:pt x="14081" y="20793"/>
                  </a:moveTo>
                  <a:lnTo>
                    <a:pt x="13649" y="22847"/>
                  </a:lnTo>
                  <a:cubicBezTo>
                    <a:pt x="13577" y="22847"/>
                    <a:pt x="13502" y="22849"/>
                    <a:pt x="13429" y="22849"/>
                  </a:cubicBezTo>
                  <a:lnTo>
                    <a:pt x="13861" y="20796"/>
                  </a:lnTo>
                  <a:cubicBezTo>
                    <a:pt x="13934" y="20796"/>
                    <a:pt x="14006" y="20793"/>
                    <a:pt x="14081" y="20793"/>
                  </a:cubicBezTo>
                  <a:close/>
                  <a:moveTo>
                    <a:pt x="18688" y="1"/>
                  </a:moveTo>
                  <a:cubicBezTo>
                    <a:pt x="16659" y="1"/>
                    <a:pt x="14518" y="353"/>
                    <a:pt x="12390" y="1098"/>
                  </a:cubicBezTo>
                  <a:cubicBezTo>
                    <a:pt x="4642" y="3809"/>
                    <a:pt x="0" y="10693"/>
                    <a:pt x="2023" y="16475"/>
                  </a:cubicBezTo>
                  <a:cubicBezTo>
                    <a:pt x="2129" y="16762"/>
                    <a:pt x="2249" y="17040"/>
                    <a:pt x="2385" y="17316"/>
                  </a:cubicBezTo>
                  <a:cubicBezTo>
                    <a:pt x="4141" y="20992"/>
                    <a:pt x="8444" y="23128"/>
                    <a:pt x="13431" y="23128"/>
                  </a:cubicBezTo>
                  <a:cubicBezTo>
                    <a:pt x="15455" y="23128"/>
                    <a:pt x="17591" y="22776"/>
                    <a:pt x="19715" y="22033"/>
                  </a:cubicBezTo>
                  <a:cubicBezTo>
                    <a:pt x="27132" y="19436"/>
                    <a:pt x="31687" y="13020"/>
                    <a:pt x="30291" y="7406"/>
                  </a:cubicBezTo>
                  <a:cubicBezTo>
                    <a:pt x="30227" y="7155"/>
                    <a:pt x="30169" y="6901"/>
                    <a:pt x="30082" y="6653"/>
                  </a:cubicBezTo>
                  <a:cubicBezTo>
                    <a:pt x="28615" y="2460"/>
                    <a:pt x="24045" y="1"/>
                    <a:pt x="18688" y="1"/>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2"/>
            <p:cNvSpPr/>
            <p:nvPr/>
          </p:nvSpPr>
          <p:spPr>
            <a:xfrm>
              <a:off x="5026450" y="3531800"/>
              <a:ext cx="45025" cy="29175"/>
            </a:xfrm>
            <a:custGeom>
              <a:rect b="b" l="l" r="r" t="t"/>
              <a:pathLst>
                <a:path extrusionOk="0" h="1167" w="1801">
                  <a:moveTo>
                    <a:pt x="957" y="1"/>
                  </a:moveTo>
                  <a:cubicBezTo>
                    <a:pt x="851" y="1"/>
                    <a:pt x="739" y="22"/>
                    <a:pt x="619" y="64"/>
                  </a:cubicBezTo>
                  <a:lnTo>
                    <a:pt x="589" y="75"/>
                  </a:lnTo>
                  <a:cubicBezTo>
                    <a:pt x="374" y="147"/>
                    <a:pt x="218" y="272"/>
                    <a:pt x="118" y="445"/>
                  </a:cubicBezTo>
                  <a:cubicBezTo>
                    <a:pt x="18" y="618"/>
                    <a:pt x="1" y="860"/>
                    <a:pt x="71" y="1167"/>
                  </a:cubicBezTo>
                  <a:lnTo>
                    <a:pt x="1801" y="559"/>
                  </a:lnTo>
                  <a:cubicBezTo>
                    <a:pt x="1567" y="275"/>
                    <a:pt x="1366" y="103"/>
                    <a:pt x="1196" y="41"/>
                  </a:cubicBezTo>
                  <a:cubicBezTo>
                    <a:pt x="1121" y="14"/>
                    <a:pt x="1041" y="1"/>
                    <a:pt x="957" y="1"/>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2"/>
            <p:cNvSpPr/>
            <p:nvPr/>
          </p:nvSpPr>
          <p:spPr>
            <a:xfrm>
              <a:off x="5157550" y="3531425"/>
              <a:ext cx="46900" cy="28975"/>
            </a:xfrm>
            <a:custGeom>
              <a:rect b="b" l="l" r="r" t="t"/>
              <a:pathLst>
                <a:path extrusionOk="0" h="1159" w="1876">
                  <a:moveTo>
                    <a:pt x="1764" y="1"/>
                  </a:moveTo>
                  <a:lnTo>
                    <a:pt x="0" y="616"/>
                  </a:lnTo>
                  <a:cubicBezTo>
                    <a:pt x="229" y="887"/>
                    <a:pt x="430" y="1051"/>
                    <a:pt x="608" y="1115"/>
                  </a:cubicBezTo>
                  <a:cubicBezTo>
                    <a:pt x="688" y="1144"/>
                    <a:pt x="772" y="1158"/>
                    <a:pt x="860" y="1158"/>
                  </a:cubicBezTo>
                  <a:cubicBezTo>
                    <a:pt x="967" y="1158"/>
                    <a:pt x="1079" y="1138"/>
                    <a:pt x="1196" y="1098"/>
                  </a:cubicBezTo>
                  <a:lnTo>
                    <a:pt x="1226" y="1087"/>
                  </a:lnTo>
                  <a:cubicBezTo>
                    <a:pt x="1697" y="923"/>
                    <a:pt x="1876" y="561"/>
                    <a:pt x="1764" y="1"/>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2"/>
            <p:cNvSpPr/>
            <p:nvPr/>
          </p:nvSpPr>
          <p:spPr>
            <a:xfrm>
              <a:off x="4824175" y="3327800"/>
              <a:ext cx="591525" cy="426175"/>
            </a:xfrm>
            <a:custGeom>
              <a:rect b="b" l="l" r="r" t="t"/>
              <a:pathLst>
                <a:path extrusionOk="0" h="17047" w="23661">
                  <a:moveTo>
                    <a:pt x="13771" y="0"/>
                  </a:moveTo>
                  <a:cubicBezTo>
                    <a:pt x="12276" y="0"/>
                    <a:pt x="10699" y="260"/>
                    <a:pt x="9131" y="810"/>
                  </a:cubicBezTo>
                  <a:cubicBezTo>
                    <a:pt x="3422" y="2810"/>
                    <a:pt x="1" y="7878"/>
                    <a:pt x="1491" y="12141"/>
                  </a:cubicBezTo>
                  <a:cubicBezTo>
                    <a:pt x="2573" y="15233"/>
                    <a:pt x="5940" y="17046"/>
                    <a:pt x="9887" y="17046"/>
                  </a:cubicBezTo>
                  <a:cubicBezTo>
                    <a:pt x="11382" y="17046"/>
                    <a:pt x="12960" y="16786"/>
                    <a:pt x="14528" y="16237"/>
                  </a:cubicBezTo>
                  <a:cubicBezTo>
                    <a:pt x="20240" y="14236"/>
                    <a:pt x="23661" y="9165"/>
                    <a:pt x="22170" y="4905"/>
                  </a:cubicBezTo>
                  <a:cubicBezTo>
                    <a:pt x="21089" y="1815"/>
                    <a:pt x="17719" y="0"/>
                    <a:pt x="13771"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2"/>
            <p:cNvSpPr/>
            <p:nvPr/>
          </p:nvSpPr>
          <p:spPr>
            <a:xfrm>
              <a:off x="4773200" y="3625875"/>
              <a:ext cx="63975" cy="24900"/>
            </a:xfrm>
            <a:custGeom>
              <a:rect b="b" l="l" r="r" t="t"/>
              <a:pathLst>
                <a:path extrusionOk="0" h="996" w="2559">
                  <a:moveTo>
                    <a:pt x="2514" y="1"/>
                  </a:moveTo>
                  <a:lnTo>
                    <a:pt x="0" y="831"/>
                  </a:lnTo>
                  <a:cubicBezTo>
                    <a:pt x="14" y="887"/>
                    <a:pt x="34" y="939"/>
                    <a:pt x="51" y="995"/>
                  </a:cubicBezTo>
                  <a:lnTo>
                    <a:pt x="2558" y="165"/>
                  </a:lnTo>
                  <a:cubicBezTo>
                    <a:pt x="2544" y="112"/>
                    <a:pt x="2527" y="56"/>
                    <a:pt x="2514"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2"/>
            <p:cNvSpPr/>
            <p:nvPr/>
          </p:nvSpPr>
          <p:spPr>
            <a:xfrm>
              <a:off x="5398825" y="3419275"/>
              <a:ext cx="64175" cy="24750"/>
            </a:xfrm>
            <a:custGeom>
              <a:rect b="b" l="l" r="r" t="t"/>
              <a:pathLst>
                <a:path extrusionOk="0" h="990" w="2567">
                  <a:moveTo>
                    <a:pt x="2511" y="1"/>
                  </a:moveTo>
                  <a:lnTo>
                    <a:pt x="1" y="831"/>
                  </a:lnTo>
                  <a:cubicBezTo>
                    <a:pt x="15" y="870"/>
                    <a:pt x="31" y="906"/>
                    <a:pt x="45" y="945"/>
                  </a:cubicBezTo>
                  <a:cubicBezTo>
                    <a:pt x="51" y="959"/>
                    <a:pt x="54" y="976"/>
                    <a:pt x="59" y="990"/>
                  </a:cubicBezTo>
                  <a:lnTo>
                    <a:pt x="2567" y="162"/>
                  </a:lnTo>
                  <a:cubicBezTo>
                    <a:pt x="2558" y="132"/>
                    <a:pt x="2550" y="101"/>
                    <a:pt x="2539" y="70"/>
                  </a:cubicBezTo>
                  <a:cubicBezTo>
                    <a:pt x="2531" y="48"/>
                    <a:pt x="2519" y="26"/>
                    <a:pt x="2511"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2"/>
            <p:cNvSpPr/>
            <p:nvPr/>
          </p:nvSpPr>
          <p:spPr>
            <a:xfrm>
              <a:off x="5369375" y="3615350"/>
              <a:ext cx="58375" cy="21775"/>
            </a:xfrm>
            <a:custGeom>
              <a:rect b="b" l="l" r="r" t="t"/>
              <a:pathLst>
                <a:path extrusionOk="0" h="871" w="2335">
                  <a:moveTo>
                    <a:pt x="109" y="1"/>
                  </a:moveTo>
                  <a:cubicBezTo>
                    <a:pt x="73" y="59"/>
                    <a:pt x="39" y="115"/>
                    <a:pt x="0" y="171"/>
                  </a:cubicBezTo>
                  <a:lnTo>
                    <a:pt x="2226" y="870"/>
                  </a:lnTo>
                  <a:cubicBezTo>
                    <a:pt x="2263" y="814"/>
                    <a:pt x="2299" y="759"/>
                    <a:pt x="2335" y="700"/>
                  </a:cubicBezTo>
                  <a:lnTo>
                    <a:pt x="109"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2"/>
            <p:cNvSpPr/>
            <p:nvPr/>
          </p:nvSpPr>
          <p:spPr>
            <a:xfrm>
              <a:off x="4814375" y="3441150"/>
              <a:ext cx="58600" cy="21625"/>
            </a:xfrm>
            <a:custGeom>
              <a:rect b="b" l="l" r="r" t="t"/>
              <a:pathLst>
                <a:path extrusionOk="0" h="865" w="2344">
                  <a:moveTo>
                    <a:pt x="117" y="1"/>
                  </a:moveTo>
                  <a:cubicBezTo>
                    <a:pt x="78" y="54"/>
                    <a:pt x="39" y="109"/>
                    <a:pt x="0" y="165"/>
                  </a:cubicBezTo>
                  <a:lnTo>
                    <a:pt x="2226" y="864"/>
                  </a:lnTo>
                  <a:cubicBezTo>
                    <a:pt x="2265" y="809"/>
                    <a:pt x="2304" y="753"/>
                    <a:pt x="2343" y="697"/>
                  </a:cubicBezTo>
                  <a:lnTo>
                    <a:pt x="117"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2"/>
            <p:cNvSpPr/>
            <p:nvPr/>
          </p:nvSpPr>
          <p:spPr>
            <a:xfrm>
              <a:off x="4933825" y="3755425"/>
              <a:ext cx="37425" cy="49975"/>
            </a:xfrm>
            <a:custGeom>
              <a:rect b="b" l="l" r="r" t="t"/>
              <a:pathLst>
                <a:path extrusionOk="0" h="1999" w="1497">
                  <a:moveTo>
                    <a:pt x="1304" y="1"/>
                  </a:moveTo>
                  <a:lnTo>
                    <a:pt x="0" y="1934"/>
                  </a:lnTo>
                  <a:cubicBezTo>
                    <a:pt x="64" y="1957"/>
                    <a:pt x="128" y="1979"/>
                    <a:pt x="193" y="1998"/>
                  </a:cubicBezTo>
                  <a:lnTo>
                    <a:pt x="1496" y="65"/>
                  </a:lnTo>
                  <a:cubicBezTo>
                    <a:pt x="1430" y="45"/>
                    <a:pt x="1368" y="23"/>
                    <a:pt x="1304"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2"/>
            <p:cNvSpPr/>
            <p:nvPr/>
          </p:nvSpPr>
          <p:spPr>
            <a:xfrm>
              <a:off x="5258825" y="3273350"/>
              <a:ext cx="37575" cy="49825"/>
            </a:xfrm>
            <a:custGeom>
              <a:rect b="b" l="l" r="r" t="t"/>
              <a:pathLst>
                <a:path extrusionOk="0" h="1993" w="1503">
                  <a:moveTo>
                    <a:pt x="1304" y="1"/>
                  </a:moveTo>
                  <a:lnTo>
                    <a:pt x="1" y="1934"/>
                  </a:lnTo>
                  <a:cubicBezTo>
                    <a:pt x="67" y="1954"/>
                    <a:pt x="131" y="1973"/>
                    <a:pt x="198" y="1993"/>
                  </a:cubicBezTo>
                  <a:lnTo>
                    <a:pt x="1502" y="59"/>
                  </a:lnTo>
                  <a:cubicBezTo>
                    <a:pt x="1435" y="40"/>
                    <a:pt x="1371" y="20"/>
                    <a:pt x="1304"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2"/>
            <p:cNvSpPr/>
            <p:nvPr/>
          </p:nvSpPr>
          <p:spPr>
            <a:xfrm>
              <a:off x="5405300" y="3531775"/>
              <a:ext cx="64525" cy="5250"/>
            </a:xfrm>
            <a:custGeom>
              <a:rect b="b" l="l" r="r" t="t"/>
              <a:pathLst>
                <a:path extrusionOk="0" h="210" w="2581">
                  <a:moveTo>
                    <a:pt x="2581" y="0"/>
                  </a:moveTo>
                  <a:lnTo>
                    <a:pt x="40" y="31"/>
                  </a:lnTo>
                  <a:cubicBezTo>
                    <a:pt x="29" y="90"/>
                    <a:pt x="15" y="151"/>
                    <a:pt x="1" y="209"/>
                  </a:cubicBezTo>
                  <a:lnTo>
                    <a:pt x="2545" y="179"/>
                  </a:lnTo>
                  <a:cubicBezTo>
                    <a:pt x="2556" y="120"/>
                    <a:pt x="2570" y="59"/>
                    <a:pt x="2581"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2"/>
            <p:cNvSpPr/>
            <p:nvPr/>
          </p:nvSpPr>
          <p:spPr>
            <a:xfrm>
              <a:off x="4771100" y="3539650"/>
              <a:ext cx="64525" cy="5250"/>
            </a:xfrm>
            <a:custGeom>
              <a:rect b="b" l="l" r="r" t="t"/>
              <a:pathLst>
                <a:path extrusionOk="0" h="210" w="2581">
                  <a:moveTo>
                    <a:pt x="2581" y="0"/>
                  </a:moveTo>
                  <a:lnTo>
                    <a:pt x="40" y="31"/>
                  </a:lnTo>
                  <a:cubicBezTo>
                    <a:pt x="26" y="89"/>
                    <a:pt x="15" y="148"/>
                    <a:pt x="1" y="209"/>
                  </a:cubicBezTo>
                  <a:lnTo>
                    <a:pt x="2545" y="179"/>
                  </a:lnTo>
                  <a:cubicBezTo>
                    <a:pt x="2556" y="117"/>
                    <a:pt x="2567" y="59"/>
                    <a:pt x="2581"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2"/>
            <p:cNvSpPr/>
            <p:nvPr/>
          </p:nvSpPr>
          <p:spPr>
            <a:xfrm>
              <a:off x="5161875" y="3258800"/>
              <a:ext cx="16325" cy="51425"/>
            </a:xfrm>
            <a:custGeom>
              <a:rect b="b" l="l" r="r" t="t"/>
              <a:pathLst>
                <a:path extrusionOk="0" h="2057" w="653">
                  <a:moveTo>
                    <a:pt x="652" y="0"/>
                  </a:moveTo>
                  <a:cubicBezTo>
                    <a:pt x="577" y="0"/>
                    <a:pt x="505" y="0"/>
                    <a:pt x="429" y="3"/>
                  </a:cubicBezTo>
                  <a:lnTo>
                    <a:pt x="0" y="2057"/>
                  </a:lnTo>
                  <a:cubicBezTo>
                    <a:pt x="36" y="2055"/>
                    <a:pt x="73" y="2055"/>
                    <a:pt x="109" y="2055"/>
                  </a:cubicBezTo>
                  <a:cubicBezTo>
                    <a:pt x="146" y="2055"/>
                    <a:pt x="183" y="2055"/>
                    <a:pt x="220" y="2054"/>
                  </a:cubicBezTo>
                  <a:lnTo>
                    <a:pt x="652"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2"/>
            <p:cNvSpPr/>
            <p:nvPr/>
          </p:nvSpPr>
          <p:spPr>
            <a:xfrm>
              <a:off x="5054325" y="3771600"/>
              <a:ext cx="16325" cy="51500"/>
            </a:xfrm>
            <a:custGeom>
              <a:rect b="b" l="l" r="r" t="t"/>
              <a:pathLst>
                <a:path extrusionOk="0" h="2060" w="653">
                  <a:moveTo>
                    <a:pt x="652" y="0"/>
                  </a:moveTo>
                  <a:cubicBezTo>
                    <a:pt x="577" y="0"/>
                    <a:pt x="505" y="3"/>
                    <a:pt x="432" y="3"/>
                  </a:cubicBezTo>
                  <a:lnTo>
                    <a:pt x="0" y="2059"/>
                  </a:lnTo>
                  <a:cubicBezTo>
                    <a:pt x="73" y="2059"/>
                    <a:pt x="148" y="2056"/>
                    <a:pt x="220" y="2056"/>
                  </a:cubicBezTo>
                  <a:lnTo>
                    <a:pt x="652"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2"/>
            <p:cNvSpPr/>
            <p:nvPr/>
          </p:nvSpPr>
          <p:spPr>
            <a:xfrm>
              <a:off x="5352725" y="3335350"/>
              <a:ext cx="55950" cy="40000"/>
            </a:xfrm>
            <a:custGeom>
              <a:rect b="b" l="l" r="r" t="t"/>
              <a:pathLst>
                <a:path extrusionOk="0" h="1600" w="2238">
                  <a:moveTo>
                    <a:pt x="2104" y="0"/>
                  </a:moveTo>
                  <a:lnTo>
                    <a:pt x="0" y="1477"/>
                  </a:lnTo>
                  <a:cubicBezTo>
                    <a:pt x="45" y="1519"/>
                    <a:pt x="89" y="1558"/>
                    <a:pt x="134" y="1600"/>
                  </a:cubicBezTo>
                  <a:lnTo>
                    <a:pt x="2238" y="123"/>
                  </a:lnTo>
                  <a:cubicBezTo>
                    <a:pt x="2193" y="84"/>
                    <a:pt x="2148" y="42"/>
                    <a:pt x="2104"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2"/>
            <p:cNvSpPr/>
            <p:nvPr/>
          </p:nvSpPr>
          <p:spPr>
            <a:xfrm>
              <a:off x="4828225" y="3703475"/>
              <a:ext cx="55825" cy="40075"/>
            </a:xfrm>
            <a:custGeom>
              <a:rect b="b" l="l" r="r" t="t"/>
              <a:pathLst>
                <a:path extrusionOk="0" h="1603" w="2233">
                  <a:moveTo>
                    <a:pt x="2107" y="0"/>
                  </a:moveTo>
                  <a:lnTo>
                    <a:pt x="0" y="1480"/>
                  </a:lnTo>
                  <a:cubicBezTo>
                    <a:pt x="42" y="1522"/>
                    <a:pt x="87" y="1561"/>
                    <a:pt x="131" y="1602"/>
                  </a:cubicBezTo>
                  <a:lnTo>
                    <a:pt x="2232" y="126"/>
                  </a:lnTo>
                  <a:cubicBezTo>
                    <a:pt x="2190" y="84"/>
                    <a:pt x="2149" y="45"/>
                    <a:pt x="2107"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2"/>
            <p:cNvSpPr/>
            <p:nvPr/>
          </p:nvSpPr>
          <p:spPr>
            <a:xfrm>
              <a:off x="5285725" y="3699575"/>
              <a:ext cx="41875" cy="39025"/>
            </a:xfrm>
            <a:custGeom>
              <a:rect b="b" l="l" r="r" t="t"/>
              <a:pathLst>
                <a:path extrusionOk="0" h="1561" w="1675">
                  <a:moveTo>
                    <a:pt x="181" y="0"/>
                  </a:moveTo>
                  <a:cubicBezTo>
                    <a:pt x="120" y="42"/>
                    <a:pt x="61" y="87"/>
                    <a:pt x="0" y="128"/>
                  </a:cubicBezTo>
                  <a:lnTo>
                    <a:pt x="1493" y="1561"/>
                  </a:lnTo>
                  <a:cubicBezTo>
                    <a:pt x="1555" y="1519"/>
                    <a:pt x="1613" y="1474"/>
                    <a:pt x="1674" y="1432"/>
                  </a:cubicBezTo>
                  <a:lnTo>
                    <a:pt x="181"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2"/>
            <p:cNvSpPr/>
            <p:nvPr/>
          </p:nvSpPr>
          <p:spPr>
            <a:xfrm>
              <a:off x="4913275" y="3342450"/>
              <a:ext cx="41875" cy="39025"/>
            </a:xfrm>
            <a:custGeom>
              <a:rect b="b" l="l" r="r" t="t"/>
              <a:pathLst>
                <a:path extrusionOk="0" h="1561" w="1675">
                  <a:moveTo>
                    <a:pt x="182" y="1"/>
                  </a:moveTo>
                  <a:cubicBezTo>
                    <a:pt x="120" y="42"/>
                    <a:pt x="62" y="87"/>
                    <a:pt x="0" y="129"/>
                  </a:cubicBezTo>
                  <a:lnTo>
                    <a:pt x="1494" y="1561"/>
                  </a:lnTo>
                  <a:cubicBezTo>
                    <a:pt x="1552" y="1519"/>
                    <a:pt x="1614" y="1475"/>
                    <a:pt x="1675" y="1433"/>
                  </a:cubicBezTo>
                  <a:lnTo>
                    <a:pt x="182"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2"/>
            <p:cNvSpPr/>
            <p:nvPr/>
          </p:nvSpPr>
          <p:spPr>
            <a:xfrm>
              <a:off x="5408725" y="3473125"/>
              <a:ext cx="64800" cy="15825"/>
            </a:xfrm>
            <a:custGeom>
              <a:rect b="b" l="l" r="r" t="t"/>
              <a:pathLst>
                <a:path extrusionOk="0" h="633" w="2592">
                  <a:moveTo>
                    <a:pt x="2580" y="0"/>
                  </a:moveTo>
                  <a:lnTo>
                    <a:pt x="0" y="460"/>
                  </a:lnTo>
                  <a:cubicBezTo>
                    <a:pt x="6" y="516"/>
                    <a:pt x="12" y="574"/>
                    <a:pt x="14" y="633"/>
                  </a:cubicBezTo>
                  <a:lnTo>
                    <a:pt x="2591" y="173"/>
                  </a:lnTo>
                  <a:cubicBezTo>
                    <a:pt x="2589" y="115"/>
                    <a:pt x="2586" y="59"/>
                    <a:pt x="2580"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2"/>
            <p:cNvSpPr/>
            <p:nvPr/>
          </p:nvSpPr>
          <p:spPr>
            <a:xfrm>
              <a:off x="4766175" y="3587850"/>
              <a:ext cx="64650" cy="15900"/>
            </a:xfrm>
            <a:custGeom>
              <a:rect b="b" l="l" r="r" t="t"/>
              <a:pathLst>
                <a:path extrusionOk="0" h="636" w="2586">
                  <a:moveTo>
                    <a:pt x="2577" y="0"/>
                  </a:moveTo>
                  <a:lnTo>
                    <a:pt x="0" y="460"/>
                  </a:lnTo>
                  <a:cubicBezTo>
                    <a:pt x="3" y="519"/>
                    <a:pt x="6" y="577"/>
                    <a:pt x="8" y="636"/>
                  </a:cubicBezTo>
                  <a:lnTo>
                    <a:pt x="2586" y="176"/>
                  </a:lnTo>
                  <a:cubicBezTo>
                    <a:pt x="2583" y="117"/>
                    <a:pt x="2580" y="59"/>
                    <a:pt x="2577"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2"/>
            <p:cNvSpPr/>
            <p:nvPr/>
          </p:nvSpPr>
          <p:spPr>
            <a:xfrm>
              <a:off x="5099450" y="3265825"/>
              <a:ext cx="8325" cy="51150"/>
            </a:xfrm>
            <a:custGeom>
              <a:rect b="b" l="l" r="r" t="t"/>
              <a:pathLst>
                <a:path extrusionOk="0" h="2046" w="333">
                  <a:moveTo>
                    <a:pt x="224" y="1"/>
                  </a:moveTo>
                  <a:cubicBezTo>
                    <a:pt x="148" y="15"/>
                    <a:pt x="76" y="29"/>
                    <a:pt x="1" y="43"/>
                  </a:cubicBezTo>
                  <a:lnTo>
                    <a:pt x="109" y="2046"/>
                  </a:lnTo>
                  <a:cubicBezTo>
                    <a:pt x="185" y="2032"/>
                    <a:pt x="260" y="2018"/>
                    <a:pt x="332" y="2004"/>
                  </a:cubicBezTo>
                  <a:lnTo>
                    <a:pt x="224"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2"/>
            <p:cNvSpPr/>
            <p:nvPr/>
          </p:nvSpPr>
          <p:spPr>
            <a:xfrm>
              <a:off x="5126750" y="3765750"/>
              <a:ext cx="8325" cy="51075"/>
            </a:xfrm>
            <a:custGeom>
              <a:rect b="b" l="l" r="r" t="t"/>
              <a:pathLst>
                <a:path extrusionOk="0" h="2043" w="333">
                  <a:moveTo>
                    <a:pt x="224" y="0"/>
                  </a:moveTo>
                  <a:cubicBezTo>
                    <a:pt x="149" y="14"/>
                    <a:pt x="76" y="25"/>
                    <a:pt x="1" y="36"/>
                  </a:cubicBezTo>
                  <a:lnTo>
                    <a:pt x="110" y="2042"/>
                  </a:lnTo>
                  <a:cubicBezTo>
                    <a:pt x="185" y="2028"/>
                    <a:pt x="260" y="2017"/>
                    <a:pt x="333" y="2003"/>
                  </a:cubicBezTo>
                  <a:lnTo>
                    <a:pt x="224"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2"/>
            <p:cNvSpPr/>
            <p:nvPr/>
          </p:nvSpPr>
          <p:spPr>
            <a:xfrm>
              <a:off x="5185400" y="3750475"/>
              <a:ext cx="21000" cy="48650"/>
            </a:xfrm>
            <a:custGeom>
              <a:rect b="b" l="l" r="r" t="t"/>
              <a:pathLst>
                <a:path extrusionOk="0" h="1946" w="840">
                  <a:moveTo>
                    <a:pt x="218" y="1"/>
                  </a:moveTo>
                  <a:cubicBezTo>
                    <a:pt x="146" y="26"/>
                    <a:pt x="73" y="48"/>
                    <a:pt x="1" y="73"/>
                  </a:cubicBezTo>
                  <a:lnTo>
                    <a:pt x="622" y="1946"/>
                  </a:lnTo>
                  <a:cubicBezTo>
                    <a:pt x="695" y="1921"/>
                    <a:pt x="767" y="1898"/>
                    <a:pt x="840" y="1873"/>
                  </a:cubicBezTo>
                  <a:lnTo>
                    <a:pt x="218"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2"/>
            <p:cNvSpPr/>
            <p:nvPr/>
          </p:nvSpPr>
          <p:spPr>
            <a:xfrm>
              <a:off x="5029375" y="3281225"/>
              <a:ext cx="21000" cy="46050"/>
            </a:xfrm>
            <a:custGeom>
              <a:rect b="b" l="l" r="r" t="t"/>
              <a:pathLst>
                <a:path extrusionOk="0" h="1842" w="840">
                  <a:moveTo>
                    <a:pt x="229" y="1"/>
                  </a:moveTo>
                  <a:cubicBezTo>
                    <a:pt x="157" y="26"/>
                    <a:pt x="96" y="81"/>
                    <a:pt x="23" y="106"/>
                  </a:cubicBezTo>
                  <a:lnTo>
                    <a:pt x="1" y="40"/>
                  </a:lnTo>
                  <a:lnTo>
                    <a:pt x="578" y="1781"/>
                  </a:lnTo>
                  <a:lnTo>
                    <a:pt x="608" y="1770"/>
                  </a:lnTo>
                  <a:cubicBezTo>
                    <a:pt x="614" y="1768"/>
                    <a:pt x="620" y="1767"/>
                    <a:pt x="626" y="1767"/>
                  </a:cubicBezTo>
                  <a:cubicBezTo>
                    <a:pt x="684" y="1767"/>
                    <a:pt x="767" y="1842"/>
                    <a:pt x="824" y="1842"/>
                  </a:cubicBezTo>
                  <a:cubicBezTo>
                    <a:pt x="829" y="1842"/>
                    <a:pt x="835" y="1841"/>
                    <a:pt x="840" y="1839"/>
                  </a:cubicBezTo>
                  <a:lnTo>
                    <a:pt x="229"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2"/>
            <p:cNvSpPr/>
            <p:nvPr/>
          </p:nvSpPr>
          <p:spPr>
            <a:xfrm>
              <a:off x="5312325" y="3299900"/>
              <a:ext cx="47725" cy="45925"/>
            </a:xfrm>
            <a:custGeom>
              <a:rect b="b" l="l" r="r" t="t"/>
              <a:pathLst>
                <a:path extrusionOk="0" h="1837" w="1909">
                  <a:moveTo>
                    <a:pt x="1744" y="0"/>
                  </a:moveTo>
                  <a:lnTo>
                    <a:pt x="0" y="1742"/>
                  </a:lnTo>
                  <a:cubicBezTo>
                    <a:pt x="56" y="1772"/>
                    <a:pt x="109" y="1803"/>
                    <a:pt x="165" y="1836"/>
                  </a:cubicBezTo>
                  <a:lnTo>
                    <a:pt x="1909" y="95"/>
                  </a:lnTo>
                  <a:cubicBezTo>
                    <a:pt x="1853" y="62"/>
                    <a:pt x="1800" y="31"/>
                    <a:pt x="1744"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2"/>
            <p:cNvSpPr/>
            <p:nvPr/>
          </p:nvSpPr>
          <p:spPr>
            <a:xfrm>
              <a:off x="4877250" y="3734475"/>
              <a:ext cx="47750" cy="45925"/>
            </a:xfrm>
            <a:custGeom>
              <a:rect b="b" l="l" r="r" t="t"/>
              <a:pathLst>
                <a:path extrusionOk="0" h="1837" w="1910">
                  <a:moveTo>
                    <a:pt x="1745" y="0"/>
                  </a:moveTo>
                  <a:lnTo>
                    <a:pt x="1" y="1742"/>
                  </a:lnTo>
                  <a:cubicBezTo>
                    <a:pt x="54" y="1772"/>
                    <a:pt x="110" y="1806"/>
                    <a:pt x="165" y="1836"/>
                  </a:cubicBezTo>
                  <a:lnTo>
                    <a:pt x="1909" y="95"/>
                  </a:lnTo>
                  <a:cubicBezTo>
                    <a:pt x="1854" y="64"/>
                    <a:pt x="1798" y="31"/>
                    <a:pt x="1745"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2"/>
            <p:cNvSpPr/>
            <p:nvPr/>
          </p:nvSpPr>
          <p:spPr>
            <a:xfrm>
              <a:off x="4858375" y="3388275"/>
              <a:ext cx="51225" cy="31100"/>
            </a:xfrm>
            <a:custGeom>
              <a:rect b="b" l="l" r="r" t="t"/>
              <a:pathLst>
                <a:path extrusionOk="0" h="1244" w="2049">
                  <a:moveTo>
                    <a:pt x="154" y="1"/>
                  </a:moveTo>
                  <a:cubicBezTo>
                    <a:pt x="101" y="51"/>
                    <a:pt x="51" y="101"/>
                    <a:pt x="1" y="151"/>
                  </a:cubicBezTo>
                  <a:lnTo>
                    <a:pt x="1898" y="1244"/>
                  </a:lnTo>
                  <a:cubicBezTo>
                    <a:pt x="1948" y="1193"/>
                    <a:pt x="1999" y="1143"/>
                    <a:pt x="2049" y="1093"/>
                  </a:cubicBezTo>
                  <a:lnTo>
                    <a:pt x="154"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2"/>
            <p:cNvSpPr/>
            <p:nvPr/>
          </p:nvSpPr>
          <p:spPr>
            <a:xfrm>
              <a:off x="5332025" y="3660575"/>
              <a:ext cx="51300" cy="31075"/>
            </a:xfrm>
            <a:custGeom>
              <a:rect b="b" l="l" r="r" t="t"/>
              <a:pathLst>
                <a:path extrusionOk="0" h="1243" w="2052">
                  <a:moveTo>
                    <a:pt x="154" y="0"/>
                  </a:moveTo>
                  <a:cubicBezTo>
                    <a:pt x="104" y="50"/>
                    <a:pt x="51" y="100"/>
                    <a:pt x="1" y="151"/>
                  </a:cubicBezTo>
                  <a:lnTo>
                    <a:pt x="1901" y="1243"/>
                  </a:lnTo>
                  <a:cubicBezTo>
                    <a:pt x="1951" y="1193"/>
                    <a:pt x="2001" y="1142"/>
                    <a:pt x="2051" y="1092"/>
                  </a:cubicBezTo>
                  <a:lnTo>
                    <a:pt x="154"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2"/>
            <p:cNvSpPr/>
            <p:nvPr/>
          </p:nvSpPr>
          <p:spPr>
            <a:xfrm>
              <a:off x="5380300" y="3374350"/>
              <a:ext cx="60900" cy="33325"/>
            </a:xfrm>
            <a:custGeom>
              <a:rect b="b" l="l" r="r" t="t"/>
              <a:pathLst>
                <a:path extrusionOk="0" h="1333" w="2436">
                  <a:moveTo>
                    <a:pt x="2344" y="1"/>
                  </a:moveTo>
                  <a:lnTo>
                    <a:pt x="1" y="1185"/>
                  </a:lnTo>
                  <a:cubicBezTo>
                    <a:pt x="34" y="1232"/>
                    <a:pt x="65" y="1282"/>
                    <a:pt x="95" y="1333"/>
                  </a:cubicBezTo>
                  <a:lnTo>
                    <a:pt x="2436" y="146"/>
                  </a:lnTo>
                  <a:cubicBezTo>
                    <a:pt x="2405" y="95"/>
                    <a:pt x="2374" y="48"/>
                    <a:pt x="2344"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2"/>
            <p:cNvSpPr/>
            <p:nvPr/>
          </p:nvSpPr>
          <p:spPr>
            <a:xfrm>
              <a:off x="4796125" y="3670100"/>
              <a:ext cx="60900" cy="33325"/>
            </a:xfrm>
            <a:custGeom>
              <a:rect b="b" l="l" r="r" t="t"/>
              <a:pathLst>
                <a:path extrusionOk="0" h="1333" w="2436">
                  <a:moveTo>
                    <a:pt x="2340" y="1"/>
                  </a:moveTo>
                  <a:lnTo>
                    <a:pt x="0" y="1188"/>
                  </a:lnTo>
                  <a:cubicBezTo>
                    <a:pt x="28" y="1235"/>
                    <a:pt x="61" y="1282"/>
                    <a:pt x="92" y="1333"/>
                  </a:cubicBezTo>
                  <a:lnTo>
                    <a:pt x="2435" y="148"/>
                  </a:lnTo>
                  <a:cubicBezTo>
                    <a:pt x="2405" y="98"/>
                    <a:pt x="2371" y="51"/>
                    <a:pt x="2340"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2"/>
            <p:cNvSpPr/>
            <p:nvPr/>
          </p:nvSpPr>
          <p:spPr>
            <a:xfrm>
              <a:off x="4969075" y="3309225"/>
              <a:ext cx="32050" cy="44675"/>
            </a:xfrm>
            <a:custGeom>
              <a:rect b="b" l="l" r="r" t="t"/>
              <a:pathLst>
                <a:path extrusionOk="0" h="1787" w="1282">
                  <a:moveTo>
                    <a:pt x="204" y="1"/>
                  </a:moveTo>
                  <a:cubicBezTo>
                    <a:pt x="134" y="37"/>
                    <a:pt x="67" y="70"/>
                    <a:pt x="0" y="107"/>
                  </a:cubicBezTo>
                  <a:lnTo>
                    <a:pt x="1078" y="1787"/>
                  </a:lnTo>
                  <a:cubicBezTo>
                    <a:pt x="1145" y="1750"/>
                    <a:pt x="1215" y="1717"/>
                    <a:pt x="1282" y="1681"/>
                  </a:cubicBezTo>
                  <a:lnTo>
                    <a:pt x="204"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2"/>
            <p:cNvSpPr/>
            <p:nvPr/>
          </p:nvSpPr>
          <p:spPr>
            <a:xfrm>
              <a:off x="5238075" y="3728200"/>
              <a:ext cx="32125" cy="44600"/>
            </a:xfrm>
            <a:custGeom>
              <a:rect b="b" l="l" r="r" t="t"/>
              <a:pathLst>
                <a:path extrusionOk="0" h="1784" w="1285">
                  <a:moveTo>
                    <a:pt x="204" y="0"/>
                  </a:moveTo>
                  <a:cubicBezTo>
                    <a:pt x="137" y="34"/>
                    <a:pt x="70" y="70"/>
                    <a:pt x="0" y="104"/>
                  </a:cubicBezTo>
                  <a:lnTo>
                    <a:pt x="1081" y="1784"/>
                  </a:lnTo>
                  <a:cubicBezTo>
                    <a:pt x="1151" y="1750"/>
                    <a:pt x="1215" y="1714"/>
                    <a:pt x="1285" y="1680"/>
                  </a:cubicBezTo>
                  <a:lnTo>
                    <a:pt x="204"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2"/>
            <p:cNvSpPr/>
            <p:nvPr/>
          </p:nvSpPr>
          <p:spPr>
            <a:xfrm>
              <a:off x="5217525" y="3262500"/>
              <a:ext cx="27600" cy="51425"/>
            </a:xfrm>
            <a:custGeom>
              <a:rect b="b" l="l" r="r" t="t"/>
              <a:pathLst>
                <a:path extrusionOk="0" h="2057" w="1104">
                  <a:moveTo>
                    <a:pt x="895" y="0"/>
                  </a:moveTo>
                  <a:lnTo>
                    <a:pt x="0" y="2026"/>
                  </a:lnTo>
                  <a:cubicBezTo>
                    <a:pt x="70" y="2034"/>
                    <a:pt x="140" y="2045"/>
                    <a:pt x="209" y="2056"/>
                  </a:cubicBezTo>
                  <a:lnTo>
                    <a:pt x="1104" y="31"/>
                  </a:lnTo>
                  <a:cubicBezTo>
                    <a:pt x="1034" y="20"/>
                    <a:pt x="964" y="8"/>
                    <a:pt x="895"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2"/>
            <p:cNvSpPr/>
            <p:nvPr/>
          </p:nvSpPr>
          <p:spPr>
            <a:xfrm>
              <a:off x="4994625" y="3767825"/>
              <a:ext cx="27600" cy="51425"/>
            </a:xfrm>
            <a:custGeom>
              <a:rect b="b" l="l" r="r" t="t"/>
              <a:pathLst>
                <a:path extrusionOk="0" h="2057" w="1104">
                  <a:moveTo>
                    <a:pt x="895" y="1"/>
                  </a:moveTo>
                  <a:lnTo>
                    <a:pt x="1" y="2026"/>
                  </a:lnTo>
                  <a:cubicBezTo>
                    <a:pt x="70" y="2037"/>
                    <a:pt x="140" y="2049"/>
                    <a:pt x="210" y="2057"/>
                  </a:cubicBezTo>
                  <a:lnTo>
                    <a:pt x="1104" y="31"/>
                  </a:lnTo>
                  <a:cubicBezTo>
                    <a:pt x="1034" y="23"/>
                    <a:pt x="965" y="12"/>
                    <a:pt x="895"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2"/>
            <p:cNvSpPr/>
            <p:nvPr/>
          </p:nvSpPr>
          <p:spPr>
            <a:xfrm>
              <a:off x="4788025" y="3488525"/>
              <a:ext cx="62525" cy="13125"/>
            </a:xfrm>
            <a:custGeom>
              <a:rect b="b" l="l" r="r" t="t"/>
              <a:pathLst>
                <a:path extrusionOk="0" h="525" w="2501">
                  <a:moveTo>
                    <a:pt x="82" y="0"/>
                  </a:moveTo>
                  <a:cubicBezTo>
                    <a:pt x="54" y="59"/>
                    <a:pt x="29" y="117"/>
                    <a:pt x="1" y="179"/>
                  </a:cubicBezTo>
                  <a:lnTo>
                    <a:pt x="2422" y="524"/>
                  </a:lnTo>
                  <a:cubicBezTo>
                    <a:pt x="2447" y="466"/>
                    <a:pt x="2472" y="407"/>
                    <a:pt x="2500" y="349"/>
                  </a:cubicBezTo>
                  <a:lnTo>
                    <a:pt x="82"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2"/>
            <p:cNvSpPr/>
            <p:nvPr/>
          </p:nvSpPr>
          <p:spPr>
            <a:xfrm>
              <a:off x="5391375" y="3575575"/>
              <a:ext cx="62500" cy="13125"/>
            </a:xfrm>
            <a:custGeom>
              <a:rect b="b" l="l" r="r" t="t"/>
              <a:pathLst>
                <a:path extrusionOk="0" h="525" w="2500">
                  <a:moveTo>
                    <a:pt x="79" y="1"/>
                  </a:moveTo>
                  <a:cubicBezTo>
                    <a:pt x="54" y="59"/>
                    <a:pt x="26" y="118"/>
                    <a:pt x="1" y="176"/>
                  </a:cubicBezTo>
                  <a:lnTo>
                    <a:pt x="2419" y="525"/>
                  </a:lnTo>
                  <a:cubicBezTo>
                    <a:pt x="2447" y="466"/>
                    <a:pt x="2475" y="408"/>
                    <a:pt x="2500" y="349"/>
                  </a:cubicBezTo>
                  <a:lnTo>
                    <a:pt x="79"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 name="Google Shape;1849;p42"/>
          <p:cNvGrpSpPr/>
          <p:nvPr/>
        </p:nvGrpSpPr>
        <p:grpSpPr>
          <a:xfrm flipH="1" rot="641224">
            <a:off x="5742669" y="3071776"/>
            <a:ext cx="674416" cy="574875"/>
            <a:chOff x="4760875" y="4358125"/>
            <a:chExt cx="802225" cy="683900"/>
          </a:xfrm>
        </p:grpSpPr>
        <p:sp>
          <p:nvSpPr>
            <p:cNvPr id="1850" name="Google Shape;1850;p42"/>
            <p:cNvSpPr/>
            <p:nvPr/>
          </p:nvSpPr>
          <p:spPr>
            <a:xfrm>
              <a:off x="4874675" y="4453725"/>
              <a:ext cx="688425" cy="588300"/>
            </a:xfrm>
            <a:custGeom>
              <a:rect b="b" l="l" r="r" t="t"/>
              <a:pathLst>
                <a:path extrusionOk="0" h="23532" w="27537">
                  <a:moveTo>
                    <a:pt x="22558" y="0"/>
                  </a:moveTo>
                  <a:lnTo>
                    <a:pt x="22558" y="0"/>
                  </a:lnTo>
                  <a:cubicBezTo>
                    <a:pt x="25870" y="4742"/>
                    <a:pt x="23912" y="12362"/>
                    <a:pt x="17916" y="17441"/>
                  </a:cubicBezTo>
                  <a:cubicBezTo>
                    <a:pt x="14528" y="20309"/>
                    <a:pt x="10551" y="21772"/>
                    <a:pt x="6987" y="21772"/>
                  </a:cubicBezTo>
                  <a:cubicBezTo>
                    <a:pt x="4271" y="21772"/>
                    <a:pt x="1794" y="20922"/>
                    <a:pt x="1" y="19197"/>
                  </a:cubicBezTo>
                  <a:lnTo>
                    <a:pt x="1" y="19197"/>
                  </a:lnTo>
                  <a:cubicBezTo>
                    <a:pt x="271" y="19570"/>
                    <a:pt x="564" y="19949"/>
                    <a:pt x="890" y="20333"/>
                  </a:cubicBezTo>
                  <a:cubicBezTo>
                    <a:pt x="2705" y="22478"/>
                    <a:pt x="5431" y="23532"/>
                    <a:pt x="8455" y="23532"/>
                  </a:cubicBezTo>
                  <a:cubicBezTo>
                    <a:pt x="12023" y="23532"/>
                    <a:pt x="16007" y="22065"/>
                    <a:pt x="19398" y="19194"/>
                  </a:cubicBezTo>
                  <a:cubicBezTo>
                    <a:pt x="25664" y="13889"/>
                    <a:pt x="27536" y="5798"/>
                    <a:pt x="23577" y="1126"/>
                  </a:cubicBezTo>
                  <a:cubicBezTo>
                    <a:pt x="23235" y="716"/>
                    <a:pt x="22895" y="348"/>
                    <a:pt x="22558"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2"/>
            <p:cNvSpPr/>
            <p:nvPr/>
          </p:nvSpPr>
          <p:spPr>
            <a:xfrm>
              <a:off x="4760875" y="4358125"/>
              <a:ext cx="760575" cy="639950"/>
            </a:xfrm>
            <a:custGeom>
              <a:rect b="b" l="l" r="r" t="t"/>
              <a:pathLst>
                <a:path extrusionOk="0" h="25598" w="30423">
                  <a:moveTo>
                    <a:pt x="18085" y="339"/>
                  </a:moveTo>
                  <a:lnTo>
                    <a:pt x="17561" y="2609"/>
                  </a:lnTo>
                  <a:cubicBezTo>
                    <a:pt x="17492" y="2615"/>
                    <a:pt x="17428" y="2620"/>
                    <a:pt x="17358" y="2626"/>
                  </a:cubicBezTo>
                  <a:lnTo>
                    <a:pt x="17879" y="355"/>
                  </a:lnTo>
                  <a:lnTo>
                    <a:pt x="17882" y="355"/>
                  </a:lnTo>
                  <a:cubicBezTo>
                    <a:pt x="17949" y="350"/>
                    <a:pt x="18018" y="344"/>
                    <a:pt x="18085" y="339"/>
                  </a:cubicBezTo>
                  <a:close/>
                  <a:moveTo>
                    <a:pt x="20668" y="422"/>
                  </a:moveTo>
                  <a:cubicBezTo>
                    <a:pt x="20732" y="431"/>
                    <a:pt x="20793" y="442"/>
                    <a:pt x="20855" y="453"/>
                  </a:cubicBezTo>
                  <a:lnTo>
                    <a:pt x="19852" y="2704"/>
                  </a:lnTo>
                  <a:cubicBezTo>
                    <a:pt x="19788" y="2696"/>
                    <a:pt x="19726" y="2685"/>
                    <a:pt x="19662" y="2676"/>
                  </a:cubicBezTo>
                  <a:lnTo>
                    <a:pt x="20668" y="425"/>
                  </a:lnTo>
                  <a:lnTo>
                    <a:pt x="20668" y="422"/>
                  </a:lnTo>
                  <a:close/>
                  <a:moveTo>
                    <a:pt x="16004" y="642"/>
                  </a:moveTo>
                  <a:lnTo>
                    <a:pt x="15893" y="2852"/>
                  </a:lnTo>
                  <a:cubicBezTo>
                    <a:pt x="15826" y="2868"/>
                    <a:pt x="15756" y="2882"/>
                    <a:pt x="15686" y="2899"/>
                  </a:cubicBezTo>
                  <a:lnTo>
                    <a:pt x="15795" y="687"/>
                  </a:lnTo>
                  <a:lnTo>
                    <a:pt x="15798" y="687"/>
                  </a:lnTo>
                  <a:cubicBezTo>
                    <a:pt x="15867" y="670"/>
                    <a:pt x="15937" y="656"/>
                    <a:pt x="16004" y="642"/>
                  </a:cubicBezTo>
                  <a:close/>
                  <a:moveTo>
                    <a:pt x="23022" y="1043"/>
                  </a:moveTo>
                  <a:cubicBezTo>
                    <a:pt x="23078" y="1066"/>
                    <a:pt x="23134" y="1088"/>
                    <a:pt x="23189" y="1110"/>
                  </a:cubicBezTo>
                  <a:lnTo>
                    <a:pt x="21755" y="3239"/>
                  </a:lnTo>
                  <a:cubicBezTo>
                    <a:pt x="21699" y="3214"/>
                    <a:pt x="21643" y="3194"/>
                    <a:pt x="21587" y="3172"/>
                  </a:cubicBezTo>
                  <a:lnTo>
                    <a:pt x="23022" y="1043"/>
                  </a:lnTo>
                  <a:close/>
                  <a:moveTo>
                    <a:pt x="13438" y="1434"/>
                  </a:moveTo>
                  <a:lnTo>
                    <a:pt x="13772" y="3506"/>
                  </a:lnTo>
                  <a:cubicBezTo>
                    <a:pt x="13703" y="3534"/>
                    <a:pt x="13636" y="3559"/>
                    <a:pt x="13566" y="3587"/>
                  </a:cubicBezTo>
                  <a:lnTo>
                    <a:pt x="13232" y="1514"/>
                  </a:lnTo>
                  <a:lnTo>
                    <a:pt x="13235" y="1512"/>
                  </a:lnTo>
                  <a:cubicBezTo>
                    <a:pt x="13304" y="1484"/>
                    <a:pt x="13371" y="1459"/>
                    <a:pt x="13438" y="1434"/>
                  </a:cubicBezTo>
                  <a:close/>
                  <a:moveTo>
                    <a:pt x="24833" y="2019"/>
                  </a:moveTo>
                  <a:cubicBezTo>
                    <a:pt x="24878" y="2052"/>
                    <a:pt x="24925" y="2086"/>
                    <a:pt x="24973" y="2122"/>
                  </a:cubicBezTo>
                  <a:lnTo>
                    <a:pt x="23209" y="4066"/>
                  </a:lnTo>
                  <a:cubicBezTo>
                    <a:pt x="23162" y="4033"/>
                    <a:pt x="23117" y="3997"/>
                    <a:pt x="23070" y="3963"/>
                  </a:cubicBezTo>
                  <a:lnTo>
                    <a:pt x="24833" y="2019"/>
                  </a:lnTo>
                  <a:close/>
                  <a:moveTo>
                    <a:pt x="10811" y="2743"/>
                  </a:moveTo>
                  <a:lnTo>
                    <a:pt x="11630" y="4574"/>
                  </a:lnTo>
                  <a:cubicBezTo>
                    <a:pt x="11566" y="4613"/>
                    <a:pt x="11502" y="4652"/>
                    <a:pt x="11437" y="4693"/>
                  </a:cubicBezTo>
                  <a:lnTo>
                    <a:pt x="10616" y="2860"/>
                  </a:lnTo>
                  <a:cubicBezTo>
                    <a:pt x="10682" y="2821"/>
                    <a:pt x="10747" y="2782"/>
                    <a:pt x="10811" y="2743"/>
                  </a:cubicBezTo>
                  <a:close/>
                  <a:moveTo>
                    <a:pt x="26327" y="3370"/>
                  </a:moveTo>
                  <a:cubicBezTo>
                    <a:pt x="26343" y="3389"/>
                    <a:pt x="26357" y="3403"/>
                    <a:pt x="26377" y="3426"/>
                  </a:cubicBezTo>
                  <a:cubicBezTo>
                    <a:pt x="26399" y="3451"/>
                    <a:pt x="26416" y="3476"/>
                    <a:pt x="26435" y="3501"/>
                  </a:cubicBezTo>
                  <a:lnTo>
                    <a:pt x="24390" y="5173"/>
                  </a:lnTo>
                  <a:cubicBezTo>
                    <a:pt x="24379" y="5161"/>
                    <a:pt x="24371" y="5148"/>
                    <a:pt x="24360" y="5136"/>
                  </a:cubicBezTo>
                  <a:cubicBezTo>
                    <a:pt x="24335" y="5103"/>
                    <a:pt x="24304" y="5075"/>
                    <a:pt x="24276" y="5044"/>
                  </a:cubicBezTo>
                  <a:lnTo>
                    <a:pt x="26327" y="3370"/>
                  </a:lnTo>
                  <a:close/>
                  <a:moveTo>
                    <a:pt x="8417" y="4317"/>
                  </a:moveTo>
                  <a:lnTo>
                    <a:pt x="9646" y="5816"/>
                  </a:lnTo>
                  <a:cubicBezTo>
                    <a:pt x="9632" y="5827"/>
                    <a:pt x="9611" y="5831"/>
                    <a:pt x="9588" y="5831"/>
                  </a:cubicBezTo>
                  <a:cubicBezTo>
                    <a:pt x="9548" y="5831"/>
                    <a:pt x="9500" y="5821"/>
                    <a:pt x="9460" y="5821"/>
                  </a:cubicBezTo>
                  <a:cubicBezTo>
                    <a:pt x="9437" y="5821"/>
                    <a:pt x="9417" y="5824"/>
                    <a:pt x="9404" y="5836"/>
                  </a:cubicBezTo>
                  <a:lnTo>
                    <a:pt x="9378" y="5855"/>
                  </a:lnTo>
                  <a:lnTo>
                    <a:pt x="8262" y="4489"/>
                  </a:lnTo>
                  <a:lnTo>
                    <a:pt x="8262" y="4489"/>
                  </a:lnTo>
                  <a:cubicBezTo>
                    <a:pt x="8320" y="4439"/>
                    <a:pt x="8359" y="4367"/>
                    <a:pt x="8417" y="4317"/>
                  </a:cubicBezTo>
                  <a:close/>
                  <a:moveTo>
                    <a:pt x="27530" y="5214"/>
                  </a:moveTo>
                  <a:cubicBezTo>
                    <a:pt x="27553" y="5267"/>
                    <a:pt x="27578" y="5320"/>
                    <a:pt x="27600" y="5373"/>
                  </a:cubicBezTo>
                  <a:lnTo>
                    <a:pt x="25357" y="6724"/>
                  </a:lnTo>
                  <a:cubicBezTo>
                    <a:pt x="25335" y="6672"/>
                    <a:pt x="25310" y="6619"/>
                    <a:pt x="25285" y="6568"/>
                  </a:cubicBezTo>
                  <a:lnTo>
                    <a:pt x="27528" y="5214"/>
                  </a:lnTo>
                  <a:close/>
                  <a:moveTo>
                    <a:pt x="6542" y="6240"/>
                  </a:moveTo>
                  <a:lnTo>
                    <a:pt x="8150" y="7421"/>
                  </a:lnTo>
                  <a:cubicBezTo>
                    <a:pt x="8097" y="7477"/>
                    <a:pt x="8047" y="7532"/>
                    <a:pt x="7997" y="7591"/>
                  </a:cubicBezTo>
                  <a:lnTo>
                    <a:pt x="6389" y="6407"/>
                  </a:lnTo>
                  <a:lnTo>
                    <a:pt x="6392" y="6407"/>
                  </a:lnTo>
                  <a:cubicBezTo>
                    <a:pt x="6442" y="6351"/>
                    <a:pt x="6492" y="6295"/>
                    <a:pt x="6542" y="6240"/>
                  </a:cubicBezTo>
                  <a:close/>
                  <a:moveTo>
                    <a:pt x="28244" y="7454"/>
                  </a:moveTo>
                  <a:cubicBezTo>
                    <a:pt x="28252" y="7513"/>
                    <a:pt x="28260" y="7574"/>
                    <a:pt x="28269" y="7636"/>
                  </a:cubicBezTo>
                  <a:lnTo>
                    <a:pt x="25906" y="8574"/>
                  </a:lnTo>
                  <a:cubicBezTo>
                    <a:pt x="25895" y="8516"/>
                    <a:pt x="25889" y="8455"/>
                    <a:pt x="25878" y="8396"/>
                  </a:cubicBezTo>
                  <a:lnTo>
                    <a:pt x="28241" y="7454"/>
                  </a:lnTo>
                  <a:close/>
                  <a:moveTo>
                    <a:pt x="4912" y="8282"/>
                  </a:moveTo>
                  <a:lnTo>
                    <a:pt x="6818" y="9084"/>
                  </a:lnTo>
                  <a:cubicBezTo>
                    <a:pt x="6776" y="9146"/>
                    <a:pt x="6737" y="9210"/>
                    <a:pt x="6695" y="9271"/>
                  </a:cubicBezTo>
                  <a:lnTo>
                    <a:pt x="4790" y="8469"/>
                  </a:lnTo>
                  <a:lnTo>
                    <a:pt x="4792" y="8469"/>
                  </a:lnTo>
                  <a:cubicBezTo>
                    <a:pt x="4831" y="8407"/>
                    <a:pt x="4870" y="8343"/>
                    <a:pt x="4912" y="8282"/>
                  </a:cubicBezTo>
                  <a:close/>
                  <a:moveTo>
                    <a:pt x="28397" y="9644"/>
                  </a:moveTo>
                  <a:cubicBezTo>
                    <a:pt x="28397" y="9708"/>
                    <a:pt x="28388" y="9773"/>
                    <a:pt x="28383" y="9839"/>
                  </a:cubicBezTo>
                  <a:lnTo>
                    <a:pt x="26001" y="10377"/>
                  </a:lnTo>
                  <a:cubicBezTo>
                    <a:pt x="26004" y="10313"/>
                    <a:pt x="26009" y="10249"/>
                    <a:pt x="26009" y="10185"/>
                  </a:cubicBezTo>
                  <a:lnTo>
                    <a:pt x="28394" y="9647"/>
                  </a:lnTo>
                  <a:lnTo>
                    <a:pt x="28397" y="9644"/>
                  </a:lnTo>
                  <a:close/>
                  <a:moveTo>
                    <a:pt x="3489" y="10792"/>
                  </a:moveTo>
                  <a:lnTo>
                    <a:pt x="5653" y="11132"/>
                  </a:lnTo>
                  <a:cubicBezTo>
                    <a:pt x="5623" y="11199"/>
                    <a:pt x="5595" y="11263"/>
                    <a:pt x="5564" y="11327"/>
                  </a:cubicBezTo>
                  <a:lnTo>
                    <a:pt x="3402" y="10987"/>
                  </a:lnTo>
                  <a:cubicBezTo>
                    <a:pt x="3433" y="10923"/>
                    <a:pt x="3461" y="10856"/>
                    <a:pt x="3489" y="10792"/>
                  </a:cubicBezTo>
                  <a:close/>
                  <a:moveTo>
                    <a:pt x="28118" y="11832"/>
                  </a:moveTo>
                  <a:lnTo>
                    <a:pt x="28118" y="11832"/>
                  </a:lnTo>
                  <a:cubicBezTo>
                    <a:pt x="28104" y="11898"/>
                    <a:pt x="28093" y="11962"/>
                    <a:pt x="28076" y="12029"/>
                  </a:cubicBezTo>
                  <a:lnTo>
                    <a:pt x="25747" y="12174"/>
                  </a:lnTo>
                  <a:cubicBezTo>
                    <a:pt x="25764" y="12107"/>
                    <a:pt x="25775" y="12043"/>
                    <a:pt x="25789" y="11976"/>
                  </a:cubicBezTo>
                  <a:lnTo>
                    <a:pt x="28115" y="11834"/>
                  </a:lnTo>
                  <a:lnTo>
                    <a:pt x="28118" y="11832"/>
                  </a:lnTo>
                  <a:close/>
                  <a:moveTo>
                    <a:pt x="4898" y="13264"/>
                  </a:moveTo>
                  <a:lnTo>
                    <a:pt x="4898" y="13264"/>
                  </a:lnTo>
                  <a:cubicBezTo>
                    <a:pt x="4884" y="13330"/>
                    <a:pt x="4865" y="13397"/>
                    <a:pt x="4848" y="13461"/>
                  </a:cubicBezTo>
                  <a:lnTo>
                    <a:pt x="2522" y="13606"/>
                  </a:lnTo>
                  <a:lnTo>
                    <a:pt x="2525" y="13604"/>
                  </a:lnTo>
                  <a:cubicBezTo>
                    <a:pt x="2538" y="13539"/>
                    <a:pt x="2558" y="13473"/>
                    <a:pt x="2572" y="13408"/>
                  </a:cubicBezTo>
                  <a:lnTo>
                    <a:pt x="4898" y="13264"/>
                  </a:lnTo>
                  <a:close/>
                  <a:moveTo>
                    <a:pt x="25079" y="14183"/>
                  </a:moveTo>
                  <a:lnTo>
                    <a:pt x="27243" y="14523"/>
                  </a:lnTo>
                  <a:lnTo>
                    <a:pt x="27246" y="14523"/>
                  </a:lnTo>
                  <a:cubicBezTo>
                    <a:pt x="27218" y="14587"/>
                    <a:pt x="27188" y="14654"/>
                    <a:pt x="27157" y="14718"/>
                  </a:cubicBezTo>
                  <a:lnTo>
                    <a:pt x="24992" y="14378"/>
                  </a:lnTo>
                  <a:cubicBezTo>
                    <a:pt x="25020" y="14314"/>
                    <a:pt x="25051" y="14250"/>
                    <a:pt x="25079" y="14183"/>
                  </a:cubicBezTo>
                  <a:close/>
                  <a:moveTo>
                    <a:pt x="4614" y="15027"/>
                  </a:moveTo>
                  <a:cubicBezTo>
                    <a:pt x="4609" y="15091"/>
                    <a:pt x="4606" y="15155"/>
                    <a:pt x="4603" y="15219"/>
                  </a:cubicBezTo>
                  <a:lnTo>
                    <a:pt x="2218" y="15760"/>
                  </a:lnTo>
                  <a:lnTo>
                    <a:pt x="2221" y="15757"/>
                  </a:lnTo>
                  <a:cubicBezTo>
                    <a:pt x="2224" y="15696"/>
                    <a:pt x="2229" y="15632"/>
                    <a:pt x="2229" y="15568"/>
                  </a:cubicBezTo>
                  <a:lnTo>
                    <a:pt x="4614" y="15027"/>
                  </a:lnTo>
                  <a:close/>
                  <a:moveTo>
                    <a:pt x="23933" y="16292"/>
                  </a:moveTo>
                  <a:lnTo>
                    <a:pt x="25842" y="17095"/>
                  </a:lnTo>
                  <a:cubicBezTo>
                    <a:pt x="25800" y="17156"/>
                    <a:pt x="25761" y="17217"/>
                    <a:pt x="25719" y="17281"/>
                  </a:cubicBezTo>
                  <a:lnTo>
                    <a:pt x="23811" y="16479"/>
                  </a:lnTo>
                  <a:cubicBezTo>
                    <a:pt x="23853" y="16418"/>
                    <a:pt x="23892" y="16353"/>
                    <a:pt x="23933" y="16292"/>
                  </a:cubicBezTo>
                  <a:close/>
                  <a:moveTo>
                    <a:pt x="4662" y="16824"/>
                  </a:moveTo>
                  <a:cubicBezTo>
                    <a:pt x="4670" y="16883"/>
                    <a:pt x="4681" y="16944"/>
                    <a:pt x="4692" y="17003"/>
                  </a:cubicBezTo>
                  <a:lnTo>
                    <a:pt x="2330" y="17944"/>
                  </a:lnTo>
                  <a:cubicBezTo>
                    <a:pt x="2318" y="17883"/>
                    <a:pt x="2307" y="17825"/>
                    <a:pt x="2299" y="17763"/>
                  </a:cubicBezTo>
                  <a:lnTo>
                    <a:pt x="4662" y="16824"/>
                  </a:lnTo>
                  <a:close/>
                  <a:moveTo>
                    <a:pt x="22585" y="18036"/>
                  </a:moveTo>
                  <a:lnTo>
                    <a:pt x="24194" y="19219"/>
                  </a:lnTo>
                  <a:lnTo>
                    <a:pt x="24194" y="19219"/>
                  </a:lnTo>
                  <a:cubicBezTo>
                    <a:pt x="24144" y="19275"/>
                    <a:pt x="24094" y="19332"/>
                    <a:pt x="24042" y="19388"/>
                  </a:cubicBezTo>
                  <a:lnTo>
                    <a:pt x="22432" y="18203"/>
                  </a:lnTo>
                  <a:cubicBezTo>
                    <a:pt x="22485" y="18148"/>
                    <a:pt x="22535" y="18092"/>
                    <a:pt x="22585" y="18036"/>
                  </a:cubicBezTo>
                  <a:close/>
                  <a:moveTo>
                    <a:pt x="5169" y="18699"/>
                  </a:moveTo>
                  <a:cubicBezTo>
                    <a:pt x="5191" y="18752"/>
                    <a:pt x="5213" y="18805"/>
                    <a:pt x="5238" y="18861"/>
                  </a:cubicBezTo>
                  <a:lnTo>
                    <a:pt x="2995" y="20212"/>
                  </a:lnTo>
                  <a:cubicBezTo>
                    <a:pt x="2970" y="20159"/>
                    <a:pt x="2951" y="20104"/>
                    <a:pt x="2926" y="20051"/>
                  </a:cubicBezTo>
                  <a:lnTo>
                    <a:pt x="5169" y="18699"/>
                  </a:lnTo>
                  <a:close/>
                  <a:moveTo>
                    <a:pt x="20949" y="19619"/>
                  </a:moveTo>
                  <a:lnTo>
                    <a:pt x="22200" y="21143"/>
                  </a:lnTo>
                  <a:lnTo>
                    <a:pt x="22203" y="21143"/>
                  </a:lnTo>
                  <a:cubicBezTo>
                    <a:pt x="22142" y="21190"/>
                    <a:pt x="22083" y="21238"/>
                    <a:pt x="22022" y="21288"/>
                  </a:cubicBezTo>
                  <a:lnTo>
                    <a:pt x="20771" y="19764"/>
                  </a:lnTo>
                  <a:cubicBezTo>
                    <a:pt x="20832" y="19714"/>
                    <a:pt x="20891" y="19666"/>
                    <a:pt x="20949" y="19619"/>
                  </a:cubicBezTo>
                  <a:close/>
                  <a:moveTo>
                    <a:pt x="5915" y="20040"/>
                  </a:moveTo>
                  <a:cubicBezTo>
                    <a:pt x="5949" y="20087"/>
                    <a:pt x="5982" y="20134"/>
                    <a:pt x="6018" y="20179"/>
                  </a:cubicBezTo>
                  <a:lnTo>
                    <a:pt x="3971" y="21851"/>
                  </a:lnTo>
                  <a:cubicBezTo>
                    <a:pt x="3937" y="21806"/>
                    <a:pt x="3901" y="21761"/>
                    <a:pt x="3867" y="21717"/>
                  </a:cubicBezTo>
                  <a:lnTo>
                    <a:pt x="5915" y="20040"/>
                  </a:lnTo>
                  <a:close/>
                  <a:moveTo>
                    <a:pt x="18087" y="3369"/>
                  </a:moveTo>
                  <a:cubicBezTo>
                    <a:pt x="20316" y="3369"/>
                    <a:pt x="22325" y="4145"/>
                    <a:pt x="23663" y="5724"/>
                  </a:cubicBezTo>
                  <a:cubicBezTo>
                    <a:pt x="26580" y="9171"/>
                    <a:pt x="25198" y="15130"/>
                    <a:pt x="20582" y="19039"/>
                  </a:cubicBezTo>
                  <a:lnTo>
                    <a:pt x="20584" y="19039"/>
                  </a:lnTo>
                  <a:cubicBezTo>
                    <a:pt x="18083" y="21156"/>
                    <a:pt x="15147" y="22237"/>
                    <a:pt x="12517" y="22237"/>
                  </a:cubicBezTo>
                  <a:cubicBezTo>
                    <a:pt x="10289" y="22237"/>
                    <a:pt x="8281" y="21461"/>
                    <a:pt x="6943" y="19881"/>
                  </a:cubicBezTo>
                  <a:cubicBezTo>
                    <a:pt x="4026" y="16437"/>
                    <a:pt x="5405" y="10475"/>
                    <a:pt x="10022" y="6566"/>
                  </a:cubicBezTo>
                  <a:cubicBezTo>
                    <a:pt x="12521" y="4450"/>
                    <a:pt x="15457" y="3369"/>
                    <a:pt x="18087" y="3369"/>
                  </a:cubicBezTo>
                  <a:close/>
                  <a:moveTo>
                    <a:pt x="18985" y="21023"/>
                  </a:moveTo>
                  <a:lnTo>
                    <a:pt x="19804" y="22856"/>
                  </a:lnTo>
                  <a:cubicBezTo>
                    <a:pt x="19740" y="22895"/>
                    <a:pt x="19673" y="22932"/>
                    <a:pt x="19609" y="22973"/>
                  </a:cubicBezTo>
                  <a:lnTo>
                    <a:pt x="18790" y="21140"/>
                  </a:lnTo>
                  <a:cubicBezTo>
                    <a:pt x="18854" y="21101"/>
                    <a:pt x="18918" y="21065"/>
                    <a:pt x="18985" y="21023"/>
                  </a:cubicBezTo>
                  <a:close/>
                  <a:moveTo>
                    <a:pt x="7244" y="21427"/>
                  </a:moveTo>
                  <a:cubicBezTo>
                    <a:pt x="7289" y="21463"/>
                    <a:pt x="7336" y="21494"/>
                    <a:pt x="7384" y="21530"/>
                  </a:cubicBezTo>
                  <a:lnTo>
                    <a:pt x="5620" y="23475"/>
                  </a:lnTo>
                  <a:cubicBezTo>
                    <a:pt x="5575" y="23441"/>
                    <a:pt x="5528" y="23405"/>
                    <a:pt x="5481" y="23372"/>
                  </a:cubicBezTo>
                  <a:lnTo>
                    <a:pt x="7244" y="21427"/>
                  </a:lnTo>
                  <a:close/>
                  <a:moveTo>
                    <a:pt x="16762" y="22126"/>
                  </a:moveTo>
                  <a:lnTo>
                    <a:pt x="17096" y="24199"/>
                  </a:lnTo>
                  <a:lnTo>
                    <a:pt x="17096" y="24199"/>
                  </a:lnTo>
                  <a:cubicBezTo>
                    <a:pt x="17026" y="24227"/>
                    <a:pt x="16960" y="24255"/>
                    <a:pt x="16890" y="24283"/>
                  </a:cubicBezTo>
                  <a:lnTo>
                    <a:pt x="16556" y="22207"/>
                  </a:lnTo>
                  <a:cubicBezTo>
                    <a:pt x="16625" y="22182"/>
                    <a:pt x="16692" y="22154"/>
                    <a:pt x="16762" y="22126"/>
                  </a:cubicBezTo>
                  <a:close/>
                  <a:moveTo>
                    <a:pt x="8701" y="22299"/>
                  </a:moveTo>
                  <a:cubicBezTo>
                    <a:pt x="8754" y="22324"/>
                    <a:pt x="8810" y="22346"/>
                    <a:pt x="8866" y="22369"/>
                  </a:cubicBezTo>
                  <a:lnTo>
                    <a:pt x="7431" y="24503"/>
                  </a:lnTo>
                  <a:cubicBezTo>
                    <a:pt x="7375" y="24478"/>
                    <a:pt x="7320" y="24456"/>
                    <a:pt x="7264" y="24433"/>
                  </a:cubicBezTo>
                  <a:lnTo>
                    <a:pt x="8701" y="22299"/>
                  </a:lnTo>
                  <a:close/>
                  <a:moveTo>
                    <a:pt x="14912" y="22709"/>
                  </a:moveTo>
                  <a:lnTo>
                    <a:pt x="14803" y="24921"/>
                  </a:lnTo>
                  <a:cubicBezTo>
                    <a:pt x="14736" y="24935"/>
                    <a:pt x="14667" y="24949"/>
                    <a:pt x="14597" y="24965"/>
                  </a:cubicBezTo>
                  <a:lnTo>
                    <a:pt x="14706" y="22753"/>
                  </a:lnTo>
                  <a:cubicBezTo>
                    <a:pt x="14773" y="22739"/>
                    <a:pt x="14842" y="22725"/>
                    <a:pt x="14912" y="22709"/>
                  </a:cubicBezTo>
                  <a:close/>
                  <a:moveTo>
                    <a:pt x="10638" y="22881"/>
                  </a:moveTo>
                  <a:cubicBezTo>
                    <a:pt x="10699" y="22893"/>
                    <a:pt x="10760" y="22904"/>
                    <a:pt x="10825" y="22912"/>
                  </a:cubicBezTo>
                  <a:lnTo>
                    <a:pt x="9819" y="25163"/>
                  </a:lnTo>
                  <a:cubicBezTo>
                    <a:pt x="9755" y="25155"/>
                    <a:pt x="9693" y="25144"/>
                    <a:pt x="9632" y="25133"/>
                  </a:cubicBezTo>
                  <a:lnTo>
                    <a:pt x="10638" y="22881"/>
                  </a:lnTo>
                  <a:close/>
                  <a:moveTo>
                    <a:pt x="12842" y="23007"/>
                  </a:moveTo>
                  <a:lnTo>
                    <a:pt x="12315" y="25278"/>
                  </a:lnTo>
                  <a:cubicBezTo>
                    <a:pt x="12248" y="25283"/>
                    <a:pt x="12181" y="25283"/>
                    <a:pt x="12115" y="25286"/>
                  </a:cubicBezTo>
                  <a:lnTo>
                    <a:pt x="12641" y="23015"/>
                  </a:lnTo>
                  <a:cubicBezTo>
                    <a:pt x="12708" y="23012"/>
                    <a:pt x="12775" y="23010"/>
                    <a:pt x="12842" y="23007"/>
                  </a:cubicBezTo>
                  <a:close/>
                  <a:moveTo>
                    <a:pt x="19083" y="0"/>
                  </a:moveTo>
                  <a:cubicBezTo>
                    <a:pt x="15514" y="0"/>
                    <a:pt x="11530" y="1468"/>
                    <a:pt x="8139" y="4340"/>
                  </a:cubicBezTo>
                  <a:cubicBezTo>
                    <a:pt x="1873" y="9644"/>
                    <a:pt x="0" y="17733"/>
                    <a:pt x="3959" y="22408"/>
                  </a:cubicBezTo>
                  <a:cubicBezTo>
                    <a:pt x="4146" y="22622"/>
                    <a:pt x="4347" y="22828"/>
                    <a:pt x="4556" y="23024"/>
                  </a:cubicBezTo>
                  <a:cubicBezTo>
                    <a:pt x="6349" y="24748"/>
                    <a:pt x="8824" y="25597"/>
                    <a:pt x="11540" y="25597"/>
                  </a:cubicBezTo>
                  <a:cubicBezTo>
                    <a:pt x="15103" y="25597"/>
                    <a:pt x="19079" y="24135"/>
                    <a:pt x="22468" y="21268"/>
                  </a:cubicBezTo>
                  <a:cubicBezTo>
                    <a:pt x="28466" y="16189"/>
                    <a:pt x="30422" y="8569"/>
                    <a:pt x="27110" y="3824"/>
                  </a:cubicBezTo>
                  <a:cubicBezTo>
                    <a:pt x="26962" y="3612"/>
                    <a:pt x="26817" y="3398"/>
                    <a:pt x="26647" y="3197"/>
                  </a:cubicBezTo>
                  <a:cubicBezTo>
                    <a:pt x="24833" y="1053"/>
                    <a:pt x="22107" y="0"/>
                    <a:pt x="19083" y="0"/>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2"/>
            <p:cNvSpPr/>
            <p:nvPr/>
          </p:nvSpPr>
          <p:spPr>
            <a:xfrm>
              <a:off x="4861525" y="4442275"/>
              <a:ext cx="563875" cy="471750"/>
            </a:xfrm>
            <a:custGeom>
              <a:rect b="b" l="l" r="r" t="t"/>
              <a:pathLst>
                <a:path extrusionOk="0" h="18870" w="22555">
                  <a:moveTo>
                    <a:pt x="14060" y="0"/>
                  </a:moveTo>
                  <a:cubicBezTo>
                    <a:pt x="11430" y="0"/>
                    <a:pt x="8495" y="1081"/>
                    <a:pt x="5996" y="3197"/>
                  </a:cubicBezTo>
                  <a:cubicBezTo>
                    <a:pt x="1379" y="7106"/>
                    <a:pt x="0" y="13068"/>
                    <a:pt x="2917" y="16512"/>
                  </a:cubicBezTo>
                  <a:cubicBezTo>
                    <a:pt x="4256" y="18093"/>
                    <a:pt x="6265" y="18870"/>
                    <a:pt x="8494" y="18870"/>
                  </a:cubicBezTo>
                  <a:cubicBezTo>
                    <a:pt x="11123" y="18870"/>
                    <a:pt x="14058" y="17789"/>
                    <a:pt x="16558" y="15673"/>
                  </a:cubicBezTo>
                  <a:cubicBezTo>
                    <a:pt x="21175" y="11762"/>
                    <a:pt x="22554" y="5802"/>
                    <a:pt x="19637" y="2358"/>
                  </a:cubicBezTo>
                  <a:cubicBezTo>
                    <a:pt x="18299" y="777"/>
                    <a:pt x="16289" y="0"/>
                    <a:pt x="14060"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2"/>
            <p:cNvSpPr/>
            <p:nvPr/>
          </p:nvSpPr>
          <p:spPr>
            <a:xfrm>
              <a:off x="4857475" y="4859100"/>
              <a:ext cx="53875" cy="45225"/>
            </a:xfrm>
            <a:custGeom>
              <a:rect b="b" l="l" r="r" t="t"/>
              <a:pathLst>
                <a:path extrusionOk="0" h="1809" w="2155">
                  <a:moveTo>
                    <a:pt x="2051" y="1"/>
                  </a:moveTo>
                  <a:lnTo>
                    <a:pt x="1" y="1675"/>
                  </a:lnTo>
                  <a:cubicBezTo>
                    <a:pt x="37" y="1720"/>
                    <a:pt x="70" y="1764"/>
                    <a:pt x="107" y="1809"/>
                  </a:cubicBezTo>
                  <a:lnTo>
                    <a:pt x="2154" y="140"/>
                  </a:lnTo>
                  <a:cubicBezTo>
                    <a:pt x="2118" y="92"/>
                    <a:pt x="2085" y="45"/>
                    <a:pt x="2051"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2"/>
            <p:cNvSpPr/>
            <p:nvPr/>
          </p:nvSpPr>
          <p:spPr>
            <a:xfrm>
              <a:off x="5367825" y="4442350"/>
              <a:ext cx="54025" cy="45100"/>
            </a:xfrm>
            <a:custGeom>
              <a:rect b="b" l="l" r="r" t="t"/>
              <a:pathLst>
                <a:path extrusionOk="0" h="1804" w="2161">
                  <a:moveTo>
                    <a:pt x="2052" y="1"/>
                  </a:moveTo>
                  <a:lnTo>
                    <a:pt x="1" y="1673"/>
                  </a:lnTo>
                  <a:cubicBezTo>
                    <a:pt x="29" y="1703"/>
                    <a:pt x="57" y="1734"/>
                    <a:pt x="84" y="1765"/>
                  </a:cubicBezTo>
                  <a:cubicBezTo>
                    <a:pt x="93" y="1776"/>
                    <a:pt x="101" y="1790"/>
                    <a:pt x="115" y="1804"/>
                  </a:cubicBezTo>
                  <a:lnTo>
                    <a:pt x="2160" y="132"/>
                  </a:lnTo>
                  <a:cubicBezTo>
                    <a:pt x="2141" y="107"/>
                    <a:pt x="2121" y="82"/>
                    <a:pt x="2102" y="57"/>
                  </a:cubicBezTo>
                  <a:cubicBezTo>
                    <a:pt x="2079" y="32"/>
                    <a:pt x="2065" y="20"/>
                    <a:pt x="2052"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2"/>
            <p:cNvSpPr/>
            <p:nvPr/>
          </p:nvSpPr>
          <p:spPr>
            <a:xfrm>
              <a:off x="5404600" y="4653900"/>
              <a:ext cx="59250" cy="8525"/>
            </a:xfrm>
            <a:custGeom>
              <a:rect b="b" l="l" r="r" t="t"/>
              <a:pathLst>
                <a:path extrusionOk="0" h="341" w="2370">
                  <a:moveTo>
                    <a:pt x="2369" y="1"/>
                  </a:moveTo>
                  <a:lnTo>
                    <a:pt x="43" y="145"/>
                  </a:lnTo>
                  <a:cubicBezTo>
                    <a:pt x="26" y="209"/>
                    <a:pt x="15" y="276"/>
                    <a:pt x="1" y="340"/>
                  </a:cubicBezTo>
                  <a:lnTo>
                    <a:pt x="2330" y="198"/>
                  </a:lnTo>
                  <a:cubicBezTo>
                    <a:pt x="2344" y="131"/>
                    <a:pt x="2355" y="67"/>
                    <a:pt x="2369"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2"/>
            <p:cNvSpPr/>
            <p:nvPr/>
          </p:nvSpPr>
          <p:spPr>
            <a:xfrm>
              <a:off x="4823975" y="4689700"/>
              <a:ext cx="59450" cy="8525"/>
            </a:xfrm>
            <a:custGeom>
              <a:rect b="b" l="l" r="r" t="t"/>
              <a:pathLst>
                <a:path extrusionOk="0" h="341" w="2378">
                  <a:moveTo>
                    <a:pt x="2377" y="1"/>
                  </a:moveTo>
                  <a:lnTo>
                    <a:pt x="48" y="143"/>
                  </a:lnTo>
                  <a:cubicBezTo>
                    <a:pt x="34" y="210"/>
                    <a:pt x="14" y="274"/>
                    <a:pt x="1" y="341"/>
                  </a:cubicBezTo>
                  <a:lnTo>
                    <a:pt x="2327" y="198"/>
                  </a:lnTo>
                  <a:cubicBezTo>
                    <a:pt x="2341" y="132"/>
                    <a:pt x="2363" y="65"/>
                    <a:pt x="2377"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2"/>
            <p:cNvSpPr/>
            <p:nvPr/>
          </p:nvSpPr>
          <p:spPr>
            <a:xfrm>
              <a:off x="5063725" y="4933275"/>
              <a:ext cx="18200" cy="57000"/>
            </a:xfrm>
            <a:custGeom>
              <a:rect b="b" l="l" r="r" t="t"/>
              <a:pathLst>
                <a:path extrusionOk="0" h="2280" w="728">
                  <a:moveTo>
                    <a:pt x="728" y="1"/>
                  </a:moveTo>
                  <a:cubicBezTo>
                    <a:pt x="661" y="4"/>
                    <a:pt x="594" y="6"/>
                    <a:pt x="527" y="6"/>
                  </a:cubicBezTo>
                  <a:lnTo>
                    <a:pt x="1" y="2280"/>
                  </a:lnTo>
                  <a:cubicBezTo>
                    <a:pt x="67" y="2277"/>
                    <a:pt x="134" y="2277"/>
                    <a:pt x="201" y="2272"/>
                  </a:cubicBezTo>
                  <a:lnTo>
                    <a:pt x="728"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2"/>
            <p:cNvSpPr/>
            <p:nvPr/>
          </p:nvSpPr>
          <p:spPr>
            <a:xfrm>
              <a:off x="5194825" y="4366575"/>
              <a:ext cx="18200" cy="57225"/>
            </a:xfrm>
            <a:custGeom>
              <a:rect b="b" l="l" r="r" t="t"/>
              <a:pathLst>
                <a:path extrusionOk="0" h="2289" w="728">
                  <a:moveTo>
                    <a:pt x="727" y="1"/>
                  </a:moveTo>
                  <a:cubicBezTo>
                    <a:pt x="660" y="6"/>
                    <a:pt x="594" y="12"/>
                    <a:pt x="524" y="17"/>
                  </a:cubicBezTo>
                  <a:lnTo>
                    <a:pt x="0" y="2288"/>
                  </a:lnTo>
                  <a:cubicBezTo>
                    <a:pt x="70" y="2282"/>
                    <a:pt x="134" y="2277"/>
                    <a:pt x="203" y="2271"/>
                  </a:cubicBezTo>
                  <a:lnTo>
                    <a:pt x="727"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2"/>
            <p:cNvSpPr/>
            <p:nvPr/>
          </p:nvSpPr>
          <p:spPr>
            <a:xfrm>
              <a:off x="5407875" y="4544400"/>
              <a:ext cx="59800" cy="28025"/>
            </a:xfrm>
            <a:custGeom>
              <a:rect b="b" l="l" r="r" t="t"/>
              <a:pathLst>
                <a:path extrusionOk="0" h="1121" w="2392">
                  <a:moveTo>
                    <a:pt x="2364" y="1"/>
                  </a:moveTo>
                  <a:lnTo>
                    <a:pt x="1" y="942"/>
                  </a:lnTo>
                  <a:cubicBezTo>
                    <a:pt x="9" y="1001"/>
                    <a:pt x="18" y="1062"/>
                    <a:pt x="29" y="1121"/>
                  </a:cubicBezTo>
                  <a:lnTo>
                    <a:pt x="2391" y="182"/>
                  </a:lnTo>
                  <a:cubicBezTo>
                    <a:pt x="2380" y="120"/>
                    <a:pt x="2372" y="62"/>
                    <a:pt x="2364"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2"/>
            <p:cNvSpPr/>
            <p:nvPr/>
          </p:nvSpPr>
          <p:spPr>
            <a:xfrm>
              <a:off x="4818400" y="4778725"/>
              <a:ext cx="59850" cy="28025"/>
            </a:xfrm>
            <a:custGeom>
              <a:rect b="b" l="l" r="r" t="t"/>
              <a:pathLst>
                <a:path extrusionOk="0" h="1121" w="2394">
                  <a:moveTo>
                    <a:pt x="2366" y="0"/>
                  </a:moveTo>
                  <a:lnTo>
                    <a:pt x="1" y="939"/>
                  </a:lnTo>
                  <a:cubicBezTo>
                    <a:pt x="12" y="1001"/>
                    <a:pt x="20" y="1059"/>
                    <a:pt x="31" y="1120"/>
                  </a:cubicBezTo>
                  <a:lnTo>
                    <a:pt x="2394" y="179"/>
                  </a:lnTo>
                  <a:cubicBezTo>
                    <a:pt x="2386" y="117"/>
                    <a:pt x="2374" y="59"/>
                    <a:pt x="2366"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2"/>
            <p:cNvSpPr/>
            <p:nvPr/>
          </p:nvSpPr>
          <p:spPr>
            <a:xfrm>
              <a:off x="5091725" y="4393950"/>
              <a:ext cx="13475" cy="53950"/>
            </a:xfrm>
            <a:custGeom>
              <a:rect b="b" l="l" r="r" t="t"/>
              <a:pathLst>
                <a:path extrusionOk="0" h="2158" w="539">
                  <a:moveTo>
                    <a:pt x="207" y="1"/>
                  </a:moveTo>
                  <a:cubicBezTo>
                    <a:pt x="137" y="28"/>
                    <a:pt x="70" y="53"/>
                    <a:pt x="1" y="81"/>
                  </a:cubicBezTo>
                  <a:lnTo>
                    <a:pt x="335" y="2157"/>
                  </a:lnTo>
                  <a:cubicBezTo>
                    <a:pt x="405" y="2126"/>
                    <a:pt x="471" y="2101"/>
                    <a:pt x="538" y="2073"/>
                  </a:cubicBezTo>
                  <a:lnTo>
                    <a:pt x="207"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2"/>
            <p:cNvSpPr/>
            <p:nvPr/>
          </p:nvSpPr>
          <p:spPr>
            <a:xfrm>
              <a:off x="5174825" y="4911200"/>
              <a:ext cx="13475" cy="53950"/>
            </a:xfrm>
            <a:custGeom>
              <a:rect b="b" l="l" r="r" t="t"/>
              <a:pathLst>
                <a:path extrusionOk="0" h="2158" w="539">
                  <a:moveTo>
                    <a:pt x="204" y="1"/>
                  </a:moveTo>
                  <a:cubicBezTo>
                    <a:pt x="137" y="28"/>
                    <a:pt x="67" y="56"/>
                    <a:pt x="0" y="84"/>
                  </a:cubicBezTo>
                  <a:lnTo>
                    <a:pt x="332" y="2157"/>
                  </a:lnTo>
                  <a:cubicBezTo>
                    <a:pt x="402" y="2132"/>
                    <a:pt x="469" y="2104"/>
                    <a:pt x="538" y="2076"/>
                  </a:cubicBezTo>
                  <a:lnTo>
                    <a:pt x="204"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2"/>
            <p:cNvSpPr/>
            <p:nvPr/>
          </p:nvSpPr>
          <p:spPr>
            <a:xfrm>
              <a:off x="5300550" y="4384125"/>
              <a:ext cx="40075" cy="54975"/>
            </a:xfrm>
            <a:custGeom>
              <a:rect b="b" l="l" r="r" t="t"/>
              <a:pathLst>
                <a:path extrusionOk="0" h="2199" w="1603">
                  <a:moveTo>
                    <a:pt x="1435" y="1"/>
                  </a:moveTo>
                  <a:lnTo>
                    <a:pt x="0" y="2132"/>
                  </a:lnTo>
                  <a:cubicBezTo>
                    <a:pt x="56" y="2154"/>
                    <a:pt x="112" y="2174"/>
                    <a:pt x="168" y="2199"/>
                  </a:cubicBezTo>
                  <a:lnTo>
                    <a:pt x="1602" y="68"/>
                  </a:lnTo>
                  <a:cubicBezTo>
                    <a:pt x="1547" y="45"/>
                    <a:pt x="1491" y="23"/>
                    <a:pt x="1435"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2"/>
            <p:cNvSpPr/>
            <p:nvPr/>
          </p:nvSpPr>
          <p:spPr>
            <a:xfrm>
              <a:off x="4942525" y="4915600"/>
              <a:ext cx="40000" cy="55050"/>
            </a:xfrm>
            <a:custGeom>
              <a:rect b="b" l="l" r="r" t="t"/>
              <a:pathLst>
                <a:path extrusionOk="0" h="2202" w="1600">
                  <a:moveTo>
                    <a:pt x="1435" y="0"/>
                  </a:moveTo>
                  <a:lnTo>
                    <a:pt x="1" y="2132"/>
                  </a:lnTo>
                  <a:cubicBezTo>
                    <a:pt x="54" y="2154"/>
                    <a:pt x="109" y="2176"/>
                    <a:pt x="165" y="2201"/>
                  </a:cubicBezTo>
                  <a:lnTo>
                    <a:pt x="1600" y="70"/>
                  </a:lnTo>
                  <a:cubicBezTo>
                    <a:pt x="1547" y="47"/>
                    <a:pt x="1491" y="22"/>
                    <a:pt x="1435"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2"/>
            <p:cNvSpPr/>
            <p:nvPr/>
          </p:nvSpPr>
          <p:spPr>
            <a:xfrm>
              <a:off x="5356200" y="4765425"/>
              <a:ext cx="50725" cy="24750"/>
            </a:xfrm>
            <a:custGeom>
              <a:rect b="b" l="l" r="r" t="t"/>
              <a:pathLst>
                <a:path extrusionOk="0" h="990" w="2029">
                  <a:moveTo>
                    <a:pt x="123" y="0"/>
                  </a:moveTo>
                  <a:cubicBezTo>
                    <a:pt x="81" y="61"/>
                    <a:pt x="42" y="123"/>
                    <a:pt x="1" y="184"/>
                  </a:cubicBezTo>
                  <a:lnTo>
                    <a:pt x="1906" y="989"/>
                  </a:lnTo>
                  <a:cubicBezTo>
                    <a:pt x="1948" y="925"/>
                    <a:pt x="1990" y="864"/>
                    <a:pt x="2029" y="803"/>
                  </a:cubicBezTo>
                  <a:lnTo>
                    <a:pt x="123"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2"/>
            <p:cNvSpPr/>
            <p:nvPr/>
          </p:nvSpPr>
          <p:spPr>
            <a:xfrm>
              <a:off x="4880675" y="4565150"/>
              <a:ext cx="50725" cy="24775"/>
            </a:xfrm>
            <a:custGeom>
              <a:rect b="b" l="l" r="r" t="t"/>
              <a:pathLst>
                <a:path extrusionOk="0" h="991" w="2029">
                  <a:moveTo>
                    <a:pt x="120" y="1"/>
                  </a:moveTo>
                  <a:cubicBezTo>
                    <a:pt x="78" y="62"/>
                    <a:pt x="39" y="126"/>
                    <a:pt x="0" y="188"/>
                  </a:cubicBezTo>
                  <a:lnTo>
                    <a:pt x="1906" y="990"/>
                  </a:lnTo>
                  <a:cubicBezTo>
                    <a:pt x="1945" y="929"/>
                    <a:pt x="1984" y="865"/>
                    <a:pt x="2029" y="803"/>
                  </a:cubicBezTo>
                  <a:lnTo>
                    <a:pt x="120"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2"/>
            <p:cNvSpPr/>
            <p:nvPr/>
          </p:nvSpPr>
          <p:spPr>
            <a:xfrm>
              <a:off x="5393050" y="4488475"/>
              <a:ext cx="57900" cy="37775"/>
            </a:xfrm>
            <a:custGeom>
              <a:rect b="b" l="l" r="r" t="t"/>
              <a:pathLst>
                <a:path extrusionOk="0" h="1511" w="2316">
                  <a:moveTo>
                    <a:pt x="2243" y="0"/>
                  </a:moveTo>
                  <a:lnTo>
                    <a:pt x="0" y="1352"/>
                  </a:lnTo>
                  <a:cubicBezTo>
                    <a:pt x="26" y="1405"/>
                    <a:pt x="51" y="1458"/>
                    <a:pt x="73" y="1510"/>
                  </a:cubicBezTo>
                  <a:lnTo>
                    <a:pt x="2316" y="159"/>
                  </a:lnTo>
                  <a:cubicBezTo>
                    <a:pt x="2291" y="103"/>
                    <a:pt x="2266" y="53"/>
                    <a:pt x="2243"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2"/>
            <p:cNvSpPr/>
            <p:nvPr/>
          </p:nvSpPr>
          <p:spPr>
            <a:xfrm>
              <a:off x="4834075" y="4825525"/>
              <a:ext cx="57775" cy="37850"/>
            </a:xfrm>
            <a:custGeom>
              <a:rect b="b" l="l" r="r" t="t"/>
              <a:pathLst>
                <a:path extrusionOk="0" h="1514" w="2311">
                  <a:moveTo>
                    <a:pt x="2241" y="1"/>
                  </a:moveTo>
                  <a:lnTo>
                    <a:pt x="1" y="1352"/>
                  </a:lnTo>
                  <a:cubicBezTo>
                    <a:pt x="23" y="1405"/>
                    <a:pt x="45" y="1461"/>
                    <a:pt x="70" y="1513"/>
                  </a:cubicBezTo>
                  <a:lnTo>
                    <a:pt x="2310" y="162"/>
                  </a:lnTo>
                  <a:cubicBezTo>
                    <a:pt x="2288" y="109"/>
                    <a:pt x="2266" y="54"/>
                    <a:pt x="2241"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2"/>
            <p:cNvSpPr/>
            <p:nvPr/>
          </p:nvSpPr>
          <p:spPr>
            <a:xfrm>
              <a:off x="5026250" y="4426700"/>
              <a:ext cx="25375" cy="48775"/>
            </a:xfrm>
            <a:custGeom>
              <a:rect b="b" l="l" r="r" t="t"/>
              <a:pathLst>
                <a:path extrusionOk="0" h="1951" w="1015">
                  <a:moveTo>
                    <a:pt x="196" y="0"/>
                  </a:moveTo>
                  <a:cubicBezTo>
                    <a:pt x="132" y="39"/>
                    <a:pt x="67" y="78"/>
                    <a:pt x="1" y="117"/>
                  </a:cubicBezTo>
                  <a:lnTo>
                    <a:pt x="822" y="1950"/>
                  </a:lnTo>
                  <a:cubicBezTo>
                    <a:pt x="887" y="1909"/>
                    <a:pt x="951" y="1870"/>
                    <a:pt x="1015" y="1831"/>
                  </a:cubicBezTo>
                  <a:lnTo>
                    <a:pt x="196"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2"/>
            <p:cNvSpPr/>
            <p:nvPr/>
          </p:nvSpPr>
          <p:spPr>
            <a:xfrm>
              <a:off x="5230625" y="4883700"/>
              <a:ext cx="25375" cy="48700"/>
            </a:xfrm>
            <a:custGeom>
              <a:rect b="b" l="l" r="r" t="t"/>
              <a:pathLst>
                <a:path extrusionOk="0" h="1948" w="1015">
                  <a:moveTo>
                    <a:pt x="195" y="0"/>
                  </a:moveTo>
                  <a:cubicBezTo>
                    <a:pt x="131" y="39"/>
                    <a:pt x="64" y="78"/>
                    <a:pt x="0" y="114"/>
                  </a:cubicBezTo>
                  <a:lnTo>
                    <a:pt x="819" y="1948"/>
                  </a:lnTo>
                  <a:cubicBezTo>
                    <a:pt x="883" y="1909"/>
                    <a:pt x="950" y="1872"/>
                    <a:pt x="1014" y="1833"/>
                  </a:cubicBezTo>
                  <a:lnTo>
                    <a:pt x="195"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2"/>
            <p:cNvSpPr/>
            <p:nvPr/>
          </p:nvSpPr>
          <p:spPr>
            <a:xfrm>
              <a:off x="5280200" y="4848525"/>
              <a:ext cx="35775" cy="41800"/>
            </a:xfrm>
            <a:custGeom>
              <a:rect b="b" l="l" r="r" t="t"/>
              <a:pathLst>
                <a:path extrusionOk="0" h="1672" w="1431">
                  <a:moveTo>
                    <a:pt x="179" y="0"/>
                  </a:moveTo>
                  <a:cubicBezTo>
                    <a:pt x="121" y="50"/>
                    <a:pt x="59" y="98"/>
                    <a:pt x="1" y="145"/>
                  </a:cubicBezTo>
                  <a:lnTo>
                    <a:pt x="1252" y="1672"/>
                  </a:lnTo>
                  <a:cubicBezTo>
                    <a:pt x="1310" y="1622"/>
                    <a:pt x="1369" y="1574"/>
                    <a:pt x="1430" y="1527"/>
                  </a:cubicBezTo>
                  <a:lnTo>
                    <a:pt x="179"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2"/>
            <p:cNvSpPr/>
            <p:nvPr/>
          </p:nvSpPr>
          <p:spPr>
            <a:xfrm>
              <a:off x="4966350" y="4466050"/>
              <a:ext cx="35675" cy="38525"/>
            </a:xfrm>
            <a:custGeom>
              <a:rect b="b" l="l" r="r" t="t"/>
              <a:pathLst>
                <a:path extrusionOk="0" h="1541" w="1427">
                  <a:moveTo>
                    <a:pt x="201" y="0"/>
                  </a:moveTo>
                  <a:cubicBezTo>
                    <a:pt x="143" y="50"/>
                    <a:pt x="104" y="120"/>
                    <a:pt x="45" y="173"/>
                  </a:cubicBezTo>
                  <a:lnTo>
                    <a:pt x="0" y="120"/>
                  </a:lnTo>
                  <a:lnTo>
                    <a:pt x="1162" y="1541"/>
                  </a:lnTo>
                  <a:lnTo>
                    <a:pt x="1187" y="1519"/>
                  </a:lnTo>
                  <a:cubicBezTo>
                    <a:pt x="1201" y="1506"/>
                    <a:pt x="1222" y="1503"/>
                    <a:pt x="1245" y="1503"/>
                  </a:cubicBezTo>
                  <a:cubicBezTo>
                    <a:pt x="1285" y="1503"/>
                    <a:pt x="1333" y="1514"/>
                    <a:pt x="1372" y="1514"/>
                  </a:cubicBezTo>
                  <a:cubicBezTo>
                    <a:pt x="1395" y="1514"/>
                    <a:pt x="1414" y="1510"/>
                    <a:pt x="1427" y="1499"/>
                  </a:cubicBezTo>
                  <a:lnTo>
                    <a:pt x="201"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2"/>
            <p:cNvSpPr/>
            <p:nvPr/>
          </p:nvSpPr>
          <p:spPr>
            <a:xfrm>
              <a:off x="5252500" y="4368675"/>
              <a:ext cx="29825" cy="57075"/>
            </a:xfrm>
            <a:custGeom>
              <a:rect b="b" l="l" r="r" t="t"/>
              <a:pathLst>
                <a:path extrusionOk="0" h="2283" w="1193">
                  <a:moveTo>
                    <a:pt x="1003" y="0"/>
                  </a:moveTo>
                  <a:lnTo>
                    <a:pt x="0" y="2251"/>
                  </a:lnTo>
                  <a:cubicBezTo>
                    <a:pt x="61" y="2263"/>
                    <a:pt x="123" y="2271"/>
                    <a:pt x="187" y="2282"/>
                  </a:cubicBezTo>
                  <a:lnTo>
                    <a:pt x="1192" y="31"/>
                  </a:lnTo>
                  <a:cubicBezTo>
                    <a:pt x="1128" y="20"/>
                    <a:pt x="1067" y="9"/>
                    <a:pt x="1003"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2"/>
            <p:cNvSpPr/>
            <p:nvPr/>
          </p:nvSpPr>
          <p:spPr>
            <a:xfrm>
              <a:off x="5001675" y="4930150"/>
              <a:ext cx="29825" cy="57000"/>
            </a:xfrm>
            <a:custGeom>
              <a:rect b="b" l="l" r="r" t="t"/>
              <a:pathLst>
                <a:path extrusionOk="0" h="2280" w="1193">
                  <a:moveTo>
                    <a:pt x="1006" y="0"/>
                  </a:moveTo>
                  <a:lnTo>
                    <a:pt x="0" y="2252"/>
                  </a:lnTo>
                  <a:cubicBezTo>
                    <a:pt x="61" y="2260"/>
                    <a:pt x="125" y="2271"/>
                    <a:pt x="187" y="2280"/>
                  </a:cubicBezTo>
                  <a:lnTo>
                    <a:pt x="1193" y="28"/>
                  </a:lnTo>
                  <a:cubicBezTo>
                    <a:pt x="1131" y="20"/>
                    <a:pt x="1067" y="12"/>
                    <a:pt x="1006"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2"/>
            <p:cNvSpPr/>
            <p:nvPr/>
          </p:nvSpPr>
          <p:spPr>
            <a:xfrm>
              <a:off x="4845925" y="4627925"/>
              <a:ext cx="56375" cy="13400"/>
            </a:xfrm>
            <a:custGeom>
              <a:rect b="b" l="l" r="r" t="t"/>
              <a:pathLst>
                <a:path extrusionOk="0" h="536" w="2255">
                  <a:moveTo>
                    <a:pt x="89" y="0"/>
                  </a:moveTo>
                  <a:cubicBezTo>
                    <a:pt x="59" y="64"/>
                    <a:pt x="31" y="131"/>
                    <a:pt x="0" y="195"/>
                  </a:cubicBezTo>
                  <a:lnTo>
                    <a:pt x="2165" y="535"/>
                  </a:lnTo>
                  <a:cubicBezTo>
                    <a:pt x="2193" y="471"/>
                    <a:pt x="2224" y="404"/>
                    <a:pt x="2254" y="340"/>
                  </a:cubicBezTo>
                  <a:lnTo>
                    <a:pt x="89"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2"/>
            <p:cNvSpPr/>
            <p:nvPr/>
          </p:nvSpPr>
          <p:spPr>
            <a:xfrm>
              <a:off x="5385675" y="4712700"/>
              <a:ext cx="56375" cy="13375"/>
            </a:xfrm>
            <a:custGeom>
              <a:rect b="b" l="l" r="r" t="t"/>
              <a:pathLst>
                <a:path extrusionOk="0" h="535" w="2255">
                  <a:moveTo>
                    <a:pt x="89" y="0"/>
                  </a:moveTo>
                  <a:cubicBezTo>
                    <a:pt x="61" y="64"/>
                    <a:pt x="31" y="131"/>
                    <a:pt x="0" y="195"/>
                  </a:cubicBezTo>
                  <a:lnTo>
                    <a:pt x="2165" y="535"/>
                  </a:lnTo>
                  <a:cubicBezTo>
                    <a:pt x="2196" y="471"/>
                    <a:pt x="2226" y="404"/>
                    <a:pt x="2254" y="340"/>
                  </a:cubicBezTo>
                  <a:lnTo>
                    <a:pt x="89"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2"/>
            <p:cNvSpPr/>
            <p:nvPr/>
          </p:nvSpPr>
          <p:spPr>
            <a:xfrm>
              <a:off x="5337600" y="4408500"/>
              <a:ext cx="47600" cy="51225"/>
            </a:xfrm>
            <a:custGeom>
              <a:rect b="b" l="l" r="r" t="t"/>
              <a:pathLst>
                <a:path extrusionOk="0" h="2049" w="1904">
                  <a:moveTo>
                    <a:pt x="1764" y="1"/>
                  </a:moveTo>
                  <a:lnTo>
                    <a:pt x="1" y="1946"/>
                  </a:lnTo>
                  <a:cubicBezTo>
                    <a:pt x="48" y="1979"/>
                    <a:pt x="95" y="2015"/>
                    <a:pt x="140" y="2049"/>
                  </a:cubicBezTo>
                  <a:lnTo>
                    <a:pt x="1904" y="104"/>
                  </a:lnTo>
                  <a:cubicBezTo>
                    <a:pt x="1856" y="71"/>
                    <a:pt x="1812" y="34"/>
                    <a:pt x="1764"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2"/>
            <p:cNvSpPr/>
            <p:nvPr/>
          </p:nvSpPr>
          <p:spPr>
            <a:xfrm>
              <a:off x="4897875" y="4893725"/>
              <a:ext cx="47600" cy="51225"/>
            </a:xfrm>
            <a:custGeom>
              <a:rect b="b" l="l" r="r" t="t"/>
              <a:pathLst>
                <a:path extrusionOk="0" h="2049" w="1904">
                  <a:moveTo>
                    <a:pt x="1764" y="0"/>
                  </a:moveTo>
                  <a:lnTo>
                    <a:pt x="1" y="1948"/>
                  </a:lnTo>
                  <a:cubicBezTo>
                    <a:pt x="48" y="1981"/>
                    <a:pt x="95" y="2017"/>
                    <a:pt x="140" y="2048"/>
                  </a:cubicBezTo>
                  <a:lnTo>
                    <a:pt x="1904" y="103"/>
                  </a:lnTo>
                  <a:cubicBezTo>
                    <a:pt x="1859" y="70"/>
                    <a:pt x="1812" y="36"/>
                    <a:pt x="1764"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2"/>
            <p:cNvSpPr/>
            <p:nvPr/>
          </p:nvSpPr>
          <p:spPr>
            <a:xfrm>
              <a:off x="4920650" y="4514025"/>
              <a:ext cx="44050" cy="33825"/>
            </a:xfrm>
            <a:custGeom>
              <a:rect b="b" l="l" r="r" t="t"/>
              <a:pathLst>
                <a:path extrusionOk="0" h="1353" w="1762">
                  <a:moveTo>
                    <a:pt x="154" y="1"/>
                  </a:moveTo>
                  <a:cubicBezTo>
                    <a:pt x="101" y="57"/>
                    <a:pt x="51" y="115"/>
                    <a:pt x="1" y="171"/>
                  </a:cubicBezTo>
                  <a:lnTo>
                    <a:pt x="1608" y="1352"/>
                  </a:lnTo>
                  <a:cubicBezTo>
                    <a:pt x="1658" y="1296"/>
                    <a:pt x="1709" y="1241"/>
                    <a:pt x="1762" y="1185"/>
                  </a:cubicBezTo>
                  <a:lnTo>
                    <a:pt x="154"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2"/>
            <p:cNvSpPr/>
            <p:nvPr/>
          </p:nvSpPr>
          <p:spPr>
            <a:xfrm>
              <a:off x="5321725" y="4808950"/>
              <a:ext cx="44050" cy="33875"/>
            </a:xfrm>
            <a:custGeom>
              <a:rect b="b" l="l" r="r" t="t"/>
              <a:pathLst>
                <a:path extrusionOk="0" h="1355" w="1762">
                  <a:moveTo>
                    <a:pt x="154" y="1"/>
                  </a:moveTo>
                  <a:cubicBezTo>
                    <a:pt x="104" y="59"/>
                    <a:pt x="53" y="115"/>
                    <a:pt x="0" y="170"/>
                  </a:cubicBezTo>
                  <a:lnTo>
                    <a:pt x="1608" y="1355"/>
                  </a:lnTo>
                  <a:cubicBezTo>
                    <a:pt x="1661" y="1299"/>
                    <a:pt x="1711" y="1243"/>
                    <a:pt x="1761" y="1185"/>
                  </a:cubicBezTo>
                  <a:lnTo>
                    <a:pt x="154"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2"/>
            <p:cNvSpPr/>
            <p:nvPr/>
          </p:nvSpPr>
          <p:spPr>
            <a:xfrm>
              <a:off x="5153100" y="4374100"/>
              <a:ext cx="7950" cy="56450"/>
            </a:xfrm>
            <a:custGeom>
              <a:rect b="b" l="l" r="r" t="t"/>
              <a:pathLst>
                <a:path extrusionOk="0" h="2258" w="318">
                  <a:moveTo>
                    <a:pt x="318" y="0"/>
                  </a:moveTo>
                  <a:cubicBezTo>
                    <a:pt x="248" y="17"/>
                    <a:pt x="178" y="31"/>
                    <a:pt x="109" y="48"/>
                  </a:cubicBezTo>
                  <a:lnTo>
                    <a:pt x="0" y="2257"/>
                  </a:lnTo>
                  <a:cubicBezTo>
                    <a:pt x="70" y="2241"/>
                    <a:pt x="139" y="2229"/>
                    <a:pt x="206" y="2213"/>
                  </a:cubicBezTo>
                  <a:lnTo>
                    <a:pt x="318"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2"/>
            <p:cNvSpPr/>
            <p:nvPr/>
          </p:nvSpPr>
          <p:spPr>
            <a:xfrm>
              <a:off x="5125775" y="4925750"/>
              <a:ext cx="7975" cy="56450"/>
            </a:xfrm>
            <a:custGeom>
              <a:rect b="b" l="l" r="r" t="t"/>
              <a:pathLst>
                <a:path extrusionOk="0" h="2258" w="319">
                  <a:moveTo>
                    <a:pt x="319" y="1"/>
                  </a:moveTo>
                  <a:lnTo>
                    <a:pt x="319" y="1"/>
                  </a:lnTo>
                  <a:cubicBezTo>
                    <a:pt x="249" y="18"/>
                    <a:pt x="179" y="32"/>
                    <a:pt x="110" y="45"/>
                  </a:cubicBezTo>
                  <a:lnTo>
                    <a:pt x="1" y="2258"/>
                  </a:lnTo>
                  <a:cubicBezTo>
                    <a:pt x="71" y="2244"/>
                    <a:pt x="140" y="2230"/>
                    <a:pt x="207" y="2213"/>
                  </a:cubicBezTo>
                  <a:lnTo>
                    <a:pt x="319"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2"/>
            <p:cNvSpPr/>
            <p:nvPr/>
          </p:nvSpPr>
          <p:spPr>
            <a:xfrm>
              <a:off x="4816375" y="4733800"/>
              <a:ext cx="59925" cy="18325"/>
            </a:xfrm>
            <a:custGeom>
              <a:rect b="b" l="l" r="r" t="t"/>
              <a:pathLst>
                <a:path extrusionOk="0" h="733" w="2397">
                  <a:moveTo>
                    <a:pt x="2397" y="0"/>
                  </a:moveTo>
                  <a:lnTo>
                    <a:pt x="12" y="541"/>
                  </a:lnTo>
                  <a:cubicBezTo>
                    <a:pt x="9" y="605"/>
                    <a:pt x="4" y="669"/>
                    <a:pt x="1" y="733"/>
                  </a:cubicBezTo>
                  <a:lnTo>
                    <a:pt x="2386" y="195"/>
                  </a:lnTo>
                  <a:cubicBezTo>
                    <a:pt x="2389" y="131"/>
                    <a:pt x="2391" y="67"/>
                    <a:pt x="2397"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2"/>
            <p:cNvSpPr/>
            <p:nvPr/>
          </p:nvSpPr>
          <p:spPr>
            <a:xfrm>
              <a:off x="5410950" y="4599225"/>
              <a:ext cx="59850" cy="18350"/>
            </a:xfrm>
            <a:custGeom>
              <a:rect b="b" l="l" r="r" t="t"/>
              <a:pathLst>
                <a:path extrusionOk="0" h="734" w="2394">
                  <a:moveTo>
                    <a:pt x="2394" y="0"/>
                  </a:moveTo>
                  <a:lnTo>
                    <a:pt x="9" y="541"/>
                  </a:lnTo>
                  <a:cubicBezTo>
                    <a:pt x="6" y="605"/>
                    <a:pt x="3" y="669"/>
                    <a:pt x="1" y="733"/>
                  </a:cubicBezTo>
                  <a:lnTo>
                    <a:pt x="2383" y="193"/>
                  </a:lnTo>
                  <a:cubicBezTo>
                    <a:pt x="2385" y="129"/>
                    <a:pt x="2394" y="64"/>
                    <a:pt x="2394"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 name="Google Shape;1885;p42"/>
          <p:cNvGrpSpPr/>
          <p:nvPr/>
        </p:nvGrpSpPr>
        <p:grpSpPr>
          <a:xfrm>
            <a:off x="6168552" y="4159715"/>
            <a:ext cx="667089" cy="336670"/>
            <a:chOff x="1820000" y="4629275"/>
            <a:chExt cx="722975" cy="364875"/>
          </a:xfrm>
        </p:grpSpPr>
        <p:sp>
          <p:nvSpPr>
            <p:cNvPr id="1886" name="Google Shape;1886;p42"/>
            <p:cNvSpPr/>
            <p:nvPr/>
          </p:nvSpPr>
          <p:spPr>
            <a:xfrm>
              <a:off x="1834425" y="4641850"/>
              <a:ext cx="708550" cy="352300"/>
            </a:xfrm>
            <a:custGeom>
              <a:rect b="b" l="l" r="r" t="t"/>
              <a:pathLst>
                <a:path extrusionOk="0" h="14092" w="28342">
                  <a:moveTo>
                    <a:pt x="26299" y="1"/>
                  </a:moveTo>
                  <a:cubicBezTo>
                    <a:pt x="26249" y="207"/>
                    <a:pt x="26057" y="499"/>
                    <a:pt x="25753" y="850"/>
                  </a:cubicBezTo>
                  <a:cubicBezTo>
                    <a:pt x="25750" y="856"/>
                    <a:pt x="25747" y="864"/>
                    <a:pt x="25747" y="870"/>
                  </a:cubicBezTo>
                  <a:lnTo>
                    <a:pt x="25736" y="873"/>
                  </a:lnTo>
                  <a:cubicBezTo>
                    <a:pt x="25561" y="1073"/>
                    <a:pt x="25357" y="1290"/>
                    <a:pt x="25109" y="1527"/>
                  </a:cubicBezTo>
                  <a:lnTo>
                    <a:pt x="25332" y="1463"/>
                  </a:lnTo>
                  <a:lnTo>
                    <a:pt x="25332" y="1463"/>
                  </a:lnTo>
                  <a:cubicBezTo>
                    <a:pt x="25313" y="1486"/>
                    <a:pt x="25293" y="1505"/>
                    <a:pt x="25274" y="1525"/>
                  </a:cubicBezTo>
                  <a:lnTo>
                    <a:pt x="25037" y="1594"/>
                  </a:lnTo>
                  <a:cubicBezTo>
                    <a:pt x="24769" y="1845"/>
                    <a:pt x="24455" y="2112"/>
                    <a:pt x="24109" y="2394"/>
                  </a:cubicBezTo>
                  <a:lnTo>
                    <a:pt x="24313" y="2346"/>
                  </a:lnTo>
                  <a:lnTo>
                    <a:pt x="24313" y="2346"/>
                  </a:lnTo>
                  <a:lnTo>
                    <a:pt x="24215" y="2416"/>
                  </a:lnTo>
                  <a:lnTo>
                    <a:pt x="24028" y="2461"/>
                  </a:lnTo>
                  <a:cubicBezTo>
                    <a:pt x="21911" y="4163"/>
                    <a:pt x="18462" y="6294"/>
                    <a:pt x="14268" y="7816"/>
                  </a:cubicBezTo>
                  <a:cubicBezTo>
                    <a:pt x="10763" y="9086"/>
                    <a:pt x="7387" y="9694"/>
                    <a:pt x="4784" y="9891"/>
                  </a:cubicBezTo>
                  <a:lnTo>
                    <a:pt x="4723" y="9925"/>
                  </a:lnTo>
                  <a:cubicBezTo>
                    <a:pt x="4673" y="9933"/>
                    <a:pt x="4623" y="9942"/>
                    <a:pt x="4573" y="9950"/>
                  </a:cubicBezTo>
                  <a:lnTo>
                    <a:pt x="4656" y="9900"/>
                  </a:lnTo>
                  <a:lnTo>
                    <a:pt x="4656" y="9900"/>
                  </a:lnTo>
                  <a:cubicBezTo>
                    <a:pt x="4247" y="9930"/>
                    <a:pt x="3851" y="9950"/>
                    <a:pt x="3483" y="9958"/>
                  </a:cubicBezTo>
                  <a:lnTo>
                    <a:pt x="3157" y="10128"/>
                  </a:lnTo>
                  <a:cubicBezTo>
                    <a:pt x="3115" y="10131"/>
                    <a:pt x="3071" y="10137"/>
                    <a:pt x="3029" y="10139"/>
                  </a:cubicBezTo>
                  <a:lnTo>
                    <a:pt x="3377" y="9958"/>
                  </a:lnTo>
                  <a:lnTo>
                    <a:pt x="3377" y="9958"/>
                  </a:lnTo>
                  <a:cubicBezTo>
                    <a:pt x="3226" y="9962"/>
                    <a:pt x="3080" y="9963"/>
                    <a:pt x="2938" y="9963"/>
                  </a:cubicBezTo>
                  <a:cubicBezTo>
                    <a:pt x="2721" y="9963"/>
                    <a:pt x="2515" y="9959"/>
                    <a:pt x="2316" y="9953"/>
                  </a:cubicBezTo>
                  <a:lnTo>
                    <a:pt x="1848" y="10167"/>
                  </a:lnTo>
                  <a:cubicBezTo>
                    <a:pt x="1817" y="10167"/>
                    <a:pt x="1784" y="10164"/>
                    <a:pt x="1753" y="10162"/>
                  </a:cubicBezTo>
                  <a:lnTo>
                    <a:pt x="2218" y="9947"/>
                  </a:lnTo>
                  <a:cubicBezTo>
                    <a:pt x="1825" y="9930"/>
                    <a:pt x="1472" y="9903"/>
                    <a:pt x="1171" y="9861"/>
                  </a:cubicBezTo>
                  <a:lnTo>
                    <a:pt x="845" y="9994"/>
                  </a:lnTo>
                  <a:cubicBezTo>
                    <a:pt x="825" y="9989"/>
                    <a:pt x="809" y="9981"/>
                    <a:pt x="789" y="9972"/>
                  </a:cubicBezTo>
                  <a:lnTo>
                    <a:pt x="1093" y="9850"/>
                  </a:lnTo>
                  <a:cubicBezTo>
                    <a:pt x="549" y="9769"/>
                    <a:pt x="176" y="9649"/>
                    <a:pt x="3" y="9504"/>
                  </a:cubicBezTo>
                  <a:lnTo>
                    <a:pt x="3" y="9504"/>
                  </a:lnTo>
                  <a:cubicBezTo>
                    <a:pt x="1" y="10111"/>
                    <a:pt x="856" y="12026"/>
                    <a:pt x="1070" y="12619"/>
                  </a:cubicBezTo>
                  <a:cubicBezTo>
                    <a:pt x="1424" y="13591"/>
                    <a:pt x="3016" y="14091"/>
                    <a:pt x="5341" y="14091"/>
                  </a:cubicBezTo>
                  <a:cubicBezTo>
                    <a:pt x="8079" y="14091"/>
                    <a:pt x="11833" y="13398"/>
                    <a:pt x="15776" y="11967"/>
                  </a:cubicBezTo>
                  <a:cubicBezTo>
                    <a:pt x="23067" y="9323"/>
                    <a:pt x="28341" y="5417"/>
                    <a:pt x="27572" y="3299"/>
                  </a:cubicBezTo>
                  <a:cubicBezTo>
                    <a:pt x="27358" y="2717"/>
                    <a:pt x="26767" y="558"/>
                    <a:pt x="26299"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2"/>
            <p:cNvSpPr/>
            <p:nvPr/>
          </p:nvSpPr>
          <p:spPr>
            <a:xfrm>
              <a:off x="1843750" y="4860150"/>
              <a:ext cx="58200" cy="22250"/>
            </a:xfrm>
            <a:custGeom>
              <a:rect b="b" l="l" r="r" t="t"/>
              <a:pathLst>
                <a:path extrusionOk="0" h="890" w="2328">
                  <a:moveTo>
                    <a:pt x="2313" y="0"/>
                  </a:moveTo>
                  <a:lnTo>
                    <a:pt x="1" y="853"/>
                  </a:lnTo>
                  <a:cubicBezTo>
                    <a:pt x="4" y="858"/>
                    <a:pt x="4" y="864"/>
                    <a:pt x="4" y="870"/>
                  </a:cubicBezTo>
                  <a:cubicBezTo>
                    <a:pt x="6" y="875"/>
                    <a:pt x="12" y="881"/>
                    <a:pt x="15" y="889"/>
                  </a:cubicBezTo>
                  <a:lnTo>
                    <a:pt x="2327" y="39"/>
                  </a:lnTo>
                  <a:cubicBezTo>
                    <a:pt x="2327" y="37"/>
                    <a:pt x="2322" y="31"/>
                    <a:pt x="2322" y="28"/>
                  </a:cubicBezTo>
                  <a:cubicBezTo>
                    <a:pt x="2316" y="20"/>
                    <a:pt x="2316" y="9"/>
                    <a:pt x="2313"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2"/>
            <p:cNvSpPr/>
            <p:nvPr/>
          </p:nvSpPr>
          <p:spPr>
            <a:xfrm>
              <a:off x="2419725" y="4648400"/>
              <a:ext cx="58400" cy="22100"/>
            </a:xfrm>
            <a:custGeom>
              <a:rect b="b" l="l" r="r" t="t"/>
              <a:pathLst>
                <a:path extrusionOk="0" h="884" w="2336">
                  <a:moveTo>
                    <a:pt x="2316" y="0"/>
                  </a:moveTo>
                  <a:lnTo>
                    <a:pt x="1" y="850"/>
                  </a:lnTo>
                  <a:cubicBezTo>
                    <a:pt x="9" y="861"/>
                    <a:pt x="17" y="872"/>
                    <a:pt x="26" y="884"/>
                  </a:cubicBezTo>
                  <a:lnTo>
                    <a:pt x="2335" y="34"/>
                  </a:lnTo>
                  <a:cubicBezTo>
                    <a:pt x="2327" y="23"/>
                    <a:pt x="2322" y="12"/>
                    <a:pt x="2316"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2"/>
            <p:cNvSpPr/>
            <p:nvPr/>
          </p:nvSpPr>
          <p:spPr>
            <a:xfrm>
              <a:off x="2329250" y="4643175"/>
              <a:ext cx="42025" cy="23150"/>
            </a:xfrm>
            <a:custGeom>
              <a:rect b="b" l="l" r="r" t="t"/>
              <a:pathLst>
                <a:path extrusionOk="0" h="926" w="1681">
                  <a:moveTo>
                    <a:pt x="1680" y="0"/>
                  </a:moveTo>
                  <a:lnTo>
                    <a:pt x="1527" y="26"/>
                  </a:lnTo>
                  <a:lnTo>
                    <a:pt x="0" y="925"/>
                  </a:lnTo>
                  <a:lnTo>
                    <a:pt x="154" y="898"/>
                  </a:lnTo>
                  <a:lnTo>
                    <a:pt x="1680"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2"/>
            <p:cNvSpPr/>
            <p:nvPr/>
          </p:nvSpPr>
          <p:spPr>
            <a:xfrm>
              <a:off x="1948650" y="4867525"/>
              <a:ext cx="41975" cy="23075"/>
            </a:xfrm>
            <a:custGeom>
              <a:rect b="b" l="l" r="r" t="t"/>
              <a:pathLst>
                <a:path extrusionOk="0" h="923" w="1679">
                  <a:moveTo>
                    <a:pt x="1678" y="1"/>
                  </a:moveTo>
                  <a:cubicBezTo>
                    <a:pt x="1628" y="9"/>
                    <a:pt x="1578" y="17"/>
                    <a:pt x="1528" y="23"/>
                  </a:cubicBezTo>
                  <a:lnTo>
                    <a:pt x="84" y="876"/>
                  </a:lnTo>
                  <a:lnTo>
                    <a:pt x="1" y="923"/>
                  </a:lnTo>
                  <a:cubicBezTo>
                    <a:pt x="51" y="917"/>
                    <a:pt x="101" y="909"/>
                    <a:pt x="151" y="901"/>
                  </a:cubicBezTo>
                  <a:lnTo>
                    <a:pt x="213" y="864"/>
                  </a:lnTo>
                  <a:lnTo>
                    <a:pt x="1678"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2"/>
            <p:cNvSpPr/>
            <p:nvPr/>
          </p:nvSpPr>
          <p:spPr>
            <a:xfrm>
              <a:off x="2359350" y="4724175"/>
              <a:ext cx="46950" cy="9225"/>
            </a:xfrm>
            <a:custGeom>
              <a:rect b="b" l="l" r="r" t="t"/>
              <a:pathLst>
                <a:path extrusionOk="0" h="369" w="1878">
                  <a:moveTo>
                    <a:pt x="1878" y="1"/>
                  </a:moveTo>
                  <a:lnTo>
                    <a:pt x="128" y="291"/>
                  </a:lnTo>
                  <a:lnTo>
                    <a:pt x="0" y="369"/>
                  </a:lnTo>
                  <a:lnTo>
                    <a:pt x="1750" y="79"/>
                  </a:lnTo>
                  <a:cubicBezTo>
                    <a:pt x="1792" y="54"/>
                    <a:pt x="1833" y="29"/>
                    <a:pt x="1878"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2"/>
            <p:cNvSpPr/>
            <p:nvPr/>
          </p:nvSpPr>
          <p:spPr>
            <a:xfrm>
              <a:off x="1923375" y="4795925"/>
              <a:ext cx="47175" cy="9225"/>
            </a:xfrm>
            <a:custGeom>
              <a:rect b="b" l="l" r="r" t="t"/>
              <a:pathLst>
                <a:path extrusionOk="0" h="369" w="1887">
                  <a:moveTo>
                    <a:pt x="1887" y="0"/>
                  </a:moveTo>
                  <a:lnTo>
                    <a:pt x="137" y="290"/>
                  </a:lnTo>
                  <a:cubicBezTo>
                    <a:pt x="92" y="315"/>
                    <a:pt x="45" y="343"/>
                    <a:pt x="0" y="368"/>
                  </a:cubicBezTo>
                  <a:lnTo>
                    <a:pt x="1750" y="81"/>
                  </a:lnTo>
                  <a:lnTo>
                    <a:pt x="1887"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2"/>
            <p:cNvSpPr/>
            <p:nvPr/>
          </p:nvSpPr>
          <p:spPr>
            <a:xfrm>
              <a:off x="2388600" y="4637125"/>
              <a:ext cx="53575" cy="23700"/>
            </a:xfrm>
            <a:custGeom>
              <a:rect b="b" l="l" r="r" t="t"/>
              <a:pathLst>
                <a:path extrusionOk="0" h="948" w="2143">
                  <a:moveTo>
                    <a:pt x="2048" y="0"/>
                  </a:moveTo>
                  <a:lnTo>
                    <a:pt x="0" y="942"/>
                  </a:lnTo>
                  <a:cubicBezTo>
                    <a:pt x="36" y="942"/>
                    <a:pt x="64" y="945"/>
                    <a:pt x="95" y="947"/>
                  </a:cubicBezTo>
                  <a:lnTo>
                    <a:pt x="2143" y="3"/>
                  </a:lnTo>
                  <a:cubicBezTo>
                    <a:pt x="2109" y="3"/>
                    <a:pt x="2079" y="0"/>
                    <a:pt x="2048"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2"/>
            <p:cNvSpPr/>
            <p:nvPr/>
          </p:nvSpPr>
          <p:spPr>
            <a:xfrm>
              <a:off x="1878175" y="4872325"/>
              <a:ext cx="53575" cy="23725"/>
            </a:xfrm>
            <a:custGeom>
              <a:rect b="b" l="l" r="r" t="t"/>
              <a:pathLst>
                <a:path extrusionOk="0" h="949" w="2143">
                  <a:moveTo>
                    <a:pt x="2048" y="1"/>
                  </a:moveTo>
                  <a:lnTo>
                    <a:pt x="466" y="731"/>
                  </a:lnTo>
                  <a:lnTo>
                    <a:pt x="0" y="945"/>
                  </a:lnTo>
                  <a:cubicBezTo>
                    <a:pt x="31" y="948"/>
                    <a:pt x="64" y="948"/>
                    <a:pt x="98" y="948"/>
                  </a:cubicBezTo>
                  <a:lnTo>
                    <a:pt x="563" y="734"/>
                  </a:lnTo>
                  <a:lnTo>
                    <a:pt x="2143" y="6"/>
                  </a:lnTo>
                  <a:cubicBezTo>
                    <a:pt x="2112" y="4"/>
                    <a:pt x="2079" y="4"/>
                    <a:pt x="2048"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2"/>
            <p:cNvSpPr/>
            <p:nvPr/>
          </p:nvSpPr>
          <p:spPr>
            <a:xfrm>
              <a:off x="2012175" y="4757400"/>
              <a:ext cx="31800" cy="3300"/>
            </a:xfrm>
            <a:custGeom>
              <a:rect b="b" l="l" r="r" t="t"/>
              <a:pathLst>
                <a:path extrusionOk="0" h="132" w="1272">
                  <a:moveTo>
                    <a:pt x="179" y="1"/>
                  </a:moveTo>
                  <a:lnTo>
                    <a:pt x="1" y="84"/>
                  </a:lnTo>
                  <a:lnTo>
                    <a:pt x="1096" y="132"/>
                  </a:lnTo>
                  <a:lnTo>
                    <a:pt x="1271" y="51"/>
                  </a:lnTo>
                  <a:lnTo>
                    <a:pt x="179"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2"/>
            <p:cNvSpPr/>
            <p:nvPr/>
          </p:nvSpPr>
          <p:spPr>
            <a:xfrm>
              <a:off x="2285075" y="4769800"/>
              <a:ext cx="31800" cy="3300"/>
            </a:xfrm>
            <a:custGeom>
              <a:rect b="b" l="l" r="r" t="t"/>
              <a:pathLst>
                <a:path extrusionOk="0" h="132" w="1272">
                  <a:moveTo>
                    <a:pt x="177" y="1"/>
                  </a:moveTo>
                  <a:lnTo>
                    <a:pt x="1" y="81"/>
                  </a:lnTo>
                  <a:lnTo>
                    <a:pt x="1096" y="132"/>
                  </a:lnTo>
                  <a:cubicBezTo>
                    <a:pt x="1154" y="104"/>
                    <a:pt x="1213" y="76"/>
                    <a:pt x="1271" y="51"/>
                  </a:cubicBezTo>
                  <a:lnTo>
                    <a:pt x="177"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2"/>
            <p:cNvSpPr/>
            <p:nvPr/>
          </p:nvSpPr>
          <p:spPr>
            <a:xfrm>
              <a:off x="2410675" y="4678425"/>
              <a:ext cx="57075" cy="17350"/>
            </a:xfrm>
            <a:custGeom>
              <a:rect b="b" l="l" r="r" t="t"/>
              <a:pathLst>
                <a:path extrusionOk="0" h="694" w="2283">
                  <a:moveTo>
                    <a:pt x="2282" y="0"/>
                  </a:moveTo>
                  <a:lnTo>
                    <a:pt x="2059" y="64"/>
                  </a:lnTo>
                  <a:lnTo>
                    <a:pt x="59" y="633"/>
                  </a:lnTo>
                  <a:cubicBezTo>
                    <a:pt x="39" y="655"/>
                    <a:pt x="20" y="674"/>
                    <a:pt x="0" y="694"/>
                  </a:cubicBezTo>
                  <a:lnTo>
                    <a:pt x="1987" y="131"/>
                  </a:lnTo>
                  <a:lnTo>
                    <a:pt x="2224" y="62"/>
                  </a:lnTo>
                  <a:cubicBezTo>
                    <a:pt x="2243" y="42"/>
                    <a:pt x="2263" y="23"/>
                    <a:pt x="2282"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2"/>
            <p:cNvSpPr/>
            <p:nvPr/>
          </p:nvSpPr>
          <p:spPr>
            <a:xfrm>
              <a:off x="1856725" y="4836050"/>
              <a:ext cx="57050" cy="17375"/>
            </a:xfrm>
            <a:custGeom>
              <a:rect b="b" l="l" r="r" t="t"/>
              <a:pathLst>
                <a:path extrusionOk="0" h="695" w="2282">
                  <a:moveTo>
                    <a:pt x="2282" y="0"/>
                  </a:moveTo>
                  <a:lnTo>
                    <a:pt x="61" y="633"/>
                  </a:lnTo>
                  <a:cubicBezTo>
                    <a:pt x="42" y="655"/>
                    <a:pt x="20" y="675"/>
                    <a:pt x="0" y="694"/>
                  </a:cubicBezTo>
                  <a:lnTo>
                    <a:pt x="2221" y="64"/>
                  </a:lnTo>
                  <a:cubicBezTo>
                    <a:pt x="2240" y="42"/>
                    <a:pt x="2262" y="23"/>
                    <a:pt x="2282"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2"/>
            <p:cNvSpPr/>
            <p:nvPr/>
          </p:nvSpPr>
          <p:spPr>
            <a:xfrm>
              <a:off x="2234175" y="4669775"/>
              <a:ext cx="21675" cy="18900"/>
            </a:xfrm>
            <a:custGeom>
              <a:rect b="b" l="l" r="r" t="t"/>
              <a:pathLst>
                <a:path extrusionOk="0" h="756" w="867">
                  <a:moveTo>
                    <a:pt x="867" y="1"/>
                  </a:moveTo>
                  <a:lnTo>
                    <a:pt x="675" y="54"/>
                  </a:lnTo>
                  <a:lnTo>
                    <a:pt x="0" y="756"/>
                  </a:lnTo>
                  <a:lnTo>
                    <a:pt x="193" y="703"/>
                  </a:lnTo>
                  <a:lnTo>
                    <a:pt x="867"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2"/>
            <p:cNvSpPr/>
            <p:nvPr/>
          </p:nvSpPr>
          <p:spPr>
            <a:xfrm>
              <a:off x="2066225" y="4844900"/>
              <a:ext cx="21625" cy="18900"/>
            </a:xfrm>
            <a:custGeom>
              <a:rect b="b" l="l" r="r" t="t"/>
              <a:pathLst>
                <a:path extrusionOk="0" h="756" w="865">
                  <a:moveTo>
                    <a:pt x="865" y="0"/>
                  </a:moveTo>
                  <a:lnTo>
                    <a:pt x="865" y="0"/>
                  </a:lnTo>
                  <a:cubicBezTo>
                    <a:pt x="800" y="17"/>
                    <a:pt x="736" y="34"/>
                    <a:pt x="675" y="53"/>
                  </a:cubicBezTo>
                  <a:lnTo>
                    <a:pt x="1" y="755"/>
                  </a:lnTo>
                  <a:cubicBezTo>
                    <a:pt x="65" y="738"/>
                    <a:pt x="129" y="722"/>
                    <a:pt x="193" y="702"/>
                  </a:cubicBezTo>
                  <a:lnTo>
                    <a:pt x="865"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2"/>
            <p:cNvSpPr/>
            <p:nvPr/>
          </p:nvSpPr>
          <p:spPr>
            <a:xfrm>
              <a:off x="2410250" y="4640950"/>
              <a:ext cx="57225" cy="23275"/>
            </a:xfrm>
            <a:custGeom>
              <a:rect b="b" l="l" r="r" t="t"/>
              <a:pathLst>
                <a:path extrusionOk="0" h="931" w="2289">
                  <a:moveTo>
                    <a:pt x="2230" y="0"/>
                  </a:moveTo>
                  <a:lnTo>
                    <a:pt x="1" y="911"/>
                  </a:lnTo>
                  <a:cubicBezTo>
                    <a:pt x="20" y="920"/>
                    <a:pt x="40" y="925"/>
                    <a:pt x="59" y="931"/>
                  </a:cubicBezTo>
                  <a:lnTo>
                    <a:pt x="2288" y="20"/>
                  </a:lnTo>
                  <a:cubicBezTo>
                    <a:pt x="2269" y="14"/>
                    <a:pt x="2249" y="9"/>
                    <a:pt x="2230"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2"/>
            <p:cNvSpPr/>
            <p:nvPr/>
          </p:nvSpPr>
          <p:spPr>
            <a:xfrm>
              <a:off x="1854150" y="4868375"/>
              <a:ext cx="57050" cy="23350"/>
            </a:xfrm>
            <a:custGeom>
              <a:rect b="b" l="l" r="r" t="t"/>
              <a:pathLst>
                <a:path extrusionOk="0" h="934" w="2282">
                  <a:moveTo>
                    <a:pt x="2229" y="0"/>
                  </a:moveTo>
                  <a:lnTo>
                    <a:pt x="301" y="789"/>
                  </a:lnTo>
                  <a:lnTo>
                    <a:pt x="0" y="914"/>
                  </a:lnTo>
                  <a:cubicBezTo>
                    <a:pt x="17" y="920"/>
                    <a:pt x="33" y="928"/>
                    <a:pt x="53" y="933"/>
                  </a:cubicBezTo>
                  <a:lnTo>
                    <a:pt x="379" y="803"/>
                  </a:lnTo>
                  <a:lnTo>
                    <a:pt x="2282" y="22"/>
                  </a:lnTo>
                  <a:cubicBezTo>
                    <a:pt x="2265" y="17"/>
                    <a:pt x="2248" y="8"/>
                    <a:pt x="2229"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2"/>
            <p:cNvSpPr/>
            <p:nvPr/>
          </p:nvSpPr>
          <p:spPr>
            <a:xfrm>
              <a:off x="2233550" y="4792300"/>
              <a:ext cx="20925" cy="8100"/>
            </a:xfrm>
            <a:custGeom>
              <a:rect b="b" l="l" r="r" t="t"/>
              <a:pathLst>
                <a:path extrusionOk="0" h="324" w="837">
                  <a:moveTo>
                    <a:pt x="192" y="1"/>
                  </a:moveTo>
                  <a:lnTo>
                    <a:pt x="0" y="79"/>
                  </a:lnTo>
                  <a:lnTo>
                    <a:pt x="644" y="324"/>
                  </a:lnTo>
                  <a:lnTo>
                    <a:pt x="836" y="243"/>
                  </a:lnTo>
                  <a:lnTo>
                    <a:pt x="192"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2"/>
            <p:cNvSpPr/>
            <p:nvPr/>
          </p:nvSpPr>
          <p:spPr>
            <a:xfrm>
              <a:off x="2073275" y="4731000"/>
              <a:ext cx="20925" cy="8100"/>
            </a:xfrm>
            <a:custGeom>
              <a:rect b="b" l="l" r="r" t="t"/>
              <a:pathLst>
                <a:path extrusionOk="0" h="324" w="837">
                  <a:moveTo>
                    <a:pt x="193" y="1"/>
                  </a:moveTo>
                  <a:lnTo>
                    <a:pt x="0" y="82"/>
                  </a:lnTo>
                  <a:lnTo>
                    <a:pt x="644" y="324"/>
                  </a:lnTo>
                  <a:lnTo>
                    <a:pt x="836" y="246"/>
                  </a:lnTo>
                  <a:lnTo>
                    <a:pt x="193"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2"/>
            <p:cNvSpPr/>
            <p:nvPr/>
          </p:nvSpPr>
          <p:spPr>
            <a:xfrm>
              <a:off x="2181375" y="4812575"/>
              <a:ext cx="9700" cy="12425"/>
            </a:xfrm>
            <a:custGeom>
              <a:rect b="b" l="l" r="r" t="t"/>
              <a:pathLst>
                <a:path extrusionOk="0" h="497" w="388">
                  <a:moveTo>
                    <a:pt x="201" y="0"/>
                  </a:moveTo>
                  <a:cubicBezTo>
                    <a:pt x="134" y="23"/>
                    <a:pt x="67" y="48"/>
                    <a:pt x="0" y="73"/>
                  </a:cubicBezTo>
                  <a:lnTo>
                    <a:pt x="187" y="496"/>
                  </a:lnTo>
                  <a:cubicBezTo>
                    <a:pt x="254" y="471"/>
                    <a:pt x="321" y="446"/>
                    <a:pt x="388" y="421"/>
                  </a:cubicBezTo>
                  <a:lnTo>
                    <a:pt x="201"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2"/>
            <p:cNvSpPr/>
            <p:nvPr/>
          </p:nvSpPr>
          <p:spPr>
            <a:xfrm>
              <a:off x="2134925" y="4707325"/>
              <a:ext cx="9700" cy="12350"/>
            </a:xfrm>
            <a:custGeom>
              <a:rect b="b" l="l" r="r" t="t"/>
              <a:pathLst>
                <a:path extrusionOk="0" h="494" w="388">
                  <a:moveTo>
                    <a:pt x="201" y="0"/>
                  </a:moveTo>
                  <a:cubicBezTo>
                    <a:pt x="134" y="23"/>
                    <a:pt x="67" y="48"/>
                    <a:pt x="0" y="73"/>
                  </a:cubicBezTo>
                  <a:lnTo>
                    <a:pt x="187" y="494"/>
                  </a:lnTo>
                  <a:lnTo>
                    <a:pt x="362" y="430"/>
                  </a:lnTo>
                  <a:lnTo>
                    <a:pt x="387" y="421"/>
                  </a:lnTo>
                  <a:lnTo>
                    <a:pt x="201"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2"/>
            <p:cNvSpPr/>
            <p:nvPr/>
          </p:nvSpPr>
          <p:spPr>
            <a:xfrm>
              <a:off x="2389000" y="4700575"/>
              <a:ext cx="53250" cy="13525"/>
            </a:xfrm>
            <a:custGeom>
              <a:rect b="b" l="l" r="r" t="t"/>
              <a:pathLst>
                <a:path extrusionOk="0" h="541" w="2130">
                  <a:moveTo>
                    <a:pt x="2130" y="0"/>
                  </a:moveTo>
                  <a:lnTo>
                    <a:pt x="1926" y="45"/>
                  </a:lnTo>
                  <a:lnTo>
                    <a:pt x="98" y="471"/>
                  </a:lnTo>
                  <a:lnTo>
                    <a:pt x="1" y="541"/>
                  </a:lnTo>
                  <a:lnTo>
                    <a:pt x="1845" y="112"/>
                  </a:lnTo>
                  <a:lnTo>
                    <a:pt x="2032" y="70"/>
                  </a:lnTo>
                  <a:lnTo>
                    <a:pt x="2130"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2"/>
            <p:cNvSpPr/>
            <p:nvPr/>
          </p:nvSpPr>
          <p:spPr>
            <a:xfrm>
              <a:off x="1882425" y="4818075"/>
              <a:ext cx="53225" cy="13525"/>
            </a:xfrm>
            <a:custGeom>
              <a:rect b="b" l="l" r="r" t="t"/>
              <a:pathLst>
                <a:path extrusionOk="0" h="541" w="2129">
                  <a:moveTo>
                    <a:pt x="2129" y="0"/>
                  </a:moveTo>
                  <a:lnTo>
                    <a:pt x="98" y="471"/>
                  </a:lnTo>
                  <a:cubicBezTo>
                    <a:pt x="64" y="496"/>
                    <a:pt x="34" y="519"/>
                    <a:pt x="0" y="541"/>
                  </a:cubicBezTo>
                  <a:lnTo>
                    <a:pt x="2031" y="70"/>
                  </a:lnTo>
                  <a:cubicBezTo>
                    <a:pt x="2065" y="48"/>
                    <a:pt x="2095" y="26"/>
                    <a:pt x="2129"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2"/>
            <p:cNvSpPr/>
            <p:nvPr/>
          </p:nvSpPr>
          <p:spPr>
            <a:xfrm>
              <a:off x="2004300" y="4858200"/>
              <a:ext cx="32500" cy="21550"/>
            </a:xfrm>
            <a:custGeom>
              <a:rect b="b" l="l" r="r" t="t"/>
              <a:pathLst>
                <a:path extrusionOk="0" h="862" w="1300">
                  <a:moveTo>
                    <a:pt x="1299" y="0"/>
                  </a:moveTo>
                  <a:cubicBezTo>
                    <a:pt x="1241" y="14"/>
                    <a:pt x="1182" y="28"/>
                    <a:pt x="1124" y="42"/>
                  </a:cubicBezTo>
                  <a:lnTo>
                    <a:pt x="1" y="861"/>
                  </a:lnTo>
                  <a:lnTo>
                    <a:pt x="1" y="861"/>
                  </a:lnTo>
                  <a:lnTo>
                    <a:pt x="176" y="819"/>
                  </a:lnTo>
                  <a:lnTo>
                    <a:pt x="1299"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2"/>
            <p:cNvSpPr/>
            <p:nvPr/>
          </p:nvSpPr>
          <p:spPr>
            <a:xfrm>
              <a:off x="2284250" y="4654050"/>
              <a:ext cx="32475" cy="21525"/>
            </a:xfrm>
            <a:custGeom>
              <a:rect b="b" l="l" r="r" t="t"/>
              <a:pathLst>
                <a:path extrusionOk="0" h="861" w="1299">
                  <a:moveTo>
                    <a:pt x="1299" y="0"/>
                  </a:moveTo>
                  <a:lnTo>
                    <a:pt x="1121" y="42"/>
                  </a:lnTo>
                  <a:lnTo>
                    <a:pt x="1" y="861"/>
                  </a:lnTo>
                  <a:lnTo>
                    <a:pt x="1" y="861"/>
                  </a:lnTo>
                  <a:lnTo>
                    <a:pt x="176" y="819"/>
                  </a:lnTo>
                  <a:lnTo>
                    <a:pt x="1299"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2"/>
            <p:cNvSpPr/>
            <p:nvPr/>
          </p:nvSpPr>
          <p:spPr>
            <a:xfrm>
              <a:off x="2420425" y="4662325"/>
              <a:ext cx="58175" cy="20025"/>
            </a:xfrm>
            <a:custGeom>
              <a:rect b="b" l="l" r="r" t="t"/>
              <a:pathLst>
                <a:path extrusionOk="0" h="801" w="2327">
                  <a:moveTo>
                    <a:pt x="2327" y="1"/>
                  </a:moveTo>
                  <a:lnTo>
                    <a:pt x="20" y="750"/>
                  </a:lnTo>
                  <a:cubicBezTo>
                    <a:pt x="14" y="767"/>
                    <a:pt x="6" y="786"/>
                    <a:pt x="0" y="800"/>
                  </a:cubicBezTo>
                  <a:lnTo>
                    <a:pt x="2296" y="54"/>
                  </a:lnTo>
                  <a:lnTo>
                    <a:pt x="2307" y="51"/>
                  </a:lnTo>
                  <a:cubicBezTo>
                    <a:pt x="2307" y="45"/>
                    <a:pt x="2310" y="37"/>
                    <a:pt x="2313" y="31"/>
                  </a:cubicBezTo>
                  <a:cubicBezTo>
                    <a:pt x="2316" y="26"/>
                    <a:pt x="2324" y="12"/>
                    <a:pt x="2327"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2"/>
            <p:cNvSpPr/>
            <p:nvPr/>
          </p:nvSpPr>
          <p:spPr>
            <a:xfrm>
              <a:off x="1845075" y="4849550"/>
              <a:ext cx="58275" cy="20100"/>
            </a:xfrm>
            <a:custGeom>
              <a:rect b="b" l="l" r="r" t="t"/>
              <a:pathLst>
                <a:path extrusionOk="0" h="804" w="2331">
                  <a:moveTo>
                    <a:pt x="2330" y="1"/>
                  </a:moveTo>
                  <a:lnTo>
                    <a:pt x="23" y="753"/>
                  </a:lnTo>
                  <a:cubicBezTo>
                    <a:pt x="15" y="770"/>
                    <a:pt x="6" y="787"/>
                    <a:pt x="1" y="803"/>
                  </a:cubicBezTo>
                  <a:lnTo>
                    <a:pt x="2308" y="51"/>
                  </a:lnTo>
                  <a:cubicBezTo>
                    <a:pt x="2316" y="34"/>
                    <a:pt x="2322" y="18"/>
                    <a:pt x="2330"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2"/>
            <p:cNvSpPr/>
            <p:nvPr/>
          </p:nvSpPr>
          <p:spPr>
            <a:xfrm>
              <a:off x="2124875" y="4829975"/>
              <a:ext cx="11325" cy="15975"/>
            </a:xfrm>
            <a:custGeom>
              <a:rect b="b" l="l" r="r" t="t"/>
              <a:pathLst>
                <a:path extrusionOk="0" h="639" w="453">
                  <a:moveTo>
                    <a:pt x="452" y="1"/>
                  </a:moveTo>
                  <a:cubicBezTo>
                    <a:pt x="385" y="23"/>
                    <a:pt x="318" y="46"/>
                    <a:pt x="252" y="68"/>
                  </a:cubicBezTo>
                  <a:lnTo>
                    <a:pt x="1" y="639"/>
                  </a:lnTo>
                  <a:lnTo>
                    <a:pt x="1" y="639"/>
                  </a:lnTo>
                  <a:lnTo>
                    <a:pt x="201" y="575"/>
                  </a:lnTo>
                  <a:lnTo>
                    <a:pt x="452"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2"/>
            <p:cNvSpPr/>
            <p:nvPr/>
          </p:nvSpPr>
          <p:spPr>
            <a:xfrm>
              <a:off x="2187575" y="4687050"/>
              <a:ext cx="11300" cy="15975"/>
            </a:xfrm>
            <a:custGeom>
              <a:rect b="b" l="l" r="r" t="t"/>
              <a:pathLst>
                <a:path extrusionOk="0" h="639" w="452">
                  <a:moveTo>
                    <a:pt x="452" y="1"/>
                  </a:moveTo>
                  <a:lnTo>
                    <a:pt x="251" y="68"/>
                  </a:lnTo>
                  <a:lnTo>
                    <a:pt x="0" y="639"/>
                  </a:lnTo>
                  <a:lnTo>
                    <a:pt x="201" y="575"/>
                  </a:lnTo>
                  <a:lnTo>
                    <a:pt x="452"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2"/>
            <p:cNvSpPr/>
            <p:nvPr/>
          </p:nvSpPr>
          <p:spPr>
            <a:xfrm>
              <a:off x="2322700" y="4748350"/>
              <a:ext cx="40275" cy="5175"/>
            </a:xfrm>
            <a:custGeom>
              <a:rect b="b" l="l" r="r" t="t"/>
              <a:pathLst>
                <a:path extrusionOk="0" h="207" w="1611">
                  <a:moveTo>
                    <a:pt x="1611" y="1"/>
                  </a:moveTo>
                  <a:lnTo>
                    <a:pt x="157" y="126"/>
                  </a:lnTo>
                  <a:cubicBezTo>
                    <a:pt x="106" y="154"/>
                    <a:pt x="53" y="182"/>
                    <a:pt x="1" y="207"/>
                  </a:cubicBezTo>
                  <a:lnTo>
                    <a:pt x="1455" y="81"/>
                  </a:lnTo>
                  <a:lnTo>
                    <a:pt x="1611"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2"/>
            <p:cNvSpPr/>
            <p:nvPr/>
          </p:nvSpPr>
          <p:spPr>
            <a:xfrm>
              <a:off x="1960225" y="4779700"/>
              <a:ext cx="40275" cy="5175"/>
            </a:xfrm>
            <a:custGeom>
              <a:rect b="b" l="l" r="r" t="t"/>
              <a:pathLst>
                <a:path extrusionOk="0" h="207" w="1611">
                  <a:moveTo>
                    <a:pt x="1611" y="0"/>
                  </a:moveTo>
                  <a:lnTo>
                    <a:pt x="156" y="126"/>
                  </a:lnTo>
                  <a:cubicBezTo>
                    <a:pt x="103" y="154"/>
                    <a:pt x="50" y="181"/>
                    <a:pt x="0" y="206"/>
                  </a:cubicBezTo>
                  <a:lnTo>
                    <a:pt x="1455" y="81"/>
                  </a:lnTo>
                  <a:cubicBezTo>
                    <a:pt x="1505" y="53"/>
                    <a:pt x="1558" y="28"/>
                    <a:pt x="1611"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2"/>
            <p:cNvSpPr/>
            <p:nvPr/>
          </p:nvSpPr>
          <p:spPr>
            <a:xfrm>
              <a:off x="1910150" y="4871700"/>
              <a:ext cx="48425" cy="23725"/>
            </a:xfrm>
            <a:custGeom>
              <a:rect b="b" l="l" r="r" t="t"/>
              <a:pathLst>
                <a:path extrusionOk="0" h="949" w="1937">
                  <a:moveTo>
                    <a:pt x="1936" y="1"/>
                  </a:moveTo>
                  <a:lnTo>
                    <a:pt x="1936" y="1"/>
                  </a:lnTo>
                  <a:cubicBezTo>
                    <a:pt x="1892" y="4"/>
                    <a:pt x="1850" y="6"/>
                    <a:pt x="1808" y="9"/>
                  </a:cubicBezTo>
                  <a:lnTo>
                    <a:pt x="346" y="767"/>
                  </a:lnTo>
                  <a:lnTo>
                    <a:pt x="0" y="948"/>
                  </a:lnTo>
                  <a:cubicBezTo>
                    <a:pt x="42" y="943"/>
                    <a:pt x="86" y="940"/>
                    <a:pt x="128" y="934"/>
                  </a:cubicBezTo>
                  <a:lnTo>
                    <a:pt x="454" y="767"/>
                  </a:lnTo>
                  <a:lnTo>
                    <a:pt x="1936"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2"/>
            <p:cNvSpPr/>
            <p:nvPr/>
          </p:nvSpPr>
          <p:spPr>
            <a:xfrm>
              <a:off x="2361225" y="4638225"/>
              <a:ext cx="48425" cy="23700"/>
            </a:xfrm>
            <a:custGeom>
              <a:rect b="b" l="l" r="r" t="t"/>
              <a:pathLst>
                <a:path extrusionOk="0" h="948" w="1937">
                  <a:moveTo>
                    <a:pt x="1937" y="1"/>
                  </a:moveTo>
                  <a:lnTo>
                    <a:pt x="1811" y="12"/>
                  </a:lnTo>
                  <a:lnTo>
                    <a:pt x="0" y="948"/>
                  </a:lnTo>
                  <a:lnTo>
                    <a:pt x="128" y="934"/>
                  </a:lnTo>
                  <a:lnTo>
                    <a:pt x="1937"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2"/>
            <p:cNvSpPr/>
            <p:nvPr/>
          </p:nvSpPr>
          <p:spPr>
            <a:xfrm>
              <a:off x="1820000" y="4629275"/>
              <a:ext cx="672400" cy="261725"/>
            </a:xfrm>
            <a:custGeom>
              <a:rect b="b" l="l" r="r" t="t"/>
              <a:pathLst>
                <a:path extrusionOk="0" h="10469" w="26896">
                  <a:moveTo>
                    <a:pt x="24795" y="314"/>
                  </a:moveTo>
                  <a:cubicBezTo>
                    <a:pt x="24825" y="314"/>
                    <a:pt x="24856" y="317"/>
                    <a:pt x="24890" y="317"/>
                  </a:cubicBezTo>
                  <a:lnTo>
                    <a:pt x="22842" y="1261"/>
                  </a:lnTo>
                  <a:cubicBezTo>
                    <a:pt x="22811" y="1261"/>
                    <a:pt x="22780" y="1259"/>
                    <a:pt x="22747" y="1256"/>
                  </a:cubicBezTo>
                  <a:lnTo>
                    <a:pt x="24795" y="314"/>
                  </a:lnTo>
                  <a:close/>
                  <a:moveTo>
                    <a:pt x="23586" y="359"/>
                  </a:moveTo>
                  <a:lnTo>
                    <a:pt x="21777" y="1292"/>
                  </a:lnTo>
                  <a:lnTo>
                    <a:pt x="21649" y="1306"/>
                  </a:lnTo>
                  <a:lnTo>
                    <a:pt x="23460" y="370"/>
                  </a:lnTo>
                  <a:lnTo>
                    <a:pt x="23586" y="359"/>
                  </a:lnTo>
                  <a:close/>
                  <a:moveTo>
                    <a:pt x="25840" y="467"/>
                  </a:moveTo>
                  <a:cubicBezTo>
                    <a:pt x="25859" y="476"/>
                    <a:pt x="25879" y="481"/>
                    <a:pt x="25898" y="487"/>
                  </a:cubicBezTo>
                  <a:lnTo>
                    <a:pt x="23669" y="1401"/>
                  </a:lnTo>
                  <a:cubicBezTo>
                    <a:pt x="23650" y="1392"/>
                    <a:pt x="23630" y="1387"/>
                    <a:pt x="23611" y="1381"/>
                  </a:cubicBezTo>
                  <a:lnTo>
                    <a:pt x="25840" y="467"/>
                  </a:lnTo>
                  <a:close/>
                  <a:moveTo>
                    <a:pt x="22050" y="556"/>
                  </a:moveTo>
                  <a:lnTo>
                    <a:pt x="20524" y="1454"/>
                  </a:lnTo>
                  <a:lnTo>
                    <a:pt x="20370" y="1481"/>
                  </a:lnTo>
                  <a:lnTo>
                    <a:pt x="21897" y="582"/>
                  </a:lnTo>
                  <a:lnTo>
                    <a:pt x="22050" y="556"/>
                  </a:lnTo>
                  <a:close/>
                  <a:moveTo>
                    <a:pt x="26308" y="765"/>
                  </a:moveTo>
                  <a:cubicBezTo>
                    <a:pt x="26316" y="774"/>
                    <a:pt x="26322" y="788"/>
                    <a:pt x="26327" y="799"/>
                  </a:cubicBezTo>
                  <a:lnTo>
                    <a:pt x="24017" y="1649"/>
                  </a:lnTo>
                  <a:cubicBezTo>
                    <a:pt x="24009" y="1637"/>
                    <a:pt x="24001" y="1626"/>
                    <a:pt x="23992" y="1615"/>
                  </a:cubicBezTo>
                  <a:lnTo>
                    <a:pt x="26308" y="765"/>
                  </a:lnTo>
                  <a:close/>
                  <a:moveTo>
                    <a:pt x="19869" y="994"/>
                  </a:moveTo>
                  <a:lnTo>
                    <a:pt x="18746" y="1810"/>
                  </a:lnTo>
                  <a:lnTo>
                    <a:pt x="18571" y="1852"/>
                  </a:lnTo>
                  <a:lnTo>
                    <a:pt x="19691" y="1036"/>
                  </a:lnTo>
                  <a:lnTo>
                    <a:pt x="19869" y="994"/>
                  </a:lnTo>
                  <a:close/>
                  <a:moveTo>
                    <a:pt x="17434" y="1621"/>
                  </a:moveTo>
                  <a:lnTo>
                    <a:pt x="16760" y="2323"/>
                  </a:lnTo>
                  <a:lnTo>
                    <a:pt x="16567" y="2376"/>
                  </a:lnTo>
                  <a:lnTo>
                    <a:pt x="17242" y="1674"/>
                  </a:lnTo>
                  <a:lnTo>
                    <a:pt x="17434" y="1621"/>
                  </a:lnTo>
                  <a:close/>
                  <a:moveTo>
                    <a:pt x="15155" y="2312"/>
                  </a:moveTo>
                  <a:lnTo>
                    <a:pt x="14904" y="2886"/>
                  </a:lnTo>
                  <a:lnTo>
                    <a:pt x="14703" y="2950"/>
                  </a:lnTo>
                  <a:lnTo>
                    <a:pt x="14954" y="2379"/>
                  </a:lnTo>
                  <a:lnTo>
                    <a:pt x="15155" y="2312"/>
                  </a:lnTo>
                  <a:close/>
                  <a:moveTo>
                    <a:pt x="23455" y="3800"/>
                  </a:moveTo>
                  <a:lnTo>
                    <a:pt x="23455" y="3800"/>
                  </a:lnTo>
                  <a:cubicBezTo>
                    <a:pt x="23410" y="3825"/>
                    <a:pt x="23368" y="3850"/>
                    <a:pt x="23324" y="3875"/>
                  </a:cubicBezTo>
                  <a:lnTo>
                    <a:pt x="21577" y="4165"/>
                  </a:lnTo>
                  <a:lnTo>
                    <a:pt x="21705" y="4087"/>
                  </a:lnTo>
                  <a:lnTo>
                    <a:pt x="23455" y="3800"/>
                  </a:lnTo>
                  <a:close/>
                  <a:moveTo>
                    <a:pt x="10324" y="4070"/>
                  </a:moveTo>
                  <a:lnTo>
                    <a:pt x="10967" y="4315"/>
                  </a:lnTo>
                  <a:lnTo>
                    <a:pt x="10775" y="4396"/>
                  </a:lnTo>
                  <a:lnTo>
                    <a:pt x="10131" y="4151"/>
                  </a:lnTo>
                  <a:lnTo>
                    <a:pt x="10324" y="4070"/>
                  </a:lnTo>
                  <a:close/>
                  <a:moveTo>
                    <a:pt x="21722" y="4764"/>
                  </a:moveTo>
                  <a:lnTo>
                    <a:pt x="21566" y="4844"/>
                  </a:lnTo>
                  <a:lnTo>
                    <a:pt x="20111" y="4970"/>
                  </a:lnTo>
                  <a:cubicBezTo>
                    <a:pt x="20164" y="4945"/>
                    <a:pt x="20214" y="4917"/>
                    <a:pt x="20267" y="4889"/>
                  </a:cubicBezTo>
                  <a:lnTo>
                    <a:pt x="21722" y="4764"/>
                  </a:lnTo>
                  <a:close/>
                  <a:moveTo>
                    <a:pt x="7866" y="5126"/>
                  </a:moveTo>
                  <a:lnTo>
                    <a:pt x="8958" y="5176"/>
                  </a:lnTo>
                  <a:lnTo>
                    <a:pt x="8783" y="5259"/>
                  </a:lnTo>
                  <a:lnTo>
                    <a:pt x="7688" y="5209"/>
                  </a:lnTo>
                  <a:lnTo>
                    <a:pt x="7866" y="5126"/>
                  </a:lnTo>
                  <a:close/>
                  <a:moveTo>
                    <a:pt x="18782" y="5622"/>
                  </a:moveTo>
                  <a:lnTo>
                    <a:pt x="19877" y="5672"/>
                  </a:lnTo>
                  <a:cubicBezTo>
                    <a:pt x="19816" y="5700"/>
                    <a:pt x="19757" y="5725"/>
                    <a:pt x="19699" y="5753"/>
                  </a:cubicBezTo>
                  <a:lnTo>
                    <a:pt x="18607" y="5702"/>
                  </a:lnTo>
                  <a:lnTo>
                    <a:pt x="18782" y="5622"/>
                  </a:lnTo>
                  <a:close/>
                  <a:moveTo>
                    <a:pt x="7220" y="6017"/>
                  </a:moveTo>
                  <a:lnTo>
                    <a:pt x="7220" y="6017"/>
                  </a:lnTo>
                  <a:cubicBezTo>
                    <a:pt x="7167" y="6045"/>
                    <a:pt x="7114" y="6070"/>
                    <a:pt x="7064" y="6098"/>
                  </a:cubicBezTo>
                  <a:lnTo>
                    <a:pt x="5612" y="6223"/>
                  </a:lnTo>
                  <a:cubicBezTo>
                    <a:pt x="5662" y="6198"/>
                    <a:pt x="5715" y="6171"/>
                    <a:pt x="5765" y="6143"/>
                  </a:cubicBezTo>
                  <a:lnTo>
                    <a:pt x="7220" y="6017"/>
                  </a:lnTo>
                  <a:close/>
                  <a:moveTo>
                    <a:pt x="16737" y="6519"/>
                  </a:moveTo>
                  <a:lnTo>
                    <a:pt x="17378" y="6764"/>
                  </a:lnTo>
                  <a:lnTo>
                    <a:pt x="17186" y="6845"/>
                  </a:lnTo>
                  <a:lnTo>
                    <a:pt x="16545" y="6600"/>
                  </a:lnTo>
                  <a:lnTo>
                    <a:pt x="16737" y="6519"/>
                  </a:lnTo>
                  <a:close/>
                  <a:moveTo>
                    <a:pt x="6022" y="6666"/>
                  </a:moveTo>
                  <a:lnTo>
                    <a:pt x="5885" y="6747"/>
                  </a:lnTo>
                  <a:lnTo>
                    <a:pt x="4138" y="7034"/>
                  </a:lnTo>
                  <a:cubicBezTo>
                    <a:pt x="4183" y="7009"/>
                    <a:pt x="4230" y="6981"/>
                    <a:pt x="4275" y="6956"/>
                  </a:cubicBezTo>
                  <a:lnTo>
                    <a:pt x="6022" y="6666"/>
                  </a:lnTo>
                  <a:close/>
                  <a:moveTo>
                    <a:pt x="14656" y="7332"/>
                  </a:moveTo>
                  <a:lnTo>
                    <a:pt x="14843" y="7753"/>
                  </a:lnTo>
                  <a:cubicBezTo>
                    <a:pt x="14777" y="7775"/>
                    <a:pt x="14711" y="7800"/>
                    <a:pt x="14644" y="7825"/>
                  </a:cubicBezTo>
                  <a:lnTo>
                    <a:pt x="14644" y="7825"/>
                  </a:lnTo>
                  <a:lnTo>
                    <a:pt x="14455" y="7405"/>
                  </a:lnTo>
                  <a:cubicBezTo>
                    <a:pt x="14522" y="7380"/>
                    <a:pt x="14589" y="7355"/>
                    <a:pt x="14656" y="7332"/>
                  </a:cubicBezTo>
                  <a:close/>
                  <a:moveTo>
                    <a:pt x="4629" y="7555"/>
                  </a:moveTo>
                  <a:cubicBezTo>
                    <a:pt x="4592" y="7578"/>
                    <a:pt x="4562" y="7600"/>
                    <a:pt x="4531" y="7622"/>
                  </a:cubicBezTo>
                  <a:lnTo>
                    <a:pt x="2500" y="8096"/>
                  </a:lnTo>
                  <a:cubicBezTo>
                    <a:pt x="2531" y="8071"/>
                    <a:pt x="2564" y="8048"/>
                    <a:pt x="2597" y="8026"/>
                  </a:cubicBezTo>
                  <a:lnTo>
                    <a:pt x="4629" y="7555"/>
                  </a:lnTo>
                  <a:close/>
                  <a:moveTo>
                    <a:pt x="12650" y="8029"/>
                  </a:moveTo>
                  <a:lnTo>
                    <a:pt x="12399" y="8603"/>
                  </a:lnTo>
                  <a:lnTo>
                    <a:pt x="12199" y="8667"/>
                  </a:lnTo>
                  <a:lnTo>
                    <a:pt x="12199" y="8667"/>
                  </a:lnTo>
                  <a:lnTo>
                    <a:pt x="12449" y="8096"/>
                  </a:lnTo>
                  <a:lnTo>
                    <a:pt x="12650" y="8029"/>
                  </a:lnTo>
                  <a:close/>
                  <a:moveTo>
                    <a:pt x="3754" y="8271"/>
                  </a:moveTo>
                  <a:lnTo>
                    <a:pt x="3754" y="8271"/>
                  </a:lnTo>
                  <a:cubicBezTo>
                    <a:pt x="3731" y="8294"/>
                    <a:pt x="3709" y="8313"/>
                    <a:pt x="3690" y="8335"/>
                  </a:cubicBezTo>
                  <a:lnTo>
                    <a:pt x="3692" y="8335"/>
                  </a:lnTo>
                  <a:lnTo>
                    <a:pt x="1472" y="8965"/>
                  </a:lnTo>
                  <a:cubicBezTo>
                    <a:pt x="1491" y="8946"/>
                    <a:pt x="1511" y="8926"/>
                    <a:pt x="1533" y="8904"/>
                  </a:cubicBezTo>
                  <a:lnTo>
                    <a:pt x="3754" y="8271"/>
                  </a:lnTo>
                  <a:close/>
                  <a:moveTo>
                    <a:pt x="10716" y="8625"/>
                  </a:moveTo>
                  <a:lnTo>
                    <a:pt x="10045" y="9327"/>
                  </a:lnTo>
                  <a:cubicBezTo>
                    <a:pt x="9978" y="9347"/>
                    <a:pt x="9914" y="9361"/>
                    <a:pt x="9853" y="9380"/>
                  </a:cubicBezTo>
                  <a:lnTo>
                    <a:pt x="10524" y="8678"/>
                  </a:lnTo>
                  <a:cubicBezTo>
                    <a:pt x="10588" y="8661"/>
                    <a:pt x="10652" y="8645"/>
                    <a:pt x="10716" y="8625"/>
                  </a:cubicBezTo>
                  <a:close/>
                  <a:moveTo>
                    <a:pt x="3333" y="8812"/>
                  </a:moveTo>
                  <a:lnTo>
                    <a:pt x="3333" y="8812"/>
                  </a:lnTo>
                  <a:cubicBezTo>
                    <a:pt x="3322" y="8829"/>
                    <a:pt x="3316" y="8845"/>
                    <a:pt x="3311" y="8862"/>
                  </a:cubicBezTo>
                  <a:lnTo>
                    <a:pt x="1004" y="9614"/>
                  </a:lnTo>
                  <a:cubicBezTo>
                    <a:pt x="1012" y="9598"/>
                    <a:pt x="1018" y="9581"/>
                    <a:pt x="1026" y="9564"/>
                  </a:cubicBezTo>
                  <a:lnTo>
                    <a:pt x="3333" y="8812"/>
                  </a:lnTo>
                  <a:close/>
                  <a:moveTo>
                    <a:pt x="8674" y="9157"/>
                  </a:moveTo>
                  <a:lnTo>
                    <a:pt x="7551" y="9976"/>
                  </a:lnTo>
                  <a:lnTo>
                    <a:pt x="7376" y="10018"/>
                  </a:lnTo>
                  <a:lnTo>
                    <a:pt x="7376" y="10018"/>
                  </a:lnTo>
                  <a:lnTo>
                    <a:pt x="8496" y="9199"/>
                  </a:lnTo>
                  <a:cubicBezTo>
                    <a:pt x="8554" y="9185"/>
                    <a:pt x="8616" y="9171"/>
                    <a:pt x="8674" y="9157"/>
                  </a:cubicBezTo>
                  <a:close/>
                  <a:moveTo>
                    <a:pt x="3263" y="9235"/>
                  </a:moveTo>
                  <a:cubicBezTo>
                    <a:pt x="3266" y="9244"/>
                    <a:pt x="3266" y="9255"/>
                    <a:pt x="3269" y="9263"/>
                  </a:cubicBezTo>
                  <a:cubicBezTo>
                    <a:pt x="3269" y="9266"/>
                    <a:pt x="3275" y="9272"/>
                    <a:pt x="3275" y="9274"/>
                  </a:cubicBezTo>
                  <a:lnTo>
                    <a:pt x="965" y="10124"/>
                  </a:lnTo>
                  <a:cubicBezTo>
                    <a:pt x="962" y="10116"/>
                    <a:pt x="956" y="10110"/>
                    <a:pt x="954" y="10105"/>
                  </a:cubicBezTo>
                  <a:cubicBezTo>
                    <a:pt x="951" y="10096"/>
                    <a:pt x="954" y="10091"/>
                    <a:pt x="951" y="10085"/>
                  </a:cubicBezTo>
                  <a:lnTo>
                    <a:pt x="3263" y="9235"/>
                  </a:lnTo>
                  <a:close/>
                  <a:moveTo>
                    <a:pt x="25709" y="0"/>
                  </a:moveTo>
                  <a:cubicBezTo>
                    <a:pt x="23508" y="0"/>
                    <a:pt x="18503" y="1053"/>
                    <a:pt x="12940" y="3070"/>
                  </a:cubicBezTo>
                  <a:lnTo>
                    <a:pt x="12798" y="3122"/>
                  </a:lnTo>
                  <a:lnTo>
                    <a:pt x="12984" y="3543"/>
                  </a:lnTo>
                  <a:lnTo>
                    <a:pt x="12959" y="3552"/>
                  </a:lnTo>
                  <a:lnTo>
                    <a:pt x="12784" y="3616"/>
                  </a:lnTo>
                  <a:lnTo>
                    <a:pt x="12597" y="3195"/>
                  </a:lnTo>
                  <a:cubicBezTo>
                    <a:pt x="5473" y="5806"/>
                    <a:pt x="1" y="8586"/>
                    <a:pt x="472" y="9887"/>
                  </a:cubicBezTo>
                  <a:cubicBezTo>
                    <a:pt x="497" y="9935"/>
                    <a:pt x="533" y="9976"/>
                    <a:pt x="578" y="10010"/>
                  </a:cubicBezTo>
                  <a:cubicBezTo>
                    <a:pt x="750" y="10155"/>
                    <a:pt x="1126" y="10272"/>
                    <a:pt x="1667" y="10353"/>
                  </a:cubicBezTo>
                  <a:lnTo>
                    <a:pt x="3595" y="9564"/>
                  </a:lnTo>
                  <a:cubicBezTo>
                    <a:pt x="3614" y="9572"/>
                    <a:pt x="3631" y="9581"/>
                    <a:pt x="3648" y="9586"/>
                  </a:cubicBezTo>
                  <a:lnTo>
                    <a:pt x="1745" y="10367"/>
                  </a:lnTo>
                  <a:cubicBezTo>
                    <a:pt x="2046" y="10406"/>
                    <a:pt x="2400" y="10436"/>
                    <a:pt x="2793" y="10450"/>
                  </a:cubicBezTo>
                  <a:lnTo>
                    <a:pt x="4372" y="9723"/>
                  </a:lnTo>
                  <a:cubicBezTo>
                    <a:pt x="4403" y="9726"/>
                    <a:pt x="4436" y="9726"/>
                    <a:pt x="4467" y="9726"/>
                  </a:cubicBezTo>
                  <a:lnTo>
                    <a:pt x="2887" y="10456"/>
                  </a:lnTo>
                  <a:cubicBezTo>
                    <a:pt x="3106" y="10463"/>
                    <a:pt x="3336" y="10468"/>
                    <a:pt x="3577" y="10468"/>
                  </a:cubicBezTo>
                  <a:cubicBezTo>
                    <a:pt x="3698" y="10468"/>
                    <a:pt x="3822" y="10467"/>
                    <a:pt x="3949" y="10464"/>
                  </a:cubicBezTo>
                  <a:lnTo>
                    <a:pt x="5412" y="9706"/>
                  </a:lnTo>
                  <a:cubicBezTo>
                    <a:pt x="5453" y="9703"/>
                    <a:pt x="5498" y="9698"/>
                    <a:pt x="5540" y="9695"/>
                  </a:cubicBezTo>
                  <a:lnTo>
                    <a:pt x="5540" y="9695"/>
                  </a:lnTo>
                  <a:lnTo>
                    <a:pt x="4055" y="10464"/>
                  </a:lnTo>
                  <a:cubicBezTo>
                    <a:pt x="4422" y="10453"/>
                    <a:pt x="4818" y="10433"/>
                    <a:pt x="5228" y="10403"/>
                  </a:cubicBezTo>
                  <a:lnTo>
                    <a:pt x="6671" y="9553"/>
                  </a:lnTo>
                  <a:cubicBezTo>
                    <a:pt x="6721" y="9545"/>
                    <a:pt x="6771" y="9536"/>
                    <a:pt x="6821" y="9528"/>
                  </a:cubicBezTo>
                  <a:lnTo>
                    <a:pt x="6821" y="9528"/>
                  </a:lnTo>
                  <a:lnTo>
                    <a:pt x="5356" y="10392"/>
                  </a:lnTo>
                  <a:cubicBezTo>
                    <a:pt x="7961" y="10197"/>
                    <a:pt x="11335" y="9589"/>
                    <a:pt x="14843" y="8319"/>
                  </a:cubicBezTo>
                  <a:cubicBezTo>
                    <a:pt x="19036" y="6797"/>
                    <a:pt x="22482" y="4666"/>
                    <a:pt x="24600" y="2964"/>
                  </a:cubicBezTo>
                  <a:lnTo>
                    <a:pt x="24600" y="2964"/>
                  </a:lnTo>
                  <a:lnTo>
                    <a:pt x="22755" y="3390"/>
                  </a:lnTo>
                  <a:lnTo>
                    <a:pt x="22853" y="3320"/>
                  </a:lnTo>
                  <a:lnTo>
                    <a:pt x="24681" y="2897"/>
                  </a:lnTo>
                  <a:cubicBezTo>
                    <a:pt x="25026" y="2615"/>
                    <a:pt x="25338" y="2348"/>
                    <a:pt x="25608" y="2097"/>
                  </a:cubicBezTo>
                  <a:lnTo>
                    <a:pt x="25608" y="2097"/>
                  </a:lnTo>
                  <a:lnTo>
                    <a:pt x="23622" y="2660"/>
                  </a:lnTo>
                  <a:cubicBezTo>
                    <a:pt x="23641" y="2640"/>
                    <a:pt x="23661" y="2621"/>
                    <a:pt x="23680" y="2599"/>
                  </a:cubicBezTo>
                  <a:lnTo>
                    <a:pt x="25678" y="2030"/>
                  </a:lnTo>
                  <a:cubicBezTo>
                    <a:pt x="25929" y="1793"/>
                    <a:pt x="26129" y="1579"/>
                    <a:pt x="26305" y="1376"/>
                  </a:cubicBezTo>
                  <a:lnTo>
                    <a:pt x="26305" y="1376"/>
                  </a:lnTo>
                  <a:lnTo>
                    <a:pt x="24009" y="2122"/>
                  </a:lnTo>
                  <a:cubicBezTo>
                    <a:pt x="24015" y="2106"/>
                    <a:pt x="24026" y="2089"/>
                    <a:pt x="24031" y="2072"/>
                  </a:cubicBezTo>
                  <a:lnTo>
                    <a:pt x="26338" y="1323"/>
                  </a:lnTo>
                  <a:lnTo>
                    <a:pt x="26338" y="1323"/>
                  </a:lnTo>
                  <a:cubicBezTo>
                    <a:pt x="26333" y="1334"/>
                    <a:pt x="26327" y="1342"/>
                    <a:pt x="26324" y="1353"/>
                  </a:cubicBezTo>
                  <a:cubicBezTo>
                    <a:pt x="26625" y="1002"/>
                    <a:pt x="26820" y="710"/>
                    <a:pt x="26871" y="504"/>
                  </a:cubicBezTo>
                  <a:cubicBezTo>
                    <a:pt x="26893" y="442"/>
                    <a:pt x="26896" y="373"/>
                    <a:pt x="26882" y="308"/>
                  </a:cubicBezTo>
                  <a:cubicBezTo>
                    <a:pt x="26807" y="102"/>
                    <a:pt x="26394" y="0"/>
                    <a:pt x="25709" y="0"/>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 name="Google Shape;1920;p42"/>
          <p:cNvGrpSpPr/>
          <p:nvPr/>
        </p:nvGrpSpPr>
        <p:grpSpPr>
          <a:xfrm>
            <a:off x="6028017" y="2354592"/>
            <a:ext cx="698494" cy="364112"/>
            <a:chOff x="3187175" y="4566775"/>
            <a:chExt cx="716625" cy="373525"/>
          </a:xfrm>
        </p:grpSpPr>
        <p:sp>
          <p:nvSpPr>
            <p:cNvPr id="1921" name="Google Shape;1921;p42"/>
            <p:cNvSpPr/>
            <p:nvPr/>
          </p:nvSpPr>
          <p:spPr>
            <a:xfrm>
              <a:off x="3187175" y="4583200"/>
              <a:ext cx="705475" cy="357100"/>
            </a:xfrm>
            <a:custGeom>
              <a:rect b="b" l="l" r="r" t="t"/>
              <a:pathLst>
                <a:path extrusionOk="0" h="14284" w="28219">
                  <a:moveTo>
                    <a:pt x="1945" y="1"/>
                  </a:moveTo>
                  <a:cubicBezTo>
                    <a:pt x="1555" y="466"/>
                    <a:pt x="984" y="2486"/>
                    <a:pt x="770" y="3079"/>
                  </a:cubicBezTo>
                  <a:cubicBezTo>
                    <a:pt x="1" y="5200"/>
                    <a:pt x="5180" y="9362"/>
                    <a:pt x="12471" y="12009"/>
                  </a:cubicBezTo>
                  <a:cubicBezTo>
                    <a:pt x="16610" y="13511"/>
                    <a:pt x="20509" y="14284"/>
                    <a:pt x="23248" y="14284"/>
                  </a:cubicBezTo>
                  <a:cubicBezTo>
                    <a:pt x="25334" y="14284"/>
                    <a:pt x="26747" y="13836"/>
                    <a:pt x="27079" y="12920"/>
                  </a:cubicBezTo>
                  <a:cubicBezTo>
                    <a:pt x="27294" y="12335"/>
                    <a:pt x="28219" y="10301"/>
                    <a:pt x="28219" y="9577"/>
                  </a:cubicBezTo>
                  <a:lnTo>
                    <a:pt x="28219" y="9577"/>
                  </a:lnTo>
                  <a:cubicBezTo>
                    <a:pt x="28046" y="9699"/>
                    <a:pt x="27709" y="9799"/>
                    <a:pt x="27258" y="9875"/>
                  </a:cubicBezTo>
                  <a:lnTo>
                    <a:pt x="27238" y="9883"/>
                  </a:lnTo>
                  <a:lnTo>
                    <a:pt x="27230" y="9877"/>
                  </a:lnTo>
                  <a:cubicBezTo>
                    <a:pt x="26965" y="9922"/>
                    <a:pt x="26672" y="9958"/>
                    <a:pt x="26327" y="9978"/>
                  </a:cubicBezTo>
                  <a:lnTo>
                    <a:pt x="26539" y="10073"/>
                  </a:lnTo>
                  <a:cubicBezTo>
                    <a:pt x="26511" y="10078"/>
                    <a:pt x="26483" y="10081"/>
                    <a:pt x="26455" y="10084"/>
                  </a:cubicBezTo>
                  <a:lnTo>
                    <a:pt x="26229" y="9983"/>
                  </a:lnTo>
                  <a:cubicBezTo>
                    <a:pt x="25951" y="9998"/>
                    <a:pt x="25647" y="10005"/>
                    <a:pt x="25323" y="10005"/>
                  </a:cubicBezTo>
                  <a:cubicBezTo>
                    <a:pt x="25220" y="10005"/>
                    <a:pt x="25114" y="10004"/>
                    <a:pt x="25006" y="10003"/>
                  </a:cubicBezTo>
                  <a:lnTo>
                    <a:pt x="25006" y="10003"/>
                  </a:lnTo>
                  <a:lnTo>
                    <a:pt x="25190" y="10098"/>
                  </a:lnTo>
                  <a:cubicBezTo>
                    <a:pt x="25151" y="10095"/>
                    <a:pt x="25109" y="10092"/>
                    <a:pt x="25070" y="10089"/>
                  </a:cubicBezTo>
                  <a:lnTo>
                    <a:pt x="24900" y="10003"/>
                  </a:lnTo>
                  <a:cubicBezTo>
                    <a:pt x="22181" y="9953"/>
                    <a:pt x="18169" y="9376"/>
                    <a:pt x="13976" y="7855"/>
                  </a:cubicBezTo>
                  <a:cubicBezTo>
                    <a:pt x="10471" y="6584"/>
                    <a:pt x="7490" y="4885"/>
                    <a:pt x="5367" y="3366"/>
                  </a:cubicBezTo>
                  <a:lnTo>
                    <a:pt x="5297" y="3355"/>
                  </a:lnTo>
                  <a:cubicBezTo>
                    <a:pt x="5252" y="3327"/>
                    <a:pt x="5211" y="3302"/>
                    <a:pt x="5166" y="3277"/>
                  </a:cubicBezTo>
                  <a:lnTo>
                    <a:pt x="5166" y="3277"/>
                  </a:lnTo>
                  <a:lnTo>
                    <a:pt x="5264" y="3291"/>
                  </a:lnTo>
                  <a:cubicBezTo>
                    <a:pt x="4929" y="3051"/>
                    <a:pt x="4612" y="2815"/>
                    <a:pt x="4322" y="2586"/>
                  </a:cubicBezTo>
                  <a:lnTo>
                    <a:pt x="3965" y="2505"/>
                  </a:lnTo>
                  <a:cubicBezTo>
                    <a:pt x="3932" y="2480"/>
                    <a:pt x="3893" y="2458"/>
                    <a:pt x="3862" y="2433"/>
                  </a:cubicBezTo>
                  <a:lnTo>
                    <a:pt x="3862" y="2433"/>
                  </a:lnTo>
                  <a:lnTo>
                    <a:pt x="4241" y="2516"/>
                  </a:lnTo>
                  <a:cubicBezTo>
                    <a:pt x="3943" y="2277"/>
                    <a:pt x="3675" y="2048"/>
                    <a:pt x="3433" y="1831"/>
                  </a:cubicBezTo>
                  <a:lnTo>
                    <a:pt x="2937" y="1695"/>
                  </a:lnTo>
                  <a:cubicBezTo>
                    <a:pt x="2912" y="1675"/>
                    <a:pt x="2887" y="1653"/>
                    <a:pt x="2868" y="1630"/>
                  </a:cubicBezTo>
                  <a:lnTo>
                    <a:pt x="2868" y="1630"/>
                  </a:lnTo>
                  <a:lnTo>
                    <a:pt x="3361" y="1764"/>
                  </a:lnTo>
                  <a:cubicBezTo>
                    <a:pt x="3071" y="1502"/>
                    <a:pt x="2817" y="1252"/>
                    <a:pt x="2611" y="1026"/>
                  </a:cubicBezTo>
                  <a:lnTo>
                    <a:pt x="2277" y="920"/>
                  </a:lnTo>
                  <a:cubicBezTo>
                    <a:pt x="2268" y="903"/>
                    <a:pt x="2257" y="887"/>
                    <a:pt x="2249" y="870"/>
                  </a:cubicBezTo>
                  <a:lnTo>
                    <a:pt x="2249" y="870"/>
                  </a:lnTo>
                  <a:lnTo>
                    <a:pt x="2564" y="967"/>
                  </a:lnTo>
                  <a:cubicBezTo>
                    <a:pt x="2196" y="555"/>
                    <a:pt x="1984" y="223"/>
                    <a:pt x="1945"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2"/>
            <p:cNvSpPr/>
            <p:nvPr/>
          </p:nvSpPr>
          <p:spPr>
            <a:xfrm>
              <a:off x="3241375" y="4590725"/>
              <a:ext cx="58375" cy="21675"/>
            </a:xfrm>
            <a:custGeom>
              <a:rect b="b" l="l" r="r" t="t"/>
              <a:pathLst>
                <a:path extrusionOk="0" h="867" w="2335">
                  <a:moveTo>
                    <a:pt x="14" y="0"/>
                  </a:moveTo>
                  <a:cubicBezTo>
                    <a:pt x="11" y="6"/>
                    <a:pt x="9" y="12"/>
                    <a:pt x="6" y="17"/>
                  </a:cubicBezTo>
                  <a:cubicBezTo>
                    <a:pt x="3" y="23"/>
                    <a:pt x="3" y="31"/>
                    <a:pt x="0" y="39"/>
                  </a:cubicBezTo>
                  <a:lnTo>
                    <a:pt x="2318" y="867"/>
                  </a:lnTo>
                  <a:cubicBezTo>
                    <a:pt x="2318" y="864"/>
                    <a:pt x="2318" y="859"/>
                    <a:pt x="2321" y="856"/>
                  </a:cubicBezTo>
                  <a:cubicBezTo>
                    <a:pt x="2324" y="847"/>
                    <a:pt x="2329" y="839"/>
                    <a:pt x="2335" y="831"/>
                  </a:cubicBezTo>
                  <a:lnTo>
                    <a:pt x="14"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2"/>
            <p:cNvSpPr/>
            <p:nvPr/>
          </p:nvSpPr>
          <p:spPr>
            <a:xfrm>
              <a:off x="3819425" y="4797525"/>
              <a:ext cx="58125" cy="21750"/>
            </a:xfrm>
            <a:custGeom>
              <a:rect b="b" l="l" r="r" t="t"/>
              <a:pathLst>
                <a:path extrusionOk="0" h="870" w="2325">
                  <a:moveTo>
                    <a:pt x="3" y="1"/>
                  </a:moveTo>
                  <a:cubicBezTo>
                    <a:pt x="3" y="15"/>
                    <a:pt x="1" y="28"/>
                    <a:pt x="1" y="42"/>
                  </a:cubicBezTo>
                  <a:lnTo>
                    <a:pt x="2319" y="870"/>
                  </a:lnTo>
                  <a:cubicBezTo>
                    <a:pt x="2319" y="859"/>
                    <a:pt x="2324" y="845"/>
                    <a:pt x="2324" y="831"/>
                  </a:cubicBezTo>
                  <a:lnTo>
                    <a:pt x="3"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2"/>
            <p:cNvSpPr/>
            <p:nvPr/>
          </p:nvSpPr>
          <p:spPr>
            <a:xfrm>
              <a:off x="3752200" y="4736925"/>
              <a:ext cx="47125" cy="9225"/>
            </a:xfrm>
            <a:custGeom>
              <a:rect b="b" l="l" r="r" t="t"/>
              <a:pathLst>
                <a:path extrusionOk="0" h="369" w="1885">
                  <a:moveTo>
                    <a:pt x="1" y="1"/>
                  </a:moveTo>
                  <a:lnTo>
                    <a:pt x="1" y="1"/>
                  </a:lnTo>
                  <a:cubicBezTo>
                    <a:pt x="45" y="26"/>
                    <a:pt x="90" y="54"/>
                    <a:pt x="135" y="79"/>
                  </a:cubicBezTo>
                  <a:lnTo>
                    <a:pt x="1884" y="368"/>
                  </a:lnTo>
                  <a:cubicBezTo>
                    <a:pt x="1840" y="341"/>
                    <a:pt x="1792" y="315"/>
                    <a:pt x="1748" y="288"/>
                  </a:cubicBezTo>
                  <a:lnTo>
                    <a:pt x="1"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2"/>
            <p:cNvSpPr/>
            <p:nvPr/>
          </p:nvSpPr>
          <p:spPr>
            <a:xfrm>
              <a:off x="3316325" y="4665125"/>
              <a:ext cx="46950" cy="9150"/>
            </a:xfrm>
            <a:custGeom>
              <a:rect b="b" l="l" r="r" t="t"/>
              <a:pathLst>
                <a:path extrusionOk="0" h="366" w="1878">
                  <a:moveTo>
                    <a:pt x="0" y="0"/>
                  </a:moveTo>
                  <a:cubicBezTo>
                    <a:pt x="45" y="25"/>
                    <a:pt x="86" y="50"/>
                    <a:pt x="131" y="75"/>
                  </a:cubicBezTo>
                  <a:lnTo>
                    <a:pt x="201" y="89"/>
                  </a:lnTo>
                  <a:lnTo>
                    <a:pt x="1878" y="365"/>
                  </a:lnTo>
                  <a:cubicBezTo>
                    <a:pt x="1833" y="337"/>
                    <a:pt x="1794" y="312"/>
                    <a:pt x="1750" y="287"/>
                  </a:cubicBezTo>
                  <a:lnTo>
                    <a:pt x="95" y="14"/>
                  </a:lnTo>
                  <a:lnTo>
                    <a:pt x="0"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2"/>
            <p:cNvSpPr/>
            <p:nvPr/>
          </p:nvSpPr>
          <p:spPr>
            <a:xfrm>
              <a:off x="3732300" y="4807700"/>
              <a:ext cx="41875" cy="23075"/>
            </a:xfrm>
            <a:custGeom>
              <a:rect b="b" l="l" r="r" t="t"/>
              <a:pathLst>
                <a:path extrusionOk="0" h="923" w="1675">
                  <a:moveTo>
                    <a:pt x="0" y="0"/>
                  </a:moveTo>
                  <a:lnTo>
                    <a:pt x="1527" y="900"/>
                  </a:lnTo>
                  <a:lnTo>
                    <a:pt x="1675" y="923"/>
                  </a:lnTo>
                  <a:lnTo>
                    <a:pt x="148" y="25"/>
                  </a:lnTo>
                  <a:lnTo>
                    <a:pt x="0"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2"/>
            <p:cNvSpPr/>
            <p:nvPr/>
          </p:nvSpPr>
          <p:spPr>
            <a:xfrm>
              <a:off x="3351775" y="4583275"/>
              <a:ext cx="42025" cy="23150"/>
            </a:xfrm>
            <a:custGeom>
              <a:rect b="b" l="l" r="r" t="t"/>
              <a:pathLst>
                <a:path extrusionOk="0" h="926" w="1681">
                  <a:moveTo>
                    <a:pt x="0" y="0"/>
                  </a:moveTo>
                  <a:lnTo>
                    <a:pt x="1524" y="900"/>
                  </a:lnTo>
                  <a:lnTo>
                    <a:pt x="1680" y="925"/>
                  </a:lnTo>
                  <a:lnTo>
                    <a:pt x="153" y="28"/>
                  </a:lnTo>
                  <a:lnTo>
                    <a:pt x="0"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2"/>
            <p:cNvSpPr/>
            <p:nvPr/>
          </p:nvSpPr>
          <p:spPr>
            <a:xfrm>
              <a:off x="3801325" y="4770700"/>
              <a:ext cx="56150" cy="16325"/>
            </a:xfrm>
            <a:custGeom>
              <a:rect b="b" l="l" r="r" t="t"/>
              <a:pathLst>
                <a:path extrusionOk="0" h="653" w="2246">
                  <a:moveTo>
                    <a:pt x="0" y="1"/>
                  </a:moveTo>
                  <a:cubicBezTo>
                    <a:pt x="25" y="20"/>
                    <a:pt x="47" y="43"/>
                    <a:pt x="70" y="65"/>
                  </a:cubicBezTo>
                  <a:lnTo>
                    <a:pt x="2246" y="653"/>
                  </a:lnTo>
                  <a:cubicBezTo>
                    <a:pt x="2223" y="631"/>
                    <a:pt x="2201" y="611"/>
                    <a:pt x="2176" y="589"/>
                  </a:cubicBezTo>
                  <a:lnTo>
                    <a:pt x="0"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2"/>
            <p:cNvSpPr/>
            <p:nvPr/>
          </p:nvSpPr>
          <p:spPr>
            <a:xfrm>
              <a:off x="3258775" y="4624025"/>
              <a:ext cx="56175" cy="16250"/>
            </a:xfrm>
            <a:custGeom>
              <a:rect b="b" l="l" r="r" t="t"/>
              <a:pathLst>
                <a:path extrusionOk="0" h="650" w="2247">
                  <a:moveTo>
                    <a:pt x="1" y="0"/>
                  </a:moveTo>
                  <a:cubicBezTo>
                    <a:pt x="23" y="20"/>
                    <a:pt x="48" y="42"/>
                    <a:pt x="70" y="64"/>
                  </a:cubicBezTo>
                  <a:lnTo>
                    <a:pt x="566" y="198"/>
                  </a:lnTo>
                  <a:lnTo>
                    <a:pt x="2246" y="649"/>
                  </a:lnTo>
                  <a:cubicBezTo>
                    <a:pt x="2224" y="630"/>
                    <a:pt x="2199" y="608"/>
                    <a:pt x="2177" y="585"/>
                  </a:cubicBezTo>
                  <a:lnTo>
                    <a:pt x="497" y="134"/>
                  </a:lnTo>
                  <a:lnTo>
                    <a:pt x="1"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2"/>
            <p:cNvSpPr/>
            <p:nvPr/>
          </p:nvSpPr>
          <p:spPr>
            <a:xfrm>
              <a:off x="3449150" y="4605150"/>
              <a:ext cx="24875" cy="19800"/>
            </a:xfrm>
            <a:custGeom>
              <a:rect b="b" l="l" r="r" t="t"/>
              <a:pathLst>
                <a:path extrusionOk="0" h="792" w="995">
                  <a:moveTo>
                    <a:pt x="0" y="0"/>
                  </a:moveTo>
                  <a:lnTo>
                    <a:pt x="808" y="741"/>
                  </a:lnTo>
                  <a:cubicBezTo>
                    <a:pt x="870" y="758"/>
                    <a:pt x="931" y="775"/>
                    <a:pt x="995" y="791"/>
                  </a:cubicBezTo>
                  <a:lnTo>
                    <a:pt x="187" y="53"/>
                  </a:lnTo>
                  <a:cubicBezTo>
                    <a:pt x="126" y="34"/>
                    <a:pt x="62" y="17"/>
                    <a:pt x="0"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2"/>
            <p:cNvSpPr/>
            <p:nvPr/>
          </p:nvSpPr>
          <p:spPr>
            <a:xfrm>
              <a:off x="3650650" y="4789575"/>
              <a:ext cx="24900" cy="19825"/>
            </a:xfrm>
            <a:custGeom>
              <a:rect b="b" l="l" r="r" t="t"/>
              <a:pathLst>
                <a:path extrusionOk="0" h="793" w="996">
                  <a:moveTo>
                    <a:pt x="1" y="1"/>
                  </a:moveTo>
                  <a:lnTo>
                    <a:pt x="809" y="742"/>
                  </a:lnTo>
                  <a:lnTo>
                    <a:pt x="995" y="792"/>
                  </a:lnTo>
                  <a:lnTo>
                    <a:pt x="187" y="54"/>
                  </a:lnTo>
                  <a:cubicBezTo>
                    <a:pt x="126" y="37"/>
                    <a:pt x="62" y="18"/>
                    <a:pt x="1"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2"/>
            <p:cNvSpPr/>
            <p:nvPr/>
          </p:nvSpPr>
          <p:spPr>
            <a:xfrm>
              <a:off x="3795825" y="4811525"/>
              <a:ext cx="54825" cy="23775"/>
            </a:xfrm>
            <a:custGeom>
              <a:rect b="b" l="l" r="r" t="t"/>
              <a:pathLst>
                <a:path extrusionOk="0" h="951" w="2193">
                  <a:moveTo>
                    <a:pt x="81" y="1"/>
                  </a:moveTo>
                  <a:lnTo>
                    <a:pt x="0" y="12"/>
                  </a:lnTo>
                  <a:lnTo>
                    <a:pt x="1883" y="850"/>
                  </a:lnTo>
                  <a:lnTo>
                    <a:pt x="2109" y="951"/>
                  </a:lnTo>
                  <a:cubicBezTo>
                    <a:pt x="2137" y="945"/>
                    <a:pt x="2165" y="942"/>
                    <a:pt x="2193" y="940"/>
                  </a:cubicBezTo>
                  <a:lnTo>
                    <a:pt x="1981" y="845"/>
                  </a:lnTo>
                  <a:lnTo>
                    <a:pt x="81"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2"/>
            <p:cNvSpPr/>
            <p:nvPr/>
          </p:nvSpPr>
          <p:spPr>
            <a:xfrm>
              <a:off x="3269575" y="4577350"/>
              <a:ext cx="54975" cy="23700"/>
            </a:xfrm>
            <a:custGeom>
              <a:rect b="b" l="l" r="r" t="t"/>
              <a:pathLst>
                <a:path extrusionOk="0" h="948" w="2199">
                  <a:moveTo>
                    <a:pt x="87" y="1"/>
                  </a:moveTo>
                  <a:cubicBezTo>
                    <a:pt x="59" y="3"/>
                    <a:pt x="28" y="6"/>
                    <a:pt x="1" y="9"/>
                  </a:cubicBezTo>
                  <a:lnTo>
                    <a:pt x="2112" y="948"/>
                  </a:lnTo>
                  <a:lnTo>
                    <a:pt x="2199" y="939"/>
                  </a:lnTo>
                  <a:lnTo>
                    <a:pt x="87"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2"/>
            <p:cNvSpPr/>
            <p:nvPr/>
          </p:nvSpPr>
          <p:spPr>
            <a:xfrm>
              <a:off x="3664925" y="4690475"/>
              <a:ext cx="28725" cy="4675"/>
            </a:xfrm>
            <a:custGeom>
              <a:rect b="b" l="l" r="r" t="t"/>
              <a:pathLst>
                <a:path extrusionOk="0" h="187" w="1149">
                  <a:moveTo>
                    <a:pt x="965" y="0"/>
                  </a:moveTo>
                  <a:lnTo>
                    <a:pt x="1" y="106"/>
                  </a:lnTo>
                  <a:cubicBezTo>
                    <a:pt x="62" y="134"/>
                    <a:pt x="121" y="162"/>
                    <a:pt x="182" y="187"/>
                  </a:cubicBezTo>
                  <a:lnTo>
                    <a:pt x="1149" y="81"/>
                  </a:lnTo>
                  <a:lnTo>
                    <a:pt x="965"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2"/>
            <p:cNvSpPr/>
            <p:nvPr/>
          </p:nvSpPr>
          <p:spPr>
            <a:xfrm>
              <a:off x="3423725" y="4717150"/>
              <a:ext cx="28725" cy="4750"/>
            </a:xfrm>
            <a:custGeom>
              <a:rect b="b" l="l" r="r" t="t"/>
              <a:pathLst>
                <a:path extrusionOk="0" h="190" w="1149">
                  <a:moveTo>
                    <a:pt x="967" y="0"/>
                  </a:moveTo>
                  <a:lnTo>
                    <a:pt x="0" y="109"/>
                  </a:lnTo>
                  <a:lnTo>
                    <a:pt x="181" y="190"/>
                  </a:lnTo>
                  <a:lnTo>
                    <a:pt x="1148" y="84"/>
                  </a:lnTo>
                  <a:cubicBezTo>
                    <a:pt x="1087" y="56"/>
                    <a:pt x="1028" y="28"/>
                    <a:pt x="967"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2"/>
            <p:cNvSpPr/>
            <p:nvPr/>
          </p:nvSpPr>
          <p:spPr>
            <a:xfrm>
              <a:off x="3815950" y="4786800"/>
              <a:ext cx="58250" cy="19675"/>
            </a:xfrm>
            <a:custGeom>
              <a:rect b="b" l="l" r="r" t="t"/>
              <a:pathLst>
                <a:path extrusionOk="0" h="787" w="2330">
                  <a:moveTo>
                    <a:pt x="0" y="1"/>
                  </a:moveTo>
                  <a:cubicBezTo>
                    <a:pt x="11" y="20"/>
                    <a:pt x="23" y="37"/>
                    <a:pt x="34" y="56"/>
                  </a:cubicBezTo>
                  <a:lnTo>
                    <a:pt x="2329" y="786"/>
                  </a:lnTo>
                  <a:cubicBezTo>
                    <a:pt x="2318" y="769"/>
                    <a:pt x="2307" y="750"/>
                    <a:pt x="2296" y="733"/>
                  </a:cubicBezTo>
                  <a:lnTo>
                    <a:pt x="0"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2"/>
            <p:cNvSpPr/>
            <p:nvPr/>
          </p:nvSpPr>
          <p:spPr>
            <a:xfrm>
              <a:off x="3243325" y="4604875"/>
              <a:ext cx="58100" cy="19575"/>
            </a:xfrm>
            <a:custGeom>
              <a:rect b="b" l="l" r="r" t="t"/>
              <a:pathLst>
                <a:path extrusionOk="0" h="783" w="2324">
                  <a:moveTo>
                    <a:pt x="0" y="0"/>
                  </a:moveTo>
                  <a:cubicBezTo>
                    <a:pt x="9" y="20"/>
                    <a:pt x="17" y="36"/>
                    <a:pt x="28" y="53"/>
                  </a:cubicBezTo>
                  <a:lnTo>
                    <a:pt x="362" y="159"/>
                  </a:lnTo>
                  <a:lnTo>
                    <a:pt x="2324" y="783"/>
                  </a:lnTo>
                  <a:cubicBezTo>
                    <a:pt x="2315" y="766"/>
                    <a:pt x="2307" y="750"/>
                    <a:pt x="2299" y="730"/>
                  </a:cubicBezTo>
                  <a:lnTo>
                    <a:pt x="312" y="100"/>
                  </a:lnTo>
                  <a:lnTo>
                    <a:pt x="0"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2"/>
            <p:cNvSpPr/>
            <p:nvPr/>
          </p:nvSpPr>
          <p:spPr>
            <a:xfrm>
              <a:off x="3596750" y="4773700"/>
              <a:ext cx="13400" cy="16600"/>
            </a:xfrm>
            <a:custGeom>
              <a:rect b="b" l="l" r="r" t="t"/>
              <a:pathLst>
                <a:path extrusionOk="0" h="664" w="536">
                  <a:moveTo>
                    <a:pt x="0" y="1"/>
                  </a:moveTo>
                  <a:lnTo>
                    <a:pt x="335" y="603"/>
                  </a:lnTo>
                  <a:lnTo>
                    <a:pt x="535" y="664"/>
                  </a:lnTo>
                  <a:lnTo>
                    <a:pt x="198" y="65"/>
                  </a:lnTo>
                  <a:lnTo>
                    <a:pt x="0"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2"/>
            <p:cNvSpPr/>
            <p:nvPr/>
          </p:nvSpPr>
          <p:spPr>
            <a:xfrm>
              <a:off x="3540600" y="4755725"/>
              <a:ext cx="8250" cy="12925"/>
            </a:xfrm>
            <a:custGeom>
              <a:rect b="b" l="l" r="r" t="t"/>
              <a:pathLst>
                <a:path extrusionOk="0" h="517" w="330">
                  <a:moveTo>
                    <a:pt x="129" y="1"/>
                  </a:moveTo>
                  <a:lnTo>
                    <a:pt x="1" y="444"/>
                  </a:lnTo>
                  <a:lnTo>
                    <a:pt x="201" y="516"/>
                  </a:lnTo>
                  <a:lnTo>
                    <a:pt x="329" y="73"/>
                  </a:lnTo>
                  <a:lnTo>
                    <a:pt x="129"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2"/>
            <p:cNvSpPr/>
            <p:nvPr/>
          </p:nvSpPr>
          <p:spPr>
            <a:xfrm>
              <a:off x="3572425" y="4645275"/>
              <a:ext cx="8250" cy="12825"/>
            </a:xfrm>
            <a:custGeom>
              <a:rect b="b" l="l" r="r" t="t"/>
              <a:pathLst>
                <a:path extrusionOk="0" h="513" w="330">
                  <a:moveTo>
                    <a:pt x="126" y="0"/>
                  </a:moveTo>
                  <a:lnTo>
                    <a:pt x="1" y="440"/>
                  </a:lnTo>
                  <a:cubicBezTo>
                    <a:pt x="59" y="463"/>
                    <a:pt x="118" y="482"/>
                    <a:pt x="174" y="504"/>
                  </a:cubicBezTo>
                  <a:lnTo>
                    <a:pt x="201" y="513"/>
                  </a:lnTo>
                  <a:lnTo>
                    <a:pt x="330" y="72"/>
                  </a:lnTo>
                  <a:cubicBezTo>
                    <a:pt x="263" y="47"/>
                    <a:pt x="196" y="22"/>
                    <a:pt x="126" y="0"/>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2"/>
            <p:cNvSpPr/>
            <p:nvPr/>
          </p:nvSpPr>
          <p:spPr>
            <a:xfrm>
              <a:off x="3767400" y="4811875"/>
              <a:ext cx="49550" cy="23700"/>
            </a:xfrm>
            <a:custGeom>
              <a:rect b="b" l="l" r="r" t="t"/>
              <a:pathLst>
                <a:path extrusionOk="0" h="948" w="1982">
                  <a:moveTo>
                    <a:pt x="0" y="1"/>
                  </a:moveTo>
                  <a:lnTo>
                    <a:pt x="1691" y="856"/>
                  </a:lnTo>
                  <a:lnTo>
                    <a:pt x="1861" y="942"/>
                  </a:lnTo>
                  <a:cubicBezTo>
                    <a:pt x="1900" y="945"/>
                    <a:pt x="1942" y="948"/>
                    <a:pt x="1981" y="948"/>
                  </a:cubicBezTo>
                  <a:lnTo>
                    <a:pt x="1797" y="856"/>
                  </a:lnTo>
                  <a:lnTo>
                    <a:pt x="120" y="9"/>
                  </a:lnTo>
                  <a:lnTo>
                    <a:pt x="0"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2"/>
            <p:cNvSpPr/>
            <p:nvPr/>
          </p:nvSpPr>
          <p:spPr>
            <a:xfrm>
              <a:off x="3303300" y="4577350"/>
              <a:ext cx="49550" cy="23775"/>
            </a:xfrm>
            <a:custGeom>
              <a:rect b="b" l="l" r="r" t="t"/>
              <a:pathLst>
                <a:path extrusionOk="0" h="951" w="1982">
                  <a:moveTo>
                    <a:pt x="0" y="1"/>
                  </a:moveTo>
                  <a:lnTo>
                    <a:pt x="1861" y="942"/>
                  </a:lnTo>
                  <a:cubicBezTo>
                    <a:pt x="1900" y="942"/>
                    <a:pt x="1939" y="945"/>
                    <a:pt x="1981" y="951"/>
                  </a:cubicBezTo>
                  <a:lnTo>
                    <a:pt x="120" y="9"/>
                  </a:lnTo>
                  <a:lnTo>
                    <a:pt x="0"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2"/>
            <p:cNvSpPr/>
            <p:nvPr/>
          </p:nvSpPr>
          <p:spPr>
            <a:xfrm>
              <a:off x="3365975" y="4692350"/>
              <a:ext cx="38750" cy="4350"/>
            </a:xfrm>
            <a:custGeom>
              <a:rect b="b" l="l" r="r" t="t"/>
              <a:pathLst>
                <a:path extrusionOk="0" h="174" w="1550">
                  <a:moveTo>
                    <a:pt x="1" y="0"/>
                  </a:moveTo>
                  <a:lnTo>
                    <a:pt x="162" y="81"/>
                  </a:lnTo>
                  <a:lnTo>
                    <a:pt x="1550" y="173"/>
                  </a:lnTo>
                  <a:lnTo>
                    <a:pt x="1388" y="92"/>
                  </a:lnTo>
                  <a:lnTo>
                    <a:pt x="1"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2"/>
            <p:cNvSpPr/>
            <p:nvPr/>
          </p:nvSpPr>
          <p:spPr>
            <a:xfrm>
              <a:off x="3711675" y="4715125"/>
              <a:ext cx="38750" cy="4425"/>
            </a:xfrm>
            <a:custGeom>
              <a:rect b="b" l="l" r="r" t="t"/>
              <a:pathLst>
                <a:path extrusionOk="0" h="177" w="1550">
                  <a:moveTo>
                    <a:pt x="0" y="1"/>
                  </a:moveTo>
                  <a:lnTo>
                    <a:pt x="162" y="84"/>
                  </a:lnTo>
                  <a:lnTo>
                    <a:pt x="1549" y="176"/>
                  </a:lnTo>
                  <a:lnTo>
                    <a:pt x="1549" y="176"/>
                  </a:lnTo>
                  <a:lnTo>
                    <a:pt x="1388" y="92"/>
                  </a:lnTo>
                  <a:lnTo>
                    <a:pt x="0"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2"/>
            <p:cNvSpPr/>
            <p:nvPr/>
          </p:nvSpPr>
          <p:spPr>
            <a:xfrm>
              <a:off x="3811825" y="4807075"/>
              <a:ext cx="57575" cy="23225"/>
            </a:xfrm>
            <a:custGeom>
              <a:rect b="b" l="l" r="r" t="t"/>
              <a:pathLst>
                <a:path extrusionOk="0" h="929" w="2303">
                  <a:moveTo>
                    <a:pt x="51" y="0"/>
                  </a:moveTo>
                  <a:cubicBezTo>
                    <a:pt x="37" y="9"/>
                    <a:pt x="18" y="17"/>
                    <a:pt x="1" y="25"/>
                  </a:cubicBezTo>
                  <a:lnTo>
                    <a:pt x="2244" y="922"/>
                  </a:lnTo>
                  <a:lnTo>
                    <a:pt x="2252" y="928"/>
                  </a:lnTo>
                  <a:lnTo>
                    <a:pt x="2272" y="920"/>
                  </a:lnTo>
                  <a:cubicBezTo>
                    <a:pt x="2283" y="914"/>
                    <a:pt x="2294" y="909"/>
                    <a:pt x="2302" y="903"/>
                  </a:cubicBezTo>
                  <a:lnTo>
                    <a:pt x="51"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2"/>
            <p:cNvSpPr/>
            <p:nvPr/>
          </p:nvSpPr>
          <p:spPr>
            <a:xfrm>
              <a:off x="3250275" y="4581950"/>
              <a:ext cx="57575" cy="23150"/>
            </a:xfrm>
            <a:custGeom>
              <a:rect b="b" l="l" r="r" t="t"/>
              <a:pathLst>
                <a:path extrusionOk="0" h="926" w="2303">
                  <a:moveTo>
                    <a:pt x="51" y="0"/>
                  </a:moveTo>
                  <a:cubicBezTo>
                    <a:pt x="31" y="6"/>
                    <a:pt x="18" y="14"/>
                    <a:pt x="1" y="23"/>
                  </a:cubicBezTo>
                  <a:lnTo>
                    <a:pt x="2252" y="925"/>
                  </a:lnTo>
                  <a:cubicBezTo>
                    <a:pt x="2269" y="917"/>
                    <a:pt x="2283" y="909"/>
                    <a:pt x="2302" y="900"/>
                  </a:cubicBezTo>
                  <a:lnTo>
                    <a:pt x="51"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2"/>
            <p:cNvSpPr/>
            <p:nvPr/>
          </p:nvSpPr>
          <p:spPr>
            <a:xfrm>
              <a:off x="3480150" y="4736850"/>
              <a:ext cx="18950" cy="8950"/>
            </a:xfrm>
            <a:custGeom>
              <a:rect b="b" l="l" r="r" t="t"/>
              <a:pathLst>
                <a:path extrusionOk="0" h="358" w="758">
                  <a:moveTo>
                    <a:pt x="560" y="1"/>
                  </a:moveTo>
                  <a:lnTo>
                    <a:pt x="0" y="277"/>
                  </a:lnTo>
                  <a:lnTo>
                    <a:pt x="195" y="357"/>
                  </a:lnTo>
                  <a:lnTo>
                    <a:pt x="758" y="79"/>
                  </a:lnTo>
                  <a:cubicBezTo>
                    <a:pt x="691" y="51"/>
                    <a:pt x="627" y="26"/>
                    <a:pt x="560"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2"/>
            <p:cNvSpPr/>
            <p:nvPr/>
          </p:nvSpPr>
          <p:spPr>
            <a:xfrm>
              <a:off x="3619875" y="4667350"/>
              <a:ext cx="18975" cy="8925"/>
            </a:xfrm>
            <a:custGeom>
              <a:rect b="b" l="l" r="r" t="t"/>
              <a:pathLst>
                <a:path extrusionOk="0" h="357" w="759">
                  <a:moveTo>
                    <a:pt x="560" y="0"/>
                  </a:moveTo>
                  <a:lnTo>
                    <a:pt x="0" y="279"/>
                  </a:lnTo>
                  <a:cubicBezTo>
                    <a:pt x="67" y="304"/>
                    <a:pt x="131" y="329"/>
                    <a:pt x="198" y="357"/>
                  </a:cubicBezTo>
                  <a:lnTo>
                    <a:pt x="758" y="78"/>
                  </a:lnTo>
                  <a:lnTo>
                    <a:pt x="560"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2"/>
            <p:cNvSpPr/>
            <p:nvPr/>
          </p:nvSpPr>
          <p:spPr>
            <a:xfrm>
              <a:off x="3691250" y="4799675"/>
              <a:ext cx="34225" cy="21825"/>
            </a:xfrm>
            <a:custGeom>
              <a:rect b="b" l="l" r="r" t="t"/>
              <a:pathLst>
                <a:path extrusionOk="0" h="873" w="1369">
                  <a:moveTo>
                    <a:pt x="1" y="1"/>
                  </a:moveTo>
                  <a:lnTo>
                    <a:pt x="1196" y="837"/>
                  </a:lnTo>
                  <a:cubicBezTo>
                    <a:pt x="1255" y="851"/>
                    <a:pt x="1310" y="862"/>
                    <a:pt x="1369" y="873"/>
                  </a:cubicBezTo>
                  <a:lnTo>
                    <a:pt x="171" y="37"/>
                  </a:lnTo>
                  <a:cubicBezTo>
                    <a:pt x="115" y="26"/>
                    <a:pt x="60" y="15"/>
                    <a:pt x="1" y="1"/>
                  </a:cubicBez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2"/>
            <p:cNvSpPr/>
            <p:nvPr/>
          </p:nvSpPr>
          <p:spPr>
            <a:xfrm>
              <a:off x="3393000" y="4591275"/>
              <a:ext cx="34150" cy="21900"/>
            </a:xfrm>
            <a:custGeom>
              <a:rect b="b" l="l" r="r" t="t"/>
              <a:pathLst>
                <a:path extrusionOk="0" h="876" w="1366">
                  <a:moveTo>
                    <a:pt x="1" y="1"/>
                  </a:moveTo>
                  <a:lnTo>
                    <a:pt x="1196" y="837"/>
                  </a:lnTo>
                  <a:lnTo>
                    <a:pt x="1366" y="876"/>
                  </a:lnTo>
                  <a:lnTo>
                    <a:pt x="171" y="40"/>
                  </a:lnTo>
                  <a:lnTo>
                    <a:pt x="1"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2"/>
            <p:cNvSpPr/>
            <p:nvPr/>
          </p:nvSpPr>
          <p:spPr>
            <a:xfrm>
              <a:off x="3283650" y="4644000"/>
              <a:ext cx="52325" cy="12850"/>
            </a:xfrm>
            <a:custGeom>
              <a:rect b="b" l="l" r="r" t="t"/>
              <a:pathLst>
                <a:path extrusionOk="0" h="514" w="2093">
                  <a:moveTo>
                    <a:pt x="0" y="1"/>
                  </a:moveTo>
                  <a:cubicBezTo>
                    <a:pt x="37" y="23"/>
                    <a:pt x="70" y="48"/>
                    <a:pt x="106" y="73"/>
                  </a:cubicBezTo>
                  <a:lnTo>
                    <a:pt x="460" y="151"/>
                  </a:lnTo>
                  <a:lnTo>
                    <a:pt x="2093" y="514"/>
                  </a:lnTo>
                  <a:cubicBezTo>
                    <a:pt x="2059" y="491"/>
                    <a:pt x="2026" y="466"/>
                    <a:pt x="1992" y="444"/>
                  </a:cubicBezTo>
                  <a:lnTo>
                    <a:pt x="382" y="84"/>
                  </a:lnTo>
                  <a:lnTo>
                    <a:pt x="0" y="1"/>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2"/>
            <p:cNvSpPr/>
            <p:nvPr/>
          </p:nvSpPr>
          <p:spPr>
            <a:xfrm>
              <a:off x="3779575" y="4754075"/>
              <a:ext cx="52350" cy="12900"/>
            </a:xfrm>
            <a:custGeom>
              <a:rect b="b" l="l" r="r" t="t"/>
              <a:pathLst>
                <a:path extrusionOk="0" h="516" w="2094">
                  <a:moveTo>
                    <a:pt x="1" y="0"/>
                  </a:moveTo>
                  <a:cubicBezTo>
                    <a:pt x="34" y="25"/>
                    <a:pt x="71" y="50"/>
                    <a:pt x="104" y="72"/>
                  </a:cubicBezTo>
                  <a:lnTo>
                    <a:pt x="2093" y="515"/>
                  </a:lnTo>
                  <a:lnTo>
                    <a:pt x="2093" y="515"/>
                  </a:lnTo>
                  <a:lnTo>
                    <a:pt x="1987" y="440"/>
                  </a:lnTo>
                  <a:lnTo>
                    <a:pt x="1" y="0"/>
                  </a:lnTo>
                  <a:close/>
                </a:path>
              </a:pathLst>
            </a:custGeom>
            <a:solidFill>
              <a:srgbClr val="F39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2"/>
            <p:cNvSpPr/>
            <p:nvPr/>
          </p:nvSpPr>
          <p:spPr>
            <a:xfrm>
              <a:off x="3235450" y="4566775"/>
              <a:ext cx="668350" cy="266550"/>
            </a:xfrm>
            <a:custGeom>
              <a:rect b="b" l="l" r="r" t="t"/>
              <a:pathLst>
                <a:path extrusionOk="0" h="10662" w="26734">
                  <a:moveTo>
                    <a:pt x="1452" y="424"/>
                  </a:moveTo>
                  <a:lnTo>
                    <a:pt x="3564" y="1365"/>
                  </a:lnTo>
                  <a:lnTo>
                    <a:pt x="3475" y="1371"/>
                  </a:lnTo>
                  <a:lnTo>
                    <a:pt x="1366" y="432"/>
                  </a:lnTo>
                  <a:cubicBezTo>
                    <a:pt x="1393" y="429"/>
                    <a:pt x="1424" y="426"/>
                    <a:pt x="1452" y="424"/>
                  </a:cubicBezTo>
                  <a:close/>
                  <a:moveTo>
                    <a:pt x="2714" y="421"/>
                  </a:moveTo>
                  <a:lnTo>
                    <a:pt x="2834" y="429"/>
                  </a:lnTo>
                  <a:lnTo>
                    <a:pt x="4695" y="1371"/>
                  </a:lnTo>
                  <a:cubicBezTo>
                    <a:pt x="4653" y="1368"/>
                    <a:pt x="4614" y="1365"/>
                    <a:pt x="4575" y="1362"/>
                  </a:cubicBezTo>
                  <a:lnTo>
                    <a:pt x="2714" y="421"/>
                  </a:lnTo>
                  <a:close/>
                  <a:moveTo>
                    <a:pt x="641" y="605"/>
                  </a:moveTo>
                  <a:lnTo>
                    <a:pt x="2892" y="1507"/>
                  </a:lnTo>
                  <a:cubicBezTo>
                    <a:pt x="2876" y="1516"/>
                    <a:pt x="2862" y="1524"/>
                    <a:pt x="2845" y="1532"/>
                  </a:cubicBezTo>
                  <a:lnTo>
                    <a:pt x="2845" y="1530"/>
                  </a:lnTo>
                  <a:lnTo>
                    <a:pt x="594" y="627"/>
                  </a:lnTo>
                  <a:cubicBezTo>
                    <a:pt x="608" y="621"/>
                    <a:pt x="624" y="613"/>
                    <a:pt x="641" y="605"/>
                  </a:cubicBezTo>
                  <a:close/>
                  <a:moveTo>
                    <a:pt x="4650" y="658"/>
                  </a:moveTo>
                  <a:lnTo>
                    <a:pt x="4806" y="685"/>
                  </a:lnTo>
                  <a:lnTo>
                    <a:pt x="6331" y="1585"/>
                  </a:lnTo>
                  <a:lnTo>
                    <a:pt x="6177" y="1557"/>
                  </a:lnTo>
                  <a:lnTo>
                    <a:pt x="4650" y="658"/>
                  </a:lnTo>
                  <a:close/>
                  <a:moveTo>
                    <a:pt x="248" y="958"/>
                  </a:moveTo>
                  <a:lnTo>
                    <a:pt x="2569" y="1789"/>
                  </a:lnTo>
                  <a:cubicBezTo>
                    <a:pt x="2566" y="1797"/>
                    <a:pt x="2561" y="1805"/>
                    <a:pt x="2558" y="1814"/>
                  </a:cubicBezTo>
                  <a:lnTo>
                    <a:pt x="2555" y="1814"/>
                  </a:lnTo>
                  <a:cubicBezTo>
                    <a:pt x="2555" y="1817"/>
                    <a:pt x="2555" y="1822"/>
                    <a:pt x="2552" y="1825"/>
                  </a:cubicBezTo>
                  <a:lnTo>
                    <a:pt x="237" y="995"/>
                  </a:lnTo>
                  <a:cubicBezTo>
                    <a:pt x="240" y="989"/>
                    <a:pt x="240" y="981"/>
                    <a:pt x="240" y="972"/>
                  </a:cubicBezTo>
                  <a:cubicBezTo>
                    <a:pt x="243" y="967"/>
                    <a:pt x="248" y="964"/>
                    <a:pt x="248" y="958"/>
                  </a:cubicBezTo>
                  <a:close/>
                  <a:moveTo>
                    <a:pt x="6300" y="981"/>
                  </a:moveTo>
                  <a:lnTo>
                    <a:pt x="6473" y="1020"/>
                  </a:lnTo>
                  <a:lnTo>
                    <a:pt x="7668" y="1856"/>
                  </a:lnTo>
                  <a:lnTo>
                    <a:pt x="7668" y="1856"/>
                  </a:lnTo>
                  <a:lnTo>
                    <a:pt x="7495" y="1817"/>
                  </a:lnTo>
                  <a:lnTo>
                    <a:pt x="6300" y="981"/>
                  </a:lnTo>
                  <a:close/>
                  <a:moveTo>
                    <a:pt x="8548" y="1535"/>
                  </a:moveTo>
                  <a:lnTo>
                    <a:pt x="8548" y="1535"/>
                  </a:lnTo>
                  <a:cubicBezTo>
                    <a:pt x="8610" y="1552"/>
                    <a:pt x="8674" y="1569"/>
                    <a:pt x="8735" y="1588"/>
                  </a:cubicBezTo>
                  <a:lnTo>
                    <a:pt x="8735" y="1585"/>
                  </a:lnTo>
                  <a:lnTo>
                    <a:pt x="9543" y="2324"/>
                  </a:lnTo>
                  <a:cubicBezTo>
                    <a:pt x="9479" y="2307"/>
                    <a:pt x="9418" y="2290"/>
                    <a:pt x="9354" y="2274"/>
                  </a:cubicBezTo>
                  <a:lnTo>
                    <a:pt x="8548" y="1535"/>
                  </a:lnTo>
                  <a:close/>
                  <a:moveTo>
                    <a:pt x="11100" y="2287"/>
                  </a:moveTo>
                  <a:cubicBezTo>
                    <a:pt x="11167" y="2310"/>
                    <a:pt x="11234" y="2332"/>
                    <a:pt x="11301" y="2352"/>
                  </a:cubicBezTo>
                  <a:lnTo>
                    <a:pt x="11635" y="2951"/>
                  </a:lnTo>
                  <a:lnTo>
                    <a:pt x="11438" y="2889"/>
                  </a:lnTo>
                  <a:lnTo>
                    <a:pt x="11100" y="2287"/>
                  </a:lnTo>
                  <a:close/>
                  <a:moveTo>
                    <a:pt x="15937" y="4020"/>
                  </a:moveTo>
                  <a:lnTo>
                    <a:pt x="16132" y="4098"/>
                  </a:lnTo>
                  <a:lnTo>
                    <a:pt x="15575" y="4377"/>
                  </a:lnTo>
                  <a:cubicBezTo>
                    <a:pt x="15508" y="4352"/>
                    <a:pt x="15444" y="4324"/>
                    <a:pt x="15377" y="4299"/>
                  </a:cubicBezTo>
                  <a:lnTo>
                    <a:pt x="15937" y="4020"/>
                  </a:lnTo>
                  <a:close/>
                  <a:moveTo>
                    <a:pt x="18144" y="4948"/>
                  </a:moveTo>
                  <a:lnTo>
                    <a:pt x="18328" y="5029"/>
                  </a:lnTo>
                  <a:lnTo>
                    <a:pt x="17361" y="5138"/>
                  </a:lnTo>
                  <a:cubicBezTo>
                    <a:pt x="17300" y="5110"/>
                    <a:pt x="17238" y="5082"/>
                    <a:pt x="17177" y="5054"/>
                  </a:cubicBezTo>
                  <a:lnTo>
                    <a:pt x="18144" y="4948"/>
                  </a:lnTo>
                  <a:close/>
                  <a:moveTo>
                    <a:pt x="5222" y="5023"/>
                  </a:moveTo>
                  <a:lnTo>
                    <a:pt x="6606" y="5113"/>
                  </a:lnTo>
                  <a:lnTo>
                    <a:pt x="6768" y="5196"/>
                  </a:lnTo>
                  <a:lnTo>
                    <a:pt x="5383" y="5104"/>
                  </a:lnTo>
                  <a:lnTo>
                    <a:pt x="5222" y="5023"/>
                  </a:lnTo>
                  <a:close/>
                  <a:moveTo>
                    <a:pt x="19049" y="5937"/>
                  </a:moveTo>
                  <a:lnTo>
                    <a:pt x="20437" y="6026"/>
                  </a:lnTo>
                  <a:lnTo>
                    <a:pt x="20598" y="6110"/>
                  </a:lnTo>
                  <a:lnTo>
                    <a:pt x="20598" y="6110"/>
                  </a:lnTo>
                  <a:lnTo>
                    <a:pt x="19211" y="6018"/>
                  </a:lnTo>
                  <a:lnTo>
                    <a:pt x="19049" y="5937"/>
                  </a:lnTo>
                  <a:close/>
                  <a:moveTo>
                    <a:pt x="8495" y="6015"/>
                  </a:moveTo>
                  <a:cubicBezTo>
                    <a:pt x="8557" y="6043"/>
                    <a:pt x="8618" y="6068"/>
                    <a:pt x="8679" y="6096"/>
                  </a:cubicBezTo>
                  <a:lnTo>
                    <a:pt x="7712" y="6205"/>
                  </a:lnTo>
                  <a:lnTo>
                    <a:pt x="7529" y="6121"/>
                  </a:lnTo>
                  <a:lnTo>
                    <a:pt x="8495" y="6015"/>
                  </a:lnTo>
                  <a:close/>
                  <a:moveTo>
                    <a:pt x="10348" y="6801"/>
                  </a:moveTo>
                  <a:cubicBezTo>
                    <a:pt x="10412" y="6826"/>
                    <a:pt x="10476" y="6854"/>
                    <a:pt x="10543" y="6879"/>
                  </a:cubicBezTo>
                  <a:lnTo>
                    <a:pt x="9983" y="7158"/>
                  </a:lnTo>
                  <a:lnTo>
                    <a:pt x="9788" y="7080"/>
                  </a:lnTo>
                  <a:lnTo>
                    <a:pt x="10348" y="6801"/>
                  </a:lnTo>
                  <a:close/>
                  <a:moveTo>
                    <a:pt x="20668" y="6807"/>
                  </a:moveTo>
                  <a:lnTo>
                    <a:pt x="22418" y="7094"/>
                  </a:lnTo>
                  <a:cubicBezTo>
                    <a:pt x="22462" y="7121"/>
                    <a:pt x="22510" y="7147"/>
                    <a:pt x="22552" y="7174"/>
                  </a:cubicBezTo>
                  <a:lnTo>
                    <a:pt x="20805" y="6885"/>
                  </a:lnTo>
                  <a:cubicBezTo>
                    <a:pt x="20760" y="6860"/>
                    <a:pt x="20715" y="6832"/>
                    <a:pt x="20668" y="6807"/>
                  </a:cubicBezTo>
                  <a:close/>
                  <a:moveTo>
                    <a:pt x="21766" y="7492"/>
                  </a:moveTo>
                  <a:lnTo>
                    <a:pt x="23755" y="7932"/>
                  </a:lnTo>
                  <a:lnTo>
                    <a:pt x="23858" y="8007"/>
                  </a:lnTo>
                  <a:lnTo>
                    <a:pt x="23858" y="8007"/>
                  </a:lnTo>
                  <a:lnTo>
                    <a:pt x="21872" y="7564"/>
                  </a:lnTo>
                  <a:cubicBezTo>
                    <a:pt x="21836" y="7542"/>
                    <a:pt x="21802" y="7517"/>
                    <a:pt x="21766" y="7492"/>
                  </a:cubicBezTo>
                  <a:close/>
                  <a:moveTo>
                    <a:pt x="12332" y="7559"/>
                  </a:moveTo>
                  <a:lnTo>
                    <a:pt x="12533" y="7631"/>
                  </a:lnTo>
                  <a:lnTo>
                    <a:pt x="12404" y="8074"/>
                  </a:lnTo>
                  <a:lnTo>
                    <a:pt x="12204" y="8002"/>
                  </a:lnTo>
                  <a:lnTo>
                    <a:pt x="12332" y="7559"/>
                  </a:lnTo>
                  <a:close/>
                  <a:moveTo>
                    <a:pt x="22638" y="8155"/>
                  </a:moveTo>
                  <a:lnTo>
                    <a:pt x="24811" y="8746"/>
                  </a:lnTo>
                  <a:cubicBezTo>
                    <a:pt x="24836" y="8768"/>
                    <a:pt x="24858" y="8788"/>
                    <a:pt x="24881" y="8810"/>
                  </a:cubicBezTo>
                  <a:lnTo>
                    <a:pt x="22708" y="8222"/>
                  </a:lnTo>
                  <a:cubicBezTo>
                    <a:pt x="22682" y="8200"/>
                    <a:pt x="22660" y="8177"/>
                    <a:pt x="22638" y="8155"/>
                  </a:cubicBezTo>
                  <a:close/>
                  <a:moveTo>
                    <a:pt x="14449" y="8278"/>
                  </a:moveTo>
                  <a:lnTo>
                    <a:pt x="14647" y="8339"/>
                  </a:lnTo>
                  <a:lnTo>
                    <a:pt x="14984" y="8941"/>
                  </a:lnTo>
                  <a:lnTo>
                    <a:pt x="14984" y="8941"/>
                  </a:lnTo>
                  <a:lnTo>
                    <a:pt x="14784" y="8877"/>
                  </a:lnTo>
                  <a:lnTo>
                    <a:pt x="14449" y="8278"/>
                  </a:lnTo>
                  <a:close/>
                  <a:moveTo>
                    <a:pt x="23220" y="8804"/>
                  </a:moveTo>
                  <a:lnTo>
                    <a:pt x="25516" y="9537"/>
                  </a:lnTo>
                  <a:cubicBezTo>
                    <a:pt x="25527" y="9554"/>
                    <a:pt x="25538" y="9570"/>
                    <a:pt x="25549" y="9590"/>
                  </a:cubicBezTo>
                  <a:lnTo>
                    <a:pt x="23251" y="8857"/>
                  </a:lnTo>
                  <a:cubicBezTo>
                    <a:pt x="23243" y="8841"/>
                    <a:pt x="23231" y="8824"/>
                    <a:pt x="23220" y="8804"/>
                  </a:cubicBezTo>
                  <a:close/>
                  <a:moveTo>
                    <a:pt x="16606" y="8913"/>
                  </a:moveTo>
                  <a:lnTo>
                    <a:pt x="16606" y="8913"/>
                  </a:lnTo>
                  <a:cubicBezTo>
                    <a:pt x="16667" y="8930"/>
                    <a:pt x="16731" y="8946"/>
                    <a:pt x="16795" y="8963"/>
                  </a:cubicBezTo>
                  <a:lnTo>
                    <a:pt x="17603" y="9704"/>
                  </a:lnTo>
                  <a:lnTo>
                    <a:pt x="17414" y="9651"/>
                  </a:lnTo>
                  <a:lnTo>
                    <a:pt x="16606" y="8913"/>
                  </a:lnTo>
                  <a:close/>
                  <a:moveTo>
                    <a:pt x="23362" y="9231"/>
                  </a:moveTo>
                  <a:lnTo>
                    <a:pt x="25683" y="10061"/>
                  </a:lnTo>
                  <a:cubicBezTo>
                    <a:pt x="25680" y="10075"/>
                    <a:pt x="25678" y="10089"/>
                    <a:pt x="25678" y="10100"/>
                  </a:cubicBezTo>
                  <a:lnTo>
                    <a:pt x="25675" y="10100"/>
                  </a:lnTo>
                  <a:lnTo>
                    <a:pt x="23360" y="9272"/>
                  </a:lnTo>
                  <a:cubicBezTo>
                    <a:pt x="23360" y="9258"/>
                    <a:pt x="23360" y="9245"/>
                    <a:pt x="23362" y="9231"/>
                  </a:cubicBezTo>
                  <a:close/>
                  <a:moveTo>
                    <a:pt x="18230" y="9314"/>
                  </a:moveTo>
                  <a:lnTo>
                    <a:pt x="18230" y="9314"/>
                  </a:lnTo>
                  <a:cubicBezTo>
                    <a:pt x="18289" y="9328"/>
                    <a:pt x="18344" y="9339"/>
                    <a:pt x="18403" y="9353"/>
                  </a:cubicBezTo>
                  <a:lnTo>
                    <a:pt x="19598" y="10189"/>
                  </a:lnTo>
                  <a:cubicBezTo>
                    <a:pt x="19542" y="10178"/>
                    <a:pt x="19487" y="10167"/>
                    <a:pt x="19428" y="10153"/>
                  </a:cubicBezTo>
                  <a:lnTo>
                    <a:pt x="19425" y="10150"/>
                  </a:lnTo>
                  <a:lnTo>
                    <a:pt x="18230" y="9314"/>
                  </a:lnTo>
                  <a:close/>
                  <a:moveTo>
                    <a:pt x="19871" y="9635"/>
                  </a:moveTo>
                  <a:lnTo>
                    <a:pt x="20022" y="9660"/>
                  </a:lnTo>
                  <a:lnTo>
                    <a:pt x="21546" y="10560"/>
                  </a:lnTo>
                  <a:lnTo>
                    <a:pt x="21546" y="10560"/>
                  </a:lnTo>
                  <a:lnTo>
                    <a:pt x="21398" y="10534"/>
                  </a:lnTo>
                  <a:lnTo>
                    <a:pt x="19871" y="9635"/>
                  </a:lnTo>
                  <a:close/>
                  <a:moveTo>
                    <a:pt x="1439" y="1"/>
                  </a:moveTo>
                  <a:cubicBezTo>
                    <a:pt x="637" y="1"/>
                    <a:pt x="135" y="158"/>
                    <a:pt x="12" y="499"/>
                  </a:cubicBezTo>
                  <a:cubicBezTo>
                    <a:pt x="0" y="552"/>
                    <a:pt x="0" y="605"/>
                    <a:pt x="14" y="658"/>
                  </a:cubicBezTo>
                  <a:cubicBezTo>
                    <a:pt x="51" y="878"/>
                    <a:pt x="262" y="1212"/>
                    <a:pt x="630" y="1624"/>
                  </a:cubicBezTo>
                  <a:lnTo>
                    <a:pt x="2614" y="2254"/>
                  </a:lnTo>
                  <a:cubicBezTo>
                    <a:pt x="2622" y="2274"/>
                    <a:pt x="2633" y="2290"/>
                    <a:pt x="2642" y="2307"/>
                  </a:cubicBezTo>
                  <a:lnTo>
                    <a:pt x="680" y="1683"/>
                  </a:lnTo>
                  <a:lnTo>
                    <a:pt x="680" y="1683"/>
                  </a:lnTo>
                  <a:cubicBezTo>
                    <a:pt x="886" y="1909"/>
                    <a:pt x="1140" y="2157"/>
                    <a:pt x="1430" y="2421"/>
                  </a:cubicBezTo>
                  <a:lnTo>
                    <a:pt x="3110" y="2875"/>
                  </a:lnTo>
                  <a:cubicBezTo>
                    <a:pt x="3132" y="2895"/>
                    <a:pt x="3157" y="2917"/>
                    <a:pt x="3179" y="2939"/>
                  </a:cubicBezTo>
                  <a:lnTo>
                    <a:pt x="1502" y="2485"/>
                  </a:lnTo>
                  <a:lnTo>
                    <a:pt x="1502" y="2485"/>
                  </a:lnTo>
                  <a:cubicBezTo>
                    <a:pt x="1744" y="2705"/>
                    <a:pt x="2012" y="2934"/>
                    <a:pt x="2310" y="3173"/>
                  </a:cubicBezTo>
                  <a:lnTo>
                    <a:pt x="3920" y="3530"/>
                  </a:lnTo>
                  <a:cubicBezTo>
                    <a:pt x="3954" y="3555"/>
                    <a:pt x="3990" y="3580"/>
                    <a:pt x="4024" y="3603"/>
                  </a:cubicBezTo>
                  <a:lnTo>
                    <a:pt x="2394" y="3240"/>
                  </a:lnTo>
                  <a:lnTo>
                    <a:pt x="2394" y="3240"/>
                  </a:lnTo>
                  <a:cubicBezTo>
                    <a:pt x="2681" y="3469"/>
                    <a:pt x="2998" y="3706"/>
                    <a:pt x="3333" y="3948"/>
                  </a:cubicBezTo>
                  <a:lnTo>
                    <a:pt x="4985" y="4221"/>
                  </a:lnTo>
                  <a:cubicBezTo>
                    <a:pt x="5029" y="4246"/>
                    <a:pt x="5071" y="4271"/>
                    <a:pt x="5116" y="4299"/>
                  </a:cubicBezTo>
                  <a:lnTo>
                    <a:pt x="3438" y="4020"/>
                  </a:lnTo>
                  <a:lnTo>
                    <a:pt x="3438" y="4020"/>
                  </a:lnTo>
                  <a:cubicBezTo>
                    <a:pt x="5562" y="5542"/>
                    <a:pt x="8540" y="7238"/>
                    <a:pt x="12048" y="8512"/>
                  </a:cubicBezTo>
                  <a:cubicBezTo>
                    <a:pt x="16241" y="10033"/>
                    <a:pt x="20253" y="10607"/>
                    <a:pt x="22969" y="10660"/>
                  </a:cubicBezTo>
                  <a:lnTo>
                    <a:pt x="21281" y="9805"/>
                  </a:lnTo>
                  <a:lnTo>
                    <a:pt x="21401" y="9813"/>
                  </a:lnTo>
                  <a:lnTo>
                    <a:pt x="23075" y="10660"/>
                  </a:lnTo>
                  <a:cubicBezTo>
                    <a:pt x="23181" y="10661"/>
                    <a:pt x="23284" y="10662"/>
                    <a:pt x="23385" y="10662"/>
                  </a:cubicBezTo>
                  <a:cubicBezTo>
                    <a:pt x="23713" y="10662"/>
                    <a:pt x="24020" y="10655"/>
                    <a:pt x="24301" y="10638"/>
                  </a:cubicBezTo>
                  <a:lnTo>
                    <a:pt x="22415" y="9802"/>
                  </a:lnTo>
                  <a:lnTo>
                    <a:pt x="22496" y="9791"/>
                  </a:lnTo>
                  <a:lnTo>
                    <a:pt x="24396" y="10635"/>
                  </a:lnTo>
                  <a:cubicBezTo>
                    <a:pt x="24741" y="10613"/>
                    <a:pt x="25034" y="10579"/>
                    <a:pt x="25299" y="10534"/>
                  </a:cubicBezTo>
                  <a:lnTo>
                    <a:pt x="23056" y="9637"/>
                  </a:lnTo>
                  <a:cubicBezTo>
                    <a:pt x="23073" y="9629"/>
                    <a:pt x="23092" y="9621"/>
                    <a:pt x="23106" y="9612"/>
                  </a:cubicBezTo>
                  <a:lnTo>
                    <a:pt x="25357" y="10515"/>
                  </a:lnTo>
                  <a:cubicBezTo>
                    <a:pt x="25349" y="10521"/>
                    <a:pt x="25338" y="10526"/>
                    <a:pt x="25327" y="10532"/>
                  </a:cubicBezTo>
                  <a:cubicBezTo>
                    <a:pt x="25778" y="10456"/>
                    <a:pt x="26115" y="10356"/>
                    <a:pt x="26288" y="10234"/>
                  </a:cubicBezTo>
                  <a:cubicBezTo>
                    <a:pt x="26344" y="10195"/>
                    <a:pt x="26391" y="10142"/>
                    <a:pt x="26419" y="10080"/>
                  </a:cubicBezTo>
                  <a:cubicBezTo>
                    <a:pt x="26734" y="9211"/>
                    <a:pt x="21242" y="5909"/>
                    <a:pt x="13951" y="3263"/>
                  </a:cubicBezTo>
                  <a:cubicBezTo>
                    <a:pt x="13903" y="3246"/>
                    <a:pt x="13856" y="3226"/>
                    <a:pt x="13809" y="3212"/>
                  </a:cubicBezTo>
                  <a:lnTo>
                    <a:pt x="13680" y="3653"/>
                  </a:lnTo>
                  <a:lnTo>
                    <a:pt x="13653" y="3644"/>
                  </a:lnTo>
                  <a:cubicBezTo>
                    <a:pt x="13594" y="3622"/>
                    <a:pt x="13538" y="3603"/>
                    <a:pt x="13480" y="3580"/>
                  </a:cubicBezTo>
                  <a:lnTo>
                    <a:pt x="13608" y="3140"/>
                  </a:lnTo>
                  <a:cubicBezTo>
                    <a:pt x="8338" y="1246"/>
                    <a:pt x="3698" y="1"/>
                    <a:pt x="1439" y="1"/>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 name="Google Shape;1954;p42"/>
          <p:cNvGrpSpPr/>
          <p:nvPr/>
        </p:nvGrpSpPr>
        <p:grpSpPr>
          <a:xfrm>
            <a:off x="812871" y="3074896"/>
            <a:ext cx="1469781" cy="1467573"/>
            <a:chOff x="3674325" y="3743450"/>
            <a:chExt cx="1531500" cy="1529200"/>
          </a:xfrm>
        </p:grpSpPr>
        <p:sp>
          <p:nvSpPr>
            <p:cNvPr id="1955" name="Google Shape;1955;p42"/>
            <p:cNvSpPr/>
            <p:nvPr/>
          </p:nvSpPr>
          <p:spPr>
            <a:xfrm>
              <a:off x="3678700" y="3955175"/>
              <a:ext cx="1322375" cy="677375"/>
            </a:xfrm>
            <a:custGeom>
              <a:rect b="b" l="l" r="r" t="t"/>
              <a:pathLst>
                <a:path extrusionOk="0" h="27095" w="52895">
                  <a:moveTo>
                    <a:pt x="51685" y="1"/>
                  </a:moveTo>
                  <a:lnTo>
                    <a:pt x="1" y="25388"/>
                  </a:lnTo>
                  <a:cubicBezTo>
                    <a:pt x="63" y="25956"/>
                    <a:pt x="139" y="26526"/>
                    <a:pt x="236" y="27094"/>
                  </a:cubicBezTo>
                  <a:lnTo>
                    <a:pt x="52895" y="1229"/>
                  </a:lnTo>
                  <a:cubicBezTo>
                    <a:pt x="52500" y="807"/>
                    <a:pt x="52098" y="398"/>
                    <a:pt x="516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2"/>
            <p:cNvSpPr/>
            <p:nvPr/>
          </p:nvSpPr>
          <p:spPr>
            <a:xfrm>
              <a:off x="3696250" y="4029925"/>
              <a:ext cx="1367825" cy="699775"/>
            </a:xfrm>
            <a:custGeom>
              <a:rect b="b" l="l" r="r" t="t"/>
              <a:pathLst>
                <a:path extrusionOk="0" h="27991" w="54713">
                  <a:moveTo>
                    <a:pt x="53710" y="1"/>
                  </a:moveTo>
                  <a:lnTo>
                    <a:pt x="1" y="26383"/>
                  </a:lnTo>
                  <a:cubicBezTo>
                    <a:pt x="130" y="26921"/>
                    <a:pt x="278" y="27457"/>
                    <a:pt x="440" y="27990"/>
                  </a:cubicBezTo>
                  <a:lnTo>
                    <a:pt x="54712" y="1331"/>
                  </a:lnTo>
                  <a:cubicBezTo>
                    <a:pt x="54389" y="876"/>
                    <a:pt x="54054" y="433"/>
                    <a:pt x="53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2"/>
            <p:cNvSpPr/>
            <p:nvPr/>
          </p:nvSpPr>
          <p:spPr>
            <a:xfrm>
              <a:off x="3679750" y="3826975"/>
              <a:ext cx="1154800" cy="591475"/>
            </a:xfrm>
            <a:custGeom>
              <a:rect b="b" l="l" r="r" t="t"/>
              <a:pathLst>
                <a:path extrusionOk="0" h="23659" w="46192">
                  <a:moveTo>
                    <a:pt x="44448" y="0"/>
                  </a:moveTo>
                  <a:lnTo>
                    <a:pt x="301" y="21689"/>
                  </a:lnTo>
                  <a:cubicBezTo>
                    <a:pt x="178" y="22340"/>
                    <a:pt x="79" y="22998"/>
                    <a:pt x="0" y="23658"/>
                  </a:cubicBezTo>
                  <a:lnTo>
                    <a:pt x="46192" y="968"/>
                  </a:lnTo>
                  <a:cubicBezTo>
                    <a:pt x="45619" y="626"/>
                    <a:pt x="45039" y="303"/>
                    <a:pt x="444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2"/>
            <p:cNvSpPr/>
            <p:nvPr/>
          </p:nvSpPr>
          <p:spPr>
            <a:xfrm>
              <a:off x="3674325" y="3887075"/>
              <a:ext cx="1250975" cy="642100"/>
            </a:xfrm>
            <a:custGeom>
              <a:rect b="b" l="l" r="r" t="t"/>
              <a:pathLst>
                <a:path extrusionOk="0" h="25684" w="50039">
                  <a:moveTo>
                    <a:pt x="48588" y="0"/>
                  </a:moveTo>
                  <a:lnTo>
                    <a:pt x="21" y="23857"/>
                  </a:lnTo>
                  <a:cubicBezTo>
                    <a:pt x="0" y="24464"/>
                    <a:pt x="0" y="25073"/>
                    <a:pt x="14" y="25683"/>
                  </a:cubicBezTo>
                  <a:lnTo>
                    <a:pt x="50038" y="1111"/>
                  </a:lnTo>
                  <a:cubicBezTo>
                    <a:pt x="49565" y="725"/>
                    <a:pt x="49082" y="356"/>
                    <a:pt x="485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2"/>
            <p:cNvSpPr/>
            <p:nvPr/>
          </p:nvSpPr>
          <p:spPr>
            <a:xfrm>
              <a:off x="3864575" y="3743450"/>
              <a:ext cx="528100" cy="259425"/>
            </a:xfrm>
            <a:custGeom>
              <a:rect b="b" l="l" r="r" t="t"/>
              <a:pathLst>
                <a:path extrusionOk="0" h="10377" w="21124">
                  <a:moveTo>
                    <a:pt x="21123" y="0"/>
                  </a:moveTo>
                  <a:lnTo>
                    <a:pt x="21123" y="0"/>
                  </a:lnTo>
                  <a:cubicBezTo>
                    <a:pt x="19304" y="114"/>
                    <a:pt x="17498" y="391"/>
                    <a:pt x="15727" y="827"/>
                  </a:cubicBezTo>
                  <a:lnTo>
                    <a:pt x="3951" y="6611"/>
                  </a:lnTo>
                  <a:cubicBezTo>
                    <a:pt x="2525" y="7745"/>
                    <a:pt x="1201" y="9005"/>
                    <a:pt x="1" y="10377"/>
                  </a:cubicBezTo>
                  <a:lnTo>
                    <a:pt x="211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2"/>
            <p:cNvSpPr/>
            <p:nvPr/>
          </p:nvSpPr>
          <p:spPr>
            <a:xfrm>
              <a:off x="3703825" y="3777625"/>
              <a:ext cx="1020925" cy="520750"/>
            </a:xfrm>
            <a:custGeom>
              <a:rect b="b" l="l" r="r" t="t"/>
              <a:pathLst>
                <a:path extrusionOk="0" h="20830" w="40837">
                  <a:moveTo>
                    <a:pt x="38687" y="0"/>
                  </a:moveTo>
                  <a:lnTo>
                    <a:pt x="705" y="18659"/>
                  </a:lnTo>
                  <a:cubicBezTo>
                    <a:pt x="444" y="19373"/>
                    <a:pt x="210" y="20095"/>
                    <a:pt x="0" y="20830"/>
                  </a:cubicBezTo>
                  <a:lnTo>
                    <a:pt x="40837" y="769"/>
                  </a:lnTo>
                  <a:cubicBezTo>
                    <a:pt x="40128" y="487"/>
                    <a:pt x="39412" y="231"/>
                    <a:pt x="38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2"/>
            <p:cNvSpPr/>
            <p:nvPr/>
          </p:nvSpPr>
          <p:spPr>
            <a:xfrm>
              <a:off x="3755950" y="3745750"/>
              <a:ext cx="831025" cy="418775"/>
            </a:xfrm>
            <a:custGeom>
              <a:rect b="b" l="l" r="r" t="t"/>
              <a:pathLst>
                <a:path extrusionOk="0" h="16751" w="33241">
                  <a:moveTo>
                    <a:pt x="30384" y="1"/>
                  </a:moveTo>
                  <a:lnTo>
                    <a:pt x="1413" y="14231"/>
                  </a:lnTo>
                  <a:cubicBezTo>
                    <a:pt x="903" y="15051"/>
                    <a:pt x="430" y="15889"/>
                    <a:pt x="0" y="16750"/>
                  </a:cubicBezTo>
                  <a:lnTo>
                    <a:pt x="33240" y="421"/>
                  </a:lnTo>
                  <a:cubicBezTo>
                    <a:pt x="32298" y="236"/>
                    <a:pt x="31345" y="95"/>
                    <a:pt x="303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2"/>
            <p:cNvSpPr/>
            <p:nvPr/>
          </p:nvSpPr>
          <p:spPr>
            <a:xfrm>
              <a:off x="3725525" y="4111150"/>
              <a:ext cx="1480300" cy="1161500"/>
            </a:xfrm>
            <a:custGeom>
              <a:rect b="b" l="l" r="r" t="t"/>
              <a:pathLst>
                <a:path extrusionOk="0" h="46460" w="59212">
                  <a:moveTo>
                    <a:pt x="54804" y="1"/>
                  </a:moveTo>
                  <a:lnTo>
                    <a:pt x="0" y="26930"/>
                  </a:lnTo>
                  <a:cubicBezTo>
                    <a:pt x="188" y="27413"/>
                    <a:pt x="416" y="27932"/>
                    <a:pt x="631" y="28413"/>
                  </a:cubicBezTo>
                  <a:lnTo>
                    <a:pt x="622" y="28417"/>
                  </a:lnTo>
                  <a:cubicBezTo>
                    <a:pt x="5431" y="39055"/>
                    <a:pt x="16124" y="46460"/>
                    <a:pt x="28556" y="46460"/>
                  </a:cubicBezTo>
                  <a:cubicBezTo>
                    <a:pt x="45483" y="46460"/>
                    <a:pt x="59205" y="32740"/>
                    <a:pt x="59205" y="15813"/>
                  </a:cubicBezTo>
                  <a:cubicBezTo>
                    <a:pt x="59212" y="10788"/>
                    <a:pt x="57977" y="5840"/>
                    <a:pt x="55610" y="1407"/>
                  </a:cubicBezTo>
                  <a:lnTo>
                    <a:pt x="55608" y="1409"/>
                  </a:lnTo>
                  <a:cubicBezTo>
                    <a:pt x="55351" y="929"/>
                    <a:pt x="55083" y="460"/>
                    <a:pt x="54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 name="Google Shape;1963;p42"/>
          <p:cNvGrpSpPr/>
          <p:nvPr/>
        </p:nvGrpSpPr>
        <p:grpSpPr>
          <a:xfrm>
            <a:off x="2791927" y="1312303"/>
            <a:ext cx="1436441" cy="1467578"/>
            <a:chOff x="1743675" y="3664875"/>
            <a:chExt cx="1495825" cy="1528250"/>
          </a:xfrm>
        </p:grpSpPr>
        <p:sp>
          <p:nvSpPr>
            <p:cNvPr id="1964" name="Google Shape;1964;p42"/>
            <p:cNvSpPr/>
            <p:nvPr/>
          </p:nvSpPr>
          <p:spPr>
            <a:xfrm>
              <a:off x="2228675" y="3696875"/>
              <a:ext cx="40900" cy="1464250"/>
            </a:xfrm>
            <a:custGeom>
              <a:rect b="b" l="l" r="r" t="t"/>
              <a:pathLst>
                <a:path extrusionOk="0" h="58570" w="1636">
                  <a:moveTo>
                    <a:pt x="1635" y="0"/>
                  </a:moveTo>
                  <a:cubicBezTo>
                    <a:pt x="1083" y="166"/>
                    <a:pt x="538" y="346"/>
                    <a:pt x="0" y="543"/>
                  </a:cubicBezTo>
                  <a:lnTo>
                    <a:pt x="0" y="58027"/>
                  </a:lnTo>
                  <a:cubicBezTo>
                    <a:pt x="538" y="58223"/>
                    <a:pt x="1083" y="58404"/>
                    <a:pt x="1635" y="58570"/>
                  </a:cubicBezTo>
                  <a:lnTo>
                    <a:pt x="16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2"/>
            <p:cNvSpPr/>
            <p:nvPr/>
          </p:nvSpPr>
          <p:spPr>
            <a:xfrm>
              <a:off x="2325650" y="3674400"/>
              <a:ext cx="40900" cy="1509200"/>
            </a:xfrm>
            <a:custGeom>
              <a:rect b="b" l="l" r="r" t="t"/>
              <a:pathLst>
                <a:path extrusionOk="0" h="60368" w="1636">
                  <a:moveTo>
                    <a:pt x="1635" y="1"/>
                  </a:moveTo>
                  <a:cubicBezTo>
                    <a:pt x="1086" y="91"/>
                    <a:pt x="541" y="197"/>
                    <a:pt x="0" y="315"/>
                  </a:cubicBezTo>
                  <a:lnTo>
                    <a:pt x="0" y="60055"/>
                  </a:lnTo>
                  <a:cubicBezTo>
                    <a:pt x="541" y="60173"/>
                    <a:pt x="1086" y="60277"/>
                    <a:pt x="1635" y="60367"/>
                  </a:cubicBezTo>
                  <a:lnTo>
                    <a:pt x="16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2"/>
            <p:cNvSpPr/>
            <p:nvPr/>
          </p:nvSpPr>
          <p:spPr>
            <a:xfrm>
              <a:off x="2034650" y="3786800"/>
              <a:ext cx="40900" cy="1284400"/>
            </a:xfrm>
            <a:custGeom>
              <a:rect b="b" l="l" r="r" t="t"/>
              <a:pathLst>
                <a:path extrusionOk="0" h="51376" w="1636">
                  <a:moveTo>
                    <a:pt x="1636" y="0"/>
                  </a:moveTo>
                  <a:cubicBezTo>
                    <a:pt x="1077" y="361"/>
                    <a:pt x="532" y="739"/>
                    <a:pt x="1" y="1136"/>
                  </a:cubicBezTo>
                  <a:lnTo>
                    <a:pt x="1" y="50242"/>
                  </a:lnTo>
                  <a:cubicBezTo>
                    <a:pt x="532" y="50637"/>
                    <a:pt x="1077" y="51015"/>
                    <a:pt x="1636" y="51375"/>
                  </a:cubicBezTo>
                  <a:lnTo>
                    <a:pt x="16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2"/>
            <p:cNvSpPr/>
            <p:nvPr/>
          </p:nvSpPr>
          <p:spPr>
            <a:xfrm>
              <a:off x="2131700" y="3733525"/>
              <a:ext cx="40825" cy="1390950"/>
            </a:xfrm>
            <a:custGeom>
              <a:rect b="b" l="l" r="r" t="t"/>
              <a:pathLst>
                <a:path extrusionOk="0" h="55638" w="1633">
                  <a:moveTo>
                    <a:pt x="1633" y="0"/>
                  </a:moveTo>
                  <a:cubicBezTo>
                    <a:pt x="1079" y="254"/>
                    <a:pt x="536" y="524"/>
                    <a:pt x="0" y="808"/>
                  </a:cubicBezTo>
                  <a:lnTo>
                    <a:pt x="0" y="54829"/>
                  </a:lnTo>
                  <a:cubicBezTo>
                    <a:pt x="536" y="55113"/>
                    <a:pt x="1079" y="55384"/>
                    <a:pt x="1633" y="55638"/>
                  </a:cubicBezTo>
                  <a:lnTo>
                    <a:pt x="16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2"/>
            <p:cNvSpPr/>
            <p:nvPr/>
          </p:nvSpPr>
          <p:spPr>
            <a:xfrm>
              <a:off x="1743675" y="4135275"/>
              <a:ext cx="40900" cy="587375"/>
            </a:xfrm>
            <a:custGeom>
              <a:rect b="b" l="l" r="r" t="t"/>
              <a:pathLst>
                <a:path extrusionOk="0" h="23495" w="1636">
                  <a:moveTo>
                    <a:pt x="1635" y="1"/>
                  </a:moveTo>
                  <a:cubicBezTo>
                    <a:pt x="935" y="1682"/>
                    <a:pt x="388" y="3420"/>
                    <a:pt x="0" y="5201"/>
                  </a:cubicBezTo>
                  <a:lnTo>
                    <a:pt x="0" y="18300"/>
                  </a:lnTo>
                  <a:cubicBezTo>
                    <a:pt x="388" y="20075"/>
                    <a:pt x="935" y="21816"/>
                    <a:pt x="1635" y="23495"/>
                  </a:cubicBezTo>
                  <a:lnTo>
                    <a:pt x="16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2"/>
            <p:cNvSpPr/>
            <p:nvPr/>
          </p:nvSpPr>
          <p:spPr>
            <a:xfrm>
              <a:off x="1937675" y="3861275"/>
              <a:ext cx="40850" cy="1135450"/>
            </a:xfrm>
            <a:custGeom>
              <a:rect b="b" l="l" r="r" t="t"/>
              <a:pathLst>
                <a:path extrusionOk="0" h="45418" w="1634">
                  <a:moveTo>
                    <a:pt x="1633" y="0"/>
                  </a:moveTo>
                  <a:cubicBezTo>
                    <a:pt x="1070" y="508"/>
                    <a:pt x="525" y="1037"/>
                    <a:pt x="1" y="1586"/>
                  </a:cubicBezTo>
                  <a:lnTo>
                    <a:pt x="1" y="43832"/>
                  </a:lnTo>
                  <a:cubicBezTo>
                    <a:pt x="525" y="44381"/>
                    <a:pt x="1070" y="44910"/>
                    <a:pt x="1633" y="45418"/>
                  </a:cubicBezTo>
                  <a:lnTo>
                    <a:pt x="16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2"/>
            <p:cNvSpPr/>
            <p:nvPr/>
          </p:nvSpPr>
          <p:spPr>
            <a:xfrm>
              <a:off x="1840700" y="3966850"/>
              <a:ext cx="40850" cy="924300"/>
            </a:xfrm>
            <a:custGeom>
              <a:rect b="b" l="l" r="r" t="t"/>
              <a:pathLst>
                <a:path extrusionOk="0" h="36972" w="1634">
                  <a:moveTo>
                    <a:pt x="1633" y="0"/>
                  </a:moveTo>
                  <a:cubicBezTo>
                    <a:pt x="1054" y="764"/>
                    <a:pt x="509" y="1556"/>
                    <a:pt x="1" y="2374"/>
                  </a:cubicBezTo>
                  <a:lnTo>
                    <a:pt x="1" y="34598"/>
                  </a:lnTo>
                  <a:cubicBezTo>
                    <a:pt x="506" y="35415"/>
                    <a:pt x="1051" y="36207"/>
                    <a:pt x="1633" y="36972"/>
                  </a:cubicBezTo>
                  <a:lnTo>
                    <a:pt x="16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2"/>
            <p:cNvSpPr/>
            <p:nvPr/>
          </p:nvSpPr>
          <p:spPr>
            <a:xfrm>
              <a:off x="2422675" y="3664875"/>
              <a:ext cx="40850" cy="1528250"/>
            </a:xfrm>
            <a:custGeom>
              <a:rect b="b" l="l" r="r" t="t"/>
              <a:pathLst>
                <a:path extrusionOk="0" h="61130" w="1634">
                  <a:moveTo>
                    <a:pt x="1633" y="1"/>
                  </a:moveTo>
                  <a:cubicBezTo>
                    <a:pt x="1086" y="19"/>
                    <a:pt x="541" y="54"/>
                    <a:pt x="1" y="100"/>
                  </a:cubicBezTo>
                  <a:lnTo>
                    <a:pt x="1" y="61030"/>
                  </a:lnTo>
                  <a:cubicBezTo>
                    <a:pt x="541" y="61078"/>
                    <a:pt x="1086" y="61111"/>
                    <a:pt x="1633" y="61129"/>
                  </a:cubicBezTo>
                  <a:lnTo>
                    <a:pt x="16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2"/>
            <p:cNvSpPr/>
            <p:nvPr/>
          </p:nvSpPr>
          <p:spPr>
            <a:xfrm>
              <a:off x="2907675" y="3788000"/>
              <a:ext cx="40850" cy="1281975"/>
            </a:xfrm>
            <a:custGeom>
              <a:rect b="b" l="l" r="r" t="t"/>
              <a:pathLst>
                <a:path extrusionOk="0" h="51279" w="1634">
                  <a:moveTo>
                    <a:pt x="1" y="1"/>
                  </a:moveTo>
                  <a:lnTo>
                    <a:pt x="1" y="51279"/>
                  </a:lnTo>
                  <a:cubicBezTo>
                    <a:pt x="557" y="50916"/>
                    <a:pt x="1102" y="50538"/>
                    <a:pt x="1633" y="50141"/>
                  </a:cubicBezTo>
                  <a:lnTo>
                    <a:pt x="1633" y="1139"/>
                  </a:lnTo>
                  <a:cubicBezTo>
                    <a:pt x="1102" y="742"/>
                    <a:pt x="557" y="36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2"/>
            <p:cNvSpPr/>
            <p:nvPr/>
          </p:nvSpPr>
          <p:spPr>
            <a:xfrm>
              <a:off x="3101700" y="3969200"/>
              <a:ext cx="40825" cy="919650"/>
            </a:xfrm>
            <a:custGeom>
              <a:rect b="b" l="l" r="r" t="t"/>
              <a:pathLst>
                <a:path extrusionOk="0" h="36786" w="1633">
                  <a:moveTo>
                    <a:pt x="0" y="1"/>
                  </a:moveTo>
                  <a:lnTo>
                    <a:pt x="0" y="36785"/>
                  </a:lnTo>
                  <a:cubicBezTo>
                    <a:pt x="580" y="36014"/>
                    <a:pt x="1125" y="35215"/>
                    <a:pt x="1633" y="34389"/>
                  </a:cubicBezTo>
                  <a:lnTo>
                    <a:pt x="1633" y="2395"/>
                  </a:lnTo>
                  <a:cubicBezTo>
                    <a:pt x="1125" y="1571"/>
                    <a:pt x="580" y="7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2"/>
            <p:cNvSpPr/>
            <p:nvPr/>
          </p:nvSpPr>
          <p:spPr>
            <a:xfrm>
              <a:off x="3004650" y="3862825"/>
              <a:ext cx="40900" cy="1132350"/>
            </a:xfrm>
            <a:custGeom>
              <a:rect b="b" l="l" r="r" t="t"/>
              <a:pathLst>
                <a:path extrusionOk="0" h="45294" w="1636">
                  <a:moveTo>
                    <a:pt x="1" y="0"/>
                  </a:moveTo>
                  <a:lnTo>
                    <a:pt x="1" y="45293"/>
                  </a:lnTo>
                  <a:cubicBezTo>
                    <a:pt x="567" y="44781"/>
                    <a:pt x="1109" y="44248"/>
                    <a:pt x="1636" y="43693"/>
                  </a:cubicBezTo>
                  <a:lnTo>
                    <a:pt x="1636" y="1600"/>
                  </a:lnTo>
                  <a:cubicBezTo>
                    <a:pt x="1109" y="1049"/>
                    <a:pt x="567" y="5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2"/>
            <p:cNvSpPr/>
            <p:nvPr/>
          </p:nvSpPr>
          <p:spPr>
            <a:xfrm>
              <a:off x="3198675" y="4139725"/>
              <a:ext cx="40825" cy="578600"/>
            </a:xfrm>
            <a:custGeom>
              <a:rect b="b" l="l" r="r" t="t"/>
              <a:pathLst>
                <a:path extrusionOk="0" h="23144" w="1633">
                  <a:moveTo>
                    <a:pt x="0" y="1"/>
                  </a:moveTo>
                  <a:lnTo>
                    <a:pt x="0" y="23144"/>
                  </a:lnTo>
                  <a:cubicBezTo>
                    <a:pt x="709" y="21412"/>
                    <a:pt x="1254" y="19620"/>
                    <a:pt x="1633" y="17791"/>
                  </a:cubicBezTo>
                  <a:lnTo>
                    <a:pt x="1633" y="5353"/>
                  </a:lnTo>
                  <a:cubicBezTo>
                    <a:pt x="1254" y="3522"/>
                    <a:pt x="709" y="173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2"/>
            <p:cNvSpPr/>
            <p:nvPr/>
          </p:nvSpPr>
          <p:spPr>
            <a:xfrm>
              <a:off x="2616700" y="3674700"/>
              <a:ext cx="40825" cy="1508600"/>
            </a:xfrm>
            <a:custGeom>
              <a:rect b="b" l="l" r="r" t="t"/>
              <a:pathLst>
                <a:path extrusionOk="0" h="60344" w="1633">
                  <a:moveTo>
                    <a:pt x="0" y="0"/>
                  </a:moveTo>
                  <a:lnTo>
                    <a:pt x="0" y="60343"/>
                  </a:lnTo>
                  <a:cubicBezTo>
                    <a:pt x="550" y="60251"/>
                    <a:pt x="1092" y="60145"/>
                    <a:pt x="1633" y="60025"/>
                  </a:cubicBezTo>
                  <a:lnTo>
                    <a:pt x="1633" y="319"/>
                  </a:lnTo>
                  <a:cubicBezTo>
                    <a:pt x="1095" y="199"/>
                    <a:pt x="550" y="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2"/>
            <p:cNvSpPr/>
            <p:nvPr/>
          </p:nvSpPr>
          <p:spPr>
            <a:xfrm>
              <a:off x="2810650" y="3734375"/>
              <a:ext cx="40900" cy="1389300"/>
            </a:xfrm>
            <a:custGeom>
              <a:rect b="b" l="l" r="r" t="t"/>
              <a:pathLst>
                <a:path extrusionOk="0" h="55572" w="1636">
                  <a:moveTo>
                    <a:pt x="0" y="1"/>
                  </a:moveTo>
                  <a:lnTo>
                    <a:pt x="0" y="55571"/>
                  </a:lnTo>
                  <a:cubicBezTo>
                    <a:pt x="555" y="55315"/>
                    <a:pt x="1100" y="55043"/>
                    <a:pt x="1635" y="54756"/>
                  </a:cubicBezTo>
                  <a:lnTo>
                    <a:pt x="1635" y="814"/>
                  </a:lnTo>
                  <a:cubicBezTo>
                    <a:pt x="1100" y="527"/>
                    <a:pt x="555" y="25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2"/>
            <p:cNvSpPr/>
            <p:nvPr/>
          </p:nvSpPr>
          <p:spPr>
            <a:xfrm>
              <a:off x="2519650" y="3664950"/>
              <a:ext cx="40900" cy="1528175"/>
            </a:xfrm>
            <a:custGeom>
              <a:rect b="b" l="l" r="r" t="t"/>
              <a:pathLst>
                <a:path extrusionOk="0" h="61127" w="1636">
                  <a:moveTo>
                    <a:pt x="1" y="0"/>
                  </a:moveTo>
                  <a:lnTo>
                    <a:pt x="1" y="61126"/>
                  </a:lnTo>
                  <a:cubicBezTo>
                    <a:pt x="550" y="61105"/>
                    <a:pt x="1093" y="61071"/>
                    <a:pt x="1636" y="61020"/>
                  </a:cubicBezTo>
                  <a:lnTo>
                    <a:pt x="1636" y="104"/>
                  </a:lnTo>
                  <a:cubicBezTo>
                    <a:pt x="1093" y="56"/>
                    <a:pt x="550" y="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2"/>
            <p:cNvSpPr/>
            <p:nvPr/>
          </p:nvSpPr>
          <p:spPr>
            <a:xfrm>
              <a:off x="2713675" y="3697450"/>
              <a:ext cx="40825" cy="1463175"/>
            </a:xfrm>
            <a:custGeom>
              <a:rect b="b" l="l" r="r" t="t"/>
              <a:pathLst>
                <a:path extrusionOk="0" h="58527" w="1633">
                  <a:moveTo>
                    <a:pt x="0" y="0"/>
                  </a:moveTo>
                  <a:lnTo>
                    <a:pt x="0" y="58526"/>
                  </a:lnTo>
                  <a:cubicBezTo>
                    <a:pt x="552" y="58358"/>
                    <a:pt x="1095" y="58175"/>
                    <a:pt x="1633" y="57979"/>
                  </a:cubicBezTo>
                  <a:lnTo>
                    <a:pt x="1633" y="545"/>
                  </a:lnTo>
                  <a:cubicBezTo>
                    <a:pt x="1097" y="349"/>
                    <a:pt x="552" y="16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42"/>
          <p:cNvGrpSpPr/>
          <p:nvPr/>
        </p:nvGrpSpPr>
        <p:grpSpPr>
          <a:xfrm>
            <a:off x="795115" y="1408200"/>
            <a:ext cx="1622783" cy="1467526"/>
            <a:chOff x="1727900" y="695750"/>
            <a:chExt cx="1971550" cy="1782925"/>
          </a:xfrm>
        </p:grpSpPr>
        <p:sp>
          <p:nvSpPr>
            <p:cNvPr id="1981" name="Google Shape;1981;p42"/>
            <p:cNvSpPr/>
            <p:nvPr/>
          </p:nvSpPr>
          <p:spPr>
            <a:xfrm>
              <a:off x="2065725" y="695750"/>
              <a:ext cx="1633725" cy="1633700"/>
            </a:xfrm>
            <a:custGeom>
              <a:rect b="b" l="l" r="r" t="t"/>
              <a:pathLst>
                <a:path extrusionOk="0" h="65348" w="65349">
                  <a:moveTo>
                    <a:pt x="32674" y="1"/>
                  </a:moveTo>
                  <a:cubicBezTo>
                    <a:pt x="24009" y="1"/>
                    <a:pt x="15699" y="3443"/>
                    <a:pt x="9571" y="9571"/>
                  </a:cubicBezTo>
                  <a:cubicBezTo>
                    <a:pt x="3443" y="15697"/>
                    <a:pt x="0" y="24010"/>
                    <a:pt x="0" y="32675"/>
                  </a:cubicBezTo>
                  <a:cubicBezTo>
                    <a:pt x="0" y="41341"/>
                    <a:pt x="3443" y="49651"/>
                    <a:pt x="9571" y="55779"/>
                  </a:cubicBezTo>
                  <a:cubicBezTo>
                    <a:pt x="15699" y="61905"/>
                    <a:pt x="24009" y="65347"/>
                    <a:pt x="32674" y="65347"/>
                  </a:cubicBezTo>
                  <a:cubicBezTo>
                    <a:pt x="41340" y="65347"/>
                    <a:pt x="49650" y="61905"/>
                    <a:pt x="55778" y="55779"/>
                  </a:cubicBezTo>
                  <a:cubicBezTo>
                    <a:pt x="61906" y="49651"/>
                    <a:pt x="65349" y="41341"/>
                    <a:pt x="65349" y="32675"/>
                  </a:cubicBezTo>
                  <a:cubicBezTo>
                    <a:pt x="65349" y="24010"/>
                    <a:pt x="61906" y="15697"/>
                    <a:pt x="55778" y="9571"/>
                  </a:cubicBezTo>
                  <a:cubicBezTo>
                    <a:pt x="49650" y="3443"/>
                    <a:pt x="41340" y="1"/>
                    <a:pt x="32674" y="1"/>
                  </a:cubicBezTo>
                  <a:close/>
                </a:path>
              </a:pathLst>
            </a:custGeom>
            <a:solidFill>
              <a:srgbClr val="C2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2"/>
            <p:cNvSpPr/>
            <p:nvPr/>
          </p:nvSpPr>
          <p:spPr>
            <a:xfrm>
              <a:off x="2205225" y="1006025"/>
              <a:ext cx="40275" cy="1441175"/>
            </a:xfrm>
            <a:custGeom>
              <a:rect b="b" l="l" r="r" t="t"/>
              <a:pathLst>
                <a:path extrusionOk="0" h="57647" w="1611">
                  <a:moveTo>
                    <a:pt x="1610" y="0"/>
                  </a:moveTo>
                  <a:cubicBezTo>
                    <a:pt x="1068" y="164"/>
                    <a:pt x="532" y="342"/>
                    <a:pt x="1" y="534"/>
                  </a:cubicBezTo>
                  <a:lnTo>
                    <a:pt x="1" y="57113"/>
                  </a:lnTo>
                  <a:cubicBezTo>
                    <a:pt x="530" y="57305"/>
                    <a:pt x="1068" y="57483"/>
                    <a:pt x="1610" y="57647"/>
                  </a:cubicBezTo>
                  <a:lnTo>
                    <a:pt x="1610" y="0"/>
                  </a:ln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2"/>
            <p:cNvSpPr/>
            <p:nvPr/>
          </p:nvSpPr>
          <p:spPr>
            <a:xfrm>
              <a:off x="2300700" y="983975"/>
              <a:ext cx="40275" cy="1485275"/>
            </a:xfrm>
            <a:custGeom>
              <a:rect b="b" l="l" r="r" t="t"/>
              <a:pathLst>
                <a:path extrusionOk="0" h="59411" w="1611">
                  <a:moveTo>
                    <a:pt x="1610" y="0"/>
                  </a:moveTo>
                  <a:cubicBezTo>
                    <a:pt x="1068" y="88"/>
                    <a:pt x="532" y="190"/>
                    <a:pt x="1" y="308"/>
                  </a:cubicBezTo>
                  <a:lnTo>
                    <a:pt x="1" y="59101"/>
                  </a:lnTo>
                  <a:cubicBezTo>
                    <a:pt x="532" y="59219"/>
                    <a:pt x="1068" y="59321"/>
                    <a:pt x="1610" y="59411"/>
                  </a:cubicBezTo>
                  <a:lnTo>
                    <a:pt x="1610" y="0"/>
                  </a:ln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2"/>
            <p:cNvSpPr/>
            <p:nvPr/>
          </p:nvSpPr>
          <p:spPr>
            <a:xfrm>
              <a:off x="2014350" y="1094575"/>
              <a:ext cx="40200" cy="1264075"/>
            </a:xfrm>
            <a:custGeom>
              <a:rect b="b" l="l" r="r" t="t"/>
              <a:pathLst>
                <a:path extrusionOk="0" h="50563" w="1608">
                  <a:moveTo>
                    <a:pt x="1607" y="0"/>
                  </a:moveTo>
                  <a:cubicBezTo>
                    <a:pt x="1060" y="354"/>
                    <a:pt x="524" y="728"/>
                    <a:pt x="0" y="1116"/>
                  </a:cubicBezTo>
                  <a:lnTo>
                    <a:pt x="0" y="49445"/>
                  </a:lnTo>
                  <a:cubicBezTo>
                    <a:pt x="522" y="49835"/>
                    <a:pt x="1058" y="50207"/>
                    <a:pt x="1607" y="50563"/>
                  </a:cubicBezTo>
                  <a:lnTo>
                    <a:pt x="1607" y="0"/>
                  </a:ln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2"/>
            <p:cNvSpPr/>
            <p:nvPr/>
          </p:nvSpPr>
          <p:spPr>
            <a:xfrm>
              <a:off x="2109750" y="1042100"/>
              <a:ext cx="40275" cy="1368975"/>
            </a:xfrm>
            <a:custGeom>
              <a:rect b="b" l="l" r="r" t="t"/>
              <a:pathLst>
                <a:path extrusionOk="0" h="54759" w="1611">
                  <a:moveTo>
                    <a:pt x="1610" y="1"/>
                  </a:moveTo>
                  <a:cubicBezTo>
                    <a:pt x="1065" y="250"/>
                    <a:pt x="530" y="516"/>
                    <a:pt x="1" y="797"/>
                  </a:cubicBezTo>
                  <a:lnTo>
                    <a:pt x="1" y="53962"/>
                  </a:lnTo>
                  <a:cubicBezTo>
                    <a:pt x="530" y="54241"/>
                    <a:pt x="1065" y="54507"/>
                    <a:pt x="1610" y="54758"/>
                  </a:cubicBezTo>
                  <a:lnTo>
                    <a:pt x="1610" y="1"/>
                  </a:ln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2"/>
            <p:cNvSpPr/>
            <p:nvPr/>
          </p:nvSpPr>
          <p:spPr>
            <a:xfrm>
              <a:off x="1727900" y="1437575"/>
              <a:ext cx="40275" cy="578025"/>
            </a:xfrm>
            <a:custGeom>
              <a:rect b="b" l="l" r="r" t="t"/>
              <a:pathLst>
                <a:path extrusionOk="0" h="23121" w="1611">
                  <a:moveTo>
                    <a:pt x="1610" y="0"/>
                  </a:moveTo>
                  <a:cubicBezTo>
                    <a:pt x="922" y="1654"/>
                    <a:pt x="382" y="3365"/>
                    <a:pt x="1" y="5115"/>
                  </a:cubicBezTo>
                  <a:lnTo>
                    <a:pt x="1" y="18006"/>
                  </a:lnTo>
                  <a:cubicBezTo>
                    <a:pt x="382" y="19756"/>
                    <a:pt x="922" y="21467"/>
                    <a:pt x="1610" y="23120"/>
                  </a:cubicBezTo>
                  <a:lnTo>
                    <a:pt x="1610" y="0"/>
                  </a:ln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2"/>
            <p:cNvSpPr/>
            <p:nvPr/>
          </p:nvSpPr>
          <p:spPr>
            <a:xfrm>
              <a:off x="1918875" y="1167825"/>
              <a:ext cx="40200" cy="1117525"/>
            </a:xfrm>
            <a:custGeom>
              <a:rect b="b" l="l" r="r" t="t"/>
              <a:pathLst>
                <a:path extrusionOk="0" h="44701" w="1608">
                  <a:moveTo>
                    <a:pt x="1607" y="1"/>
                  </a:moveTo>
                  <a:cubicBezTo>
                    <a:pt x="1053" y="499"/>
                    <a:pt x="517" y="1021"/>
                    <a:pt x="0" y="1561"/>
                  </a:cubicBezTo>
                  <a:lnTo>
                    <a:pt x="0" y="43139"/>
                  </a:lnTo>
                  <a:cubicBezTo>
                    <a:pt x="517" y="43680"/>
                    <a:pt x="1053" y="44199"/>
                    <a:pt x="1607" y="44700"/>
                  </a:cubicBezTo>
                  <a:lnTo>
                    <a:pt x="1607" y="1"/>
                  </a:ln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2"/>
            <p:cNvSpPr/>
            <p:nvPr/>
          </p:nvSpPr>
          <p:spPr>
            <a:xfrm>
              <a:off x="1823400" y="1271725"/>
              <a:ext cx="40200" cy="909725"/>
            </a:xfrm>
            <a:custGeom>
              <a:rect b="b" l="l" r="r" t="t"/>
              <a:pathLst>
                <a:path extrusionOk="0" h="36389" w="1608">
                  <a:moveTo>
                    <a:pt x="1607" y="1"/>
                  </a:moveTo>
                  <a:cubicBezTo>
                    <a:pt x="1037" y="753"/>
                    <a:pt x="501" y="1532"/>
                    <a:pt x="0" y="2340"/>
                  </a:cubicBezTo>
                  <a:lnTo>
                    <a:pt x="0" y="34051"/>
                  </a:lnTo>
                  <a:cubicBezTo>
                    <a:pt x="501" y="34855"/>
                    <a:pt x="1037" y="35635"/>
                    <a:pt x="1607" y="36388"/>
                  </a:cubicBezTo>
                  <a:lnTo>
                    <a:pt x="1607" y="1"/>
                  </a:ln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2"/>
            <p:cNvSpPr/>
            <p:nvPr/>
          </p:nvSpPr>
          <p:spPr>
            <a:xfrm>
              <a:off x="2396200" y="974575"/>
              <a:ext cx="40200" cy="1504100"/>
            </a:xfrm>
            <a:custGeom>
              <a:rect b="b" l="l" r="r" t="t"/>
              <a:pathLst>
                <a:path extrusionOk="0" h="60164" w="1608">
                  <a:moveTo>
                    <a:pt x="1607" y="0"/>
                  </a:moveTo>
                  <a:cubicBezTo>
                    <a:pt x="1069" y="19"/>
                    <a:pt x="533" y="51"/>
                    <a:pt x="0" y="97"/>
                  </a:cubicBezTo>
                  <a:lnTo>
                    <a:pt x="0" y="60064"/>
                  </a:lnTo>
                  <a:cubicBezTo>
                    <a:pt x="533" y="60110"/>
                    <a:pt x="1069" y="60142"/>
                    <a:pt x="1607" y="60163"/>
                  </a:cubicBezTo>
                  <a:lnTo>
                    <a:pt x="1607" y="0"/>
                  </a:ln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2"/>
            <p:cNvSpPr/>
            <p:nvPr/>
          </p:nvSpPr>
          <p:spPr>
            <a:xfrm>
              <a:off x="2873500" y="1095725"/>
              <a:ext cx="40275" cy="1261725"/>
            </a:xfrm>
            <a:custGeom>
              <a:rect b="b" l="l" r="r" t="t"/>
              <a:pathLst>
                <a:path extrusionOk="0" h="50469" w="1611">
                  <a:moveTo>
                    <a:pt x="1" y="1"/>
                  </a:moveTo>
                  <a:lnTo>
                    <a:pt x="1" y="50468"/>
                  </a:lnTo>
                  <a:cubicBezTo>
                    <a:pt x="551" y="50113"/>
                    <a:pt x="1086" y="49739"/>
                    <a:pt x="1610" y="49348"/>
                  </a:cubicBezTo>
                  <a:lnTo>
                    <a:pt x="1610" y="1123"/>
                  </a:lnTo>
                  <a:cubicBezTo>
                    <a:pt x="1086" y="730"/>
                    <a:pt x="551" y="356"/>
                    <a:pt x="1"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2"/>
            <p:cNvSpPr/>
            <p:nvPr/>
          </p:nvSpPr>
          <p:spPr>
            <a:xfrm>
              <a:off x="3064475" y="1274050"/>
              <a:ext cx="40200" cy="905075"/>
            </a:xfrm>
            <a:custGeom>
              <a:rect b="b" l="l" r="r" t="t"/>
              <a:pathLst>
                <a:path extrusionOk="0" h="36203" w="1608">
                  <a:moveTo>
                    <a:pt x="0" y="0"/>
                  </a:moveTo>
                  <a:lnTo>
                    <a:pt x="0" y="36203"/>
                  </a:lnTo>
                  <a:cubicBezTo>
                    <a:pt x="570" y="35445"/>
                    <a:pt x="1108" y="34658"/>
                    <a:pt x="1607" y="33845"/>
                  </a:cubicBezTo>
                  <a:lnTo>
                    <a:pt x="1607" y="2358"/>
                  </a:lnTo>
                  <a:cubicBezTo>
                    <a:pt x="1106" y="1545"/>
                    <a:pt x="570" y="760"/>
                    <a:pt x="0" y="0"/>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2"/>
            <p:cNvSpPr/>
            <p:nvPr/>
          </p:nvSpPr>
          <p:spPr>
            <a:xfrm>
              <a:off x="2969000" y="1169375"/>
              <a:ext cx="40200" cy="1114400"/>
            </a:xfrm>
            <a:custGeom>
              <a:rect b="b" l="l" r="r" t="t"/>
              <a:pathLst>
                <a:path extrusionOk="0" h="44576" w="1608">
                  <a:moveTo>
                    <a:pt x="0" y="1"/>
                  </a:moveTo>
                  <a:lnTo>
                    <a:pt x="0" y="44576"/>
                  </a:lnTo>
                  <a:cubicBezTo>
                    <a:pt x="556" y="44073"/>
                    <a:pt x="1092" y="43546"/>
                    <a:pt x="1607" y="43001"/>
                  </a:cubicBezTo>
                  <a:lnTo>
                    <a:pt x="1607" y="1576"/>
                  </a:lnTo>
                  <a:cubicBezTo>
                    <a:pt x="1092" y="1031"/>
                    <a:pt x="556" y="507"/>
                    <a:pt x="0"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2"/>
            <p:cNvSpPr/>
            <p:nvPr/>
          </p:nvSpPr>
          <p:spPr>
            <a:xfrm>
              <a:off x="3159950" y="1441900"/>
              <a:ext cx="40200" cy="569425"/>
            </a:xfrm>
            <a:custGeom>
              <a:rect b="b" l="l" r="r" t="t"/>
              <a:pathLst>
                <a:path extrusionOk="0" h="22777" w="1608">
                  <a:moveTo>
                    <a:pt x="0" y="1"/>
                  </a:moveTo>
                  <a:lnTo>
                    <a:pt x="0" y="22777"/>
                  </a:lnTo>
                  <a:cubicBezTo>
                    <a:pt x="697" y="21072"/>
                    <a:pt x="1235" y="19311"/>
                    <a:pt x="1607" y="17507"/>
                  </a:cubicBezTo>
                  <a:lnTo>
                    <a:pt x="1607" y="5267"/>
                  </a:lnTo>
                  <a:cubicBezTo>
                    <a:pt x="1235" y="3466"/>
                    <a:pt x="697" y="1702"/>
                    <a:pt x="0"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2"/>
            <p:cNvSpPr/>
            <p:nvPr/>
          </p:nvSpPr>
          <p:spPr>
            <a:xfrm>
              <a:off x="2587150" y="984250"/>
              <a:ext cx="40200" cy="1484725"/>
            </a:xfrm>
            <a:custGeom>
              <a:rect b="b" l="l" r="r" t="t"/>
              <a:pathLst>
                <a:path extrusionOk="0" h="59389" w="1608">
                  <a:moveTo>
                    <a:pt x="0" y="1"/>
                  </a:moveTo>
                  <a:lnTo>
                    <a:pt x="0" y="59388"/>
                  </a:lnTo>
                  <a:cubicBezTo>
                    <a:pt x="540" y="59298"/>
                    <a:pt x="1076" y="59194"/>
                    <a:pt x="1607" y="59074"/>
                  </a:cubicBezTo>
                  <a:lnTo>
                    <a:pt x="1607" y="310"/>
                  </a:lnTo>
                  <a:cubicBezTo>
                    <a:pt x="1076" y="193"/>
                    <a:pt x="540" y="89"/>
                    <a:pt x="0"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2"/>
            <p:cNvSpPr/>
            <p:nvPr/>
          </p:nvSpPr>
          <p:spPr>
            <a:xfrm>
              <a:off x="2778025" y="1042900"/>
              <a:ext cx="40275" cy="1367350"/>
            </a:xfrm>
            <a:custGeom>
              <a:rect b="b" l="l" r="r" t="t"/>
              <a:pathLst>
                <a:path extrusionOk="0" h="54694" w="1611">
                  <a:moveTo>
                    <a:pt x="1" y="1"/>
                  </a:moveTo>
                  <a:lnTo>
                    <a:pt x="1" y="54694"/>
                  </a:lnTo>
                  <a:cubicBezTo>
                    <a:pt x="546" y="54442"/>
                    <a:pt x="1082" y="54174"/>
                    <a:pt x="1610" y="53893"/>
                  </a:cubicBezTo>
                  <a:lnTo>
                    <a:pt x="1610" y="802"/>
                  </a:lnTo>
                  <a:cubicBezTo>
                    <a:pt x="1084" y="520"/>
                    <a:pt x="546" y="253"/>
                    <a:pt x="1" y="1"/>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2"/>
            <p:cNvSpPr/>
            <p:nvPr/>
          </p:nvSpPr>
          <p:spPr>
            <a:xfrm>
              <a:off x="2491675" y="974625"/>
              <a:ext cx="40200" cy="1503975"/>
            </a:xfrm>
            <a:custGeom>
              <a:rect b="b" l="l" r="r" t="t"/>
              <a:pathLst>
                <a:path extrusionOk="0" h="60159" w="1608">
                  <a:moveTo>
                    <a:pt x="0" y="0"/>
                  </a:moveTo>
                  <a:lnTo>
                    <a:pt x="0" y="60159"/>
                  </a:lnTo>
                  <a:cubicBezTo>
                    <a:pt x="538" y="60138"/>
                    <a:pt x="1074" y="60103"/>
                    <a:pt x="1607" y="60055"/>
                  </a:cubicBezTo>
                  <a:lnTo>
                    <a:pt x="1607" y="102"/>
                  </a:lnTo>
                  <a:cubicBezTo>
                    <a:pt x="1076" y="54"/>
                    <a:pt x="540" y="21"/>
                    <a:pt x="0" y="0"/>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2"/>
            <p:cNvSpPr/>
            <p:nvPr/>
          </p:nvSpPr>
          <p:spPr>
            <a:xfrm>
              <a:off x="2682625" y="1006550"/>
              <a:ext cx="40200" cy="1440075"/>
            </a:xfrm>
            <a:custGeom>
              <a:rect b="b" l="l" r="r" t="t"/>
              <a:pathLst>
                <a:path extrusionOk="0" h="57603" w="1608">
                  <a:moveTo>
                    <a:pt x="0" y="0"/>
                  </a:moveTo>
                  <a:lnTo>
                    <a:pt x="0" y="57603"/>
                  </a:lnTo>
                  <a:cubicBezTo>
                    <a:pt x="540" y="57436"/>
                    <a:pt x="1076" y="57256"/>
                    <a:pt x="1607" y="57065"/>
                  </a:cubicBezTo>
                  <a:lnTo>
                    <a:pt x="1607" y="538"/>
                  </a:lnTo>
                  <a:cubicBezTo>
                    <a:pt x="1078" y="344"/>
                    <a:pt x="543" y="167"/>
                    <a:pt x="0" y="0"/>
                  </a:cubicBezTo>
                  <a:close/>
                </a:path>
              </a:pathLst>
            </a:custGeom>
            <a:solidFill>
              <a:srgbClr val="B1C1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 name="Google Shape;1998;p42"/>
          <p:cNvGrpSpPr/>
          <p:nvPr/>
        </p:nvGrpSpPr>
        <p:grpSpPr>
          <a:xfrm>
            <a:off x="2794233" y="3140801"/>
            <a:ext cx="1261197" cy="1241069"/>
            <a:chOff x="4333200" y="955700"/>
            <a:chExt cx="955525" cy="940275"/>
          </a:xfrm>
        </p:grpSpPr>
        <p:sp>
          <p:nvSpPr>
            <p:cNvPr id="1999" name="Google Shape;1999;p42"/>
            <p:cNvSpPr/>
            <p:nvPr/>
          </p:nvSpPr>
          <p:spPr>
            <a:xfrm>
              <a:off x="4333200" y="955700"/>
              <a:ext cx="165050" cy="149775"/>
            </a:xfrm>
            <a:custGeom>
              <a:rect b="b" l="l" r="r" t="t"/>
              <a:pathLst>
                <a:path extrusionOk="0" h="5991" w="6602">
                  <a:moveTo>
                    <a:pt x="3299" y="0"/>
                  </a:moveTo>
                  <a:cubicBezTo>
                    <a:pt x="1950" y="0"/>
                    <a:pt x="725" y="919"/>
                    <a:pt x="390" y="2288"/>
                  </a:cubicBezTo>
                  <a:cubicBezTo>
                    <a:pt x="0" y="3895"/>
                    <a:pt x="986" y="5514"/>
                    <a:pt x="2593" y="5904"/>
                  </a:cubicBezTo>
                  <a:cubicBezTo>
                    <a:pt x="2832" y="5962"/>
                    <a:pt x="3070" y="5990"/>
                    <a:pt x="3306" y="5990"/>
                  </a:cubicBezTo>
                  <a:cubicBezTo>
                    <a:pt x="4654" y="5990"/>
                    <a:pt x="5879" y="5072"/>
                    <a:pt x="6211" y="3704"/>
                  </a:cubicBezTo>
                  <a:cubicBezTo>
                    <a:pt x="6601" y="2097"/>
                    <a:pt x="5616" y="476"/>
                    <a:pt x="4008" y="85"/>
                  </a:cubicBezTo>
                  <a:cubicBezTo>
                    <a:pt x="3771" y="28"/>
                    <a:pt x="3533" y="0"/>
                    <a:pt x="3299" y="0"/>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2"/>
            <p:cNvSpPr/>
            <p:nvPr/>
          </p:nvSpPr>
          <p:spPr>
            <a:xfrm>
              <a:off x="4333525" y="1219125"/>
              <a:ext cx="164425" cy="149800"/>
            </a:xfrm>
            <a:custGeom>
              <a:rect b="b" l="l" r="r" t="t"/>
              <a:pathLst>
                <a:path extrusionOk="0" h="5992" w="6577">
                  <a:moveTo>
                    <a:pt x="3288" y="1"/>
                  </a:moveTo>
                  <a:cubicBezTo>
                    <a:pt x="2522" y="1"/>
                    <a:pt x="1756" y="293"/>
                    <a:pt x="1172" y="879"/>
                  </a:cubicBezTo>
                  <a:cubicBezTo>
                    <a:pt x="1" y="2047"/>
                    <a:pt x="1" y="3945"/>
                    <a:pt x="1172" y="5113"/>
                  </a:cubicBezTo>
                  <a:cubicBezTo>
                    <a:pt x="1756" y="5699"/>
                    <a:pt x="2522" y="5991"/>
                    <a:pt x="3288" y="5991"/>
                  </a:cubicBezTo>
                  <a:cubicBezTo>
                    <a:pt x="4054" y="5991"/>
                    <a:pt x="4821" y="5699"/>
                    <a:pt x="5406" y="5113"/>
                  </a:cubicBezTo>
                  <a:cubicBezTo>
                    <a:pt x="6577" y="3945"/>
                    <a:pt x="6577" y="2047"/>
                    <a:pt x="5406" y="879"/>
                  </a:cubicBezTo>
                  <a:cubicBezTo>
                    <a:pt x="4821" y="293"/>
                    <a:pt x="4054" y="1"/>
                    <a:pt x="3288" y="1"/>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2"/>
            <p:cNvSpPr/>
            <p:nvPr/>
          </p:nvSpPr>
          <p:spPr>
            <a:xfrm>
              <a:off x="4333600" y="1746025"/>
              <a:ext cx="164350" cy="149775"/>
            </a:xfrm>
            <a:custGeom>
              <a:rect b="b" l="l" r="r" t="t"/>
              <a:pathLst>
                <a:path extrusionOk="0" h="5991" w="6574">
                  <a:moveTo>
                    <a:pt x="3282" y="0"/>
                  </a:moveTo>
                  <a:cubicBezTo>
                    <a:pt x="1916" y="0"/>
                    <a:pt x="681" y="943"/>
                    <a:pt x="365" y="2331"/>
                  </a:cubicBezTo>
                  <a:cubicBezTo>
                    <a:pt x="0" y="3945"/>
                    <a:pt x="1009" y="5550"/>
                    <a:pt x="2623" y="5915"/>
                  </a:cubicBezTo>
                  <a:cubicBezTo>
                    <a:pt x="2847" y="5966"/>
                    <a:pt x="3070" y="5990"/>
                    <a:pt x="3290" y="5990"/>
                  </a:cubicBezTo>
                  <a:cubicBezTo>
                    <a:pt x="4658" y="5990"/>
                    <a:pt x="5891" y="5047"/>
                    <a:pt x="6207" y="3659"/>
                  </a:cubicBezTo>
                  <a:cubicBezTo>
                    <a:pt x="6574" y="2045"/>
                    <a:pt x="5563" y="440"/>
                    <a:pt x="3949" y="76"/>
                  </a:cubicBezTo>
                  <a:cubicBezTo>
                    <a:pt x="3725" y="25"/>
                    <a:pt x="3502" y="0"/>
                    <a:pt x="3282" y="0"/>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2"/>
            <p:cNvSpPr/>
            <p:nvPr/>
          </p:nvSpPr>
          <p:spPr>
            <a:xfrm>
              <a:off x="4333600" y="1482575"/>
              <a:ext cx="164350" cy="149800"/>
            </a:xfrm>
            <a:custGeom>
              <a:rect b="b" l="l" r="r" t="t"/>
              <a:pathLst>
                <a:path extrusionOk="0" h="5992" w="6574">
                  <a:moveTo>
                    <a:pt x="3282" y="0"/>
                  </a:moveTo>
                  <a:cubicBezTo>
                    <a:pt x="1916" y="0"/>
                    <a:pt x="681" y="943"/>
                    <a:pt x="365" y="2334"/>
                  </a:cubicBezTo>
                  <a:cubicBezTo>
                    <a:pt x="0" y="3945"/>
                    <a:pt x="1009" y="5550"/>
                    <a:pt x="2623" y="5917"/>
                  </a:cubicBezTo>
                  <a:cubicBezTo>
                    <a:pt x="2846" y="5967"/>
                    <a:pt x="3068" y="5992"/>
                    <a:pt x="3287" y="5992"/>
                  </a:cubicBezTo>
                  <a:cubicBezTo>
                    <a:pt x="4656" y="5992"/>
                    <a:pt x="5890" y="5048"/>
                    <a:pt x="6207" y="3659"/>
                  </a:cubicBezTo>
                  <a:cubicBezTo>
                    <a:pt x="6574" y="2045"/>
                    <a:pt x="5563" y="443"/>
                    <a:pt x="3949" y="75"/>
                  </a:cubicBezTo>
                  <a:cubicBezTo>
                    <a:pt x="3725" y="25"/>
                    <a:pt x="3502" y="0"/>
                    <a:pt x="3282" y="0"/>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2"/>
            <p:cNvSpPr/>
            <p:nvPr/>
          </p:nvSpPr>
          <p:spPr>
            <a:xfrm>
              <a:off x="4597050" y="955825"/>
              <a:ext cx="164700" cy="149775"/>
            </a:xfrm>
            <a:custGeom>
              <a:rect b="b" l="l" r="r" t="t"/>
              <a:pathLst>
                <a:path extrusionOk="0" h="5991" w="6588">
                  <a:moveTo>
                    <a:pt x="3293" y="0"/>
                  </a:moveTo>
                  <a:cubicBezTo>
                    <a:pt x="1935" y="0"/>
                    <a:pt x="704" y="930"/>
                    <a:pt x="379" y="2311"/>
                  </a:cubicBezTo>
                  <a:cubicBezTo>
                    <a:pt x="0" y="3920"/>
                    <a:pt x="1000" y="5532"/>
                    <a:pt x="2610" y="5911"/>
                  </a:cubicBezTo>
                  <a:cubicBezTo>
                    <a:pt x="2840" y="5965"/>
                    <a:pt x="3071" y="5991"/>
                    <a:pt x="3298" y="5991"/>
                  </a:cubicBezTo>
                  <a:cubicBezTo>
                    <a:pt x="4655" y="5991"/>
                    <a:pt x="5885" y="5061"/>
                    <a:pt x="6209" y="3683"/>
                  </a:cubicBezTo>
                  <a:cubicBezTo>
                    <a:pt x="6588" y="2071"/>
                    <a:pt x="5590" y="459"/>
                    <a:pt x="3981" y="80"/>
                  </a:cubicBezTo>
                  <a:cubicBezTo>
                    <a:pt x="3751" y="26"/>
                    <a:pt x="3520" y="0"/>
                    <a:pt x="3293" y="0"/>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2"/>
            <p:cNvSpPr/>
            <p:nvPr/>
          </p:nvSpPr>
          <p:spPr>
            <a:xfrm>
              <a:off x="4597000" y="1219125"/>
              <a:ext cx="164350" cy="149800"/>
            </a:xfrm>
            <a:custGeom>
              <a:rect b="b" l="l" r="r" t="t"/>
              <a:pathLst>
                <a:path extrusionOk="0" h="5992" w="6574">
                  <a:moveTo>
                    <a:pt x="3287" y="1"/>
                  </a:moveTo>
                  <a:cubicBezTo>
                    <a:pt x="2520" y="1"/>
                    <a:pt x="1754" y="293"/>
                    <a:pt x="1168" y="879"/>
                  </a:cubicBezTo>
                  <a:cubicBezTo>
                    <a:pt x="0" y="2047"/>
                    <a:pt x="0" y="3945"/>
                    <a:pt x="1168" y="5113"/>
                  </a:cubicBezTo>
                  <a:cubicBezTo>
                    <a:pt x="1754" y="5699"/>
                    <a:pt x="2520" y="5991"/>
                    <a:pt x="3287" y="5991"/>
                  </a:cubicBezTo>
                  <a:cubicBezTo>
                    <a:pt x="4054" y="5991"/>
                    <a:pt x="4820" y="5699"/>
                    <a:pt x="5405" y="5113"/>
                  </a:cubicBezTo>
                  <a:cubicBezTo>
                    <a:pt x="6574" y="3945"/>
                    <a:pt x="6574" y="2047"/>
                    <a:pt x="5405" y="879"/>
                  </a:cubicBezTo>
                  <a:cubicBezTo>
                    <a:pt x="4820" y="293"/>
                    <a:pt x="4054" y="1"/>
                    <a:pt x="3287" y="1"/>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2"/>
            <p:cNvSpPr/>
            <p:nvPr/>
          </p:nvSpPr>
          <p:spPr>
            <a:xfrm>
              <a:off x="4597050" y="1746175"/>
              <a:ext cx="164700" cy="149800"/>
            </a:xfrm>
            <a:custGeom>
              <a:rect b="b" l="l" r="r" t="t"/>
              <a:pathLst>
                <a:path extrusionOk="0" h="5992" w="6588">
                  <a:moveTo>
                    <a:pt x="3292" y="1"/>
                  </a:moveTo>
                  <a:cubicBezTo>
                    <a:pt x="1933" y="1"/>
                    <a:pt x="704" y="931"/>
                    <a:pt x="379" y="2312"/>
                  </a:cubicBezTo>
                  <a:cubicBezTo>
                    <a:pt x="0" y="3921"/>
                    <a:pt x="998" y="5533"/>
                    <a:pt x="2607" y="5911"/>
                  </a:cubicBezTo>
                  <a:cubicBezTo>
                    <a:pt x="2838" y="5966"/>
                    <a:pt x="3069" y="5992"/>
                    <a:pt x="3296" y="5992"/>
                  </a:cubicBezTo>
                  <a:cubicBezTo>
                    <a:pt x="4655" y="5992"/>
                    <a:pt x="5885" y="5062"/>
                    <a:pt x="6209" y="3683"/>
                  </a:cubicBezTo>
                  <a:cubicBezTo>
                    <a:pt x="6588" y="2072"/>
                    <a:pt x="5590" y="460"/>
                    <a:pt x="3981" y="81"/>
                  </a:cubicBezTo>
                  <a:cubicBezTo>
                    <a:pt x="3750" y="27"/>
                    <a:pt x="3519" y="1"/>
                    <a:pt x="3292" y="1"/>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2"/>
            <p:cNvSpPr/>
            <p:nvPr/>
          </p:nvSpPr>
          <p:spPr>
            <a:xfrm>
              <a:off x="4597050" y="1482725"/>
              <a:ext cx="164700" cy="149800"/>
            </a:xfrm>
            <a:custGeom>
              <a:rect b="b" l="l" r="r" t="t"/>
              <a:pathLst>
                <a:path extrusionOk="0" h="5992" w="6588">
                  <a:moveTo>
                    <a:pt x="3292" y="1"/>
                  </a:moveTo>
                  <a:cubicBezTo>
                    <a:pt x="1933" y="1"/>
                    <a:pt x="704" y="931"/>
                    <a:pt x="379" y="2311"/>
                  </a:cubicBezTo>
                  <a:cubicBezTo>
                    <a:pt x="0" y="3921"/>
                    <a:pt x="998" y="5532"/>
                    <a:pt x="2610" y="5911"/>
                  </a:cubicBezTo>
                  <a:cubicBezTo>
                    <a:pt x="2840" y="5965"/>
                    <a:pt x="3071" y="5991"/>
                    <a:pt x="3298" y="5991"/>
                  </a:cubicBezTo>
                  <a:cubicBezTo>
                    <a:pt x="4655" y="5991"/>
                    <a:pt x="5885" y="5062"/>
                    <a:pt x="6209" y="3683"/>
                  </a:cubicBezTo>
                  <a:cubicBezTo>
                    <a:pt x="6588" y="2071"/>
                    <a:pt x="5590" y="460"/>
                    <a:pt x="3981" y="81"/>
                  </a:cubicBezTo>
                  <a:cubicBezTo>
                    <a:pt x="3750" y="27"/>
                    <a:pt x="3519" y="1"/>
                    <a:pt x="3292" y="1"/>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2"/>
            <p:cNvSpPr/>
            <p:nvPr/>
          </p:nvSpPr>
          <p:spPr>
            <a:xfrm>
              <a:off x="4860500" y="955825"/>
              <a:ext cx="164775" cy="149775"/>
            </a:xfrm>
            <a:custGeom>
              <a:rect b="b" l="l" r="r" t="t"/>
              <a:pathLst>
                <a:path extrusionOk="0" h="5991" w="6591">
                  <a:moveTo>
                    <a:pt x="3293" y="0"/>
                  </a:moveTo>
                  <a:cubicBezTo>
                    <a:pt x="1935" y="0"/>
                    <a:pt x="706" y="930"/>
                    <a:pt x="379" y="2311"/>
                  </a:cubicBezTo>
                  <a:cubicBezTo>
                    <a:pt x="1" y="3920"/>
                    <a:pt x="1000" y="5532"/>
                    <a:pt x="2610" y="5911"/>
                  </a:cubicBezTo>
                  <a:cubicBezTo>
                    <a:pt x="2840" y="5965"/>
                    <a:pt x="3071" y="5991"/>
                    <a:pt x="3298" y="5991"/>
                  </a:cubicBezTo>
                  <a:cubicBezTo>
                    <a:pt x="4656" y="5991"/>
                    <a:pt x="5885" y="5061"/>
                    <a:pt x="6212" y="3683"/>
                  </a:cubicBezTo>
                  <a:cubicBezTo>
                    <a:pt x="6590" y="2071"/>
                    <a:pt x="5591" y="459"/>
                    <a:pt x="3981" y="80"/>
                  </a:cubicBezTo>
                  <a:cubicBezTo>
                    <a:pt x="3751" y="26"/>
                    <a:pt x="3520" y="0"/>
                    <a:pt x="3293" y="0"/>
                  </a:cubicBezTo>
                  <a:close/>
                </a:path>
              </a:pathLst>
            </a:custGeom>
            <a:solidFill>
              <a:srgbClr val="C2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2"/>
            <p:cNvSpPr/>
            <p:nvPr/>
          </p:nvSpPr>
          <p:spPr>
            <a:xfrm>
              <a:off x="4860450" y="1219125"/>
              <a:ext cx="164350" cy="149800"/>
            </a:xfrm>
            <a:custGeom>
              <a:rect b="b" l="l" r="r" t="t"/>
              <a:pathLst>
                <a:path extrusionOk="0" h="5992" w="6574">
                  <a:moveTo>
                    <a:pt x="3287" y="1"/>
                  </a:moveTo>
                  <a:cubicBezTo>
                    <a:pt x="2521" y="1"/>
                    <a:pt x="1754" y="293"/>
                    <a:pt x="1169" y="879"/>
                  </a:cubicBezTo>
                  <a:cubicBezTo>
                    <a:pt x="0" y="2047"/>
                    <a:pt x="0" y="3945"/>
                    <a:pt x="1169" y="5113"/>
                  </a:cubicBezTo>
                  <a:cubicBezTo>
                    <a:pt x="1754" y="5699"/>
                    <a:pt x="2521" y="5991"/>
                    <a:pt x="3287" y="5991"/>
                  </a:cubicBezTo>
                  <a:cubicBezTo>
                    <a:pt x="4053" y="5991"/>
                    <a:pt x="4819" y="5699"/>
                    <a:pt x="5403" y="5113"/>
                  </a:cubicBezTo>
                  <a:cubicBezTo>
                    <a:pt x="6574" y="3945"/>
                    <a:pt x="6574" y="2047"/>
                    <a:pt x="5403" y="879"/>
                  </a:cubicBezTo>
                  <a:cubicBezTo>
                    <a:pt x="4819" y="293"/>
                    <a:pt x="4053" y="1"/>
                    <a:pt x="3287" y="1"/>
                  </a:cubicBezTo>
                  <a:close/>
                </a:path>
              </a:pathLst>
            </a:custGeom>
            <a:solidFill>
              <a:srgbClr val="C2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2"/>
            <p:cNvSpPr/>
            <p:nvPr/>
          </p:nvSpPr>
          <p:spPr>
            <a:xfrm>
              <a:off x="4860500" y="1746175"/>
              <a:ext cx="164725" cy="149800"/>
            </a:xfrm>
            <a:custGeom>
              <a:rect b="b" l="l" r="r" t="t"/>
              <a:pathLst>
                <a:path extrusionOk="0" h="5992" w="6589">
                  <a:moveTo>
                    <a:pt x="3292" y="1"/>
                  </a:moveTo>
                  <a:cubicBezTo>
                    <a:pt x="1933" y="1"/>
                    <a:pt x="704" y="931"/>
                    <a:pt x="379" y="2312"/>
                  </a:cubicBezTo>
                  <a:cubicBezTo>
                    <a:pt x="1" y="3921"/>
                    <a:pt x="998" y="5533"/>
                    <a:pt x="2610" y="5911"/>
                  </a:cubicBezTo>
                  <a:cubicBezTo>
                    <a:pt x="2840" y="5966"/>
                    <a:pt x="3071" y="5992"/>
                    <a:pt x="3298" y="5992"/>
                  </a:cubicBezTo>
                  <a:cubicBezTo>
                    <a:pt x="4656" y="5992"/>
                    <a:pt x="5885" y="5062"/>
                    <a:pt x="6209" y="3683"/>
                  </a:cubicBezTo>
                  <a:cubicBezTo>
                    <a:pt x="6588" y="2072"/>
                    <a:pt x="5591" y="460"/>
                    <a:pt x="3981" y="81"/>
                  </a:cubicBezTo>
                  <a:cubicBezTo>
                    <a:pt x="3750" y="27"/>
                    <a:pt x="3519" y="1"/>
                    <a:pt x="3292" y="1"/>
                  </a:cubicBezTo>
                  <a:close/>
                </a:path>
              </a:pathLst>
            </a:custGeom>
            <a:solidFill>
              <a:srgbClr val="C2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2"/>
            <p:cNvSpPr/>
            <p:nvPr/>
          </p:nvSpPr>
          <p:spPr>
            <a:xfrm>
              <a:off x="4860500" y="1482725"/>
              <a:ext cx="164725" cy="149800"/>
            </a:xfrm>
            <a:custGeom>
              <a:rect b="b" l="l" r="r" t="t"/>
              <a:pathLst>
                <a:path extrusionOk="0" h="5992" w="6589">
                  <a:moveTo>
                    <a:pt x="3292" y="1"/>
                  </a:moveTo>
                  <a:cubicBezTo>
                    <a:pt x="1933" y="1"/>
                    <a:pt x="704" y="931"/>
                    <a:pt x="379" y="2311"/>
                  </a:cubicBezTo>
                  <a:cubicBezTo>
                    <a:pt x="1" y="3921"/>
                    <a:pt x="998" y="5532"/>
                    <a:pt x="2610" y="5911"/>
                  </a:cubicBezTo>
                  <a:cubicBezTo>
                    <a:pt x="2840" y="5965"/>
                    <a:pt x="3071" y="5991"/>
                    <a:pt x="3298" y="5991"/>
                  </a:cubicBezTo>
                  <a:cubicBezTo>
                    <a:pt x="4656" y="5991"/>
                    <a:pt x="5885" y="5062"/>
                    <a:pt x="6209" y="3683"/>
                  </a:cubicBezTo>
                  <a:cubicBezTo>
                    <a:pt x="6588" y="2071"/>
                    <a:pt x="5591" y="460"/>
                    <a:pt x="3981" y="81"/>
                  </a:cubicBezTo>
                  <a:cubicBezTo>
                    <a:pt x="3750" y="27"/>
                    <a:pt x="3519" y="1"/>
                    <a:pt x="3292" y="1"/>
                  </a:cubicBezTo>
                  <a:close/>
                </a:path>
              </a:pathLst>
            </a:custGeom>
            <a:solidFill>
              <a:srgbClr val="C2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2"/>
            <p:cNvSpPr/>
            <p:nvPr/>
          </p:nvSpPr>
          <p:spPr>
            <a:xfrm>
              <a:off x="5123950" y="955825"/>
              <a:ext cx="164775" cy="149775"/>
            </a:xfrm>
            <a:custGeom>
              <a:rect b="b" l="l" r="r" t="t"/>
              <a:pathLst>
                <a:path extrusionOk="0" h="5991" w="6591">
                  <a:moveTo>
                    <a:pt x="3293" y="0"/>
                  </a:moveTo>
                  <a:cubicBezTo>
                    <a:pt x="1936" y="0"/>
                    <a:pt x="706" y="930"/>
                    <a:pt x="379" y="2311"/>
                  </a:cubicBezTo>
                  <a:cubicBezTo>
                    <a:pt x="1" y="3920"/>
                    <a:pt x="1001" y="5532"/>
                    <a:pt x="2610" y="5911"/>
                  </a:cubicBezTo>
                  <a:cubicBezTo>
                    <a:pt x="2841" y="5965"/>
                    <a:pt x="3071" y="5991"/>
                    <a:pt x="3298" y="5991"/>
                  </a:cubicBezTo>
                  <a:cubicBezTo>
                    <a:pt x="4656" y="5991"/>
                    <a:pt x="5885" y="5061"/>
                    <a:pt x="6210" y="3683"/>
                  </a:cubicBezTo>
                  <a:cubicBezTo>
                    <a:pt x="6591" y="2071"/>
                    <a:pt x="5591" y="459"/>
                    <a:pt x="3981" y="80"/>
                  </a:cubicBezTo>
                  <a:cubicBezTo>
                    <a:pt x="3751" y="26"/>
                    <a:pt x="3520" y="0"/>
                    <a:pt x="3293" y="0"/>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2"/>
            <p:cNvSpPr/>
            <p:nvPr/>
          </p:nvSpPr>
          <p:spPr>
            <a:xfrm>
              <a:off x="5123850" y="1219125"/>
              <a:ext cx="164425" cy="149800"/>
            </a:xfrm>
            <a:custGeom>
              <a:rect b="b" l="l" r="r" t="t"/>
              <a:pathLst>
                <a:path extrusionOk="0" h="5992" w="6577">
                  <a:moveTo>
                    <a:pt x="3287" y="1"/>
                  </a:moveTo>
                  <a:cubicBezTo>
                    <a:pt x="2521" y="1"/>
                    <a:pt x="1755" y="293"/>
                    <a:pt x="1171" y="879"/>
                  </a:cubicBezTo>
                  <a:cubicBezTo>
                    <a:pt x="0" y="2047"/>
                    <a:pt x="0" y="3945"/>
                    <a:pt x="1171" y="5113"/>
                  </a:cubicBezTo>
                  <a:cubicBezTo>
                    <a:pt x="1755" y="5699"/>
                    <a:pt x="2521" y="5991"/>
                    <a:pt x="3287" y="5991"/>
                  </a:cubicBezTo>
                  <a:cubicBezTo>
                    <a:pt x="4054" y="5991"/>
                    <a:pt x="4820" y="5699"/>
                    <a:pt x="5405" y="5113"/>
                  </a:cubicBezTo>
                  <a:cubicBezTo>
                    <a:pt x="6576" y="3945"/>
                    <a:pt x="6576" y="2047"/>
                    <a:pt x="5405" y="879"/>
                  </a:cubicBezTo>
                  <a:cubicBezTo>
                    <a:pt x="4820" y="293"/>
                    <a:pt x="4054" y="1"/>
                    <a:pt x="3287" y="1"/>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2"/>
            <p:cNvSpPr/>
            <p:nvPr/>
          </p:nvSpPr>
          <p:spPr>
            <a:xfrm>
              <a:off x="5123950" y="1746175"/>
              <a:ext cx="164725" cy="149800"/>
            </a:xfrm>
            <a:custGeom>
              <a:rect b="b" l="l" r="r" t="t"/>
              <a:pathLst>
                <a:path extrusionOk="0" h="5992" w="6589">
                  <a:moveTo>
                    <a:pt x="3292" y="1"/>
                  </a:moveTo>
                  <a:cubicBezTo>
                    <a:pt x="1933" y="1"/>
                    <a:pt x="704" y="931"/>
                    <a:pt x="379" y="2312"/>
                  </a:cubicBezTo>
                  <a:cubicBezTo>
                    <a:pt x="1" y="3921"/>
                    <a:pt x="998" y="5533"/>
                    <a:pt x="2608" y="5911"/>
                  </a:cubicBezTo>
                  <a:cubicBezTo>
                    <a:pt x="2839" y="5966"/>
                    <a:pt x="3069" y="5992"/>
                    <a:pt x="3297" y="5992"/>
                  </a:cubicBezTo>
                  <a:cubicBezTo>
                    <a:pt x="4656" y="5992"/>
                    <a:pt x="5885" y="5062"/>
                    <a:pt x="6210" y="3683"/>
                  </a:cubicBezTo>
                  <a:cubicBezTo>
                    <a:pt x="6588" y="2074"/>
                    <a:pt x="5591" y="460"/>
                    <a:pt x="3981" y="81"/>
                  </a:cubicBezTo>
                  <a:cubicBezTo>
                    <a:pt x="3751" y="27"/>
                    <a:pt x="3520" y="1"/>
                    <a:pt x="3292" y="1"/>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2"/>
            <p:cNvSpPr/>
            <p:nvPr/>
          </p:nvSpPr>
          <p:spPr>
            <a:xfrm>
              <a:off x="5123950" y="1482725"/>
              <a:ext cx="164725" cy="149800"/>
            </a:xfrm>
            <a:custGeom>
              <a:rect b="b" l="l" r="r" t="t"/>
              <a:pathLst>
                <a:path extrusionOk="0" h="5992" w="6589">
                  <a:moveTo>
                    <a:pt x="3293" y="1"/>
                  </a:moveTo>
                  <a:cubicBezTo>
                    <a:pt x="1935" y="1"/>
                    <a:pt x="704" y="931"/>
                    <a:pt x="379" y="2311"/>
                  </a:cubicBezTo>
                  <a:cubicBezTo>
                    <a:pt x="1" y="3921"/>
                    <a:pt x="998" y="5532"/>
                    <a:pt x="2610" y="5911"/>
                  </a:cubicBezTo>
                  <a:cubicBezTo>
                    <a:pt x="2841" y="5965"/>
                    <a:pt x="3071" y="5991"/>
                    <a:pt x="3298" y="5991"/>
                  </a:cubicBezTo>
                  <a:cubicBezTo>
                    <a:pt x="4656" y="5991"/>
                    <a:pt x="5885" y="5062"/>
                    <a:pt x="6210" y="3683"/>
                  </a:cubicBezTo>
                  <a:cubicBezTo>
                    <a:pt x="6588" y="2074"/>
                    <a:pt x="5591" y="460"/>
                    <a:pt x="3981" y="81"/>
                  </a:cubicBezTo>
                  <a:cubicBezTo>
                    <a:pt x="3751" y="27"/>
                    <a:pt x="3520" y="1"/>
                    <a:pt x="3293" y="1"/>
                  </a:cubicBezTo>
                  <a:close/>
                </a:path>
              </a:pathLst>
            </a:custGeom>
            <a:solidFill>
              <a:srgbClr val="FEC9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8" name="Shape 2018"/>
        <p:cNvGrpSpPr/>
        <p:nvPr/>
      </p:nvGrpSpPr>
      <p:grpSpPr>
        <a:xfrm>
          <a:off x="0" y="0"/>
          <a:ext cx="0" cy="0"/>
          <a:chOff x="0" y="0"/>
          <a:chExt cx="0" cy="0"/>
        </a:xfrm>
      </p:grpSpPr>
      <p:sp>
        <p:nvSpPr>
          <p:cNvPr id="2019" name="Google Shape;2019;p43"/>
          <p:cNvSpPr/>
          <p:nvPr/>
        </p:nvSpPr>
        <p:spPr>
          <a:xfrm rot="-5400000">
            <a:off x="6285750" y="2285250"/>
            <a:ext cx="1987800" cy="37287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3"/>
          <p:cNvSpPr txBox="1"/>
          <p:nvPr>
            <p:ph type="title"/>
          </p:nvPr>
        </p:nvSpPr>
        <p:spPr>
          <a:xfrm>
            <a:off x="720000" y="58623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021" name="Google Shape;2021;p43"/>
          <p:cNvSpPr txBox="1"/>
          <p:nvPr>
            <p:ph idx="1" type="body"/>
          </p:nvPr>
        </p:nvSpPr>
        <p:spPr>
          <a:xfrm>
            <a:off x="720000" y="1152475"/>
            <a:ext cx="7704000" cy="3416400"/>
          </a:xfrm>
          <a:prstGeom prst="rect">
            <a:avLst/>
          </a:prstGeom>
        </p:spPr>
        <p:txBody>
          <a:bodyPr anchorCtr="0" anchor="ctr" bIns="91425" lIns="91425" spcFirstLastPara="1" rIns="91425" wrap="square" tIns="91425">
            <a:noAutofit/>
          </a:bodyPr>
          <a:lstStyle/>
          <a:p>
            <a:pPr indent="0" lvl="0" marL="0" rtl="0" algn="l">
              <a:lnSpc>
                <a:spcPct val="90000"/>
              </a:lnSpc>
              <a:spcBef>
                <a:spcPts val="800"/>
              </a:spcBef>
              <a:spcAft>
                <a:spcPts val="0"/>
              </a:spcAft>
              <a:buNone/>
            </a:pPr>
            <a:r>
              <a:rPr lang="en" sz="2500">
                <a:solidFill>
                  <a:schemeClr val="accent1"/>
                </a:solidFill>
                <a:latin typeface="Doppio One"/>
                <a:ea typeface="Doppio One"/>
                <a:cs typeface="Doppio One"/>
                <a:sym typeface="Doppio One"/>
              </a:rPr>
              <a:t>PHOTOS</a:t>
            </a:r>
            <a:endParaRPr sz="2500">
              <a:solidFill>
                <a:schemeClr val="accent1"/>
              </a:solidFill>
              <a:latin typeface="Doppio One"/>
              <a:ea typeface="Doppio One"/>
              <a:cs typeface="Doppio One"/>
              <a:sym typeface="Doppio One"/>
            </a:endParaRPr>
          </a:p>
          <a:p>
            <a:pPr indent="-317500" lvl="0" marL="457200" rtl="0" algn="l">
              <a:lnSpc>
                <a:spcPct val="90000"/>
              </a:lnSpc>
              <a:spcBef>
                <a:spcPts val="800"/>
              </a:spcBef>
              <a:spcAft>
                <a:spcPts val="0"/>
              </a:spcAft>
              <a:buSzPts val="1400"/>
              <a:buChar char="●"/>
            </a:pPr>
            <a:r>
              <a:rPr lang="en">
                <a:solidFill>
                  <a:schemeClr val="accent1"/>
                </a:solidFill>
                <a:uFill>
                  <a:noFill/>
                </a:uFill>
                <a:hlinkClick r:id="rId3">
                  <a:extLst>
                    <a:ext uri="{A12FA001-AC4F-418D-AE19-62706E023703}">
                      <ahyp:hlinkClr val="tx"/>
                    </a:ext>
                  </a:extLst>
                </a:hlinkClick>
              </a:rPr>
              <a:t>Covid-19 global economic crisis</a:t>
            </a:r>
            <a:endParaRPr>
              <a:solidFill>
                <a:schemeClr val="accent1"/>
              </a:solidFill>
            </a:endParaRPr>
          </a:p>
          <a:p>
            <a:pPr indent="-317500" lvl="0" marL="457200" rtl="0" algn="l">
              <a:lnSpc>
                <a:spcPct val="90000"/>
              </a:lnSpc>
              <a:spcBef>
                <a:spcPts val="0"/>
              </a:spcBef>
              <a:spcAft>
                <a:spcPts val="0"/>
              </a:spcAft>
              <a:buSzPts val="1400"/>
              <a:buChar char="●"/>
            </a:pPr>
            <a:r>
              <a:rPr lang="en">
                <a:solidFill>
                  <a:schemeClr val="accent1"/>
                </a:solidFill>
                <a:uFill>
                  <a:noFill/>
                </a:uFill>
                <a:hlinkClick r:id="rId4">
                  <a:extLst>
                    <a:ext uri="{A12FA001-AC4F-418D-AE19-62706E023703}">
                      <ahyp:hlinkClr val="tx"/>
                    </a:ext>
                  </a:extLst>
                </a:hlinkClick>
              </a:rPr>
              <a:t>Stacked golden coins with banknotes</a:t>
            </a:r>
            <a:endParaRPr>
              <a:solidFill>
                <a:schemeClr val="accent1"/>
              </a:solidFill>
            </a:endParaRPr>
          </a:p>
          <a:p>
            <a:pPr indent="0" lvl="0" marL="0" rtl="0" algn="l">
              <a:lnSpc>
                <a:spcPct val="90000"/>
              </a:lnSpc>
              <a:spcBef>
                <a:spcPts val="800"/>
              </a:spcBef>
              <a:spcAft>
                <a:spcPts val="0"/>
              </a:spcAft>
              <a:buNone/>
            </a:pPr>
            <a:r>
              <a:rPr lang="en" sz="2500">
                <a:solidFill>
                  <a:schemeClr val="accent1"/>
                </a:solidFill>
                <a:latin typeface="Doppio One"/>
                <a:ea typeface="Doppio One"/>
                <a:cs typeface="Doppio One"/>
                <a:sym typeface="Doppio One"/>
              </a:rPr>
              <a:t>VECTORS</a:t>
            </a:r>
            <a:endParaRPr sz="2500">
              <a:solidFill>
                <a:schemeClr val="accent1"/>
              </a:solidFill>
              <a:latin typeface="Doppio One"/>
              <a:ea typeface="Doppio One"/>
              <a:cs typeface="Doppio One"/>
              <a:sym typeface="Doppio One"/>
            </a:endParaRPr>
          </a:p>
          <a:p>
            <a:pPr indent="-323850" lvl="0" marL="457200" rtl="0" algn="l">
              <a:lnSpc>
                <a:spcPct val="90000"/>
              </a:lnSpc>
              <a:spcBef>
                <a:spcPts val="800"/>
              </a:spcBef>
              <a:spcAft>
                <a:spcPts val="0"/>
              </a:spcAft>
              <a:buSzPts val="1500"/>
              <a:buChar char="●"/>
            </a:pPr>
            <a:r>
              <a:rPr lang="en" sz="1500">
                <a:solidFill>
                  <a:schemeClr val="accent1"/>
                </a:solidFill>
                <a:uFill>
                  <a:noFill/>
                </a:uFill>
                <a:hlinkClick r:id="rId5">
                  <a:extLst>
                    <a:ext uri="{A12FA001-AC4F-418D-AE19-62706E023703}">
                      <ahyp:hlinkClr val="tx"/>
                    </a:ext>
                  </a:extLst>
                </a:hlinkClick>
              </a:rPr>
              <a:t>Money pattern</a:t>
            </a:r>
            <a:endParaRPr sz="1500">
              <a:solidFill>
                <a:schemeClr val="accent1"/>
              </a:solidFill>
            </a:endParaRPr>
          </a:p>
          <a:p>
            <a:pPr indent="-323850" lvl="0" marL="457200" rtl="0" algn="l">
              <a:lnSpc>
                <a:spcPct val="90000"/>
              </a:lnSpc>
              <a:spcBef>
                <a:spcPts val="0"/>
              </a:spcBef>
              <a:spcAft>
                <a:spcPts val="0"/>
              </a:spcAft>
              <a:buSzPts val="1500"/>
              <a:buChar char="●"/>
            </a:pPr>
            <a:r>
              <a:rPr lang="en" sz="1500">
                <a:solidFill>
                  <a:schemeClr val="accent1"/>
                </a:solidFill>
                <a:uFill>
                  <a:noFill/>
                </a:uFill>
                <a:hlinkClick r:id="rId6">
                  <a:extLst>
                    <a:ext uri="{A12FA001-AC4F-418D-AE19-62706E023703}">
                      <ahyp:hlinkClr val="tx"/>
                    </a:ext>
                  </a:extLst>
                </a:hlinkClick>
              </a:rPr>
              <a:t>Indian rupee coins falling background</a:t>
            </a:r>
            <a:endParaRPr sz="1500">
              <a:solidFill>
                <a:schemeClr val="accent1"/>
              </a:solidFill>
            </a:endParaRPr>
          </a:p>
          <a:p>
            <a:pPr indent="-323850" lvl="0" marL="457200" rtl="0" algn="l">
              <a:lnSpc>
                <a:spcPct val="90000"/>
              </a:lnSpc>
              <a:spcBef>
                <a:spcPts val="0"/>
              </a:spcBef>
              <a:spcAft>
                <a:spcPts val="0"/>
              </a:spcAft>
              <a:buSzPts val="1500"/>
              <a:buChar char="●"/>
            </a:pPr>
            <a:r>
              <a:rPr lang="en" sz="1500">
                <a:solidFill>
                  <a:schemeClr val="accent1"/>
                </a:solidFill>
                <a:uFill>
                  <a:noFill/>
                </a:uFill>
                <a:hlinkClick r:id="rId7">
                  <a:extLst>
                    <a:ext uri="{A12FA001-AC4F-418D-AE19-62706E023703}">
                      <ahyp:hlinkClr val="tx"/>
                    </a:ext>
                  </a:extLst>
                </a:hlinkClick>
              </a:rPr>
              <a:t>Geometric models background in flat design</a:t>
            </a:r>
            <a:endParaRPr sz="1500">
              <a:solidFill>
                <a:schemeClr val="accent1"/>
              </a:solidFill>
            </a:endParaRPr>
          </a:p>
          <a:p>
            <a:pPr indent="0" lvl="0" marL="0" rtl="0" algn="l">
              <a:lnSpc>
                <a:spcPct val="90000"/>
              </a:lnSpc>
              <a:spcBef>
                <a:spcPts val="800"/>
              </a:spcBef>
              <a:spcAft>
                <a:spcPts val="0"/>
              </a:spcAft>
              <a:buNone/>
            </a:pPr>
            <a:r>
              <a:rPr lang="en" sz="2500">
                <a:solidFill>
                  <a:schemeClr val="accent1"/>
                </a:solidFill>
                <a:latin typeface="Doppio One"/>
                <a:ea typeface="Doppio One"/>
                <a:cs typeface="Doppio One"/>
                <a:sym typeface="Doppio One"/>
              </a:rPr>
              <a:t>ICONS</a:t>
            </a:r>
            <a:endParaRPr sz="2500">
              <a:solidFill>
                <a:schemeClr val="accent1"/>
              </a:solidFill>
              <a:latin typeface="Doppio One"/>
              <a:ea typeface="Doppio One"/>
              <a:cs typeface="Doppio One"/>
              <a:sym typeface="Doppio One"/>
            </a:endParaRPr>
          </a:p>
          <a:p>
            <a:pPr indent="-323850" lvl="0" marL="457200" rtl="0" algn="l">
              <a:lnSpc>
                <a:spcPct val="90000"/>
              </a:lnSpc>
              <a:spcBef>
                <a:spcPts val="800"/>
              </a:spcBef>
              <a:spcAft>
                <a:spcPts val="0"/>
              </a:spcAft>
              <a:buSzPts val="1500"/>
              <a:buChar char="●"/>
            </a:pPr>
            <a:r>
              <a:rPr lang="en" sz="1500">
                <a:solidFill>
                  <a:schemeClr val="accent1"/>
                </a:solidFill>
                <a:uFill>
                  <a:noFill/>
                </a:uFill>
                <a:hlinkClick r:id="rId8">
                  <a:extLst>
                    <a:ext uri="{A12FA001-AC4F-418D-AE19-62706E023703}">
                      <ahyp:hlinkClr val="tx"/>
                    </a:ext>
                  </a:extLst>
                </a:hlinkClick>
              </a:rPr>
              <a:t>Icon Pack: Money </a:t>
            </a:r>
            <a:r>
              <a:rPr lang="en" sz="1500"/>
              <a:t>Filled</a:t>
            </a:r>
            <a:endParaRPr sz="1500">
              <a:solidFill>
                <a:schemeClr val="accent1"/>
              </a:solidFill>
            </a:endParaRPr>
          </a:p>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25" name="Shape 2025"/>
        <p:cNvGrpSpPr/>
        <p:nvPr/>
      </p:nvGrpSpPr>
      <p:grpSpPr>
        <a:xfrm>
          <a:off x="0" y="0"/>
          <a:ext cx="0" cy="0"/>
          <a:chOff x="0" y="0"/>
          <a:chExt cx="0" cy="0"/>
        </a:xfrm>
      </p:grpSpPr>
      <p:sp>
        <p:nvSpPr>
          <p:cNvPr id="2026" name="Google Shape;2026;p44"/>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2027" name="Google Shape;2027;p4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2028" name="Google Shape;2028;p44"/>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32" name="Shape 2032"/>
        <p:cNvGrpSpPr/>
        <p:nvPr/>
      </p:nvGrpSpPr>
      <p:grpSpPr>
        <a:xfrm>
          <a:off x="0" y="0"/>
          <a:ext cx="0" cy="0"/>
          <a:chOff x="0" y="0"/>
          <a:chExt cx="0" cy="0"/>
        </a:xfrm>
      </p:grpSpPr>
      <p:sp>
        <p:nvSpPr>
          <p:cNvPr id="2033" name="Google Shape;2033;p45"/>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2034" name="Google Shape;2034;p45"/>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2035" name="Google Shape;2035;p4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39" name="Shape 2039"/>
        <p:cNvGrpSpPr/>
        <p:nvPr/>
      </p:nvGrpSpPr>
      <p:grpSpPr>
        <a:xfrm>
          <a:off x="0" y="0"/>
          <a:ext cx="0" cy="0"/>
          <a:chOff x="0" y="0"/>
          <a:chExt cx="0" cy="0"/>
        </a:xfrm>
      </p:grpSpPr>
      <p:sp>
        <p:nvSpPr>
          <p:cNvPr id="2040" name="Google Shape;2040;p46"/>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2041" name="Google Shape;2041;p46"/>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Doppio One</a:t>
            </a:r>
            <a:endParaRPr b="1" sz="1100">
              <a:solidFill>
                <a:srgbClr val="EFEFEF"/>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https://fonts.google.com/specimen/Doppio+One</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rgbClr val="FFFFFF"/>
                </a:solidFill>
              </a:rPr>
              <a:t>Cabin</a:t>
            </a:r>
            <a:endParaRPr b="1" sz="1100">
              <a:solidFill>
                <a:srgbClr val="FFFFFF"/>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https://fonts.google.com/specimen/Cabin</a:t>
            </a:r>
            <a:r>
              <a:rPr lang="en" sz="1100">
                <a:solidFill>
                  <a:schemeClr val="lt1"/>
                </a:solidFill>
              </a:rPr>
              <a:t>)</a:t>
            </a:r>
            <a:endParaRPr sz="1100">
              <a:solidFill>
                <a:schemeClr val="lt1"/>
              </a:solidFill>
            </a:endParaRPr>
          </a:p>
        </p:txBody>
      </p:sp>
      <p:sp>
        <p:nvSpPr>
          <p:cNvPr id="2042" name="Google Shape;2042;p4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2043" name="Google Shape;2043;p46"/>
          <p:cNvSpPr/>
          <p:nvPr/>
        </p:nvSpPr>
        <p:spPr>
          <a:xfrm>
            <a:off x="2603313" y="2988225"/>
            <a:ext cx="791400" cy="754200"/>
          </a:xfrm>
          <a:prstGeom prst="roundRect">
            <a:avLst>
              <a:gd fmla="val 16667" name="adj"/>
            </a:avLst>
          </a:prstGeom>
          <a:solidFill>
            <a:srgbClr val="363D2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6"/>
          <p:cNvSpPr/>
          <p:nvPr/>
        </p:nvSpPr>
        <p:spPr>
          <a:xfrm>
            <a:off x="3665132" y="2988225"/>
            <a:ext cx="791400" cy="754200"/>
          </a:xfrm>
          <a:prstGeom prst="roundRect">
            <a:avLst>
              <a:gd fmla="val 16667" name="adj"/>
            </a:avLst>
          </a:prstGeom>
          <a:solidFill>
            <a:srgbClr val="424B2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6"/>
          <p:cNvSpPr/>
          <p:nvPr/>
        </p:nvSpPr>
        <p:spPr>
          <a:xfrm>
            <a:off x="4726952" y="2988225"/>
            <a:ext cx="791400" cy="754200"/>
          </a:xfrm>
          <a:prstGeom prst="roundRect">
            <a:avLst>
              <a:gd fmla="val 16667" name="adj"/>
            </a:avLst>
          </a:prstGeom>
          <a:solidFill>
            <a:srgbClr val="6C7B4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6"/>
          <p:cNvSpPr txBox="1"/>
          <p:nvPr/>
        </p:nvSpPr>
        <p:spPr>
          <a:xfrm>
            <a:off x="26033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#363d23</a:t>
            </a:r>
            <a:endParaRPr sz="1000">
              <a:solidFill>
                <a:srgbClr val="FFFFFF"/>
              </a:solidFill>
            </a:endParaRPr>
          </a:p>
        </p:txBody>
      </p:sp>
      <p:sp>
        <p:nvSpPr>
          <p:cNvPr id="2047" name="Google Shape;2047;p46"/>
          <p:cNvSpPr txBox="1"/>
          <p:nvPr/>
        </p:nvSpPr>
        <p:spPr>
          <a:xfrm>
            <a:off x="36651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#424b2b</a:t>
            </a:r>
            <a:endParaRPr sz="1000">
              <a:solidFill>
                <a:srgbClr val="FFFFFF"/>
              </a:solidFill>
            </a:endParaRPr>
          </a:p>
        </p:txBody>
      </p:sp>
      <p:sp>
        <p:nvSpPr>
          <p:cNvPr id="2048" name="Google Shape;2048;p46"/>
          <p:cNvSpPr txBox="1"/>
          <p:nvPr/>
        </p:nvSpPr>
        <p:spPr>
          <a:xfrm>
            <a:off x="47269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#6c7b46</a:t>
            </a:r>
            <a:endParaRPr sz="1000">
              <a:solidFill>
                <a:srgbClr val="FFFFFF"/>
              </a:solidFill>
            </a:endParaRPr>
          </a:p>
        </p:txBody>
      </p:sp>
      <p:sp>
        <p:nvSpPr>
          <p:cNvPr id="2049" name="Google Shape;2049;p46"/>
          <p:cNvSpPr/>
          <p:nvPr/>
        </p:nvSpPr>
        <p:spPr>
          <a:xfrm>
            <a:off x="5788788" y="2988225"/>
            <a:ext cx="791400" cy="754200"/>
          </a:xfrm>
          <a:prstGeom prst="roundRect">
            <a:avLst>
              <a:gd fmla="val 16667" name="adj"/>
            </a:avLst>
          </a:prstGeom>
          <a:solidFill>
            <a:srgbClr val="B1C17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6"/>
          <p:cNvSpPr txBox="1"/>
          <p:nvPr/>
        </p:nvSpPr>
        <p:spPr>
          <a:xfrm>
            <a:off x="57887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#b1c176</a:t>
            </a:r>
            <a:endParaRPr sz="1000">
              <a:solidFill>
                <a:srgbClr val="FFFFFF"/>
              </a:solidFill>
            </a:endParaRPr>
          </a:p>
        </p:txBody>
      </p:sp>
      <p:sp>
        <p:nvSpPr>
          <p:cNvPr id="2051" name="Google Shape;2051;p46"/>
          <p:cNvSpPr/>
          <p:nvPr/>
        </p:nvSpPr>
        <p:spPr>
          <a:xfrm>
            <a:off x="4194176" y="3919325"/>
            <a:ext cx="791400" cy="754200"/>
          </a:xfrm>
          <a:prstGeom prst="roundRect">
            <a:avLst>
              <a:gd fmla="val 16667" name="adj"/>
            </a:avLst>
          </a:prstGeom>
          <a:solidFill>
            <a:srgbClr val="F3992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6"/>
          <p:cNvSpPr/>
          <p:nvPr/>
        </p:nvSpPr>
        <p:spPr>
          <a:xfrm>
            <a:off x="5255995" y="3919325"/>
            <a:ext cx="791400" cy="754200"/>
          </a:xfrm>
          <a:prstGeom prst="roundRect">
            <a:avLst>
              <a:gd fmla="val 16667" name="adj"/>
            </a:avLst>
          </a:prstGeom>
          <a:solidFill>
            <a:srgbClr val="FEC92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6"/>
          <p:cNvSpPr txBox="1"/>
          <p:nvPr/>
        </p:nvSpPr>
        <p:spPr>
          <a:xfrm>
            <a:off x="4194176"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#f39921</a:t>
            </a:r>
            <a:endParaRPr sz="1000">
              <a:solidFill>
                <a:srgbClr val="FFFFFF"/>
              </a:solidFill>
            </a:endParaRPr>
          </a:p>
        </p:txBody>
      </p:sp>
      <p:sp>
        <p:nvSpPr>
          <p:cNvPr id="2054" name="Google Shape;2054;p46"/>
          <p:cNvSpPr txBox="1"/>
          <p:nvPr/>
        </p:nvSpPr>
        <p:spPr>
          <a:xfrm>
            <a:off x="5256001"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#fec928</a:t>
            </a:r>
            <a:endParaRPr sz="1000">
              <a:solidFill>
                <a:srgbClr val="FFFFFF"/>
              </a:solidFill>
            </a:endParaRPr>
          </a:p>
        </p:txBody>
      </p:sp>
      <p:sp>
        <p:nvSpPr>
          <p:cNvPr id="2055" name="Google Shape;2055;p46"/>
          <p:cNvSpPr/>
          <p:nvPr/>
        </p:nvSpPr>
        <p:spPr>
          <a:xfrm>
            <a:off x="3132351" y="3919325"/>
            <a:ext cx="791400" cy="754200"/>
          </a:xfrm>
          <a:prstGeom prst="roundRect">
            <a:avLst>
              <a:gd fmla="val 16667" name="adj"/>
            </a:avLst>
          </a:prstGeom>
          <a:solidFill>
            <a:srgbClr val="C2CC9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6"/>
          <p:cNvSpPr txBox="1"/>
          <p:nvPr/>
        </p:nvSpPr>
        <p:spPr>
          <a:xfrm>
            <a:off x="3132351"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#c2cc9a</a:t>
            </a:r>
            <a:endParaRPr sz="1000">
              <a:solidFill>
                <a:srgbClr val="FFFFFF"/>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60" name="Shape 2060"/>
        <p:cNvGrpSpPr/>
        <p:nvPr/>
      </p:nvGrpSpPr>
      <p:grpSpPr>
        <a:xfrm>
          <a:off x="0" y="0"/>
          <a:ext cx="0" cy="0"/>
          <a:chOff x="0" y="0"/>
          <a:chExt cx="0" cy="0"/>
        </a:xfrm>
      </p:grpSpPr>
      <p:sp>
        <p:nvSpPr>
          <p:cNvPr id="2061" name="Google Shape;2061;p47"/>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sp>
        <p:nvSpPr>
          <p:cNvPr id="2062" name="Google Shape;2062;p4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2063" name="Google Shape;2063;p47"/>
          <p:cNvPicPr preferRelativeResize="0"/>
          <p:nvPr/>
        </p:nvPicPr>
        <p:blipFill rotWithShape="1">
          <a:blip r:embed="rId4">
            <a:alphaModFix/>
          </a:blip>
          <a:srcRect b="16540" l="0" r="0" t="16547"/>
          <a:stretch/>
        </p:blipFill>
        <p:spPr>
          <a:xfrm>
            <a:off x="510820" y="2688639"/>
            <a:ext cx="1606720" cy="1075075"/>
          </a:xfrm>
          <a:prstGeom prst="rect">
            <a:avLst/>
          </a:prstGeom>
          <a:noFill/>
          <a:ln>
            <a:noFill/>
          </a:ln>
        </p:spPr>
      </p:pic>
      <p:sp>
        <p:nvSpPr>
          <p:cNvPr id="2064" name="Google Shape;2064;p47">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2065" name="Google Shape;2065;p47">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2066" name="Google Shape;2066;p47">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2067" name="Google Shape;2067;p47">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2068" name="Google Shape;2068;p47"/>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2069" name="Google Shape;2069;p47"/>
          <p:cNvPicPr preferRelativeResize="0"/>
          <p:nvPr/>
        </p:nvPicPr>
        <p:blipFill rotWithShape="1">
          <a:blip r:embed="rId14">
            <a:alphaModFix/>
          </a:blip>
          <a:srcRect b="6377" l="0" r="0" t="6377"/>
          <a:stretch/>
        </p:blipFill>
        <p:spPr>
          <a:xfrm>
            <a:off x="3774275" y="2532512"/>
            <a:ext cx="1448305" cy="1263590"/>
          </a:xfrm>
          <a:prstGeom prst="rect">
            <a:avLst/>
          </a:prstGeom>
          <a:noFill/>
          <a:ln>
            <a:noFill/>
          </a:ln>
        </p:spPr>
      </p:pic>
      <p:pic>
        <p:nvPicPr>
          <p:cNvPr id="2070" name="Google Shape;2070;p47"/>
          <p:cNvPicPr preferRelativeResize="0"/>
          <p:nvPr/>
        </p:nvPicPr>
        <p:blipFill rotWithShape="1">
          <a:blip r:embed="rId15">
            <a:alphaModFix/>
          </a:blip>
          <a:srcRect b="9256" l="0" r="0" t="9256"/>
          <a:stretch/>
        </p:blipFill>
        <p:spPr>
          <a:xfrm>
            <a:off x="5347337" y="2581527"/>
            <a:ext cx="1448285" cy="1180165"/>
          </a:xfrm>
          <a:prstGeom prst="rect">
            <a:avLst/>
          </a:prstGeom>
          <a:noFill/>
          <a:ln>
            <a:noFill/>
          </a:ln>
        </p:spPr>
      </p:pic>
      <p:pic>
        <p:nvPicPr>
          <p:cNvPr id="2071" name="Google Shape;2071;p47"/>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2072" name="Google Shape;2072;p47">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76" name="Shape 2076"/>
        <p:cNvGrpSpPr/>
        <p:nvPr/>
      </p:nvGrpSpPr>
      <p:grpSpPr>
        <a:xfrm>
          <a:off x="0" y="0"/>
          <a:ext cx="0" cy="0"/>
          <a:chOff x="0" y="0"/>
          <a:chExt cx="0" cy="0"/>
        </a:xfrm>
      </p:grpSpPr>
      <p:grpSp>
        <p:nvGrpSpPr>
          <p:cNvPr id="2077" name="Google Shape;2077;p48"/>
          <p:cNvGrpSpPr/>
          <p:nvPr/>
        </p:nvGrpSpPr>
        <p:grpSpPr>
          <a:xfrm>
            <a:off x="5082708" y="3095784"/>
            <a:ext cx="442841" cy="514271"/>
            <a:chOff x="4727025" y="1332775"/>
            <a:chExt cx="59900" cy="69625"/>
          </a:xfrm>
        </p:grpSpPr>
        <p:sp>
          <p:nvSpPr>
            <p:cNvPr id="2078" name="Google Shape;2078;p4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 name="Google Shape;2080;p48"/>
          <p:cNvGrpSpPr/>
          <p:nvPr/>
        </p:nvGrpSpPr>
        <p:grpSpPr>
          <a:xfrm>
            <a:off x="5758025" y="2343272"/>
            <a:ext cx="500909" cy="500899"/>
            <a:chOff x="4820425" y="1329900"/>
            <a:chExt cx="70175" cy="70350"/>
          </a:xfrm>
        </p:grpSpPr>
        <p:sp>
          <p:nvSpPr>
            <p:cNvPr id="2081" name="Google Shape;2081;p4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 name="Google Shape;2085;p48"/>
          <p:cNvGrpSpPr/>
          <p:nvPr/>
        </p:nvGrpSpPr>
        <p:grpSpPr>
          <a:xfrm>
            <a:off x="6410648" y="2355062"/>
            <a:ext cx="538135" cy="493119"/>
            <a:chOff x="4903200" y="1331525"/>
            <a:chExt cx="73575" cy="67425"/>
          </a:xfrm>
        </p:grpSpPr>
        <p:sp>
          <p:nvSpPr>
            <p:cNvPr id="2086" name="Google Shape;2086;p4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087" name="Google Shape;2087;p4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 name="Google Shape;2088;p48"/>
          <p:cNvGrpSpPr/>
          <p:nvPr/>
        </p:nvGrpSpPr>
        <p:grpSpPr>
          <a:xfrm>
            <a:off x="5670599" y="3097040"/>
            <a:ext cx="544563" cy="511895"/>
            <a:chOff x="4815575" y="1416800"/>
            <a:chExt cx="73750" cy="71400"/>
          </a:xfrm>
        </p:grpSpPr>
        <p:sp>
          <p:nvSpPr>
            <p:cNvPr id="2089" name="Google Shape;2089;p4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 name="Google Shape;2092;p48"/>
          <p:cNvGrpSpPr/>
          <p:nvPr/>
        </p:nvGrpSpPr>
        <p:grpSpPr>
          <a:xfrm>
            <a:off x="6367224" y="3096746"/>
            <a:ext cx="602914" cy="512477"/>
            <a:chOff x="4902475" y="1418875"/>
            <a:chExt cx="74500" cy="63775"/>
          </a:xfrm>
        </p:grpSpPr>
        <p:sp>
          <p:nvSpPr>
            <p:cNvPr id="2093" name="Google Shape;2093;p4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8"/>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 name="Google Shape;2095;p48"/>
          <p:cNvGrpSpPr/>
          <p:nvPr/>
        </p:nvGrpSpPr>
        <p:grpSpPr>
          <a:xfrm>
            <a:off x="5783096" y="3835985"/>
            <a:ext cx="515391" cy="525699"/>
            <a:chOff x="4818100" y="1507675"/>
            <a:chExt cx="71225" cy="71625"/>
          </a:xfrm>
        </p:grpSpPr>
        <p:sp>
          <p:nvSpPr>
            <p:cNvPr id="2096" name="Google Shape;2096;p4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 name="Google Shape;2100;p48"/>
          <p:cNvGrpSpPr/>
          <p:nvPr/>
        </p:nvGrpSpPr>
        <p:grpSpPr>
          <a:xfrm>
            <a:off x="5121199" y="3857517"/>
            <a:ext cx="522956" cy="489869"/>
            <a:chOff x="4721450" y="1509475"/>
            <a:chExt cx="79350" cy="74325"/>
          </a:xfrm>
        </p:grpSpPr>
        <p:sp>
          <p:nvSpPr>
            <p:cNvPr id="2101" name="Google Shape;2101;p4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 name="Google Shape;2105;p48"/>
          <p:cNvGrpSpPr/>
          <p:nvPr/>
        </p:nvGrpSpPr>
        <p:grpSpPr>
          <a:xfrm>
            <a:off x="6444441" y="3837269"/>
            <a:ext cx="525704" cy="535436"/>
            <a:chOff x="4906800" y="1507500"/>
            <a:chExt cx="70350" cy="71075"/>
          </a:xfrm>
        </p:grpSpPr>
        <p:sp>
          <p:nvSpPr>
            <p:cNvPr id="2106" name="Google Shape;2106;p4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 name="Google Shape;2111;p48"/>
          <p:cNvGrpSpPr/>
          <p:nvPr/>
        </p:nvGrpSpPr>
        <p:grpSpPr>
          <a:xfrm>
            <a:off x="4477263" y="2343250"/>
            <a:ext cx="508054" cy="508095"/>
            <a:chOff x="3736598" y="2170606"/>
            <a:chExt cx="404889" cy="404889"/>
          </a:xfrm>
        </p:grpSpPr>
        <p:sp>
          <p:nvSpPr>
            <p:cNvPr id="2112" name="Google Shape;2112;p4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 name="Google Shape;2116;p48"/>
          <p:cNvGrpSpPr/>
          <p:nvPr/>
        </p:nvGrpSpPr>
        <p:grpSpPr>
          <a:xfrm>
            <a:off x="3765303" y="2343345"/>
            <a:ext cx="575790" cy="507904"/>
            <a:chOff x="3161917" y="2170682"/>
            <a:chExt cx="458870" cy="404737"/>
          </a:xfrm>
        </p:grpSpPr>
        <p:sp>
          <p:nvSpPr>
            <p:cNvPr id="2117" name="Google Shape;2117;p4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118" name="Google Shape;2118;p4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48"/>
          <p:cNvGrpSpPr/>
          <p:nvPr/>
        </p:nvGrpSpPr>
        <p:grpSpPr>
          <a:xfrm>
            <a:off x="3792833" y="3103717"/>
            <a:ext cx="520730" cy="498567"/>
            <a:chOff x="3179914" y="2889488"/>
            <a:chExt cx="422876" cy="404911"/>
          </a:xfrm>
        </p:grpSpPr>
        <p:sp>
          <p:nvSpPr>
            <p:cNvPr id="2121" name="Google Shape;2121;p4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 name="Google Shape;2127;p48"/>
          <p:cNvGrpSpPr/>
          <p:nvPr/>
        </p:nvGrpSpPr>
        <p:grpSpPr>
          <a:xfrm>
            <a:off x="4421513" y="3103677"/>
            <a:ext cx="516145" cy="498648"/>
            <a:chOff x="3729467" y="2889422"/>
            <a:chExt cx="419153" cy="404977"/>
          </a:xfrm>
        </p:grpSpPr>
        <p:sp>
          <p:nvSpPr>
            <p:cNvPr id="2128" name="Google Shape;2128;p4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5" name="Google Shape;2135;p48"/>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8"/>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8"/>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8"/>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9" name="Google Shape;2139;p48"/>
          <p:cNvGrpSpPr/>
          <p:nvPr/>
        </p:nvGrpSpPr>
        <p:grpSpPr>
          <a:xfrm>
            <a:off x="7141841" y="2550562"/>
            <a:ext cx="166473" cy="141497"/>
            <a:chOff x="4660325" y="1866850"/>
            <a:chExt cx="68350" cy="58100"/>
          </a:xfrm>
        </p:grpSpPr>
        <p:sp>
          <p:nvSpPr>
            <p:cNvPr id="2140" name="Google Shape;2140;p4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48"/>
          <p:cNvGrpSpPr/>
          <p:nvPr/>
        </p:nvGrpSpPr>
        <p:grpSpPr>
          <a:xfrm>
            <a:off x="7451186" y="2576286"/>
            <a:ext cx="162515" cy="90049"/>
            <a:chOff x="4791775" y="1877500"/>
            <a:chExt cx="66725" cy="36975"/>
          </a:xfrm>
        </p:grpSpPr>
        <p:sp>
          <p:nvSpPr>
            <p:cNvPr id="2143" name="Google Shape;2143;p4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 name="Google Shape;2145;p48"/>
          <p:cNvGrpSpPr/>
          <p:nvPr/>
        </p:nvGrpSpPr>
        <p:grpSpPr>
          <a:xfrm>
            <a:off x="7772899" y="2576286"/>
            <a:ext cx="144979" cy="90049"/>
            <a:chOff x="4923925" y="1877500"/>
            <a:chExt cx="59525" cy="36975"/>
          </a:xfrm>
        </p:grpSpPr>
        <p:sp>
          <p:nvSpPr>
            <p:cNvPr id="2146" name="Google Shape;2146;p4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 name="Google Shape;2148;p48"/>
          <p:cNvGrpSpPr/>
          <p:nvPr/>
        </p:nvGrpSpPr>
        <p:grpSpPr>
          <a:xfrm>
            <a:off x="8067390" y="2558477"/>
            <a:ext cx="141447" cy="125667"/>
            <a:chOff x="5058450" y="1870100"/>
            <a:chExt cx="58075" cy="51600"/>
          </a:xfrm>
        </p:grpSpPr>
        <p:sp>
          <p:nvSpPr>
            <p:cNvPr id="2149" name="Google Shape;2149;p4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 name="Google Shape;2151;p48"/>
          <p:cNvGrpSpPr/>
          <p:nvPr/>
        </p:nvGrpSpPr>
        <p:grpSpPr>
          <a:xfrm>
            <a:off x="7481905" y="2980885"/>
            <a:ext cx="101077" cy="107645"/>
            <a:chOff x="4811425" y="2065025"/>
            <a:chExt cx="41500" cy="44200"/>
          </a:xfrm>
        </p:grpSpPr>
        <p:sp>
          <p:nvSpPr>
            <p:cNvPr id="2152" name="Google Shape;2152;p4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 name="Google Shape;2154;p48"/>
          <p:cNvGrpSpPr/>
          <p:nvPr/>
        </p:nvGrpSpPr>
        <p:grpSpPr>
          <a:xfrm>
            <a:off x="7774342" y="2981098"/>
            <a:ext cx="120867" cy="107218"/>
            <a:chOff x="4929875" y="2065025"/>
            <a:chExt cx="49625" cy="44025"/>
          </a:xfrm>
        </p:grpSpPr>
        <p:sp>
          <p:nvSpPr>
            <p:cNvPr id="2155" name="Google Shape;2155;p4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 name="Google Shape;2157;p48"/>
          <p:cNvGrpSpPr/>
          <p:nvPr/>
        </p:nvGrpSpPr>
        <p:grpSpPr>
          <a:xfrm>
            <a:off x="8103011" y="2984112"/>
            <a:ext cx="70206" cy="101191"/>
            <a:chOff x="5083925" y="2066350"/>
            <a:chExt cx="28825" cy="41550"/>
          </a:xfrm>
        </p:grpSpPr>
        <p:sp>
          <p:nvSpPr>
            <p:cNvPr id="2158" name="Google Shape;2158;p4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 name="Google Shape;2160;p48"/>
          <p:cNvGrpSpPr/>
          <p:nvPr/>
        </p:nvGrpSpPr>
        <p:grpSpPr>
          <a:xfrm>
            <a:off x="7134565" y="2999759"/>
            <a:ext cx="181026" cy="69896"/>
            <a:chOff x="4659775" y="2072775"/>
            <a:chExt cx="74325" cy="28700"/>
          </a:xfrm>
        </p:grpSpPr>
        <p:sp>
          <p:nvSpPr>
            <p:cNvPr id="2161" name="Google Shape;2161;p4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 name="Google Shape;2164;p48"/>
          <p:cNvGrpSpPr/>
          <p:nvPr/>
        </p:nvGrpSpPr>
        <p:grpSpPr>
          <a:xfrm>
            <a:off x="8054421" y="2790324"/>
            <a:ext cx="167387" cy="89197"/>
            <a:chOff x="4662475" y="1976500"/>
            <a:chExt cx="68725" cy="36625"/>
          </a:xfrm>
        </p:grpSpPr>
        <p:sp>
          <p:nvSpPr>
            <p:cNvPr id="2165" name="Google Shape;2165;p4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48"/>
          <p:cNvGrpSpPr/>
          <p:nvPr/>
        </p:nvGrpSpPr>
        <p:grpSpPr>
          <a:xfrm>
            <a:off x="7751326" y="2793764"/>
            <a:ext cx="166899" cy="82317"/>
            <a:chOff x="4920150" y="1977875"/>
            <a:chExt cx="68525" cy="33800"/>
          </a:xfrm>
        </p:grpSpPr>
        <p:sp>
          <p:nvSpPr>
            <p:cNvPr id="2169" name="Google Shape;2169;p4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 name="Google Shape;2172;p48"/>
          <p:cNvGrpSpPr/>
          <p:nvPr/>
        </p:nvGrpSpPr>
        <p:grpSpPr>
          <a:xfrm>
            <a:off x="7162483" y="3197682"/>
            <a:ext cx="125190" cy="127859"/>
            <a:chOff x="4676550" y="2160575"/>
            <a:chExt cx="51400" cy="52500"/>
          </a:xfrm>
        </p:grpSpPr>
        <p:sp>
          <p:nvSpPr>
            <p:cNvPr id="2173" name="Google Shape;2173;p4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 name="Google Shape;2176;p48"/>
          <p:cNvGrpSpPr/>
          <p:nvPr/>
        </p:nvGrpSpPr>
        <p:grpSpPr>
          <a:xfrm>
            <a:off x="7459741" y="3204714"/>
            <a:ext cx="145405" cy="113794"/>
            <a:chOff x="4768325" y="2163475"/>
            <a:chExt cx="59700" cy="46725"/>
          </a:xfrm>
        </p:grpSpPr>
        <p:sp>
          <p:nvSpPr>
            <p:cNvPr id="2177" name="Google Shape;2177;p4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9" name="Google Shape;2179;p48"/>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8"/>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8"/>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8"/>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8"/>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8"/>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5" name="Google Shape;2185;p48"/>
          <p:cNvGrpSpPr/>
          <p:nvPr/>
        </p:nvGrpSpPr>
        <p:grpSpPr>
          <a:xfrm>
            <a:off x="7476059" y="3459808"/>
            <a:ext cx="112768" cy="106853"/>
            <a:chOff x="4768575" y="2253950"/>
            <a:chExt cx="46300" cy="43875"/>
          </a:xfrm>
        </p:grpSpPr>
        <p:sp>
          <p:nvSpPr>
            <p:cNvPr id="2186" name="Google Shape;2186;p4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 name="Google Shape;2188;p48"/>
          <p:cNvGrpSpPr/>
          <p:nvPr/>
        </p:nvGrpSpPr>
        <p:grpSpPr>
          <a:xfrm>
            <a:off x="7775682" y="3948834"/>
            <a:ext cx="118187" cy="146246"/>
            <a:chOff x="4960900" y="2433225"/>
            <a:chExt cx="48525" cy="60050"/>
          </a:xfrm>
        </p:grpSpPr>
        <p:sp>
          <p:nvSpPr>
            <p:cNvPr id="2189" name="Google Shape;2189;p4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 name="Google Shape;2191;p48"/>
          <p:cNvGrpSpPr/>
          <p:nvPr/>
        </p:nvGrpSpPr>
        <p:grpSpPr>
          <a:xfrm>
            <a:off x="7464247" y="4212895"/>
            <a:ext cx="136394" cy="143810"/>
            <a:chOff x="4854075" y="2527625"/>
            <a:chExt cx="56000" cy="59050"/>
          </a:xfrm>
        </p:grpSpPr>
        <p:sp>
          <p:nvSpPr>
            <p:cNvPr id="2192" name="Google Shape;2192;p4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4" name="Google Shape;2194;p48"/>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8"/>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8"/>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7" name="Google Shape;2197;p48"/>
          <p:cNvGrpSpPr/>
          <p:nvPr/>
        </p:nvGrpSpPr>
        <p:grpSpPr>
          <a:xfrm>
            <a:off x="8088458" y="3676639"/>
            <a:ext cx="99312" cy="160797"/>
            <a:chOff x="5059700" y="2334775"/>
            <a:chExt cx="40775" cy="66025"/>
          </a:xfrm>
        </p:grpSpPr>
        <p:sp>
          <p:nvSpPr>
            <p:cNvPr id="2198" name="Google Shape;2198;p4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 name="Google Shape;2207;p48"/>
          <p:cNvGrpSpPr/>
          <p:nvPr/>
        </p:nvGrpSpPr>
        <p:grpSpPr>
          <a:xfrm>
            <a:off x="8045622" y="3941771"/>
            <a:ext cx="184984" cy="160371"/>
            <a:chOff x="5037700" y="2430325"/>
            <a:chExt cx="75950" cy="65850"/>
          </a:xfrm>
        </p:grpSpPr>
        <p:sp>
          <p:nvSpPr>
            <p:cNvPr id="2208" name="Google Shape;2208;p4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48"/>
          <p:cNvGrpSpPr/>
          <p:nvPr/>
        </p:nvGrpSpPr>
        <p:grpSpPr>
          <a:xfrm>
            <a:off x="7465128" y="3708223"/>
            <a:ext cx="173014" cy="97629"/>
            <a:chOff x="4756975" y="2341800"/>
            <a:chExt cx="91975" cy="51925"/>
          </a:xfrm>
        </p:grpSpPr>
        <p:sp>
          <p:nvSpPr>
            <p:cNvPr id="2211" name="Google Shape;2211;p4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 name="Google Shape;2231;p48"/>
          <p:cNvGrpSpPr/>
          <p:nvPr/>
        </p:nvGrpSpPr>
        <p:grpSpPr>
          <a:xfrm>
            <a:off x="7732065" y="4196920"/>
            <a:ext cx="212497" cy="175761"/>
            <a:chOff x="4943575" y="2516350"/>
            <a:chExt cx="98675" cy="81700"/>
          </a:xfrm>
        </p:grpSpPr>
        <p:sp>
          <p:nvSpPr>
            <p:cNvPr id="2232" name="Google Shape;2232;p4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 name="Google Shape;2310;p48"/>
          <p:cNvGrpSpPr/>
          <p:nvPr/>
        </p:nvGrpSpPr>
        <p:grpSpPr>
          <a:xfrm>
            <a:off x="1990126" y="3423163"/>
            <a:ext cx="965351" cy="134611"/>
            <a:chOff x="4411970" y="2962952"/>
            <a:chExt cx="706544" cy="104212"/>
          </a:xfrm>
        </p:grpSpPr>
        <p:sp>
          <p:nvSpPr>
            <p:cNvPr id="2311" name="Google Shape;2311;p4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 name="Google Shape;2315;p48"/>
          <p:cNvGrpSpPr/>
          <p:nvPr/>
        </p:nvGrpSpPr>
        <p:grpSpPr>
          <a:xfrm>
            <a:off x="1990126" y="3012077"/>
            <a:ext cx="960158" cy="289172"/>
            <a:chOff x="4411970" y="2726085"/>
            <a:chExt cx="643107" cy="193659"/>
          </a:xfrm>
        </p:grpSpPr>
        <p:sp>
          <p:nvSpPr>
            <p:cNvPr id="2316" name="Google Shape;2316;p4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9" name="Google Shape;2319;p48"/>
          <p:cNvGrpSpPr/>
          <p:nvPr/>
        </p:nvGrpSpPr>
        <p:grpSpPr>
          <a:xfrm>
            <a:off x="993018" y="3278187"/>
            <a:ext cx="833173" cy="259209"/>
            <a:chOff x="4411970" y="4340222"/>
            <a:chExt cx="779467" cy="242683"/>
          </a:xfrm>
        </p:grpSpPr>
        <p:sp>
          <p:nvSpPr>
            <p:cNvPr id="2320" name="Google Shape;2320;p4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 name="Google Shape;2323;p48"/>
          <p:cNvGrpSpPr/>
          <p:nvPr/>
        </p:nvGrpSpPr>
        <p:grpSpPr>
          <a:xfrm>
            <a:off x="1990126" y="2673933"/>
            <a:ext cx="965160" cy="216230"/>
            <a:chOff x="4411970" y="2468674"/>
            <a:chExt cx="747317" cy="167425"/>
          </a:xfrm>
        </p:grpSpPr>
        <p:sp>
          <p:nvSpPr>
            <p:cNvPr id="2324" name="Google Shape;2324;p4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 name="Google Shape;2326;p48"/>
          <p:cNvGrpSpPr/>
          <p:nvPr/>
        </p:nvGrpSpPr>
        <p:grpSpPr>
          <a:xfrm>
            <a:off x="988873" y="2578650"/>
            <a:ext cx="810451" cy="319148"/>
            <a:chOff x="4411970" y="3686602"/>
            <a:chExt cx="797845" cy="314215"/>
          </a:xfrm>
        </p:grpSpPr>
        <p:sp>
          <p:nvSpPr>
            <p:cNvPr id="2327" name="Google Shape;2327;p48"/>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8"/>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8"/>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8"/>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8"/>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2" name="Google Shape;2332;p48"/>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3" name="Google Shape;2333;p48"/>
          <p:cNvGrpSpPr/>
          <p:nvPr/>
        </p:nvGrpSpPr>
        <p:grpSpPr>
          <a:xfrm>
            <a:off x="988970" y="2333174"/>
            <a:ext cx="1970333" cy="208784"/>
            <a:chOff x="6336019" y="3733725"/>
            <a:chExt cx="2566206" cy="351310"/>
          </a:xfrm>
        </p:grpSpPr>
        <p:sp>
          <p:nvSpPr>
            <p:cNvPr id="2334" name="Google Shape;2334;p48"/>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8"/>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8"/>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8"/>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 name="Google Shape;2338;p48"/>
          <p:cNvGrpSpPr/>
          <p:nvPr/>
        </p:nvGrpSpPr>
        <p:grpSpPr>
          <a:xfrm>
            <a:off x="1990126" y="3940729"/>
            <a:ext cx="946551" cy="153200"/>
            <a:chOff x="4404545" y="3301592"/>
            <a:chExt cx="782403" cy="129272"/>
          </a:xfrm>
        </p:grpSpPr>
        <p:sp>
          <p:nvSpPr>
            <p:cNvPr id="2339" name="Google Shape;2339;p4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8"/>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 name="Google Shape;2341;p48"/>
          <p:cNvGrpSpPr/>
          <p:nvPr/>
        </p:nvGrpSpPr>
        <p:grpSpPr>
          <a:xfrm>
            <a:off x="1990126" y="3679688"/>
            <a:ext cx="962257" cy="139127"/>
            <a:chOff x="4411970" y="3131459"/>
            <a:chExt cx="710520" cy="117397"/>
          </a:xfrm>
        </p:grpSpPr>
        <p:sp>
          <p:nvSpPr>
            <p:cNvPr id="2342" name="Google Shape;2342;p4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344" name="Google Shape;2344;p48"/>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5" name="Google Shape;2345;p48"/>
          <p:cNvGrpSpPr/>
          <p:nvPr/>
        </p:nvGrpSpPr>
        <p:grpSpPr>
          <a:xfrm>
            <a:off x="990271" y="3614482"/>
            <a:ext cx="823838" cy="458988"/>
            <a:chOff x="4411970" y="1801825"/>
            <a:chExt cx="734586" cy="409262"/>
          </a:xfrm>
        </p:grpSpPr>
        <p:sp>
          <p:nvSpPr>
            <p:cNvPr id="2346" name="Google Shape;2346;p4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 name="Google Shape;2348;p48"/>
          <p:cNvGrpSpPr/>
          <p:nvPr/>
        </p:nvGrpSpPr>
        <p:grpSpPr>
          <a:xfrm>
            <a:off x="990271" y="4162908"/>
            <a:ext cx="856348" cy="212039"/>
            <a:chOff x="4411970" y="2233974"/>
            <a:chExt cx="763574" cy="189068"/>
          </a:xfrm>
        </p:grpSpPr>
        <p:sp>
          <p:nvSpPr>
            <p:cNvPr id="2349" name="Google Shape;2349;p48"/>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8"/>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 name="Google Shape;2351;p48"/>
          <p:cNvGrpSpPr/>
          <p:nvPr/>
        </p:nvGrpSpPr>
        <p:grpSpPr>
          <a:xfrm>
            <a:off x="3100467" y="2338244"/>
            <a:ext cx="511602" cy="511602"/>
            <a:chOff x="5681300" y="2527788"/>
            <a:chExt cx="805800" cy="805800"/>
          </a:xfrm>
        </p:grpSpPr>
        <p:sp>
          <p:nvSpPr>
            <p:cNvPr id="2352" name="Google Shape;2352;p4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 name="Google Shape;2354;p48"/>
          <p:cNvGrpSpPr/>
          <p:nvPr/>
        </p:nvGrpSpPr>
        <p:grpSpPr>
          <a:xfrm>
            <a:off x="3097662" y="3104827"/>
            <a:ext cx="513021" cy="512935"/>
            <a:chOff x="4049800" y="640400"/>
            <a:chExt cx="858900" cy="858900"/>
          </a:xfrm>
        </p:grpSpPr>
        <p:sp>
          <p:nvSpPr>
            <p:cNvPr id="2355" name="Google Shape;2355;p48"/>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8"/>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 name="Google Shape;2357;p48"/>
          <p:cNvGrpSpPr/>
          <p:nvPr/>
        </p:nvGrpSpPr>
        <p:grpSpPr>
          <a:xfrm>
            <a:off x="3014861" y="3756719"/>
            <a:ext cx="686489" cy="686585"/>
            <a:chOff x="5080188" y="927900"/>
            <a:chExt cx="961200" cy="961200"/>
          </a:xfrm>
        </p:grpSpPr>
        <p:sp>
          <p:nvSpPr>
            <p:cNvPr id="2358" name="Google Shape;2358;p48"/>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8"/>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8"/>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8"/>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 name="Google Shape;2366;p48"/>
          <p:cNvGrpSpPr/>
          <p:nvPr/>
        </p:nvGrpSpPr>
        <p:grpSpPr>
          <a:xfrm>
            <a:off x="3798012" y="3849448"/>
            <a:ext cx="510373" cy="510937"/>
            <a:chOff x="7508249" y="1522825"/>
            <a:chExt cx="1326332" cy="1322987"/>
          </a:xfrm>
        </p:grpSpPr>
        <p:sp>
          <p:nvSpPr>
            <p:cNvPr id="2367" name="Google Shape;2367;p48"/>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8"/>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8"/>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8"/>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8"/>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8"/>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8"/>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8"/>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8"/>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8"/>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7" name="Google Shape;2377;p48"/>
          <p:cNvGrpSpPr/>
          <p:nvPr/>
        </p:nvGrpSpPr>
        <p:grpSpPr>
          <a:xfrm>
            <a:off x="4489605" y="3850853"/>
            <a:ext cx="492652" cy="503348"/>
            <a:chOff x="6039282" y="1042577"/>
            <a:chExt cx="734315" cy="731929"/>
          </a:xfrm>
        </p:grpSpPr>
        <p:sp>
          <p:nvSpPr>
            <p:cNvPr id="2378" name="Google Shape;2378;p4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 name="Google Shape;2399;p48"/>
          <p:cNvGrpSpPr/>
          <p:nvPr/>
        </p:nvGrpSpPr>
        <p:grpSpPr>
          <a:xfrm>
            <a:off x="5130019" y="2346894"/>
            <a:ext cx="483304" cy="504902"/>
            <a:chOff x="1825800" y="1651625"/>
            <a:chExt cx="568125" cy="591775"/>
          </a:xfrm>
        </p:grpSpPr>
        <p:sp>
          <p:nvSpPr>
            <p:cNvPr id="2400" name="Google Shape;2400;p48"/>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8"/>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8"/>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8"/>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8"/>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6" name="Google Shape;2406;p48"/>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8"/>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8"/>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8"/>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8"/>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2411" name="Google Shape;2411;p4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5" name="Shape 2415"/>
        <p:cNvGrpSpPr/>
        <p:nvPr/>
      </p:nvGrpSpPr>
      <p:grpSpPr>
        <a:xfrm>
          <a:off x="0" y="0"/>
          <a:ext cx="0" cy="0"/>
          <a:chOff x="0" y="0"/>
          <a:chExt cx="0" cy="0"/>
        </a:xfrm>
      </p:grpSpPr>
      <p:grpSp>
        <p:nvGrpSpPr>
          <p:cNvPr id="2416" name="Google Shape;2416;p49"/>
          <p:cNvGrpSpPr/>
          <p:nvPr/>
        </p:nvGrpSpPr>
        <p:grpSpPr>
          <a:xfrm>
            <a:off x="722058" y="957091"/>
            <a:ext cx="2492868" cy="1379876"/>
            <a:chOff x="2654821" y="2311071"/>
            <a:chExt cx="2279715" cy="1262120"/>
          </a:xfrm>
        </p:grpSpPr>
        <p:grpSp>
          <p:nvGrpSpPr>
            <p:cNvPr id="2417" name="Google Shape;2417;p49"/>
            <p:cNvGrpSpPr/>
            <p:nvPr/>
          </p:nvGrpSpPr>
          <p:grpSpPr>
            <a:xfrm>
              <a:off x="4034269" y="2840745"/>
              <a:ext cx="40212" cy="36437"/>
              <a:chOff x="4293400" y="2574725"/>
              <a:chExt cx="84425" cy="80100"/>
            </a:xfrm>
          </p:grpSpPr>
          <p:sp>
            <p:nvSpPr>
              <p:cNvPr id="2418" name="Google Shape;2418;p4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419" name="Google Shape;2419;p4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 name="Google Shape;2420;p49"/>
            <p:cNvGrpSpPr/>
            <p:nvPr/>
          </p:nvGrpSpPr>
          <p:grpSpPr>
            <a:xfrm>
              <a:off x="3894606" y="2334874"/>
              <a:ext cx="913198" cy="518984"/>
              <a:chOff x="4000175" y="1462675"/>
              <a:chExt cx="1917275" cy="1140875"/>
            </a:xfrm>
          </p:grpSpPr>
          <p:sp>
            <p:nvSpPr>
              <p:cNvPr id="2421" name="Google Shape;2421;p4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422" name="Google Shape;2422;p49"/>
              <p:cNvGrpSpPr/>
              <p:nvPr/>
            </p:nvGrpSpPr>
            <p:grpSpPr>
              <a:xfrm>
                <a:off x="4000175" y="1462675"/>
                <a:ext cx="1917275" cy="1140875"/>
                <a:chOff x="4000175" y="1462675"/>
                <a:chExt cx="1917275" cy="1140875"/>
              </a:xfrm>
            </p:grpSpPr>
            <p:sp>
              <p:nvSpPr>
                <p:cNvPr id="2423" name="Google Shape;2423;p4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424" name="Google Shape;2424;p4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28" name="Google Shape;2428;p4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29" name="Google Shape;2429;p49"/>
            <p:cNvGrpSpPr/>
            <p:nvPr/>
          </p:nvGrpSpPr>
          <p:grpSpPr>
            <a:xfrm>
              <a:off x="3875768" y="2846704"/>
              <a:ext cx="44796" cy="47366"/>
              <a:chOff x="3960625" y="2587825"/>
              <a:chExt cx="94050" cy="104125"/>
            </a:xfrm>
          </p:grpSpPr>
          <p:sp>
            <p:nvSpPr>
              <p:cNvPr id="2430" name="Google Shape;2430;p4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431" name="Google Shape;2431;p4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2" name="Google Shape;2432;p49"/>
            <p:cNvGrpSpPr/>
            <p:nvPr/>
          </p:nvGrpSpPr>
          <p:grpSpPr>
            <a:xfrm>
              <a:off x="3782759" y="2807162"/>
              <a:ext cx="82686" cy="85487"/>
              <a:chOff x="3765350" y="2500900"/>
              <a:chExt cx="173600" cy="187925"/>
            </a:xfrm>
          </p:grpSpPr>
          <p:sp>
            <p:nvSpPr>
              <p:cNvPr id="2433" name="Google Shape;2433;p4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434" name="Google Shape;2434;p4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 name="Google Shape;2439;p49"/>
            <p:cNvGrpSpPr/>
            <p:nvPr/>
          </p:nvGrpSpPr>
          <p:grpSpPr>
            <a:xfrm>
              <a:off x="3775674" y="2798496"/>
              <a:ext cx="40545" cy="23564"/>
              <a:chOff x="3750475" y="2481850"/>
              <a:chExt cx="85125" cy="51800"/>
            </a:xfrm>
          </p:grpSpPr>
          <p:sp>
            <p:nvSpPr>
              <p:cNvPr id="2440" name="Google Shape;2440;p4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442" name="Google Shape;2442;p49"/>
            <p:cNvGrpSpPr/>
            <p:nvPr/>
          </p:nvGrpSpPr>
          <p:grpSpPr>
            <a:xfrm>
              <a:off x="3716946" y="2776024"/>
              <a:ext cx="81971" cy="76912"/>
              <a:chOff x="3627175" y="2432450"/>
              <a:chExt cx="172100" cy="169075"/>
            </a:xfrm>
          </p:grpSpPr>
          <p:sp>
            <p:nvSpPr>
              <p:cNvPr id="2443" name="Google Shape;2443;p4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445" name="Google Shape;2445;p4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446" name="Google Shape;2446;p49"/>
            <p:cNvGrpSpPr/>
            <p:nvPr/>
          </p:nvGrpSpPr>
          <p:grpSpPr>
            <a:xfrm>
              <a:off x="3685682" y="2845624"/>
              <a:ext cx="29311" cy="45055"/>
              <a:chOff x="3561536" y="2585450"/>
              <a:chExt cx="61539" cy="99045"/>
            </a:xfrm>
          </p:grpSpPr>
          <p:sp>
            <p:nvSpPr>
              <p:cNvPr id="2447" name="Google Shape;2447;p4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449" name="Google Shape;2449;p49"/>
            <p:cNvGrpSpPr/>
            <p:nvPr/>
          </p:nvGrpSpPr>
          <p:grpSpPr>
            <a:xfrm>
              <a:off x="3849905" y="2572252"/>
              <a:ext cx="74339" cy="119559"/>
              <a:chOff x="3906325" y="1984500"/>
              <a:chExt cx="156075" cy="262825"/>
            </a:xfrm>
          </p:grpSpPr>
          <p:sp>
            <p:nvSpPr>
              <p:cNvPr id="2450" name="Google Shape;2450;p4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451" name="Google Shape;2451;p4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 name="Google Shape;2452;p49"/>
            <p:cNvGrpSpPr/>
            <p:nvPr/>
          </p:nvGrpSpPr>
          <p:grpSpPr>
            <a:xfrm>
              <a:off x="2654821" y="2414345"/>
              <a:ext cx="667570" cy="558731"/>
              <a:chOff x="1397225" y="1637375"/>
              <a:chExt cx="1401575" cy="1228250"/>
            </a:xfrm>
          </p:grpSpPr>
          <p:sp>
            <p:nvSpPr>
              <p:cNvPr id="2453" name="Google Shape;2453;p4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454" name="Google Shape;2454;p49"/>
              <p:cNvGrpSpPr/>
              <p:nvPr/>
            </p:nvGrpSpPr>
            <p:grpSpPr>
              <a:xfrm>
                <a:off x="1397225" y="1637375"/>
                <a:ext cx="1398775" cy="1228250"/>
                <a:chOff x="1397225" y="1637375"/>
                <a:chExt cx="1398775" cy="1228250"/>
              </a:xfrm>
            </p:grpSpPr>
            <p:sp>
              <p:nvSpPr>
                <p:cNvPr id="2455" name="Google Shape;2455;p4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7" name="Google Shape;2457;p49"/>
            <p:cNvGrpSpPr/>
            <p:nvPr/>
          </p:nvGrpSpPr>
          <p:grpSpPr>
            <a:xfrm>
              <a:off x="3230417" y="3103734"/>
              <a:ext cx="282982" cy="280332"/>
              <a:chOff x="2605700" y="3152850"/>
              <a:chExt cx="594125" cy="616250"/>
            </a:xfrm>
          </p:grpSpPr>
          <p:sp>
            <p:nvSpPr>
              <p:cNvPr id="2458" name="Google Shape;2458;p4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459" name="Google Shape;2459;p4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460" name="Google Shape;2460;p49"/>
            <p:cNvGrpSpPr/>
            <p:nvPr/>
          </p:nvGrpSpPr>
          <p:grpSpPr>
            <a:xfrm>
              <a:off x="3265985" y="3226989"/>
              <a:ext cx="87151" cy="346202"/>
              <a:chOff x="2680375" y="3423800"/>
              <a:chExt cx="182975" cy="761050"/>
            </a:xfrm>
          </p:grpSpPr>
          <p:sp>
            <p:nvSpPr>
              <p:cNvPr id="2461" name="Google Shape;2461;p4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462" name="Google Shape;2462;p4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3" name="Google Shape;2463;p49"/>
            <p:cNvGrpSpPr/>
            <p:nvPr/>
          </p:nvGrpSpPr>
          <p:grpSpPr>
            <a:xfrm>
              <a:off x="3855466" y="3289811"/>
              <a:ext cx="112514" cy="94210"/>
              <a:chOff x="3918000" y="3561900"/>
              <a:chExt cx="236225" cy="207100"/>
            </a:xfrm>
          </p:grpSpPr>
          <p:sp>
            <p:nvSpPr>
              <p:cNvPr id="2464" name="Google Shape;2464;p4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465" name="Google Shape;2465;p4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6" name="Google Shape;2466;p4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469" name="Google Shape;2469;p49"/>
            <p:cNvGrpSpPr/>
            <p:nvPr/>
          </p:nvGrpSpPr>
          <p:grpSpPr>
            <a:xfrm>
              <a:off x="2905224" y="2311071"/>
              <a:ext cx="596721" cy="528992"/>
              <a:chOff x="1922950" y="1410350"/>
              <a:chExt cx="1252825" cy="1162875"/>
            </a:xfrm>
          </p:grpSpPr>
          <p:sp>
            <p:nvSpPr>
              <p:cNvPr id="2470" name="Google Shape;2470;p4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486" name="Google Shape;2486;p4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06" name="Google Shape;2506;p4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07" name="Google Shape;2507;p4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8" name="Google Shape;2508;p49"/>
            <p:cNvGrpSpPr/>
            <p:nvPr/>
          </p:nvGrpSpPr>
          <p:grpSpPr>
            <a:xfrm>
              <a:off x="3280929" y="3294542"/>
              <a:ext cx="109894" cy="272224"/>
              <a:chOff x="2711750" y="3572300"/>
              <a:chExt cx="230725" cy="598425"/>
            </a:xfrm>
          </p:grpSpPr>
          <p:sp>
            <p:nvSpPr>
              <p:cNvPr id="2509" name="Google Shape;2509;p4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1" name="Google Shape;2511;p4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2" name="Google Shape;2512;p49"/>
            <p:cNvGrpSpPr/>
            <p:nvPr/>
          </p:nvGrpSpPr>
          <p:grpSpPr>
            <a:xfrm>
              <a:off x="3790439" y="2408636"/>
              <a:ext cx="73017" cy="75684"/>
              <a:chOff x="3781475" y="1624825"/>
              <a:chExt cx="153300" cy="166375"/>
            </a:xfrm>
          </p:grpSpPr>
          <p:sp>
            <p:nvSpPr>
              <p:cNvPr id="2513" name="Google Shape;2513;p4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7" name="Google Shape;2517;p4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4" name="Google Shape;2524;p49"/>
            <p:cNvGrpSpPr/>
            <p:nvPr/>
          </p:nvGrpSpPr>
          <p:grpSpPr>
            <a:xfrm>
              <a:off x="4403342" y="3107749"/>
              <a:ext cx="316680" cy="101374"/>
              <a:chOff x="5068275" y="3161675"/>
              <a:chExt cx="664875" cy="222850"/>
            </a:xfrm>
          </p:grpSpPr>
          <p:sp>
            <p:nvSpPr>
              <p:cNvPr id="2525" name="Google Shape;2525;p4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9" name="Google Shape;2529;p4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8" name="Google Shape;2558;p49"/>
            <p:cNvGrpSpPr/>
            <p:nvPr/>
          </p:nvGrpSpPr>
          <p:grpSpPr>
            <a:xfrm>
              <a:off x="3697513" y="2707266"/>
              <a:ext cx="59549" cy="79733"/>
              <a:chOff x="3586375" y="2281300"/>
              <a:chExt cx="125025" cy="175275"/>
            </a:xfrm>
          </p:grpSpPr>
          <p:sp>
            <p:nvSpPr>
              <p:cNvPr id="2559" name="Google Shape;2559;p4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1" name="Google Shape;2561;p4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2" name="Google Shape;2562;p49"/>
            <p:cNvGrpSpPr/>
            <p:nvPr/>
          </p:nvGrpSpPr>
          <p:grpSpPr>
            <a:xfrm>
              <a:off x="4513224" y="3221724"/>
              <a:ext cx="274563" cy="280321"/>
              <a:chOff x="5298975" y="3412225"/>
              <a:chExt cx="576450" cy="616225"/>
            </a:xfrm>
          </p:grpSpPr>
          <p:sp>
            <p:nvSpPr>
              <p:cNvPr id="2563" name="Google Shape;2563;p4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64" name="Google Shape;2564;p4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 name="Google Shape;2565;p49"/>
            <p:cNvGrpSpPr/>
            <p:nvPr/>
          </p:nvGrpSpPr>
          <p:grpSpPr>
            <a:xfrm>
              <a:off x="4824403" y="3421846"/>
              <a:ext cx="110132" cy="130647"/>
              <a:chOff x="5952300" y="3852150"/>
              <a:chExt cx="231225" cy="287200"/>
            </a:xfrm>
          </p:grpSpPr>
          <p:sp>
            <p:nvSpPr>
              <p:cNvPr id="2566" name="Google Shape;2566;p4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8" name="Google Shape;2568;p4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6" name="Google Shape;2576;p49"/>
            <p:cNvGrpSpPr/>
            <p:nvPr/>
          </p:nvGrpSpPr>
          <p:grpSpPr>
            <a:xfrm>
              <a:off x="4295710" y="3079670"/>
              <a:ext cx="14968" cy="27135"/>
              <a:chOff x="4842300" y="3099950"/>
              <a:chExt cx="31425" cy="59650"/>
            </a:xfrm>
          </p:grpSpPr>
          <p:sp>
            <p:nvSpPr>
              <p:cNvPr id="2577" name="Google Shape;2577;p4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1" name="Google Shape;2581;p4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9" name="Google Shape;2589;p49"/>
            <p:cNvGrpSpPr/>
            <p:nvPr/>
          </p:nvGrpSpPr>
          <p:grpSpPr>
            <a:xfrm>
              <a:off x="3831056" y="2816010"/>
              <a:ext cx="37378" cy="27612"/>
              <a:chOff x="3866750" y="2520350"/>
              <a:chExt cx="78475" cy="60700"/>
            </a:xfrm>
          </p:grpSpPr>
          <p:sp>
            <p:nvSpPr>
              <p:cNvPr id="2590" name="Google Shape;2590;p4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4" name="Google Shape;2594;p4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611" name="Google Shape;2611;p4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623" name="Google Shape;2623;p4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6" name="Google Shape;2636;p49"/>
            <p:cNvGrpSpPr/>
            <p:nvPr/>
          </p:nvGrpSpPr>
          <p:grpSpPr>
            <a:xfrm>
              <a:off x="3632736" y="3051591"/>
              <a:ext cx="63288" cy="45217"/>
              <a:chOff x="3450375" y="3038225"/>
              <a:chExt cx="132875" cy="99400"/>
            </a:xfrm>
          </p:grpSpPr>
          <p:sp>
            <p:nvSpPr>
              <p:cNvPr id="2637" name="Google Shape;2637;p4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9" name="Google Shape;2639;p4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648" name="Google Shape;2648;p4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658" name="Google Shape;2658;p4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664" name="Google Shape;2664;p4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 name="Google Shape;2674;p49"/>
          <p:cNvGrpSpPr/>
          <p:nvPr/>
        </p:nvGrpSpPr>
        <p:grpSpPr>
          <a:xfrm>
            <a:off x="719115" y="2852867"/>
            <a:ext cx="2622876" cy="1333540"/>
            <a:chOff x="238125" y="1038125"/>
            <a:chExt cx="7146800" cy="3633625"/>
          </a:xfrm>
        </p:grpSpPr>
        <p:sp>
          <p:nvSpPr>
            <p:cNvPr id="2675" name="Google Shape;2675;p4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49"/>
          <p:cNvGrpSpPr/>
          <p:nvPr/>
        </p:nvGrpSpPr>
        <p:grpSpPr>
          <a:xfrm>
            <a:off x="5834043" y="994977"/>
            <a:ext cx="2590840" cy="1380235"/>
            <a:chOff x="233350" y="949250"/>
            <a:chExt cx="7137300" cy="3802300"/>
          </a:xfrm>
        </p:grpSpPr>
        <p:sp>
          <p:nvSpPr>
            <p:cNvPr id="4248" name="Google Shape;4248;p4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49"/>
          <p:cNvGrpSpPr/>
          <p:nvPr/>
        </p:nvGrpSpPr>
        <p:grpSpPr>
          <a:xfrm>
            <a:off x="7648472" y="3039750"/>
            <a:ext cx="104231" cy="320340"/>
            <a:chOff x="7564426" y="3224343"/>
            <a:chExt cx="119985" cy="368801"/>
          </a:xfrm>
        </p:grpSpPr>
        <p:sp>
          <p:nvSpPr>
            <p:cNvPr id="4300" name="Google Shape;4300;p4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2" name="Google Shape;4302;p49"/>
          <p:cNvGrpSpPr/>
          <p:nvPr/>
        </p:nvGrpSpPr>
        <p:grpSpPr>
          <a:xfrm>
            <a:off x="7347961" y="3033852"/>
            <a:ext cx="189489" cy="332132"/>
            <a:chOff x="8370831" y="3202002"/>
            <a:chExt cx="218129" cy="382376"/>
          </a:xfrm>
        </p:grpSpPr>
        <p:sp>
          <p:nvSpPr>
            <p:cNvPr id="4303" name="Google Shape;4303;p4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49"/>
          <p:cNvGrpSpPr/>
          <p:nvPr/>
        </p:nvGrpSpPr>
        <p:grpSpPr>
          <a:xfrm>
            <a:off x="8071350" y="3444984"/>
            <a:ext cx="309429" cy="267000"/>
            <a:chOff x="6742064" y="3750480"/>
            <a:chExt cx="399315" cy="344560"/>
          </a:xfrm>
        </p:grpSpPr>
        <p:sp>
          <p:nvSpPr>
            <p:cNvPr id="4306" name="Google Shape;4306;p4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8" name="Google Shape;4308;p49"/>
          <p:cNvGrpSpPr/>
          <p:nvPr/>
        </p:nvGrpSpPr>
        <p:grpSpPr>
          <a:xfrm>
            <a:off x="7610369" y="3796031"/>
            <a:ext cx="180437" cy="281608"/>
            <a:chOff x="7248525" y="3739696"/>
            <a:chExt cx="230531" cy="359790"/>
          </a:xfrm>
        </p:grpSpPr>
        <p:sp>
          <p:nvSpPr>
            <p:cNvPr id="4309" name="Google Shape;4309;p4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49"/>
          <p:cNvGrpSpPr/>
          <p:nvPr/>
        </p:nvGrpSpPr>
        <p:grpSpPr>
          <a:xfrm>
            <a:off x="7856288" y="3439255"/>
            <a:ext cx="162896" cy="278710"/>
            <a:chOff x="7601242" y="3729267"/>
            <a:chExt cx="222566" cy="380803"/>
          </a:xfrm>
        </p:grpSpPr>
        <p:sp>
          <p:nvSpPr>
            <p:cNvPr id="4312" name="Google Shape;4312;p4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4" name="Google Shape;4314;p49"/>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5" name="Google Shape;4315;p49"/>
          <p:cNvGrpSpPr/>
          <p:nvPr/>
        </p:nvGrpSpPr>
        <p:grpSpPr>
          <a:xfrm>
            <a:off x="7345934" y="3440396"/>
            <a:ext cx="193543" cy="275990"/>
            <a:chOff x="8304647" y="3738687"/>
            <a:chExt cx="225076" cy="320956"/>
          </a:xfrm>
        </p:grpSpPr>
        <p:sp>
          <p:nvSpPr>
            <p:cNvPr id="4316" name="Google Shape;4316;p4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 name="Google Shape;4319;p49"/>
          <p:cNvGrpSpPr/>
          <p:nvPr/>
        </p:nvGrpSpPr>
        <p:grpSpPr>
          <a:xfrm>
            <a:off x="7618426" y="3440396"/>
            <a:ext cx="178492" cy="275990"/>
            <a:chOff x="8615101" y="3738687"/>
            <a:chExt cx="207573" cy="320956"/>
          </a:xfrm>
        </p:grpSpPr>
        <p:sp>
          <p:nvSpPr>
            <p:cNvPr id="4320" name="Google Shape;4320;p4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3" name="Google Shape;4323;p49"/>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4" name="Google Shape;4324;p49"/>
          <p:cNvGrpSpPr/>
          <p:nvPr/>
        </p:nvGrpSpPr>
        <p:grpSpPr>
          <a:xfrm>
            <a:off x="6013131" y="3561884"/>
            <a:ext cx="557670" cy="511283"/>
            <a:chOff x="6015419" y="3716859"/>
            <a:chExt cx="557671" cy="511283"/>
          </a:xfrm>
        </p:grpSpPr>
        <p:sp>
          <p:nvSpPr>
            <p:cNvPr id="4325" name="Google Shape;4325;p4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6" name="Google Shape;4326;p49"/>
            <p:cNvGrpSpPr/>
            <p:nvPr/>
          </p:nvGrpSpPr>
          <p:grpSpPr>
            <a:xfrm>
              <a:off x="6036094" y="3716980"/>
              <a:ext cx="529860" cy="510468"/>
              <a:chOff x="6036094" y="3716980"/>
              <a:chExt cx="529860" cy="510468"/>
            </a:xfrm>
          </p:grpSpPr>
          <p:sp>
            <p:nvSpPr>
              <p:cNvPr id="4327" name="Google Shape;4327;p4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37" name="Google Shape;4337;p49"/>
          <p:cNvGrpSpPr/>
          <p:nvPr/>
        </p:nvGrpSpPr>
        <p:grpSpPr>
          <a:xfrm>
            <a:off x="6642016" y="2918653"/>
            <a:ext cx="576302" cy="511871"/>
            <a:chOff x="6644304" y="3073628"/>
            <a:chExt cx="576302" cy="511871"/>
          </a:xfrm>
        </p:grpSpPr>
        <p:sp>
          <p:nvSpPr>
            <p:cNvPr id="4338" name="Google Shape;4338;p4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9" name="Google Shape;4339;p49"/>
            <p:cNvGrpSpPr/>
            <p:nvPr/>
          </p:nvGrpSpPr>
          <p:grpSpPr>
            <a:xfrm>
              <a:off x="6712169" y="3085440"/>
              <a:ext cx="481622" cy="494913"/>
              <a:chOff x="6712169" y="3085440"/>
              <a:chExt cx="481622" cy="494913"/>
            </a:xfrm>
          </p:grpSpPr>
          <p:sp>
            <p:nvSpPr>
              <p:cNvPr id="4340" name="Google Shape;4340;p4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5" name="Google Shape;4345;p4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8" name="Google Shape;4348;p49"/>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9" name="Google Shape;4349;p49"/>
          <p:cNvGrpSpPr/>
          <p:nvPr/>
        </p:nvGrpSpPr>
        <p:grpSpPr>
          <a:xfrm>
            <a:off x="6649867" y="3561648"/>
            <a:ext cx="560631" cy="511352"/>
            <a:chOff x="6652154" y="3716623"/>
            <a:chExt cx="560631" cy="511352"/>
          </a:xfrm>
        </p:grpSpPr>
        <p:sp>
          <p:nvSpPr>
            <p:cNvPr id="4350" name="Google Shape;4350;p4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1" name="Google Shape;4351;p49"/>
            <p:cNvGrpSpPr/>
            <p:nvPr/>
          </p:nvGrpSpPr>
          <p:grpSpPr>
            <a:xfrm>
              <a:off x="6669657" y="3716715"/>
              <a:ext cx="466779" cy="464290"/>
              <a:chOff x="6669657" y="3716715"/>
              <a:chExt cx="466779" cy="464290"/>
            </a:xfrm>
          </p:grpSpPr>
          <p:sp>
            <p:nvSpPr>
              <p:cNvPr id="4352" name="Google Shape;4352;p4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5" name="Google Shape;4365;p49"/>
          <p:cNvGrpSpPr/>
          <p:nvPr/>
        </p:nvGrpSpPr>
        <p:grpSpPr>
          <a:xfrm>
            <a:off x="7843958" y="3843056"/>
            <a:ext cx="187557" cy="187557"/>
            <a:chOff x="8565775" y="671075"/>
            <a:chExt cx="441000" cy="441000"/>
          </a:xfrm>
        </p:grpSpPr>
        <p:sp>
          <p:nvSpPr>
            <p:cNvPr id="4366" name="Google Shape;4366;p4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8" name="Google Shape;4368;p49"/>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9"/>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0" name="Google Shape;4370;p49"/>
          <p:cNvGrpSpPr/>
          <p:nvPr/>
        </p:nvGrpSpPr>
        <p:grpSpPr>
          <a:xfrm>
            <a:off x="5997813" y="2921275"/>
            <a:ext cx="587871" cy="512373"/>
            <a:chOff x="6000100" y="3076250"/>
            <a:chExt cx="587871" cy="512373"/>
          </a:xfrm>
        </p:grpSpPr>
        <p:sp>
          <p:nvSpPr>
            <p:cNvPr id="4371" name="Google Shape;4371;p4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2" name="Google Shape;4372;p49"/>
            <p:cNvGrpSpPr/>
            <p:nvPr/>
          </p:nvGrpSpPr>
          <p:grpSpPr>
            <a:xfrm>
              <a:off x="6031360" y="3076713"/>
              <a:ext cx="539107" cy="480965"/>
              <a:chOff x="6031360" y="3076713"/>
              <a:chExt cx="539107" cy="480965"/>
            </a:xfrm>
          </p:grpSpPr>
          <p:sp>
            <p:nvSpPr>
              <p:cNvPr id="4373" name="Google Shape;4373;p4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0" name="Google Shape;4380;p49"/>
          <p:cNvGrpSpPr/>
          <p:nvPr/>
        </p:nvGrpSpPr>
        <p:grpSpPr>
          <a:xfrm>
            <a:off x="3416804" y="902588"/>
            <a:ext cx="2310381" cy="1488888"/>
            <a:chOff x="229225" y="549050"/>
            <a:chExt cx="7161750" cy="4615275"/>
          </a:xfrm>
        </p:grpSpPr>
        <p:sp>
          <p:nvSpPr>
            <p:cNvPr id="4381" name="Google Shape;4381;p4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49"/>
          <p:cNvGrpSpPr/>
          <p:nvPr/>
        </p:nvGrpSpPr>
        <p:grpSpPr>
          <a:xfrm>
            <a:off x="3514722" y="2832485"/>
            <a:ext cx="2310282" cy="1374222"/>
            <a:chOff x="238125" y="732525"/>
            <a:chExt cx="7130500" cy="4241425"/>
          </a:xfrm>
        </p:grpSpPr>
        <p:sp>
          <p:nvSpPr>
            <p:cNvPr id="4499" name="Google Shape;4499;p4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16" name="Shape 4616"/>
        <p:cNvGrpSpPr/>
        <p:nvPr/>
      </p:nvGrpSpPr>
      <p:grpSpPr>
        <a:xfrm>
          <a:off x="0" y="0"/>
          <a:ext cx="0" cy="0"/>
          <a:chOff x="0" y="0"/>
          <a:chExt cx="0" cy="0"/>
        </a:xfrm>
      </p:grpSpPr>
      <p:grpSp>
        <p:nvGrpSpPr>
          <p:cNvPr id="4617" name="Google Shape;4617;p50"/>
          <p:cNvGrpSpPr/>
          <p:nvPr/>
        </p:nvGrpSpPr>
        <p:grpSpPr>
          <a:xfrm>
            <a:off x="729274" y="969771"/>
            <a:ext cx="2507799" cy="206239"/>
            <a:chOff x="106648" y="895722"/>
            <a:chExt cx="4481413" cy="374300"/>
          </a:xfrm>
        </p:grpSpPr>
        <p:grpSp>
          <p:nvGrpSpPr>
            <p:cNvPr id="4618" name="Google Shape;4618;p50"/>
            <p:cNvGrpSpPr/>
            <p:nvPr/>
          </p:nvGrpSpPr>
          <p:grpSpPr>
            <a:xfrm>
              <a:off x="2233276" y="895722"/>
              <a:ext cx="1082667" cy="223591"/>
              <a:chOff x="4808316" y="2800065"/>
              <a:chExt cx="1999386" cy="412910"/>
            </a:xfrm>
          </p:grpSpPr>
          <p:sp>
            <p:nvSpPr>
              <p:cNvPr id="4619" name="Google Shape;4619;p5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0" name="Google Shape;4620;p50"/>
              <p:cNvGrpSpPr/>
              <p:nvPr/>
            </p:nvGrpSpPr>
            <p:grpSpPr>
              <a:xfrm>
                <a:off x="4808316" y="2800065"/>
                <a:ext cx="92400" cy="411825"/>
                <a:chOff x="845575" y="2563700"/>
                <a:chExt cx="92400" cy="411825"/>
              </a:xfrm>
            </p:grpSpPr>
            <p:cxnSp>
              <p:nvCxnSpPr>
                <p:cNvPr id="4621" name="Google Shape;4621;p5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622" name="Google Shape;4622;p5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3" name="Google Shape;4623;p50"/>
            <p:cNvGrpSpPr/>
            <p:nvPr/>
          </p:nvGrpSpPr>
          <p:grpSpPr>
            <a:xfrm>
              <a:off x="106648" y="895722"/>
              <a:ext cx="1088401" cy="223591"/>
              <a:chOff x="881025" y="2800065"/>
              <a:chExt cx="2009975" cy="412910"/>
            </a:xfrm>
          </p:grpSpPr>
          <p:sp>
            <p:nvSpPr>
              <p:cNvPr id="4624" name="Google Shape;4624;p5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5" name="Google Shape;4625;p50"/>
              <p:cNvGrpSpPr/>
              <p:nvPr/>
            </p:nvGrpSpPr>
            <p:grpSpPr>
              <a:xfrm>
                <a:off x="881025" y="2800065"/>
                <a:ext cx="92400" cy="411825"/>
                <a:chOff x="845575" y="2563700"/>
                <a:chExt cx="92400" cy="411825"/>
              </a:xfrm>
            </p:grpSpPr>
            <p:cxnSp>
              <p:nvCxnSpPr>
                <p:cNvPr id="4626" name="Google Shape;4626;p5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627" name="Google Shape;4627;p5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8" name="Google Shape;4628;p50"/>
            <p:cNvGrpSpPr/>
            <p:nvPr/>
          </p:nvGrpSpPr>
          <p:grpSpPr>
            <a:xfrm>
              <a:off x="1172346" y="1047018"/>
              <a:ext cx="1083151" cy="223003"/>
              <a:chOff x="2849073" y="3079467"/>
              <a:chExt cx="2000279" cy="411825"/>
            </a:xfrm>
          </p:grpSpPr>
          <p:sp>
            <p:nvSpPr>
              <p:cNvPr id="4629" name="Google Shape;4629;p5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0" name="Google Shape;4630;p50"/>
              <p:cNvGrpSpPr/>
              <p:nvPr/>
            </p:nvGrpSpPr>
            <p:grpSpPr>
              <a:xfrm rot="10800000">
                <a:off x="2849073" y="3079467"/>
                <a:ext cx="92400" cy="411825"/>
                <a:chOff x="2070100" y="2563700"/>
                <a:chExt cx="92400" cy="411825"/>
              </a:xfrm>
            </p:grpSpPr>
            <p:cxnSp>
              <p:nvCxnSpPr>
                <p:cNvPr id="4631" name="Google Shape;4631;p5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632" name="Google Shape;4632;p5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33" name="Google Shape;4633;p50"/>
            <p:cNvGrpSpPr/>
            <p:nvPr/>
          </p:nvGrpSpPr>
          <p:grpSpPr>
            <a:xfrm>
              <a:off x="3290132" y="1047018"/>
              <a:ext cx="1297929" cy="223003"/>
              <a:chOff x="6760035" y="3079467"/>
              <a:chExt cx="2396914" cy="411825"/>
            </a:xfrm>
          </p:grpSpPr>
          <p:sp>
            <p:nvSpPr>
              <p:cNvPr id="4634" name="Google Shape;4634;p5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5" name="Google Shape;4635;p50"/>
              <p:cNvGrpSpPr/>
              <p:nvPr/>
            </p:nvGrpSpPr>
            <p:grpSpPr>
              <a:xfrm rot="10800000">
                <a:off x="6760035" y="3079467"/>
                <a:ext cx="92400" cy="411825"/>
                <a:chOff x="2070100" y="2563700"/>
                <a:chExt cx="92400" cy="411825"/>
              </a:xfrm>
            </p:grpSpPr>
            <p:cxnSp>
              <p:nvCxnSpPr>
                <p:cNvPr id="4636" name="Google Shape;4636;p5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637" name="Google Shape;4637;p5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38" name="Google Shape;4638;p50"/>
          <p:cNvGrpSpPr/>
          <p:nvPr/>
        </p:nvGrpSpPr>
        <p:grpSpPr>
          <a:xfrm>
            <a:off x="2147036" y="3369142"/>
            <a:ext cx="1086701" cy="799429"/>
            <a:chOff x="2183288" y="3555572"/>
            <a:chExt cx="1136241" cy="835873"/>
          </a:xfrm>
        </p:grpSpPr>
        <p:sp>
          <p:nvSpPr>
            <p:cNvPr id="4639" name="Google Shape;4639;p5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0" name="Google Shape;4640;p50"/>
            <p:cNvGrpSpPr/>
            <p:nvPr/>
          </p:nvGrpSpPr>
          <p:grpSpPr>
            <a:xfrm>
              <a:off x="2205895" y="3637269"/>
              <a:ext cx="1089848" cy="724993"/>
              <a:chOff x="2205895" y="3637269"/>
              <a:chExt cx="1089848" cy="724993"/>
            </a:xfrm>
          </p:grpSpPr>
          <p:sp>
            <p:nvSpPr>
              <p:cNvPr id="4641" name="Google Shape;4641;p5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7" name="Google Shape;4647;p5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48" name="Google Shape;4648;p5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649" name="Google Shape;4649;p50"/>
            <p:cNvGrpSpPr/>
            <p:nvPr/>
          </p:nvGrpSpPr>
          <p:grpSpPr>
            <a:xfrm>
              <a:off x="3173850" y="3779426"/>
              <a:ext cx="145679" cy="70048"/>
              <a:chOff x="3173850" y="3779426"/>
              <a:chExt cx="145679" cy="70048"/>
            </a:xfrm>
          </p:grpSpPr>
          <p:cxnSp>
            <p:nvCxnSpPr>
              <p:cNvPr id="4650" name="Google Shape;4650;p5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651" name="Google Shape;4651;p5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2" name="Google Shape;4652;p50"/>
            <p:cNvGrpSpPr/>
            <p:nvPr/>
          </p:nvGrpSpPr>
          <p:grpSpPr>
            <a:xfrm>
              <a:off x="2183288" y="4139483"/>
              <a:ext cx="145133" cy="70048"/>
              <a:chOff x="2183288" y="4139483"/>
              <a:chExt cx="145133" cy="70048"/>
            </a:xfrm>
          </p:grpSpPr>
          <p:cxnSp>
            <p:nvCxnSpPr>
              <p:cNvPr id="4653" name="Google Shape;4653;p5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654" name="Google Shape;4654;p5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5" name="Google Shape;4655;p5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56" name="Google Shape;4656;p5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657" name="Google Shape;4657;p50"/>
            <p:cNvGrpSpPr/>
            <p:nvPr/>
          </p:nvGrpSpPr>
          <p:grpSpPr>
            <a:xfrm>
              <a:off x="2943836" y="4268886"/>
              <a:ext cx="60717" cy="122559"/>
              <a:chOff x="2943836" y="4268886"/>
              <a:chExt cx="60717" cy="122559"/>
            </a:xfrm>
          </p:grpSpPr>
          <p:sp>
            <p:nvSpPr>
              <p:cNvPr id="4658" name="Google Shape;4658;p5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59" name="Google Shape;4659;p5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660" name="Google Shape;4660;p50"/>
          <p:cNvGrpSpPr/>
          <p:nvPr/>
        </p:nvGrpSpPr>
        <p:grpSpPr>
          <a:xfrm>
            <a:off x="3409981" y="1290142"/>
            <a:ext cx="1675870" cy="758251"/>
            <a:chOff x="3530532" y="1496185"/>
            <a:chExt cx="1562000" cy="706730"/>
          </a:xfrm>
        </p:grpSpPr>
        <p:cxnSp>
          <p:nvCxnSpPr>
            <p:cNvPr id="4661" name="Google Shape;4661;p5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662" name="Google Shape;4662;p50"/>
            <p:cNvGrpSpPr/>
            <p:nvPr/>
          </p:nvGrpSpPr>
          <p:grpSpPr>
            <a:xfrm>
              <a:off x="3530532" y="1496185"/>
              <a:ext cx="323430" cy="463587"/>
              <a:chOff x="3530532" y="1496185"/>
              <a:chExt cx="323430" cy="463587"/>
            </a:xfrm>
          </p:grpSpPr>
          <p:grpSp>
            <p:nvGrpSpPr>
              <p:cNvPr id="4663" name="Google Shape;4663;p50"/>
              <p:cNvGrpSpPr/>
              <p:nvPr/>
            </p:nvGrpSpPr>
            <p:grpSpPr>
              <a:xfrm>
                <a:off x="3567462" y="1496185"/>
                <a:ext cx="286500" cy="361376"/>
                <a:chOff x="3567462" y="1496185"/>
                <a:chExt cx="286500" cy="361376"/>
              </a:xfrm>
            </p:grpSpPr>
            <p:cxnSp>
              <p:nvCxnSpPr>
                <p:cNvPr id="4664" name="Google Shape;4664;p5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665" name="Google Shape;4665;p5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6" name="Google Shape;4666;p5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7" name="Google Shape;4667;p50"/>
            <p:cNvGrpSpPr/>
            <p:nvPr/>
          </p:nvGrpSpPr>
          <p:grpSpPr>
            <a:xfrm>
              <a:off x="3891569" y="1779209"/>
              <a:ext cx="323945" cy="423706"/>
              <a:chOff x="3891569" y="1779209"/>
              <a:chExt cx="323945" cy="423706"/>
            </a:xfrm>
          </p:grpSpPr>
          <p:grpSp>
            <p:nvGrpSpPr>
              <p:cNvPr id="4668" name="Google Shape;4668;p50"/>
              <p:cNvGrpSpPr/>
              <p:nvPr/>
            </p:nvGrpSpPr>
            <p:grpSpPr>
              <a:xfrm>
                <a:off x="3929014" y="1881638"/>
                <a:ext cx="286500" cy="321278"/>
                <a:chOff x="3929014" y="1881638"/>
                <a:chExt cx="286500" cy="321278"/>
              </a:xfrm>
            </p:grpSpPr>
            <p:cxnSp>
              <p:nvCxnSpPr>
                <p:cNvPr id="4669" name="Google Shape;4669;p5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670" name="Google Shape;4670;p5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1" name="Google Shape;4671;p5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50"/>
            <p:cNvGrpSpPr/>
            <p:nvPr/>
          </p:nvGrpSpPr>
          <p:grpSpPr>
            <a:xfrm>
              <a:off x="4252606" y="1496185"/>
              <a:ext cx="324721" cy="463587"/>
              <a:chOff x="4252606" y="1496185"/>
              <a:chExt cx="324721" cy="463587"/>
            </a:xfrm>
          </p:grpSpPr>
          <p:grpSp>
            <p:nvGrpSpPr>
              <p:cNvPr id="4673" name="Google Shape;4673;p50"/>
              <p:cNvGrpSpPr/>
              <p:nvPr/>
            </p:nvGrpSpPr>
            <p:grpSpPr>
              <a:xfrm>
                <a:off x="4290828" y="1496185"/>
                <a:ext cx="286500" cy="361376"/>
                <a:chOff x="4290828" y="1496185"/>
                <a:chExt cx="286500" cy="361376"/>
              </a:xfrm>
            </p:grpSpPr>
            <p:cxnSp>
              <p:nvCxnSpPr>
                <p:cNvPr id="4674" name="Google Shape;4674;p5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675" name="Google Shape;4675;p5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6" name="Google Shape;4676;p5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50"/>
            <p:cNvGrpSpPr/>
            <p:nvPr/>
          </p:nvGrpSpPr>
          <p:grpSpPr>
            <a:xfrm>
              <a:off x="4613643" y="1763716"/>
              <a:ext cx="325308" cy="439200"/>
              <a:chOff x="4613643" y="1763716"/>
              <a:chExt cx="325308" cy="439200"/>
            </a:xfrm>
          </p:grpSpPr>
          <p:grpSp>
            <p:nvGrpSpPr>
              <p:cNvPr id="4678" name="Google Shape;4678;p50"/>
              <p:cNvGrpSpPr/>
              <p:nvPr/>
            </p:nvGrpSpPr>
            <p:grpSpPr>
              <a:xfrm>
                <a:off x="4652451" y="1879538"/>
                <a:ext cx="286500" cy="323378"/>
                <a:chOff x="4652451" y="1879538"/>
                <a:chExt cx="286500" cy="323378"/>
              </a:xfrm>
            </p:grpSpPr>
            <p:cxnSp>
              <p:nvCxnSpPr>
                <p:cNvPr id="4679" name="Google Shape;4679;p5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680" name="Google Shape;4680;p5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1" name="Google Shape;4681;p5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2" name="Google Shape;4682;p50"/>
          <p:cNvGrpSpPr/>
          <p:nvPr/>
        </p:nvGrpSpPr>
        <p:grpSpPr>
          <a:xfrm>
            <a:off x="3421841" y="2143768"/>
            <a:ext cx="1652173" cy="391517"/>
            <a:chOff x="3512551" y="2358270"/>
            <a:chExt cx="1597383" cy="378533"/>
          </a:xfrm>
        </p:grpSpPr>
        <p:cxnSp>
          <p:nvCxnSpPr>
            <p:cNvPr id="4683" name="Google Shape;4683;p50"/>
            <p:cNvCxnSpPr>
              <a:stCxn id="4684" idx="6"/>
              <a:endCxn id="468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686" name="Google Shape;4686;p50"/>
            <p:cNvGrpSpPr/>
            <p:nvPr/>
          </p:nvGrpSpPr>
          <p:grpSpPr>
            <a:xfrm>
              <a:off x="3512551" y="2358270"/>
              <a:ext cx="225647" cy="307714"/>
              <a:chOff x="2182679" y="2004714"/>
              <a:chExt cx="792300" cy="1080458"/>
            </a:xfrm>
          </p:grpSpPr>
          <p:cxnSp>
            <p:nvCxnSpPr>
              <p:cNvPr id="4687" name="Google Shape;4687;p50"/>
              <p:cNvCxnSpPr>
                <a:stCxn id="468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684" name="Google Shape;4684;p5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50"/>
            <p:cNvGrpSpPr/>
            <p:nvPr/>
          </p:nvGrpSpPr>
          <p:grpSpPr>
            <a:xfrm>
              <a:off x="3969644" y="2440153"/>
              <a:ext cx="225853" cy="296651"/>
              <a:chOff x="3775710" y="1729289"/>
              <a:chExt cx="136500" cy="179289"/>
            </a:xfrm>
          </p:grpSpPr>
          <p:cxnSp>
            <p:nvCxnSpPr>
              <p:cNvPr id="4690" name="Google Shape;4690;p5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691" name="Google Shape;4691;p5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50"/>
            <p:cNvGrpSpPr/>
            <p:nvPr/>
          </p:nvGrpSpPr>
          <p:grpSpPr>
            <a:xfrm>
              <a:off x="4427051" y="2358270"/>
              <a:ext cx="225647" cy="307714"/>
              <a:chOff x="5393704" y="2004714"/>
              <a:chExt cx="792300" cy="1080458"/>
            </a:xfrm>
          </p:grpSpPr>
          <p:cxnSp>
            <p:nvCxnSpPr>
              <p:cNvPr id="4694" name="Google Shape;4694;p50"/>
              <p:cNvCxnSpPr>
                <a:stCxn id="469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696" name="Google Shape;4696;p5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7" name="Google Shape;4697;p50"/>
            <p:cNvGrpSpPr/>
            <p:nvPr/>
          </p:nvGrpSpPr>
          <p:grpSpPr>
            <a:xfrm>
              <a:off x="4884287" y="2440252"/>
              <a:ext cx="225647" cy="296532"/>
              <a:chOff x="6999166" y="2292572"/>
              <a:chExt cx="792300" cy="1041192"/>
            </a:xfrm>
          </p:grpSpPr>
          <p:cxnSp>
            <p:nvCxnSpPr>
              <p:cNvPr id="4698" name="Google Shape;4698;p5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685" name="Google Shape;4685;p5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00" name="Google Shape;4700;p50"/>
          <p:cNvGrpSpPr/>
          <p:nvPr/>
        </p:nvGrpSpPr>
        <p:grpSpPr>
          <a:xfrm>
            <a:off x="6842649" y="979967"/>
            <a:ext cx="1581844" cy="732818"/>
            <a:chOff x="634175" y="2986275"/>
            <a:chExt cx="3147949" cy="1458344"/>
          </a:xfrm>
        </p:grpSpPr>
        <p:cxnSp>
          <p:nvCxnSpPr>
            <p:cNvPr id="4701" name="Google Shape;4701;p50"/>
            <p:cNvCxnSpPr>
              <a:stCxn id="4702" idx="4"/>
              <a:endCxn id="470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704" name="Google Shape;4704;p50"/>
            <p:cNvCxnSpPr>
              <a:stCxn id="4703" idx="0"/>
              <a:endCxn id="470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706" name="Google Shape;4706;p50"/>
            <p:cNvCxnSpPr>
              <a:stCxn id="4705" idx="4"/>
              <a:endCxn id="470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708" name="Google Shape;4708;p50"/>
            <p:cNvCxnSpPr>
              <a:stCxn id="4707" idx="0"/>
              <a:endCxn id="470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709" name="Google Shape;4709;p5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705" name="Google Shape;4705;p5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702" name="Google Shape;4702;p5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707" name="Google Shape;4707;p5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703" name="Google Shape;4703;p5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710" name="Google Shape;4710;p50"/>
          <p:cNvGrpSpPr/>
          <p:nvPr/>
        </p:nvGrpSpPr>
        <p:grpSpPr>
          <a:xfrm>
            <a:off x="3410364" y="2674277"/>
            <a:ext cx="1675128" cy="313674"/>
            <a:chOff x="998425" y="1182125"/>
            <a:chExt cx="1065400" cy="199500"/>
          </a:xfrm>
        </p:grpSpPr>
        <p:sp>
          <p:nvSpPr>
            <p:cNvPr id="4711" name="Google Shape;4711;p5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6" name="Google Shape;4716;p50"/>
          <p:cNvGrpSpPr/>
          <p:nvPr/>
        </p:nvGrpSpPr>
        <p:grpSpPr>
          <a:xfrm>
            <a:off x="3410363" y="3630244"/>
            <a:ext cx="1675129" cy="525345"/>
            <a:chOff x="5194708" y="3484366"/>
            <a:chExt cx="3148148" cy="987304"/>
          </a:xfrm>
        </p:grpSpPr>
        <p:grpSp>
          <p:nvGrpSpPr>
            <p:cNvPr id="4717" name="Google Shape;4717;p50"/>
            <p:cNvGrpSpPr/>
            <p:nvPr/>
          </p:nvGrpSpPr>
          <p:grpSpPr>
            <a:xfrm>
              <a:off x="7531521" y="3484366"/>
              <a:ext cx="811335" cy="987304"/>
              <a:chOff x="3379425" y="1617275"/>
              <a:chExt cx="1090650" cy="1327200"/>
            </a:xfrm>
          </p:grpSpPr>
          <p:sp>
            <p:nvSpPr>
              <p:cNvPr id="4718" name="Google Shape;4718;p5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1" name="Google Shape;4721;p50"/>
            <p:cNvGrpSpPr/>
            <p:nvPr/>
          </p:nvGrpSpPr>
          <p:grpSpPr>
            <a:xfrm>
              <a:off x="6752546" y="3484366"/>
              <a:ext cx="811428" cy="987304"/>
              <a:chOff x="2332275" y="1617275"/>
              <a:chExt cx="1090775" cy="1327200"/>
            </a:xfrm>
          </p:grpSpPr>
          <p:sp>
            <p:nvSpPr>
              <p:cNvPr id="4722" name="Google Shape;4722;p5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50"/>
            <p:cNvGrpSpPr/>
            <p:nvPr/>
          </p:nvGrpSpPr>
          <p:grpSpPr>
            <a:xfrm>
              <a:off x="5973664" y="3484366"/>
              <a:ext cx="811335" cy="987304"/>
              <a:chOff x="1285250" y="1617275"/>
              <a:chExt cx="1090650" cy="1327200"/>
            </a:xfrm>
          </p:grpSpPr>
          <p:sp>
            <p:nvSpPr>
              <p:cNvPr id="4726" name="Google Shape;4726;p5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9" name="Google Shape;4729;p50"/>
            <p:cNvGrpSpPr/>
            <p:nvPr/>
          </p:nvGrpSpPr>
          <p:grpSpPr>
            <a:xfrm>
              <a:off x="5194708" y="3484366"/>
              <a:ext cx="811409" cy="987304"/>
              <a:chOff x="238125" y="1617275"/>
              <a:chExt cx="1090750" cy="1327200"/>
            </a:xfrm>
          </p:grpSpPr>
          <p:sp>
            <p:nvSpPr>
              <p:cNvPr id="4730" name="Google Shape;4730;p5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3" name="Google Shape;4733;p50"/>
          <p:cNvGrpSpPr/>
          <p:nvPr/>
        </p:nvGrpSpPr>
        <p:grpSpPr>
          <a:xfrm>
            <a:off x="6844048" y="2276133"/>
            <a:ext cx="1579046" cy="522230"/>
            <a:chOff x="6853641" y="2534077"/>
            <a:chExt cx="1515545" cy="501229"/>
          </a:xfrm>
        </p:grpSpPr>
        <p:grpSp>
          <p:nvGrpSpPr>
            <p:cNvPr id="4734" name="Google Shape;4734;p50"/>
            <p:cNvGrpSpPr/>
            <p:nvPr/>
          </p:nvGrpSpPr>
          <p:grpSpPr>
            <a:xfrm>
              <a:off x="6853641" y="2618923"/>
              <a:ext cx="1515545" cy="324556"/>
              <a:chOff x="6853641" y="2618923"/>
              <a:chExt cx="1515545" cy="324556"/>
            </a:xfrm>
          </p:grpSpPr>
          <p:sp>
            <p:nvSpPr>
              <p:cNvPr id="4735" name="Google Shape;4735;p5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0" name="Google Shape;4740;p5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5" name="Google Shape;4745;p50"/>
          <p:cNvGrpSpPr/>
          <p:nvPr/>
        </p:nvGrpSpPr>
        <p:grpSpPr>
          <a:xfrm>
            <a:off x="3438940" y="3151173"/>
            <a:ext cx="1617976" cy="346616"/>
            <a:chOff x="1808063" y="4294338"/>
            <a:chExt cx="3370782" cy="721817"/>
          </a:xfrm>
        </p:grpSpPr>
        <p:sp>
          <p:nvSpPr>
            <p:cNvPr id="4746" name="Google Shape;4746;p5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6" name="Google Shape;4756;p50"/>
          <p:cNvGrpSpPr/>
          <p:nvPr/>
        </p:nvGrpSpPr>
        <p:grpSpPr>
          <a:xfrm>
            <a:off x="5264936" y="3817923"/>
            <a:ext cx="1417067" cy="350605"/>
            <a:chOff x="4234950" y="2101012"/>
            <a:chExt cx="4219974" cy="1044090"/>
          </a:xfrm>
        </p:grpSpPr>
        <p:sp>
          <p:nvSpPr>
            <p:cNvPr id="4757" name="Google Shape;4757;p5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50"/>
          <p:cNvGrpSpPr/>
          <p:nvPr/>
        </p:nvGrpSpPr>
        <p:grpSpPr>
          <a:xfrm>
            <a:off x="6840408" y="1808681"/>
            <a:ext cx="1586327" cy="371557"/>
            <a:chOff x="1247650" y="2075423"/>
            <a:chExt cx="6648477" cy="1557238"/>
          </a:xfrm>
        </p:grpSpPr>
        <p:sp>
          <p:nvSpPr>
            <p:cNvPr id="4774" name="Google Shape;4774;p5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 name="Google Shape;4780;p50"/>
          <p:cNvGrpSpPr/>
          <p:nvPr/>
        </p:nvGrpSpPr>
        <p:grpSpPr>
          <a:xfrm>
            <a:off x="5271678" y="961870"/>
            <a:ext cx="1415601" cy="1648533"/>
            <a:chOff x="1839112" y="2209163"/>
            <a:chExt cx="1918159" cy="2233784"/>
          </a:xfrm>
        </p:grpSpPr>
        <p:sp>
          <p:nvSpPr>
            <p:cNvPr id="4781" name="Google Shape;4781;p5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84" name="Google Shape;4784;p50"/>
            <p:cNvCxnSpPr>
              <a:stCxn id="4781" idx="6"/>
              <a:endCxn id="478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785" name="Google Shape;4785;p50"/>
            <p:cNvCxnSpPr>
              <a:stCxn id="4782" idx="4"/>
              <a:endCxn id="478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787" name="Google Shape;4787;p50"/>
            <p:cNvCxnSpPr>
              <a:stCxn id="4786" idx="6"/>
              <a:endCxn id="478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788" name="Google Shape;4788;p50"/>
            <p:cNvCxnSpPr>
              <a:stCxn id="4783" idx="4"/>
              <a:endCxn id="478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786" name="Google Shape;4786;p5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91" name="Google Shape;4791;p50"/>
            <p:cNvCxnSpPr>
              <a:endCxn id="479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792" name="Google Shape;4792;p50"/>
          <p:cNvGrpSpPr/>
          <p:nvPr/>
        </p:nvGrpSpPr>
        <p:grpSpPr>
          <a:xfrm>
            <a:off x="3428944" y="979954"/>
            <a:ext cx="1637968" cy="154942"/>
            <a:chOff x="238125" y="2506075"/>
            <a:chExt cx="7115411" cy="673075"/>
          </a:xfrm>
        </p:grpSpPr>
        <p:sp>
          <p:nvSpPr>
            <p:cNvPr id="4793" name="Google Shape;4793;p5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50"/>
          <p:cNvGrpSpPr/>
          <p:nvPr/>
        </p:nvGrpSpPr>
        <p:grpSpPr>
          <a:xfrm>
            <a:off x="1969680" y="1294672"/>
            <a:ext cx="1262932" cy="785408"/>
            <a:chOff x="548861" y="389676"/>
            <a:chExt cx="3843371" cy="2390163"/>
          </a:xfrm>
        </p:grpSpPr>
        <p:cxnSp>
          <p:nvCxnSpPr>
            <p:cNvPr id="4799" name="Google Shape;4799;p5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800" name="Google Shape;4800;p5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801" name="Google Shape;4801;p5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802" name="Google Shape;4802;p5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803" name="Google Shape;4803;p5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804" name="Google Shape;4804;p5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05" name="Google Shape;4805;p5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806" name="Google Shape;4806;p5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50"/>
          <p:cNvGrpSpPr/>
          <p:nvPr/>
        </p:nvGrpSpPr>
        <p:grpSpPr>
          <a:xfrm>
            <a:off x="757812" y="2401550"/>
            <a:ext cx="1412054" cy="633562"/>
            <a:chOff x="1187400" y="2529299"/>
            <a:chExt cx="6769193" cy="2241903"/>
          </a:xfrm>
        </p:grpSpPr>
        <p:sp>
          <p:nvSpPr>
            <p:cNvPr id="4813" name="Google Shape;4813;p5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814" name="Google Shape;4814;p5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815" name="Google Shape;4815;p5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816" name="Google Shape;4816;p5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817" name="Google Shape;4817;p5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818" name="Google Shape;4818;p5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819" name="Google Shape;4819;p5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820" name="Google Shape;4820;p50"/>
            <p:cNvCxnSpPr>
              <a:stCxn id="4813" idx="2"/>
              <a:endCxn id="481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821" name="Google Shape;4821;p50"/>
            <p:cNvCxnSpPr>
              <a:stCxn id="4815" idx="0"/>
              <a:endCxn id="481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822" name="Google Shape;4822;p50"/>
            <p:cNvCxnSpPr>
              <a:stCxn id="4815" idx="2"/>
              <a:endCxn id="481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823" name="Google Shape;4823;p50"/>
            <p:cNvCxnSpPr>
              <a:stCxn id="4816" idx="0"/>
              <a:endCxn id="481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824" name="Google Shape;4824;p50"/>
            <p:cNvCxnSpPr>
              <a:stCxn id="4814" idx="2"/>
              <a:endCxn id="481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825" name="Google Shape;4825;p50"/>
            <p:cNvCxnSpPr>
              <a:stCxn id="4818" idx="0"/>
              <a:endCxn id="481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826" name="Google Shape;4826;p50"/>
          <p:cNvGrpSpPr/>
          <p:nvPr/>
        </p:nvGrpSpPr>
        <p:grpSpPr>
          <a:xfrm>
            <a:off x="6844058" y="2894258"/>
            <a:ext cx="1579035" cy="540873"/>
            <a:chOff x="6895650" y="3126697"/>
            <a:chExt cx="1436662" cy="492105"/>
          </a:xfrm>
        </p:grpSpPr>
        <p:sp>
          <p:nvSpPr>
            <p:cNvPr id="4827" name="Google Shape;4827;p5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2" name="Google Shape;4832;p50"/>
            <p:cNvGrpSpPr/>
            <p:nvPr/>
          </p:nvGrpSpPr>
          <p:grpSpPr>
            <a:xfrm>
              <a:off x="6995957" y="3335810"/>
              <a:ext cx="1230393" cy="71754"/>
              <a:chOff x="6995957" y="3287964"/>
              <a:chExt cx="1230393" cy="71754"/>
            </a:xfrm>
          </p:grpSpPr>
          <p:sp>
            <p:nvSpPr>
              <p:cNvPr id="4833" name="Google Shape;4833;p5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8" name="Google Shape;4838;p50"/>
          <p:cNvGrpSpPr/>
          <p:nvPr/>
        </p:nvGrpSpPr>
        <p:grpSpPr>
          <a:xfrm>
            <a:off x="6842640" y="3531021"/>
            <a:ext cx="1581862" cy="650625"/>
            <a:chOff x="6777990" y="3710194"/>
            <a:chExt cx="1646915" cy="677382"/>
          </a:xfrm>
        </p:grpSpPr>
        <p:grpSp>
          <p:nvGrpSpPr>
            <p:cNvPr id="4839" name="Google Shape;4839;p50"/>
            <p:cNvGrpSpPr/>
            <p:nvPr/>
          </p:nvGrpSpPr>
          <p:grpSpPr>
            <a:xfrm>
              <a:off x="6777990" y="3874492"/>
              <a:ext cx="411129" cy="513083"/>
              <a:chOff x="6777990" y="3874492"/>
              <a:chExt cx="411129" cy="513083"/>
            </a:xfrm>
          </p:grpSpPr>
          <p:cxnSp>
            <p:nvCxnSpPr>
              <p:cNvPr id="4840" name="Google Shape;4840;p5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841" name="Google Shape;4841;p5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2" name="Google Shape;4842;p50"/>
            <p:cNvGrpSpPr/>
            <p:nvPr/>
          </p:nvGrpSpPr>
          <p:grpSpPr>
            <a:xfrm>
              <a:off x="7188425" y="3710194"/>
              <a:ext cx="411123" cy="520535"/>
              <a:chOff x="7188425" y="3710194"/>
              <a:chExt cx="411123" cy="520535"/>
            </a:xfrm>
          </p:grpSpPr>
          <p:cxnSp>
            <p:nvCxnSpPr>
              <p:cNvPr id="4843" name="Google Shape;4843;p5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844" name="Google Shape;4844;p5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50"/>
            <p:cNvGrpSpPr/>
            <p:nvPr/>
          </p:nvGrpSpPr>
          <p:grpSpPr>
            <a:xfrm>
              <a:off x="7603341" y="3874492"/>
              <a:ext cx="411474" cy="513083"/>
              <a:chOff x="7603341" y="3874492"/>
              <a:chExt cx="411474" cy="513083"/>
            </a:xfrm>
          </p:grpSpPr>
          <p:cxnSp>
            <p:nvCxnSpPr>
              <p:cNvPr id="4846" name="Google Shape;4846;p5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847" name="Google Shape;4847;p5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8" name="Google Shape;4848;p50"/>
            <p:cNvGrpSpPr/>
            <p:nvPr/>
          </p:nvGrpSpPr>
          <p:grpSpPr>
            <a:xfrm>
              <a:off x="8013776" y="3722847"/>
              <a:ext cx="411129" cy="507881"/>
              <a:chOff x="8013776" y="3722847"/>
              <a:chExt cx="411129" cy="507881"/>
            </a:xfrm>
          </p:grpSpPr>
          <p:cxnSp>
            <p:nvCxnSpPr>
              <p:cNvPr id="4849" name="Google Shape;4849;p5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850" name="Google Shape;4850;p5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1" name="Google Shape;4851;p50"/>
          <p:cNvGrpSpPr/>
          <p:nvPr/>
        </p:nvGrpSpPr>
        <p:grpSpPr>
          <a:xfrm>
            <a:off x="5262155" y="2703861"/>
            <a:ext cx="1421889" cy="1020603"/>
            <a:chOff x="5190863" y="2824811"/>
            <a:chExt cx="1544860" cy="1108869"/>
          </a:xfrm>
        </p:grpSpPr>
        <p:grpSp>
          <p:nvGrpSpPr>
            <p:cNvPr id="4852" name="Google Shape;4852;p50"/>
            <p:cNvGrpSpPr/>
            <p:nvPr/>
          </p:nvGrpSpPr>
          <p:grpSpPr>
            <a:xfrm>
              <a:off x="5938695" y="3176919"/>
              <a:ext cx="685761" cy="404739"/>
              <a:chOff x="5938695" y="3176919"/>
              <a:chExt cx="685761" cy="404739"/>
            </a:xfrm>
          </p:grpSpPr>
          <p:grpSp>
            <p:nvGrpSpPr>
              <p:cNvPr id="4853" name="Google Shape;4853;p50"/>
              <p:cNvGrpSpPr/>
              <p:nvPr/>
            </p:nvGrpSpPr>
            <p:grpSpPr>
              <a:xfrm>
                <a:off x="5938695" y="3176919"/>
                <a:ext cx="685761" cy="404739"/>
                <a:chOff x="5938695" y="3176919"/>
                <a:chExt cx="685761" cy="404739"/>
              </a:xfrm>
            </p:grpSpPr>
            <p:sp>
              <p:nvSpPr>
                <p:cNvPr id="4854" name="Google Shape;4854;p5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6" name="Google Shape;4856;p5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7" name="Google Shape;4857;p50"/>
            <p:cNvGrpSpPr/>
            <p:nvPr/>
          </p:nvGrpSpPr>
          <p:grpSpPr>
            <a:xfrm>
              <a:off x="5305233" y="3176835"/>
              <a:ext cx="685971" cy="404655"/>
              <a:chOff x="5305233" y="3176835"/>
              <a:chExt cx="685971" cy="404655"/>
            </a:xfrm>
          </p:grpSpPr>
          <p:grpSp>
            <p:nvGrpSpPr>
              <p:cNvPr id="4858" name="Google Shape;4858;p50"/>
              <p:cNvGrpSpPr/>
              <p:nvPr/>
            </p:nvGrpSpPr>
            <p:grpSpPr>
              <a:xfrm>
                <a:off x="5305233" y="3176835"/>
                <a:ext cx="685971" cy="404655"/>
                <a:chOff x="5305233" y="3176835"/>
                <a:chExt cx="685971" cy="404655"/>
              </a:xfrm>
            </p:grpSpPr>
            <p:sp>
              <p:nvSpPr>
                <p:cNvPr id="4859" name="Google Shape;4859;p5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1" name="Google Shape;4861;p5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2" name="Google Shape;4862;p5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3" name="Google Shape;4863;p50"/>
            <p:cNvGrpSpPr/>
            <p:nvPr/>
          </p:nvGrpSpPr>
          <p:grpSpPr>
            <a:xfrm>
              <a:off x="5657361" y="2824811"/>
              <a:ext cx="1078361" cy="404655"/>
              <a:chOff x="5657361" y="2824811"/>
              <a:chExt cx="1078361" cy="404655"/>
            </a:xfrm>
          </p:grpSpPr>
          <p:grpSp>
            <p:nvGrpSpPr>
              <p:cNvPr id="4864" name="Google Shape;4864;p50"/>
              <p:cNvGrpSpPr/>
              <p:nvPr/>
            </p:nvGrpSpPr>
            <p:grpSpPr>
              <a:xfrm>
                <a:off x="5657361" y="2824811"/>
                <a:ext cx="1078361" cy="404655"/>
                <a:chOff x="5657361" y="2824811"/>
                <a:chExt cx="1078361" cy="404655"/>
              </a:xfrm>
            </p:grpSpPr>
            <p:grpSp>
              <p:nvGrpSpPr>
                <p:cNvPr id="4865" name="Google Shape;4865;p50"/>
                <p:cNvGrpSpPr/>
                <p:nvPr/>
              </p:nvGrpSpPr>
              <p:grpSpPr>
                <a:xfrm>
                  <a:off x="5938485" y="2824811"/>
                  <a:ext cx="797237" cy="404655"/>
                  <a:chOff x="5938485" y="2824811"/>
                  <a:chExt cx="797237" cy="404655"/>
                </a:xfrm>
              </p:grpSpPr>
              <p:sp>
                <p:nvSpPr>
                  <p:cNvPr id="4866" name="Google Shape;4866;p5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8" name="Google Shape;4868;p5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9" name="Google Shape;4869;p5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50"/>
            <p:cNvGrpSpPr/>
            <p:nvPr/>
          </p:nvGrpSpPr>
          <p:grpSpPr>
            <a:xfrm>
              <a:off x="5190863" y="3528942"/>
              <a:ext cx="1078026" cy="404739"/>
              <a:chOff x="5190863" y="3528942"/>
              <a:chExt cx="1078026" cy="404739"/>
            </a:xfrm>
          </p:grpSpPr>
          <p:sp>
            <p:nvSpPr>
              <p:cNvPr id="4871" name="Google Shape;4871;p5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2" name="Google Shape;4872;p50"/>
              <p:cNvGrpSpPr/>
              <p:nvPr/>
            </p:nvGrpSpPr>
            <p:grpSpPr>
              <a:xfrm>
                <a:off x="5190863" y="3528942"/>
                <a:ext cx="1078026" cy="404739"/>
                <a:chOff x="5190863" y="3528942"/>
                <a:chExt cx="1078026" cy="404739"/>
              </a:xfrm>
            </p:grpSpPr>
            <p:sp>
              <p:nvSpPr>
                <p:cNvPr id="4873" name="Google Shape;4873;p5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75" name="Google Shape;4875;p50"/>
          <p:cNvGrpSpPr/>
          <p:nvPr/>
        </p:nvGrpSpPr>
        <p:grpSpPr>
          <a:xfrm>
            <a:off x="728162" y="1268329"/>
            <a:ext cx="1086719" cy="879487"/>
            <a:chOff x="803162" y="1474292"/>
            <a:chExt cx="1086719" cy="879487"/>
          </a:xfrm>
        </p:grpSpPr>
        <p:grpSp>
          <p:nvGrpSpPr>
            <p:cNvPr id="4876" name="Google Shape;4876;p50"/>
            <p:cNvGrpSpPr/>
            <p:nvPr/>
          </p:nvGrpSpPr>
          <p:grpSpPr>
            <a:xfrm>
              <a:off x="803162" y="1625948"/>
              <a:ext cx="445856" cy="576579"/>
              <a:chOff x="803162" y="1625948"/>
              <a:chExt cx="445856" cy="576579"/>
            </a:xfrm>
          </p:grpSpPr>
          <p:sp>
            <p:nvSpPr>
              <p:cNvPr id="4877" name="Google Shape;4877;p5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8" name="Google Shape;4878;p50"/>
              <p:cNvGrpSpPr/>
              <p:nvPr/>
            </p:nvGrpSpPr>
            <p:grpSpPr>
              <a:xfrm>
                <a:off x="1056023" y="1625948"/>
                <a:ext cx="192995" cy="576579"/>
                <a:chOff x="1056023" y="1625948"/>
                <a:chExt cx="192995" cy="576579"/>
              </a:xfrm>
            </p:grpSpPr>
            <p:sp>
              <p:nvSpPr>
                <p:cNvPr id="4879" name="Google Shape;4879;p5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4" name="Google Shape;4884;p50"/>
            <p:cNvGrpSpPr/>
            <p:nvPr/>
          </p:nvGrpSpPr>
          <p:grpSpPr>
            <a:xfrm>
              <a:off x="1371406" y="1474292"/>
              <a:ext cx="518475" cy="879487"/>
              <a:chOff x="1398231" y="1474292"/>
              <a:chExt cx="518475" cy="879487"/>
            </a:xfrm>
          </p:grpSpPr>
          <p:grpSp>
            <p:nvGrpSpPr>
              <p:cNvPr id="4885" name="Google Shape;4885;p50"/>
              <p:cNvGrpSpPr/>
              <p:nvPr/>
            </p:nvGrpSpPr>
            <p:grpSpPr>
              <a:xfrm>
                <a:off x="1398231" y="1474292"/>
                <a:ext cx="518475" cy="341643"/>
                <a:chOff x="1398231" y="1474292"/>
                <a:chExt cx="518475" cy="341643"/>
              </a:xfrm>
            </p:grpSpPr>
            <p:sp>
              <p:nvSpPr>
                <p:cNvPr id="4886" name="Google Shape;4886;p5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7" name="Google Shape;4887;p50"/>
                <p:cNvGrpSpPr/>
                <p:nvPr/>
              </p:nvGrpSpPr>
              <p:grpSpPr>
                <a:xfrm>
                  <a:off x="1616453" y="1474292"/>
                  <a:ext cx="300253" cy="341643"/>
                  <a:chOff x="1616453" y="1475379"/>
                  <a:chExt cx="300253" cy="341643"/>
                </a:xfrm>
              </p:grpSpPr>
              <p:sp>
                <p:nvSpPr>
                  <p:cNvPr id="4888" name="Google Shape;4888;p5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5" name="Google Shape;4895;p50"/>
                  <p:cNvGrpSpPr/>
                  <p:nvPr/>
                </p:nvGrpSpPr>
                <p:grpSpPr>
                  <a:xfrm>
                    <a:off x="1839639" y="1475379"/>
                    <a:ext cx="77067" cy="341643"/>
                    <a:chOff x="1839639" y="1475379"/>
                    <a:chExt cx="77067" cy="341643"/>
                  </a:xfrm>
                </p:grpSpPr>
                <p:sp>
                  <p:nvSpPr>
                    <p:cNvPr id="4896" name="Google Shape;4896;p5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98" name="Google Shape;4898;p50"/>
              <p:cNvGrpSpPr/>
              <p:nvPr/>
            </p:nvGrpSpPr>
            <p:grpSpPr>
              <a:xfrm>
                <a:off x="1398451" y="2012951"/>
                <a:ext cx="518255" cy="340828"/>
                <a:chOff x="1398451" y="2012951"/>
                <a:chExt cx="518255" cy="340828"/>
              </a:xfrm>
            </p:grpSpPr>
            <p:sp>
              <p:nvSpPr>
                <p:cNvPr id="4899" name="Google Shape;4899;p5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0" name="Google Shape;4900;p50"/>
                <p:cNvGrpSpPr/>
                <p:nvPr/>
              </p:nvGrpSpPr>
              <p:grpSpPr>
                <a:xfrm>
                  <a:off x="1616453" y="2012951"/>
                  <a:ext cx="300253" cy="340828"/>
                  <a:chOff x="1616453" y="2013538"/>
                  <a:chExt cx="300253" cy="340828"/>
                </a:xfrm>
              </p:grpSpPr>
              <p:sp>
                <p:nvSpPr>
                  <p:cNvPr id="4901" name="Google Shape;4901;p5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8" name="Google Shape;4908;p50"/>
                  <p:cNvGrpSpPr/>
                  <p:nvPr/>
                </p:nvGrpSpPr>
                <p:grpSpPr>
                  <a:xfrm>
                    <a:off x="1839639" y="2013538"/>
                    <a:ext cx="77067" cy="340828"/>
                    <a:chOff x="1839639" y="2013538"/>
                    <a:chExt cx="77067" cy="340828"/>
                  </a:xfrm>
                </p:grpSpPr>
                <p:sp>
                  <p:nvSpPr>
                    <p:cNvPr id="4909" name="Google Shape;4909;p5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911" name="Google Shape;4911;p50"/>
          <p:cNvGrpSpPr/>
          <p:nvPr/>
        </p:nvGrpSpPr>
        <p:grpSpPr>
          <a:xfrm>
            <a:off x="724986" y="3399516"/>
            <a:ext cx="1368681" cy="682918"/>
            <a:chOff x="724986" y="3605478"/>
            <a:chExt cx="1368681" cy="682918"/>
          </a:xfrm>
        </p:grpSpPr>
        <p:grpSp>
          <p:nvGrpSpPr>
            <p:cNvPr id="4912" name="Google Shape;4912;p50"/>
            <p:cNvGrpSpPr/>
            <p:nvPr/>
          </p:nvGrpSpPr>
          <p:grpSpPr>
            <a:xfrm>
              <a:off x="1289102" y="3823629"/>
              <a:ext cx="240442" cy="250435"/>
              <a:chOff x="-165066" y="3843615"/>
              <a:chExt cx="221259" cy="230455"/>
            </a:xfrm>
          </p:grpSpPr>
          <p:sp>
            <p:nvSpPr>
              <p:cNvPr id="4913" name="Google Shape;4913;p5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3" name="Google Shape;4933;p50"/>
            <p:cNvGrpSpPr/>
            <p:nvPr/>
          </p:nvGrpSpPr>
          <p:grpSpPr>
            <a:xfrm>
              <a:off x="724986" y="3605478"/>
              <a:ext cx="1368681" cy="682918"/>
              <a:chOff x="724986" y="3605478"/>
              <a:chExt cx="1368681" cy="682918"/>
            </a:xfrm>
          </p:grpSpPr>
          <p:grpSp>
            <p:nvGrpSpPr>
              <p:cNvPr id="4934" name="Google Shape;4934;p50"/>
              <p:cNvGrpSpPr/>
              <p:nvPr/>
            </p:nvGrpSpPr>
            <p:grpSpPr>
              <a:xfrm>
                <a:off x="1498221" y="4047614"/>
                <a:ext cx="529172" cy="240783"/>
                <a:chOff x="1498221" y="4047614"/>
                <a:chExt cx="529172" cy="240783"/>
              </a:xfrm>
            </p:grpSpPr>
            <p:grpSp>
              <p:nvGrpSpPr>
                <p:cNvPr id="4935" name="Google Shape;4935;p50"/>
                <p:cNvGrpSpPr/>
                <p:nvPr/>
              </p:nvGrpSpPr>
              <p:grpSpPr>
                <a:xfrm>
                  <a:off x="1826655" y="4224370"/>
                  <a:ext cx="200738" cy="25631"/>
                  <a:chOff x="1826655" y="4224370"/>
                  <a:chExt cx="200738" cy="25631"/>
                </a:xfrm>
              </p:grpSpPr>
              <p:sp>
                <p:nvSpPr>
                  <p:cNvPr id="4936" name="Google Shape;4936;p5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8" name="Google Shape;4938;p50"/>
                <p:cNvGrpSpPr/>
                <p:nvPr/>
              </p:nvGrpSpPr>
              <p:grpSpPr>
                <a:xfrm>
                  <a:off x="1498221" y="4047614"/>
                  <a:ext cx="328444" cy="240783"/>
                  <a:chOff x="1498221" y="4047614"/>
                  <a:chExt cx="328444" cy="240783"/>
                </a:xfrm>
              </p:grpSpPr>
              <p:sp>
                <p:nvSpPr>
                  <p:cNvPr id="4939" name="Google Shape;4939;p5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0" name="Google Shape;4940;p50"/>
                  <p:cNvGrpSpPr/>
                  <p:nvPr/>
                </p:nvGrpSpPr>
                <p:grpSpPr>
                  <a:xfrm>
                    <a:off x="1498221" y="4047614"/>
                    <a:ext cx="150566" cy="190416"/>
                    <a:chOff x="1498221" y="4047614"/>
                    <a:chExt cx="150566" cy="190416"/>
                  </a:xfrm>
                </p:grpSpPr>
                <p:sp>
                  <p:nvSpPr>
                    <p:cNvPr id="4941" name="Google Shape;4941;p5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43" name="Google Shape;4943;p50"/>
              <p:cNvGrpSpPr/>
              <p:nvPr/>
            </p:nvGrpSpPr>
            <p:grpSpPr>
              <a:xfrm>
                <a:off x="1560718" y="3800594"/>
                <a:ext cx="532948" cy="302090"/>
                <a:chOff x="1560718" y="3800594"/>
                <a:chExt cx="532948" cy="302090"/>
              </a:xfrm>
            </p:grpSpPr>
            <p:grpSp>
              <p:nvGrpSpPr>
                <p:cNvPr id="4944" name="Google Shape;4944;p50"/>
                <p:cNvGrpSpPr/>
                <p:nvPr/>
              </p:nvGrpSpPr>
              <p:grpSpPr>
                <a:xfrm>
                  <a:off x="1912179" y="3827344"/>
                  <a:ext cx="181487" cy="25631"/>
                  <a:chOff x="1912179" y="3827344"/>
                  <a:chExt cx="181487" cy="25631"/>
                </a:xfrm>
              </p:grpSpPr>
              <p:sp>
                <p:nvSpPr>
                  <p:cNvPr id="4945" name="Google Shape;4945;p5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7" name="Google Shape;4947;p50"/>
                <p:cNvGrpSpPr/>
                <p:nvPr/>
              </p:nvGrpSpPr>
              <p:grpSpPr>
                <a:xfrm>
                  <a:off x="1912179" y="4044505"/>
                  <a:ext cx="181487" cy="25622"/>
                  <a:chOff x="1912179" y="4044506"/>
                  <a:chExt cx="181487" cy="25622"/>
                </a:xfrm>
              </p:grpSpPr>
              <p:sp>
                <p:nvSpPr>
                  <p:cNvPr id="4948" name="Google Shape;4948;p5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50"/>
                <p:cNvGrpSpPr/>
                <p:nvPr/>
              </p:nvGrpSpPr>
              <p:grpSpPr>
                <a:xfrm>
                  <a:off x="1560718" y="3800594"/>
                  <a:ext cx="351472" cy="302090"/>
                  <a:chOff x="1560718" y="3800594"/>
                  <a:chExt cx="351472" cy="302090"/>
                </a:xfrm>
              </p:grpSpPr>
              <p:grpSp>
                <p:nvGrpSpPr>
                  <p:cNvPr id="4951" name="Google Shape;4951;p50"/>
                  <p:cNvGrpSpPr/>
                  <p:nvPr/>
                </p:nvGrpSpPr>
                <p:grpSpPr>
                  <a:xfrm>
                    <a:off x="1560718" y="3842857"/>
                    <a:ext cx="173586" cy="217131"/>
                    <a:chOff x="1560718" y="3842857"/>
                    <a:chExt cx="173586" cy="217131"/>
                  </a:xfrm>
                </p:grpSpPr>
                <p:sp>
                  <p:nvSpPr>
                    <p:cNvPr id="4952" name="Google Shape;4952;p5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5" name="Google Shape;4955;p5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957" name="Google Shape;4957;p5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8" name="Google Shape;4958;p50"/>
              <p:cNvGrpSpPr/>
              <p:nvPr/>
            </p:nvGrpSpPr>
            <p:grpSpPr>
              <a:xfrm>
                <a:off x="785350" y="3605478"/>
                <a:ext cx="535311" cy="249245"/>
                <a:chOff x="785350" y="3605478"/>
                <a:chExt cx="535311" cy="249245"/>
              </a:xfrm>
            </p:grpSpPr>
            <p:grpSp>
              <p:nvGrpSpPr>
                <p:cNvPr id="4959" name="Google Shape;4959;p50"/>
                <p:cNvGrpSpPr/>
                <p:nvPr/>
              </p:nvGrpSpPr>
              <p:grpSpPr>
                <a:xfrm>
                  <a:off x="785350" y="3605478"/>
                  <a:ext cx="376191" cy="102736"/>
                  <a:chOff x="785350" y="3605478"/>
                  <a:chExt cx="376191" cy="102736"/>
                </a:xfrm>
              </p:grpSpPr>
              <p:sp>
                <p:nvSpPr>
                  <p:cNvPr id="4960" name="Google Shape;4960;p5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3" name="Google Shape;4963;p50"/>
                <p:cNvGrpSpPr/>
                <p:nvPr/>
              </p:nvGrpSpPr>
              <p:grpSpPr>
                <a:xfrm>
                  <a:off x="1161530" y="3655851"/>
                  <a:ext cx="159131" cy="198872"/>
                  <a:chOff x="1161530" y="3655851"/>
                  <a:chExt cx="159131" cy="198872"/>
                </a:xfrm>
              </p:grpSpPr>
              <p:sp>
                <p:nvSpPr>
                  <p:cNvPr id="4964" name="Google Shape;4964;p5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66" name="Google Shape;4966;p50"/>
              <p:cNvGrpSpPr/>
              <p:nvPr/>
            </p:nvGrpSpPr>
            <p:grpSpPr>
              <a:xfrm>
                <a:off x="785350" y="4047614"/>
                <a:ext cx="535311" cy="240783"/>
                <a:chOff x="785350" y="4047614"/>
                <a:chExt cx="535311" cy="240783"/>
              </a:xfrm>
            </p:grpSpPr>
            <p:grpSp>
              <p:nvGrpSpPr>
                <p:cNvPr id="4967" name="Google Shape;4967;p50"/>
                <p:cNvGrpSpPr/>
                <p:nvPr/>
              </p:nvGrpSpPr>
              <p:grpSpPr>
                <a:xfrm>
                  <a:off x="1161636" y="4047614"/>
                  <a:ext cx="159025" cy="190415"/>
                  <a:chOff x="1161636" y="4047614"/>
                  <a:chExt cx="159025" cy="190415"/>
                </a:xfrm>
              </p:grpSpPr>
              <p:sp>
                <p:nvSpPr>
                  <p:cNvPr id="4968" name="Google Shape;4968;p5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50"/>
                <p:cNvGrpSpPr/>
                <p:nvPr/>
              </p:nvGrpSpPr>
              <p:grpSpPr>
                <a:xfrm>
                  <a:off x="785350" y="4185661"/>
                  <a:ext cx="376191" cy="102736"/>
                  <a:chOff x="785350" y="4185661"/>
                  <a:chExt cx="376191" cy="102736"/>
                </a:xfrm>
              </p:grpSpPr>
              <p:sp>
                <p:nvSpPr>
                  <p:cNvPr id="4971" name="Google Shape;4971;p5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74" name="Google Shape;4974;p50"/>
              <p:cNvGrpSpPr/>
              <p:nvPr/>
            </p:nvGrpSpPr>
            <p:grpSpPr>
              <a:xfrm>
                <a:off x="1501054" y="3605478"/>
                <a:ext cx="526340" cy="249240"/>
                <a:chOff x="1501054" y="3605478"/>
                <a:chExt cx="526340" cy="249240"/>
              </a:xfrm>
            </p:grpSpPr>
            <p:grpSp>
              <p:nvGrpSpPr>
                <p:cNvPr id="4975" name="Google Shape;4975;p50"/>
                <p:cNvGrpSpPr/>
                <p:nvPr/>
              </p:nvGrpSpPr>
              <p:grpSpPr>
                <a:xfrm>
                  <a:off x="1834208" y="3643867"/>
                  <a:ext cx="193185" cy="25622"/>
                  <a:chOff x="1834208" y="3643867"/>
                  <a:chExt cx="193185" cy="25622"/>
                </a:xfrm>
              </p:grpSpPr>
              <p:sp>
                <p:nvSpPr>
                  <p:cNvPr id="4976" name="Google Shape;4976;p5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8" name="Google Shape;4978;p50"/>
                <p:cNvGrpSpPr/>
                <p:nvPr/>
              </p:nvGrpSpPr>
              <p:grpSpPr>
                <a:xfrm>
                  <a:off x="1501054" y="3605478"/>
                  <a:ext cx="333165" cy="249240"/>
                  <a:chOff x="1501054" y="3605478"/>
                  <a:chExt cx="333165" cy="249240"/>
                </a:xfrm>
              </p:grpSpPr>
              <p:sp>
                <p:nvSpPr>
                  <p:cNvPr id="4979" name="Google Shape;4979;p5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0" name="Google Shape;4980;p50"/>
                  <p:cNvGrpSpPr/>
                  <p:nvPr/>
                </p:nvGrpSpPr>
                <p:grpSpPr>
                  <a:xfrm>
                    <a:off x="1501054" y="3655851"/>
                    <a:ext cx="155286" cy="198867"/>
                    <a:chOff x="1501054" y="3655851"/>
                    <a:chExt cx="155286" cy="198867"/>
                  </a:xfrm>
                </p:grpSpPr>
                <p:sp>
                  <p:nvSpPr>
                    <p:cNvPr id="4981" name="Google Shape;4981;p5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83" name="Google Shape;4983;p50"/>
              <p:cNvGrpSpPr/>
              <p:nvPr/>
            </p:nvGrpSpPr>
            <p:grpSpPr>
              <a:xfrm>
                <a:off x="724986" y="3800594"/>
                <a:ext cx="532950" cy="302090"/>
                <a:chOff x="724986" y="3800594"/>
                <a:chExt cx="532950" cy="302090"/>
              </a:xfrm>
            </p:grpSpPr>
            <p:grpSp>
              <p:nvGrpSpPr>
                <p:cNvPr id="4984" name="Google Shape;4984;p50"/>
                <p:cNvGrpSpPr/>
                <p:nvPr/>
              </p:nvGrpSpPr>
              <p:grpSpPr>
                <a:xfrm>
                  <a:off x="724986" y="4044367"/>
                  <a:ext cx="181314" cy="25626"/>
                  <a:chOff x="724986" y="4044367"/>
                  <a:chExt cx="181314" cy="25626"/>
                </a:xfrm>
              </p:grpSpPr>
              <p:sp>
                <p:nvSpPr>
                  <p:cNvPr id="4985" name="Google Shape;4985;p5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7" name="Google Shape;4987;p50"/>
                <p:cNvGrpSpPr/>
                <p:nvPr/>
              </p:nvGrpSpPr>
              <p:grpSpPr>
                <a:xfrm>
                  <a:off x="906290" y="3800594"/>
                  <a:ext cx="351646" cy="302090"/>
                  <a:chOff x="906290" y="3800594"/>
                  <a:chExt cx="351646" cy="302090"/>
                </a:xfrm>
              </p:grpSpPr>
              <p:grpSp>
                <p:nvGrpSpPr>
                  <p:cNvPr id="4988" name="Google Shape;4988;p50"/>
                  <p:cNvGrpSpPr/>
                  <p:nvPr/>
                </p:nvGrpSpPr>
                <p:grpSpPr>
                  <a:xfrm>
                    <a:off x="1084172" y="3842857"/>
                    <a:ext cx="173764" cy="217131"/>
                    <a:chOff x="1084172" y="3842857"/>
                    <a:chExt cx="173764" cy="217131"/>
                  </a:xfrm>
                </p:grpSpPr>
                <p:grpSp>
                  <p:nvGrpSpPr>
                    <p:cNvPr id="4989" name="Google Shape;4989;p50"/>
                    <p:cNvGrpSpPr/>
                    <p:nvPr/>
                  </p:nvGrpSpPr>
                  <p:grpSpPr>
                    <a:xfrm>
                      <a:off x="1156862" y="3936509"/>
                      <a:ext cx="101073" cy="25622"/>
                      <a:chOff x="1156862" y="3936509"/>
                      <a:chExt cx="101073" cy="25622"/>
                    </a:xfrm>
                  </p:grpSpPr>
                  <p:sp>
                    <p:nvSpPr>
                      <p:cNvPr id="4990" name="Google Shape;4990;p5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2" name="Google Shape;4992;p5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3" name="Google Shape;4993;p5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5" name="Google Shape;4995;p50"/>
                <p:cNvGrpSpPr/>
                <p:nvPr/>
              </p:nvGrpSpPr>
              <p:grpSpPr>
                <a:xfrm>
                  <a:off x="724986" y="3830189"/>
                  <a:ext cx="189533" cy="25626"/>
                  <a:chOff x="724986" y="3830189"/>
                  <a:chExt cx="189533" cy="25626"/>
                </a:xfrm>
              </p:grpSpPr>
              <p:sp>
                <p:nvSpPr>
                  <p:cNvPr id="4996" name="Google Shape;4996;p5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998" name="Google Shape;4998;p50"/>
          <p:cNvGrpSpPr/>
          <p:nvPr/>
        </p:nvGrpSpPr>
        <p:grpSpPr>
          <a:xfrm>
            <a:off x="2253298" y="2249677"/>
            <a:ext cx="948701" cy="935378"/>
            <a:chOff x="2253298" y="2428317"/>
            <a:chExt cx="948701" cy="935378"/>
          </a:xfrm>
        </p:grpSpPr>
        <p:sp>
          <p:nvSpPr>
            <p:cNvPr id="4999" name="Google Shape;4999;p5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5" name="Shape 5035"/>
        <p:cNvGrpSpPr/>
        <p:nvPr/>
      </p:nvGrpSpPr>
      <p:grpSpPr>
        <a:xfrm>
          <a:off x="0" y="0"/>
          <a:ext cx="0" cy="0"/>
          <a:chOff x="0" y="0"/>
          <a:chExt cx="0" cy="0"/>
        </a:xfrm>
      </p:grpSpPr>
      <p:grpSp>
        <p:nvGrpSpPr>
          <p:cNvPr id="5036" name="Google Shape;5036;p51"/>
          <p:cNvGrpSpPr/>
          <p:nvPr/>
        </p:nvGrpSpPr>
        <p:grpSpPr>
          <a:xfrm>
            <a:off x="3339744" y="952977"/>
            <a:ext cx="2363393" cy="1017867"/>
            <a:chOff x="3292400" y="1219146"/>
            <a:chExt cx="2615240" cy="1110239"/>
          </a:xfrm>
        </p:grpSpPr>
        <p:sp>
          <p:nvSpPr>
            <p:cNvPr id="5037" name="Google Shape;5037;p5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038" name="Google Shape;5038;p5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39" name="Google Shape;5039;p5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040" name="Google Shape;5040;p5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041" name="Google Shape;5041;p5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042" name="Google Shape;5042;p5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043" name="Google Shape;5043;p5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044" name="Google Shape;5044;p5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045" name="Google Shape;5045;p5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046" name="Google Shape;5046;p5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047" name="Google Shape;5047;p5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048" name="Google Shape;5048;p5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049" name="Google Shape;5049;p5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050" name="Google Shape;5050;p5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051" name="Google Shape;5051;p51"/>
            <p:cNvGrpSpPr/>
            <p:nvPr/>
          </p:nvGrpSpPr>
          <p:grpSpPr>
            <a:xfrm>
              <a:off x="3748438" y="1378608"/>
              <a:ext cx="2159202" cy="903971"/>
              <a:chOff x="1683525" y="2179850"/>
              <a:chExt cx="4519050" cy="2134525"/>
            </a:xfrm>
          </p:grpSpPr>
          <p:sp>
            <p:nvSpPr>
              <p:cNvPr id="5052" name="Google Shape;5052;p5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53" name="Google Shape;5053;p5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54" name="Google Shape;5054;p5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55" name="Google Shape;5055;p5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56" name="Google Shape;5056;p5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57" name="Google Shape;5057;p5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58" name="Google Shape;5058;p5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59" name="Google Shape;5059;p5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60" name="Google Shape;5060;p5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61" name="Google Shape;5061;p5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62" name="Google Shape;5062;p5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63" name="Google Shape;5063;p5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064" name="Google Shape;5064;p51"/>
          <p:cNvGraphicFramePr/>
          <p:nvPr/>
        </p:nvGraphicFramePr>
        <p:xfrm>
          <a:off x="5935838" y="2130450"/>
          <a:ext cx="3000000" cy="3000000"/>
        </p:xfrm>
        <a:graphic>
          <a:graphicData uri="http://schemas.openxmlformats.org/drawingml/2006/table">
            <a:tbl>
              <a:tblPr>
                <a:noFill/>
                <a:tableStyleId>{4E6CCB74-BDBD-4918-B460-E7E3B2EF9BA2}</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065" name="Google Shape;5065;p51"/>
          <p:cNvGrpSpPr/>
          <p:nvPr/>
        </p:nvGrpSpPr>
        <p:grpSpPr>
          <a:xfrm>
            <a:off x="5913087" y="3189047"/>
            <a:ext cx="2519825" cy="1001454"/>
            <a:chOff x="1906114" y="789980"/>
            <a:chExt cx="1487676" cy="606868"/>
          </a:xfrm>
        </p:grpSpPr>
        <p:cxnSp>
          <p:nvCxnSpPr>
            <p:cNvPr id="5066" name="Google Shape;5066;p5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067" name="Google Shape;5067;p5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068" name="Google Shape;5068;p5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069" name="Google Shape;5069;p51"/>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070" name="Google Shape;5070;p51"/>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071" name="Google Shape;5071;p51"/>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072" name="Google Shape;5072;p51"/>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073" name="Google Shape;5073;p5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1"/>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080" name="Google Shape;5080;p51"/>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081" name="Google Shape;5081;p51"/>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082" name="Google Shape;5082;p5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3" name="Google Shape;5083;p51"/>
          <p:cNvGrpSpPr/>
          <p:nvPr/>
        </p:nvGrpSpPr>
        <p:grpSpPr>
          <a:xfrm>
            <a:off x="712562" y="998005"/>
            <a:ext cx="2394370" cy="976502"/>
            <a:chOff x="749309" y="1112739"/>
            <a:chExt cx="2371603" cy="976502"/>
          </a:xfrm>
        </p:grpSpPr>
        <p:sp>
          <p:nvSpPr>
            <p:cNvPr id="5084" name="Google Shape;5084;p5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116" name="Google Shape;5116;p51"/>
          <p:cNvGraphicFramePr/>
          <p:nvPr/>
        </p:nvGraphicFramePr>
        <p:xfrm>
          <a:off x="5935863" y="996300"/>
          <a:ext cx="3000000" cy="3000000"/>
        </p:xfrm>
        <a:graphic>
          <a:graphicData uri="http://schemas.openxmlformats.org/drawingml/2006/table">
            <a:tbl>
              <a:tblPr>
                <a:noFill/>
                <a:tableStyleId>{4E6CCB74-BDBD-4918-B460-E7E3B2EF9BA2}</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117" name="Google Shape;5117;p51"/>
          <p:cNvGraphicFramePr/>
          <p:nvPr/>
        </p:nvGraphicFramePr>
        <p:xfrm>
          <a:off x="3342575" y="2130450"/>
          <a:ext cx="3000000" cy="3000000"/>
        </p:xfrm>
        <a:graphic>
          <a:graphicData uri="http://schemas.openxmlformats.org/drawingml/2006/table">
            <a:tbl>
              <a:tblPr>
                <a:noFill/>
                <a:tableStyleId>{4E6CCB74-BDBD-4918-B460-E7E3B2EF9BA2}</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118" name="Google Shape;5118;p51"/>
          <p:cNvGrpSpPr/>
          <p:nvPr/>
        </p:nvGrpSpPr>
        <p:grpSpPr>
          <a:xfrm>
            <a:off x="4086504" y="2517093"/>
            <a:ext cx="1517436" cy="74460"/>
            <a:chOff x="3980086" y="2804397"/>
            <a:chExt cx="1227600" cy="66900"/>
          </a:xfrm>
        </p:grpSpPr>
        <p:sp>
          <p:nvSpPr>
            <p:cNvPr id="5119" name="Google Shape;5119;p5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1" name="Google Shape;5121;p51"/>
          <p:cNvGrpSpPr/>
          <p:nvPr/>
        </p:nvGrpSpPr>
        <p:grpSpPr>
          <a:xfrm>
            <a:off x="4711569" y="2809680"/>
            <a:ext cx="892956" cy="74460"/>
            <a:chOff x="3980086" y="2804397"/>
            <a:chExt cx="1227600" cy="66900"/>
          </a:xfrm>
        </p:grpSpPr>
        <p:sp>
          <p:nvSpPr>
            <p:cNvPr id="5122" name="Google Shape;5122;p5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51"/>
          <p:cNvGrpSpPr/>
          <p:nvPr/>
        </p:nvGrpSpPr>
        <p:grpSpPr>
          <a:xfrm>
            <a:off x="3344661" y="3168563"/>
            <a:ext cx="2363244" cy="1005943"/>
            <a:chOff x="3358415" y="3361302"/>
            <a:chExt cx="2363244" cy="1024695"/>
          </a:xfrm>
        </p:grpSpPr>
        <p:grpSp>
          <p:nvGrpSpPr>
            <p:cNvPr id="5125" name="Google Shape;5125;p51"/>
            <p:cNvGrpSpPr/>
            <p:nvPr/>
          </p:nvGrpSpPr>
          <p:grpSpPr>
            <a:xfrm>
              <a:off x="3358415" y="3361302"/>
              <a:ext cx="441300" cy="1024695"/>
              <a:chOff x="3358415" y="3361302"/>
              <a:chExt cx="441300" cy="1024695"/>
            </a:xfrm>
          </p:grpSpPr>
          <p:sp>
            <p:nvSpPr>
              <p:cNvPr id="5126" name="Google Shape;5126;p5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2" name="Google Shape;5132;p51"/>
            <p:cNvGrpSpPr/>
            <p:nvPr/>
          </p:nvGrpSpPr>
          <p:grpSpPr>
            <a:xfrm>
              <a:off x="3838901" y="3361302"/>
              <a:ext cx="441300" cy="1024695"/>
              <a:chOff x="3838901" y="3361302"/>
              <a:chExt cx="441300" cy="1024695"/>
            </a:xfrm>
          </p:grpSpPr>
          <p:sp>
            <p:nvSpPr>
              <p:cNvPr id="5133" name="Google Shape;5133;p5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51"/>
            <p:cNvGrpSpPr/>
            <p:nvPr/>
          </p:nvGrpSpPr>
          <p:grpSpPr>
            <a:xfrm>
              <a:off x="4319387" y="3361302"/>
              <a:ext cx="441300" cy="1024695"/>
              <a:chOff x="4319387" y="3361302"/>
              <a:chExt cx="441300" cy="1024695"/>
            </a:xfrm>
          </p:grpSpPr>
          <p:sp>
            <p:nvSpPr>
              <p:cNvPr id="5140" name="Google Shape;5140;p5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51"/>
            <p:cNvGrpSpPr/>
            <p:nvPr/>
          </p:nvGrpSpPr>
          <p:grpSpPr>
            <a:xfrm>
              <a:off x="4799873" y="3361302"/>
              <a:ext cx="441300" cy="1024695"/>
              <a:chOff x="4799873" y="3361302"/>
              <a:chExt cx="441300" cy="1024695"/>
            </a:xfrm>
          </p:grpSpPr>
          <p:sp>
            <p:nvSpPr>
              <p:cNvPr id="5147" name="Google Shape;5147;p5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51"/>
            <p:cNvGrpSpPr/>
            <p:nvPr/>
          </p:nvGrpSpPr>
          <p:grpSpPr>
            <a:xfrm>
              <a:off x="5280360" y="3361302"/>
              <a:ext cx="441300" cy="1024695"/>
              <a:chOff x="5280360" y="3361302"/>
              <a:chExt cx="441300" cy="1024695"/>
            </a:xfrm>
          </p:grpSpPr>
          <p:sp>
            <p:nvSpPr>
              <p:cNvPr id="5154" name="Google Shape;5154;p5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160" name="Google Shape;5160;p51"/>
          <p:cNvGraphicFramePr/>
          <p:nvPr/>
        </p:nvGraphicFramePr>
        <p:xfrm>
          <a:off x="711088" y="2130450"/>
          <a:ext cx="3000000" cy="3000000"/>
        </p:xfrm>
        <a:graphic>
          <a:graphicData uri="http://schemas.openxmlformats.org/drawingml/2006/table">
            <a:tbl>
              <a:tblPr>
                <a:noFill/>
                <a:tableStyleId>{4E6CCB74-BDBD-4918-B460-E7E3B2EF9BA2}</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161" name="Google Shape;5161;p51"/>
          <p:cNvGrpSpPr/>
          <p:nvPr/>
        </p:nvGrpSpPr>
        <p:grpSpPr>
          <a:xfrm>
            <a:off x="712613" y="3180175"/>
            <a:ext cx="2403614" cy="1005900"/>
            <a:chOff x="726450" y="3372825"/>
            <a:chExt cx="2403614" cy="1005900"/>
          </a:xfrm>
        </p:grpSpPr>
        <p:grpSp>
          <p:nvGrpSpPr>
            <p:cNvPr id="5162" name="Google Shape;5162;p51"/>
            <p:cNvGrpSpPr/>
            <p:nvPr/>
          </p:nvGrpSpPr>
          <p:grpSpPr>
            <a:xfrm>
              <a:off x="726450" y="3696000"/>
              <a:ext cx="2403614" cy="500898"/>
              <a:chOff x="726450" y="3696000"/>
              <a:chExt cx="2403614" cy="500898"/>
            </a:xfrm>
          </p:grpSpPr>
          <p:sp>
            <p:nvSpPr>
              <p:cNvPr id="5163" name="Google Shape;5163;p5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164" name="Google Shape;5164;p5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165" name="Google Shape;5165;p51"/>
            <p:cNvGrpSpPr/>
            <p:nvPr/>
          </p:nvGrpSpPr>
          <p:grpSpPr>
            <a:xfrm>
              <a:off x="1348050" y="3372825"/>
              <a:ext cx="1720425" cy="1005900"/>
              <a:chOff x="1348050" y="3372825"/>
              <a:chExt cx="1720425" cy="1005900"/>
            </a:xfrm>
          </p:grpSpPr>
          <p:sp>
            <p:nvSpPr>
              <p:cNvPr id="5166" name="Google Shape;5166;p5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167" name="Google Shape;5167;p5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168" name="Google Shape;5168;p5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169" name="Google Shape;5169;p5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170" name="Google Shape;5170;p5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171" name="Google Shape;5171;p51"/>
            <p:cNvGrpSpPr/>
            <p:nvPr/>
          </p:nvGrpSpPr>
          <p:grpSpPr>
            <a:xfrm>
              <a:off x="1455707" y="3731058"/>
              <a:ext cx="1491150" cy="417657"/>
              <a:chOff x="1455707" y="3731058"/>
              <a:chExt cx="1491150" cy="417657"/>
            </a:xfrm>
          </p:grpSpPr>
          <p:grpSp>
            <p:nvGrpSpPr>
              <p:cNvPr id="5172" name="Google Shape;5172;p51"/>
              <p:cNvGrpSpPr/>
              <p:nvPr/>
            </p:nvGrpSpPr>
            <p:grpSpPr>
              <a:xfrm>
                <a:off x="1472938" y="3745828"/>
                <a:ext cx="72126" cy="53788"/>
                <a:chOff x="1472938" y="3745828"/>
                <a:chExt cx="72126" cy="53788"/>
              </a:xfrm>
            </p:grpSpPr>
            <p:sp>
              <p:nvSpPr>
                <p:cNvPr id="5173" name="Google Shape;5173;p5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51"/>
              <p:cNvGrpSpPr/>
              <p:nvPr/>
            </p:nvGrpSpPr>
            <p:grpSpPr>
              <a:xfrm>
                <a:off x="1819181" y="4089633"/>
                <a:ext cx="72126" cy="53788"/>
                <a:chOff x="1819181" y="4089633"/>
                <a:chExt cx="72126" cy="53788"/>
              </a:xfrm>
            </p:grpSpPr>
            <p:sp>
              <p:nvSpPr>
                <p:cNvPr id="5176" name="Google Shape;5176;p5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8" name="Google Shape;5178;p51"/>
              <p:cNvGrpSpPr/>
              <p:nvPr/>
            </p:nvGrpSpPr>
            <p:grpSpPr>
              <a:xfrm>
                <a:off x="1455707" y="4084171"/>
                <a:ext cx="64321" cy="64544"/>
                <a:chOff x="1455707" y="4084171"/>
                <a:chExt cx="64321" cy="64544"/>
              </a:xfrm>
            </p:grpSpPr>
            <p:sp>
              <p:nvSpPr>
                <p:cNvPr id="5179" name="Google Shape;5179;p5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51"/>
              <p:cNvGrpSpPr/>
              <p:nvPr/>
            </p:nvGrpSpPr>
            <p:grpSpPr>
              <a:xfrm>
                <a:off x="1818610" y="3731058"/>
                <a:ext cx="64321" cy="64544"/>
                <a:chOff x="1818610" y="3731058"/>
                <a:chExt cx="64321" cy="64544"/>
              </a:xfrm>
            </p:grpSpPr>
            <p:sp>
              <p:nvSpPr>
                <p:cNvPr id="5182" name="Google Shape;5182;p5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4" name="Google Shape;5184;p51"/>
              <p:cNvGrpSpPr/>
              <p:nvPr/>
            </p:nvGrpSpPr>
            <p:grpSpPr>
              <a:xfrm>
                <a:off x="2172491" y="4089633"/>
                <a:ext cx="72126" cy="53788"/>
                <a:chOff x="2172491" y="4089633"/>
                <a:chExt cx="72126" cy="53788"/>
              </a:xfrm>
            </p:grpSpPr>
            <p:sp>
              <p:nvSpPr>
                <p:cNvPr id="5185" name="Google Shape;5185;p5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51"/>
              <p:cNvGrpSpPr/>
              <p:nvPr/>
            </p:nvGrpSpPr>
            <p:grpSpPr>
              <a:xfrm>
                <a:off x="2171920" y="3731058"/>
                <a:ext cx="64321" cy="64544"/>
                <a:chOff x="2171920" y="3731058"/>
                <a:chExt cx="64321" cy="64544"/>
              </a:xfrm>
            </p:grpSpPr>
            <p:sp>
              <p:nvSpPr>
                <p:cNvPr id="5188" name="Google Shape;5188;p5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51"/>
              <p:cNvGrpSpPr/>
              <p:nvPr/>
            </p:nvGrpSpPr>
            <p:grpSpPr>
              <a:xfrm>
                <a:off x="2874730" y="3745828"/>
                <a:ext cx="72126" cy="53788"/>
                <a:chOff x="2874730" y="3745828"/>
                <a:chExt cx="72126" cy="53788"/>
              </a:xfrm>
            </p:grpSpPr>
            <p:sp>
              <p:nvSpPr>
                <p:cNvPr id="5191" name="Google Shape;5191;p5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51"/>
              <p:cNvGrpSpPr/>
              <p:nvPr/>
            </p:nvGrpSpPr>
            <p:grpSpPr>
              <a:xfrm>
                <a:off x="2878589" y="4081481"/>
                <a:ext cx="64321" cy="64544"/>
                <a:chOff x="2878589" y="4081481"/>
                <a:chExt cx="64321" cy="64544"/>
              </a:xfrm>
            </p:grpSpPr>
            <p:sp>
              <p:nvSpPr>
                <p:cNvPr id="5194" name="Google Shape;5194;p5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51"/>
              <p:cNvGrpSpPr/>
              <p:nvPr/>
            </p:nvGrpSpPr>
            <p:grpSpPr>
              <a:xfrm>
                <a:off x="2525796" y="4089633"/>
                <a:ext cx="72126" cy="53788"/>
                <a:chOff x="2525796" y="4089633"/>
                <a:chExt cx="72126" cy="53788"/>
              </a:xfrm>
            </p:grpSpPr>
            <p:sp>
              <p:nvSpPr>
                <p:cNvPr id="5197" name="Google Shape;5197;p5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51"/>
              <p:cNvGrpSpPr/>
              <p:nvPr/>
            </p:nvGrpSpPr>
            <p:grpSpPr>
              <a:xfrm>
                <a:off x="2525225" y="3731058"/>
                <a:ext cx="64321" cy="64544"/>
                <a:chOff x="2525225" y="3731058"/>
                <a:chExt cx="64321" cy="64544"/>
              </a:xfrm>
            </p:grpSpPr>
            <p:sp>
              <p:nvSpPr>
                <p:cNvPr id="5200" name="Google Shape;5200;p5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05" name="Shape 5205"/>
        <p:cNvGrpSpPr/>
        <p:nvPr/>
      </p:nvGrpSpPr>
      <p:grpSpPr>
        <a:xfrm>
          <a:off x="0" y="0"/>
          <a:ext cx="0" cy="0"/>
          <a:chOff x="0" y="0"/>
          <a:chExt cx="0" cy="0"/>
        </a:xfrm>
      </p:grpSpPr>
      <p:grpSp>
        <p:nvGrpSpPr>
          <p:cNvPr id="5206" name="Google Shape;5206;p52"/>
          <p:cNvGrpSpPr/>
          <p:nvPr/>
        </p:nvGrpSpPr>
        <p:grpSpPr>
          <a:xfrm>
            <a:off x="5780148" y="1859605"/>
            <a:ext cx="671400" cy="674856"/>
            <a:chOff x="5780148" y="1859605"/>
            <a:chExt cx="671400" cy="674856"/>
          </a:xfrm>
        </p:grpSpPr>
        <p:sp>
          <p:nvSpPr>
            <p:cNvPr id="5207" name="Google Shape;5207;p52"/>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2"/>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2"/>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2"/>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52"/>
          <p:cNvGrpSpPr/>
          <p:nvPr/>
        </p:nvGrpSpPr>
        <p:grpSpPr>
          <a:xfrm>
            <a:off x="716991" y="971306"/>
            <a:ext cx="845921" cy="690752"/>
            <a:chOff x="732428" y="1198513"/>
            <a:chExt cx="845921" cy="690752"/>
          </a:xfrm>
        </p:grpSpPr>
        <p:grpSp>
          <p:nvGrpSpPr>
            <p:cNvPr id="5212" name="Google Shape;5212;p52"/>
            <p:cNvGrpSpPr/>
            <p:nvPr/>
          </p:nvGrpSpPr>
          <p:grpSpPr>
            <a:xfrm>
              <a:off x="823030" y="1198513"/>
              <a:ext cx="755319" cy="690752"/>
              <a:chOff x="823030" y="1198513"/>
              <a:chExt cx="755319" cy="690752"/>
            </a:xfrm>
          </p:grpSpPr>
          <p:sp>
            <p:nvSpPr>
              <p:cNvPr id="5213" name="Google Shape;5213;p5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52"/>
            <p:cNvGrpSpPr/>
            <p:nvPr/>
          </p:nvGrpSpPr>
          <p:grpSpPr>
            <a:xfrm>
              <a:off x="732428" y="1239937"/>
              <a:ext cx="739912" cy="607886"/>
              <a:chOff x="732428" y="1239937"/>
              <a:chExt cx="739912" cy="607886"/>
            </a:xfrm>
          </p:grpSpPr>
          <p:sp>
            <p:nvSpPr>
              <p:cNvPr id="5216" name="Google Shape;5216;p5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52"/>
            <p:cNvGrpSpPr/>
            <p:nvPr/>
          </p:nvGrpSpPr>
          <p:grpSpPr>
            <a:xfrm>
              <a:off x="732428" y="1277018"/>
              <a:ext cx="702832" cy="533758"/>
              <a:chOff x="732428" y="1277018"/>
              <a:chExt cx="702832" cy="533758"/>
            </a:xfrm>
          </p:grpSpPr>
          <p:sp>
            <p:nvSpPr>
              <p:cNvPr id="5219" name="Google Shape;5219;p5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52"/>
            <p:cNvGrpSpPr/>
            <p:nvPr/>
          </p:nvGrpSpPr>
          <p:grpSpPr>
            <a:xfrm>
              <a:off x="931170" y="1306653"/>
              <a:ext cx="647179" cy="474455"/>
              <a:chOff x="931170" y="1306653"/>
              <a:chExt cx="647179" cy="474455"/>
            </a:xfrm>
          </p:grpSpPr>
          <p:sp>
            <p:nvSpPr>
              <p:cNvPr id="5222" name="Google Shape;5222;p5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4" name="Google Shape;5224;p5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52"/>
          <p:cNvGrpSpPr/>
          <p:nvPr/>
        </p:nvGrpSpPr>
        <p:grpSpPr>
          <a:xfrm>
            <a:off x="3948600" y="971313"/>
            <a:ext cx="634656" cy="699982"/>
            <a:chOff x="5985650" y="2860025"/>
            <a:chExt cx="1396075" cy="1539775"/>
          </a:xfrm>
        </p:grpSpPr>
        <p:sp>
          <p:nvSpPr>
            <p:cNvPr id="5226" name="Google Shape;5226;p5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52"/>
          <p:cNvGrpSpPr/>
          <p:nvPr/>
        </p:nvGrpSpPr>
        <p:grpSpPr>
          <a:xfrm>
            <a:off x="4704250" y="971306"/>
            <a:ext cx="725845" cy="699975"/>
            <a:chOff x="4249973" y="1201875"/>
            <a:chExt cx="1958568" cy="1888762"/>
          </a:xfrm>
        </p:grpSpPr>
        <p:sp>
          <p:nvSpPr>
            <p:cNvPr id="5259" name="Google Shape;5259;p5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0" name="Google Shape;5260;p52"/>
            <p:cNvGrpSpPr/>
            <p:nvPr/>
          </p:nvGrpSpPr>
          <p:grpSpPr>
            <a:xfrm>
              <a:off x="5853086" y="1789142"/>
              <a:ext cx="355454" cy="1048099"/>
              <a:chOff x="5576108" y="2016725"/>
              <a:chExt cx="565200" cy="1666560"/>
            </a:xfrm>
          </p:grpSpPr>
          <p:sp>
            <p:nvSpPr>
              <p:cNvPr id="5261" name="Google Shape;5261;p5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262" name="Google Shape;5262;p5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3" name="Google Shape;5263;p52"/>
            <p:cNvGrpSpPr/>
            <p:nvPr/>
          </p:nvGrpSpPr>
          <p:grpSpPr>
            <a:xfrm>
              <a:off x="4869455" y="2691676"/>
              <a:ext cx="1013897" cy="398961"/>
              <a:chOff x="4012057" y="3451825"/>
              <a:chExt cx="1612175" cy="634379"/>
            </a:xfrm>
          </p:grpSpPr>
          <p:sp>
            <p:nvSpPr>
              <p:cNvPr id="5264" name="Google Shape;5264;p5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265" name="Google Shape;5265;p5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6" name="Google Shape;5266;p52"/>
            <p:cNvGrpSpPr/>
            <p:nvPr/>
          </p:nvGrpSpPr>
          <p:grpSpPr>
            <a:xfrm>
              <a:off x="4276937" y="2155961"/>
              <a:ext cx="651965" cy="891358"/>
              <a:chOff x="3069908" y="2599997"/>
              <a:chExt cx="1036675" cy="1417328"/>
            </a:xfrm>
          </p:grpSpPr>
          <p:sp>
            <p:nvSpPr>
              <p:cNvPr id="5267" name="Google Shape;5267;p5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268" name="Google Shape;5268;p5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9" name="Google Shape;5269;p52"/>
            <p:cNvGrpSpPr/>
            <p:nvPr/>
          </p:nvGrpSpPr>
          <p:grpSpPr>
            <a:xfrm>
              <a:off x="5054918" y="1201875"/>
              <a:ext cx="999548" cy="602711"/>
              <a:chOff x="4306958" y="1082925"/>
              <a:chExt cx="1589359" cy="958358"/>
            </a:xfrm>
          </p:grpSpPr>
          <p:sp>
            <p:nvSpPr>
              <p:cNvPr id="5270" name="Google Shape;5270;p5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271" name="Google Shape;5271;p5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52"/>
            <p:cNvGrpSpPr/>
            <p:nvPr/>
          </p:nvGrpSpPr>
          <p:grpSpPr>
            <a:xfrm>
              <a:off x="4249973" y="1303451"/>
              <a:ext cx="799317" cy="841334"/>
              <a:chOff x="3027033" y="1244439"/>
              <a:chExt cx="1270977" cy="1337786"/>
            </a:xfrm>
          </p:grpSpPr>
          <p:sp>
            <p:nvSpPr>
              <p:cNvPr id="5273" name="Google Shape;5273;p5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274" name="Google Shape;5274;p5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5" name="Google Shape;5275;p52"/>
          <p:cNvGrpSpPr/>
          <p:nvPr/>
        </p:nvGrpSpPr>
        <p:grpSpPr>
          <a:xfrm>
            <a:off x="4057114" y="1858087"/>
            <a:ext cx="750769" cy="683784"/>
            <a:chOff x="4204684" y="2104422"/>
            <a:chExt cx="699822" cy="637382"/>
          </a:xfrm>
        </p:grpSpPr>
        <p:grpSp>
          <p:nvGrpSpPr>
            <p:cNvPr id="5276" name="Google Shape;5276;p52"/>
            <p:cNvGrpSpPr/>
            <p:nvPr/>
          </p:nvGrpSpPr>
          <p:grpSpPr>
            <a:xfrm>
              <a:off x="4204684" y="2430067"/>
              <a:ext cx="342957" cy="311738"/>
              <a:chOff x="4204684" y="2430067"/>
              <a:chExt cx="342957" cy="311738"/>
            </a:xfrm>
          </p:grpSpPr>
          <p:sp>
            <p:nvSpPr>
              <p:cNvPr id="5277" name="Google Shape;5277;p5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9" name="Google Shape;5279;p52"/>
            <p:cNvGrpSpPr/>
            <p:nvPr/>
          </p:nvGrpSpPr>
          <p:grpSpPr>
            <a:xfrm>
              <a:off x="4561586" y="2430067"/>
              <a:ext cx="342920" cy="311738"/>
              <a:chOff x="4561586" y="2430067"/>
              <a:chExt cx="342920" cy="311738"/>
            </a:xfrm>
          </p:grpSpPr>
          <p:sp>
            <p:nvSpPr>
              <p:cNvPr id="5280" name="Google Shape;5280;p5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2" name="Google Shape;5282;p52"/>
            <p:cNvGrpSpPr/>
            <p:nvPr/>
          </p:nvGrpSpPr>
          <p:grpSpPr>
            <a:xfrm>
              <a:off x="4561586" y="2104422"/>
              <a:ext cx="342920" cy="311738"/>
              <a:chOff x="4561586" y="2104422"/>
              <a:chExt cx="342920" cy="311738"/>
            </a:xfrm>
          </p:grpSpPr>
          <p:sp>
            <p:nvSpPr>
              <p:cNvPr id="5283" name="Google Shape;5283;p5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52"/>
            <p:cNvGrpSpPr/>
            <p:nvPr/>
          </p:nvGrpSpPr>
          <p:grpSpPr>
            <a:xfrm>
              <a:off x="4204684" y="2104422"/>
              <a:ext cx="342957" cy="311664"/>
              <a:chOff x="4204684" y="2104422"/>
              <a:chExt cx="342957" cy="311664"/>
            </a:xfrm>
          </p:grpSpPr>
          <p:sp>
            <p:nvSpPr>
              <p:cNvPr id="5286" name="Google Shape;5286;p5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8" name="Google Shape;5288;p52"/>
          <p:cNvGrpSpPr/>
          <p:nvPr/>
        </p:nvGrpSpPr>
        <p:grpSpPr>
          <a:xfrm>
            <a:off x="5521547" y="971301"/>
            <a:ext cx="660591" cy="688867"/>
            <a:chOff x="5830645" y="1267368"/>
            <a:chExt cx="530340" cy="553040"/>
          </a:xfrm>
        </p:grpSpPr>
        <p:sp>
          <p:nvSpPr>
            <p:cNvPr id="5289" name="Google Shape;5289;p5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0" name="Google Shape;5290;p52"/>
            <p:cNvGrpSpPr/>
            <p:nvPr/>
          </p:nvGrpSpPr>
          <p:grpSpPr>
            <a:xfrm>
              <a:off x="5830645" y="1267368"/>
              <a:ext cx="259743" cy="269909"/>
              <a:chOff x="5830645" y="1267368"/>
              <a:chExt cx="259743" cy="269909"/>
            </a:xfrm>
          </p:grpSpPr>
          <p:sp>
            <p:nvSpPr>
              <p:cNvPr id="5291" name="Google Shape;5291;p5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3" name="Google Shape;5293;p52"/>
            <p:cNvGrpSpPr/>
            <p:nvPr/>
          </p:nvGrpSpPr>
          <p:grpSpPr>
            <a:xfrm>
              <a:off x="6101293" y="1267368"/>
              <a:ext cx="259692" cy="269909"/>
              <a:chOff x="6101293" y="1267368"/>
              <a:chExt cx="259692" cy="269909"/>
            </a:xfrm>
          </p:grpSpPr>
          <p:sp>
            <p:nvSpPr>
              <p:cNvPr id="5294" name="Google Shape;5294;p5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6" name="Google Shape;5296;p52"/>
            <p:cNvGrpSpPr/>
            <p:nvPr/>
          </p:nvGrpSpPr>
          <p:grpSpPr>
            <a:xfrm>
              <a:off x="5830645" y="1550500"/>
              <a:ext cx="259692" cy="269909"/>
              <a:chOff x="5830645" y="1550500"/>
              <a:chExt cx="259692" cy="269909"/>
            </a:xfrm>
          </p:grpSpPr>
          <p:sp>
            <p:nvSpPr>
              <p:cNvPr id="5297" name="Google Shape;5297;p5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9" name="Google Shape;5299;p52"/>
            <p:cNvGrpSpPr/>
            <p:nvPr/>
          </p:nvGrpSpPr>
          <p:grpSpPr>
            <a:xfrm>
              <a:off x="6101293" y="1550500"/>
              <a:ext cx="259692" cy="269909"/>
              <a:chOff x="6101293" y="1550500"/>
              <a:chExt cx="259692" cy="269909"/>
            </a:xfrm>
          </p:grpSpPr>
          <p:sp>
            <p:nvSpPr>
              <p:cNvPr id="5300" name="Google Shape;5300;p5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2" name="Google Shape;5302;p52"/>
          <p:cNvGrpSpPr/>
          <p:nvPr/>
        </p:nvGrpSpPr>
        <p:grpSpPr>
          <a:xfrm>
            <a:off x="723700" y="1861760"/>
            <a:ext cx="697154" cy="679574"/>
            <a:chOff x="2679875" y="2361475"/>
            <a:chExt cx="780425" cy="760575"/>
          </a:xfrm>
        </p:grpSpPr>
        <p:sp>
          <p:nvSpPr>
            <p:cNvPr id="5303" name="Google Shape;5303;p5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9" name="Google Shape;5309;p52"/>
          <p:cNvGrpSpPr/>
          <p:nvPr/>
        </p:nvGrpSpPr>
        <p:grpSpPr>
          <a:xfrm>
            <a:off x="3122859" y="971352"/>
            <a:ext cx="735829" cy="684547"/>
            <a:chOff x="3351965" y="1148808"/>
            <a:chExt cx="750770" cy="698375"/>
          </a:xfrm>
        </p:grpSpPr>
        <p:grpSp>
          <p:nvGrpSpPr>
            <p:cNvPr id="5310" name="Google Shape;5310;p52"/>
            <p:cNvGrpSpPr/>
            <p:nvPr/>
          </p:nvGrpSpPr>
          <p:grpSpPr>
            <a:xfrm>
              <a:off x="3586796" y="1148808"/>
              <a:ext cx="294857" cy="286830"/>
              <a:chOff x="3750225" y="1774000"/>
              <a:chExt cx="149575" cy="145525"/>
            </a:xfrm>
          </p:grpSpPr>
          <p:sp>
            <p:nvSpPr>
              <p:cNvPr id="5311" name="Google Shape;5311;p5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52"/>
            <p:cNvGrpSpPr/>
            <p:nvPr/>
          </p:nvGrpSpPr>
          <p:grpSpPr>
            <a:xfrm>
              <a:off x="3779245" y="1375768"/>
              <a:ext cx="323490" cy="286978"/>
              <a:chOff x="3847850" y="1889150"/>
              <a:chExt cx="164100" cy="145600"/>
            </a:xfrm>
          </p:grpSpPr>
          <p:sp>
            <p:nvSpPr>
              <p:cNvPr id="5314" name="Google Shape;5314;p5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6" name="Google Shape;5316;p52"/>
            <p:cNvGrpSpPr/>
            <p:nvPr/>
          </p:nvGrpSpPr>
          <p:grpSpPr>
            <a:xfrm>
              <a:off x="3351965" y="1330435"/>
              <a:ext cx="295449" cy="285401"/>
              <a:chOff x="3631100" y="1866150"/>
              <a:chExt cx="149875" cy="144800"/>
            </a:xfrm>
          </p:grpSpPr>
          <p:sp>
            <p:nvSpPr>
              <p:cNvPr id="5317" name="Google Shape;5317;p5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52"/>
            <p:cNvGrpSpPr/>
            <p:nvPr/>
          </p:nvGrpSpPr>
          <p:grpSpPr>
            <a:xfrm>
              <a:off x="3548208" y="1560352"/>
              <a:ext cx="294808" cy="286830"/>
              <a:chOff x="3730650" y="1982800"/>
              <a:chExt cx="149550" cy="145525"/>
            </a:xfrm>
          </p:grpSpPr>
          <p:sp>
            <p:nvSpPr>
              <p:cNvPr id="5320" name="Google Shape;5320;p5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22" name="Google Shape;5322;p52"/>
          <p:cNvGrpSpPr/>
          <p:nvPr/>
        </p:nvGrpSpPr>
        <p:grpSpPr>
          <a:xfrm>
            <a:off x="7624512" y="971306"/>
            <a:ext cx="804565" cy="677795"/>
            <a:chOff x="7636443" y="1204988"/>
            <a:chExt cx="804565" cy="677795"/>
          </a:xfrm>
        </p:grpSpPr>
        <p:grpSp>
          <p:nvGrpSpPr>
            <p:cNvPr id="5323" name="Google Shape;5323;p52"/>
            <p:cNvGrpSpPr/>
            <p:nvPr/>
          </p:nvGrpSpPr>
          <p:grpSpPr>
            <a:xfrm>
              <a:off x="7636443" y="1509705"/>
              <a:ext cx="804565" cy="373078"/>
              <a:chOff x="7636443" y="1509705"/>
              <a:chExt cx="804565" cy="373078"/>
            </a:xfrm>
          </p:grpSpPr>
          <p:sp>
            <p:nvSpPr>
              <p:cNvPr id="5324" name="Google Shape;5324;p5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52"/>
            <p:cNvGrpSpPr/>
            <p:nvPr/>
          </p:nvGrpSpPr>
          <p:grpSpPr>
            <a:xfrm>
              <a:off x="7636443" y="1408133"/>
              <a:ext cx="804565" cy="373078"/>
              <a:chOff x="7636443" y="1408133"/>
              <a:chExt cx="804565" cy="373078"/>
            </a:xfrm>
          </p:grpSpPr>
          <p:sp>
            <p:nvSpPr>
              <p:cNvPr id="5327" name="Google Shape;5327;p5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9" name="Google Shape;5329;p52"/>
            <p:cNvGrpSpPr/>
            <p:nvPr/>
          </p:nvGrpSpPr>
          <p:grpSpPr>
            <a:xfrm>
              <a:off x="7636443" y="1306560"/>
              <a:ext cx="804565" cy="373078"/>
              <a:chOff x="7636443" y="1306560"/>
              <a:chExt cx="804565" cy="373078"/>
            </a:xfrm>
          </p:grpSpPr>
          <p:sp>
            <p:nvSpPr>
              <p:cNvPr id="5330" name="Google Shape;5330;p5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2" name="Google Shape;5332;p52"/>
            <p:cNvGrpSpPr/>
            <p:nvPr/>
          </p:nvGrpSpPr>
          <p:grpSpPr>
            <a:xfrm>
              <a:off x="7636443" y="1204988"/>
              <a:ext cx="804565" cy="373078"/>
              <a:chOff x="7636443" y="1204988"/>
              <a:chExt cx="804565" cy="373078"/>
            </a:xfrm>
          </p:grpSpPr>
          <p:sp>
            <p:nvSpPr>
              <p:cNvPr id="5333" name="Google Shape;5333;p5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5" name="Google Shape;5335;p52"/>
          <p:cNvGrpSpPr/>
          <p:nvPr/>
        </p:nvGrpSpPr>
        <p:grpSpPr>
          <a:xfrm>
            <a:off x="4963358" y="1878721"/>
            <a:ext cx="661339" cy="661188"/>
            <a:chOff x="3990000" y="975400"/>
            <a:chExt cx="3934200" cy="3933300"/>
          </a:xfrm>
        </p:grpSpPr>
        <p:sp>
          <p:nvSpPr>
            <p:cNvPr id="5336" name="Google Shape;5336;p5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52"/>
          <p:cNvGrpSpPr/>
          <p:nvPr/>
        </p:nvGrpSpPr>
        <p:grpSpPr>
          <a:xfrm>
            <a:off x="6607006" y="1857359"/>
            <a:ext cx="868881" cy="684241"/>
            <a:chOff x="6598259" y="2078634"/>
            <a:chExt cx="868881" cy="684241"/>
          </a:xfrm>
        </p:grpSpPr>
        <p:sp>
          <p:nvSpPr>
            <p:cNvPr id="5341" name="Google Shape;5341;p5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7" name="Google Shape;5347;p52"/>
            <p:cNvGrpSpPr/>
            <p:nvPr/>
          </p:nvGrpSpPr>
          <p:grpSpPr>
            <a:xfrm>
              <a:off x="6808175" y="2078634"/>
              <a:ext cx="452229" cy="684241"/>
              <a:chOff x="6808175" y="2078634"/>
              <a:chExt cx="452229" cy="684241"/>
            </a:xfrm>
          </p:grpSpPr>
          <p:sp>
            <p:nvSpPr>
              <p:cNvPr id="5348" name="Google Shape;5348;p5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4" name="Google Shape;5354;p52"/>
              <p:cNvGrpSpPr/>
              <p:nvPr/>
            </p:nvGrpSpPr>
            <p:grpSpPr>
              <a:xfrm>
                <a:off x="6821586" y="2078634"/>
                <a:ext cx="426871" cy="684241"/>
                <a:chOff x="6821586" y="2078634"/>
                <a:chExt cx="426871" cy="684241"/>
              </a:xfrm>
            </p:grpSpPr>
            <p:grpSp>
              <p:nvGrpSpPr>
                <p:cNvPr id="5355" name="Google Shape;5355;p52"/>
                <p:cNvGrpSpPr/>
                <p:nvPr/>
              </p:nvGrpSpPr>
              <p:grpSpPr>
                <a:xfrm>
                  <a:off x="6821586" y="2078634"/>
                  <a:ext cx="426871" cy="684241"/>
                  <a:chOff x="6821586" y="2078634"/>
                  <a:chExt cx="426871" cy="684241"/>
                </a:xfrm>
              </p:grpSpPr>
              <p:sp>
                <p:nvSpPr>
                  <p:cNvPr id="5356" name="Google Shape;5356;p5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5" name="Google Shape;5375;p5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81" name="Google Shape;5381;p52"/>
          <p:cNvGrpSpPr/>
          <p:nvPr/>
        </p:nvGrpSpPr>
        <p:grpSpPr>
          <a:xfrm>
            <a:off x="716989" y="3531368"/>
            <a:ext cx="1340789" cy="640830"/>
            <a:chOff x="238125" y="1151100"/>
            <a:chExt cx="7139450" cy="3412300"/>
          </a:xfrm>
        </p:grpSpPr>
        <p:sp>
          <p:nvSpPr>
            <p:cNvPr id="5382" name="Google Shape;5382;p5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52"/>
          <p:cNvGrpSpPr/>
          <p:nvPr/>
        </p:nvGrpSpPr>
        <p:grpSpPr>
          <a:xfrm>
            <a:off x="5584212" y="2734649"/>
            <a:ext cx="985357" cy="585764"/>
            <a:chOff x="5145061" y="2881789"/>
            <a:chExt cx="1107641" cy="658458"/>
          </a:xfrm>
        </p:grpSpPr>
        <p:grpSp>
          <p:nvGrpSpPr>
            <p:cNvPr id="5395" name="Google Shape;5395;p52"/>
            <p:cNvGrpSpPr/>
            <p:nvPr/>
          </p:nvGrpSpPr>
          <p:grpSpPr>
            <a:xfrm>
              <a:off x="5722989" y="3244587"/>
              <a:ext cx="529713" cy="295659"/>
              <a:chOff x="5722989" y="3244587"/>
              <a:chExt cx="529713" cy="295659"/>
            </a:xfrm>
          </p:grpSpPr>
          <p:sp>
            <p:nvSpPr>
              <p:cNvPr id="5396" name="Google Shape;5396;p5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397" name="Google Shape;5397;p5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398" name="Google Shape;5398;p52"/>
            <p:cNvGrpSpPr/>
            <p:nvPr/>
          </p:nvGrpSpPr>
          <p:grpSpPr>
            <a:xfrm>
              <a:off x="5145061" y="3244587"/>
              <a:ext cx="536807" cy="295659"/>
              <a:chOff x="5145061" y="3244587"/>
              <a:chExt cx="536807" cy="295659"/>
            </a:xfrm>
          </p:grpSpPr>
          <p:sp>
            <p:nvSpPr>
              <p:cNvPr id="5399" name="Google Shape;5399;p5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400" name="Google Shape;5400;p5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401" name="Google Shape;5401;p52"/>
            <p:cNvGrpSpPr/>
            <p:nvPr/>
          </p:nvGrpSpPr>
          <p:grpSpPr>
            <a:xfrm>
              <a:off x="5341327" y="2898245"/>
              <a:ext cx="532309" cy="614891"/>
              <a:chOff x="5341327" y="2898245"/>
              <a:chExt cx="532309" cy="614891"/>
            </a:xfrm>
          </p:grpSpPr>
          <p:sp>
            <p:nvSpPr>
              <p:cNvPr id="5402" name="Google Shape;5402;p5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403" name="Google Shape;5403;p5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404" name="Google Shape;5404;p52"/>
            <p:cNvGrpSpPr/>
            <p:nvPr/>
          </p:nvGrpSpPr>
          <p:grpSpPr>
            <a:xfrm>
              <a:off x="5532290" y="2881789"/>
              <a:ext cx="620516" cy="305456"/>
              <a:chOff x="5532290" y="2881789"/>
              <a:chExt cx="620516" cy="305456"/>
            </a:xfrm>
          </p:grpSpPr>
          <p:sp>
            <p:nvSpPr>
              <p:cNvPr id="5405" name="Google Shape;5405;p5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406" name="Google Shape;5406;p5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407" name="Google Shape;5407;p52"/>
          <p:cNvGrpSpPr/>
          <p:nvPr/>
        </p:nvGrpSpPr>
        <p:grpSpPr>
          <a:xfrm>
            <a:off x="8163135" y="3526707"/>
            <a:ext cx="269068" cy="645491"/>
            <a:chOff x="7026852" y="3311869"/>
            <a:chExt cx="434331" cy="1041954"/>
          </a:xfrm>
        </p:grpSpPr>
        <p:sp>
          <p:nvSpPr>
            <p:cNvPr id="5408" name="Google Shape;5408;p5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52"/>
          <p:cNvGrpSpPr/>
          <p:nvPr/>
        </p:nvGrpSpPr>
        <p:grpSpPr>
          <a:xfrm>
            <a:off x="6179716" y="3565945"/>
            <a:ext cx="293882" cy="293836"/>
            <a:chOff x="4873519" y="3311869"/>
            <a:chExt cx="499374" cy="499296"/>
          </a:xfrm>
        </p:grpSpPr>
        <p:sp>
          <p:nvSpPr>
            <p:cNvPr id="5412" name="Google Shape;5412;p5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4" name="Google Shape;5414;p52"/>
          <p:cNvGrpSpPr/>
          <p:nvPr/>
        </p:nvGrpSpPr>
        <p:grpSpPr>
          <a:xfrm>
            <a:off x="6179716" y="3878316"/>
            <a:ext cx="293882" cy="293882"/>
            <a:chOff x="4873519" y="3875839"/>
            <a:chExt cx="499374" cy="499374"/>
          </a:xfrm>
        </p:grpSpPr>
        <p:sp>
          <p:nvSpPr>
            <p:cNvPr id="5415" name="Google Shape;5415;p5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7" name="Google Shape;5417;p52"/>
          <p:cNvGrpSpPr/>
          <p:nvPr/>
        </p:nvGrpSpPr>
        <p:grpSpPr>
          <a:xfrm>
            <a:off x="2410244" y="1850269"/>
            <a:ext cx="698104" cy="698208"/>
            <a:chOff x="2565073" y="2075876"/>
            <a:chExt cx="672482" cy="672518"/>
          </a:xfrm>
        </p:grpSpPr>
        <p:sp>
          <p:nvSpPr>
            <p:cNvPr id="5418" name="Google Shape;5418;p5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52"/>
          <p:cNvGrpSpPr/>
          <p:nvPr/>
        </p:nvGrpSpPr>
        <p:grpSpPr>
          <a:xfrm>
            <a:off x="5633655" y="3534869"/>
            <a:ext cx="438354" cy="637329"/>
            <a:chOff x="1697726" y="3244179"/>
            <a:chExt cx="788124" cy="1146069"/>
          </a:xfrm>
        </p:grpSpPr>
        <p:sp>
          <p:nvSpPr>
            <p:cNvPr id="5425" name="Google Shape;5425;p5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7" name="Google Shape;5427;p52"/>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8" name="Google Shape;5428;p52"/>
          <p:cNvGrpSpPr/>
          <p:nvPr/>
        </p:nvGrpSpPr>
        <p:grpSpPr>
          <a:xfrm>
            <a:off x="7634869" y="1863232"/>
            <a:ext cx="799565" cy="670282"/>
            <a:chOff x="7617850" y="2063282"/>
            <a:chExt cx="799565" cy="670282"/>
          </a:xfrm>
        </p:grpSpPr>
        <p:cxnSp>
          <p:nvCxnSpPr>
            <p:cNvPr id="5429" name="Google Shape;5429;p5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430" name="Google Shape;5430;p5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431" name="Google Shape;5431;p5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432" name="Google Shape;5432;p5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433" name="Google Shape;5433;p5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434" name="Google Shape;5434;p5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435" name="Google Shape;5435;p52"/>
            <p:cNvGrpSpPr/>
            <p:nvPr/>
          </p:nvGrpSpPr>
          <p:grpSpPr>
            <a:xfrm>
              <a:off x="7734309" y="2063282"/>
              <a:ext cx="570957" cy="620095"/>
              <a:chOff x="7734309" y="2063282"/>
              <a:chExt cx="570957" cy="620095"/>
            </a:xfrm>
          </p:grpSpPr>
          <p:grpSp>
            <p:nvGrpSpPr>
              <p:cNvPr id="5436" name="Google Shape;5436;p52"/>
              <p:cNvGrpSpPr/>
              <p:nvPr/>
            </p:nvGrpSpPr>
            <p:grpSpPr>
              <a:xfrm>
                <a:off x="8031573" y="2063282"/>
                <a:ext cx="273693" cy="620095"/>
                <a:chOff x="8031573" y="2063282"/>
                <a:chExt cx="273693" cy="620095"/>
              </a:xfrm>
            </p:grpSpPr>
            <p:sp>
              <p:nvSpPr>
                <p:cNvPr id="5437" name="Google Shape;5437;p5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52"/>
              <p:cNvGrpSpPr/>
              <p:nvPr/>
            </p:nvGrpSpPr>
            <p:grpSpPr>
              <a:xfrm flipH="1">
                <a:off x="7734309" y="2063282"/>
                <a:ext cx="273693" cy="620095"/>
                <a:chOff x="8031573" y="2063282"/>
                <a:chExt cx="273693" cy="620095"/>
              </a:xfrm>
            </p:grpSpPr>
            <p:sp>
              <p:nvSpPr>
                <p:cNvPr id="5442" name="Google Shape;5442;p5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446" name="Google Shape;5446;p52"/>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2"/>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8" name="Google Shape;5448;p52"/>
          <p:cNvGrpSpPr/>
          <p:nvPr/>
        </p:nvGrpSpPr>
        <p:grpSpPr>
          <a:xfrm>
            <a:off x="7821475" y="2716715"/>
            <a:ext cx="602567" cy="601884"/>
            <a:chOff x="1186975" y="238125"/>
            <a:chExt cx="5244275" cy="5238325"/>
          </a:xfrm>
        </p:grpSpPr>
        <p:sp>
          <p:nvSpPr>
            <p:cNvPr id="5449" name="Google Shape;5449;p5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 name="Google Shape;5453;p52"/>
          <p:cNvGrpSpPr/>
          <p:nvPr/>
        </p:nvGrpSpPr>
        <p:grpSpPr>
          <a:xfrm>
            <a:off x="3264213" y="1856199"/>
            <a:ext cx="651848" cy="687338"/>
            <a:chOff x="3400515" y="2056248"/>
            <a:chExt cx="698134" cy="735987"/>
          </a:xfrm>
        </p:grpSpPr>
        <p:grpSp>
          <p:nvGrpSpPr>
            <p:cNvPr id="5454" name="Google Shape;5454;p52"/>
            <p:cNvGrpSpPr/>
            <p:nvPr/>
          </p:nvGrpSpPr>
          <p:grpSpPr>
            <a:xfrm>
              <a:off x="3400515" y="2283913"/>
              <a:ext cx="312919" cy="219900"/>
              <a:chOff x="3400515" y="2283913"/>
              <a:chExt cx="312919" cy="219900"/>
            </a:xfrm>
          </p:grpSpPr>
          <p:sp>
            <p:nvSpPr>
              <p:cNvPr id="5455" name="Google Shape;5455;p5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456" name="Google Shape;5456;p5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457" name="Google Shape;5457;p52"/>
            <p:cNvGrpSpPr/>
            <p:nvPr/>
          </p:nvGrpSpPr>
          <p:grpSpPr>
            <a:xfrm>
              <a:off x="3547823" y="2461089"/>
              <a:ext cx="219900" cy="331146"/>
              <a:chOff x="3547823" y="2461089"/>
              <a:chExt cx="219900" cy="331146"/>
            </a:xfrm>
          </p:grpSpPr>
          <p:sp>
            <p:nvSpPr>
              <p:cNvPr id="5458" name="Google Shape;5458;p5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459" name="Google Shape;5459;p5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460" name="Google Shape;5460;p52"/>
            <p:cNvGrpSpPr/>
            <p:nvPr/>
          </p:nvGrpSpPr>
          <p:grpSpPr>
            <a:xfrm>
              <a:off x="3734138" y="2461089"/>
              <a:ext cx="219900" cy="331146"/>
              <a:chOff x="3734138" y="2461089"/>
              <a:chExt cx="219900" cy="331146"/>
            </a:xfrm>
          </p:grpSpPr>
          <p:sp>
            <p:nvSpPr>
              <p:cNvPr id="5461" name="Google Shape;5461;p5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462" name="Google Shape;5462;p5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463" name="Google Shape;5463;p52"/>
            <p:cNvGrpSpPr/>
            <p:nvPr/>
          </p:nvGrpSpPr>
          <p:grpSpPr>
            <a:xfrm>
              <a:off x="3787560" y="2281742"/>
              <a:ext cx="311089" cy="219900"/>
              <a:chOff x="3787560" y="2281742"/>
              <a:chExt cx="311089" cy="219900"/>
            </a:xfrm>
          </p:grpSpPr>
          <p:sp>
            <p:nvSpPr>
              <p:cNvPr id="5464" name="Google Shape;5464;p5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465" name="Google Shape;5465;p5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466" name="Google Shape;5466;p52"/>
            <p:cNvGrpSpPr/>
            <p:nvPr/>
          </p:nvGrpSpPr>
          <p:grpSpPr>
            <a:xfrm>
              <a:off x="3637290" y="2056248"/>
              <a:ext cx="219900" cy="330736"/>
              <a:chOff x="3637290" y="2056248"/>
              <a:chExt cx="219900" cy="330736"/>
            </a:xfrm>
          </p:grpSpPr>
          <p:sp>
            <p:nvSpPr>
              <p:cNvPr id="5467" name="Google Shape;5467;p5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468" name="Google Shape;5468;p5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469" name="Google Shape;5469;p52"/>
          <p:cNvGrpSpPr/>
          <p:nvPr/>
        </p:nvGrpSpPr>
        <p:grpSpPr>
          <a:xfrm>
            <a:off x="2555919" y="2726205"/>
            <a:ext cx="1268144" cy="592394"/>
            <a:chOff x="238125" y="1188750"/>
            <a:chExt cx="7140450" cy="3335550"/>
          </a:xfrm>
        </p:grpSpPr>
        <p:sp>
          <p:nvSpPr>
            <p:cNvPr id="5470" name="Google Shape;5470;p5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52"/>
          <p:cNvGrpSpPr/>
          <p:nvPr/>
        </p:nvGrpSpPr>
        <p:grpSpPr>
          <a:xfrm>
            <a:off x="6663819" y="2728360"/>
            <a:ext cx="1053944" cy="590147"/>
            <a:chOff x="238125" y="1335475"/>
            <a:chExt cx="5418735" cy="3034175"/>
          </a:xfrm>
        </p:grpSpPr>
        <p:sp>
          <p:nvSpPr>
            <p:cNvPr id="5476" name="Google Shape;5476;p5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 name="Google Shape;5479;p52"/>
          <p:cNvGrpSpPr/>
          <p:nvPr/>
        </p:nvGrpSpPr>
        <p:grpSpPr>
          <a:xfrm>
            <a:off x="4094628" y="3533259"/>
            <a:ext cx="1268207" cy="638939"/>
            <a:chOff x="3967651" y="3645904"/>
            <a:chExt cx="1479304" cy="745292"/>
          </a:xfrm>
        </p:grpSpPr>
        <p:grpSp>
          <p:nvGrpSpPr>
            <p:cNvPr id="5480" name="Google Shape;5480;p52"/>
            <p:cNvGrpSpPr/>
            <p:nvPr/>
          </p:nvGrpSpPr>
          <p:grpSpPr>
            <a:xfrm>
              <a:off x="3967651" y="4009026"/>
              <a:ext cx="1479304" cy="382170"/>
              <a:chOff x="3967651" y="4009026"/>
              <a:chExt cx="1479304" cy="382170"/>
            </a:xfrm>
          </p:grpSpPr>
          <p:grpSp>
            <p:nvGrpSpPr>
              <p:cNvPr id="5481" name="Google Shape;5481;p52"/>
              <p:cNvGrpSpPr/>
              <p:nvPr/>
            </p:nvGrpSpPr>
            <p:grpSpPr>
              <a:xfrm>
                <a:off x="4892216" y="4195630"/>
                <a:ext cx="554739" cy="195566"/>
                <a:chOff x="3604375" y="4892160"/>
                <a:chExt cx="1651500" cy="582215"/>
              </a:xfrm>
            </p:grpSpPr>
            <p:sp>
              <p:nvSpPr>
                <p:cNvPr id="5482" name="Google Shape;5482;p5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52"/>
              <p:cNvGrpSpPr/>
              <p:nvPr/>
            </p:nvGrpSpPr>
            <p:grpSpPr>
              <a:xfrm>
                <a:off x="3967651" y="4146303"/>
                <a:ext cx="579402" cy="244893"/>
                <a:chOff x="851875" y="4745310"/>
                <a:chExt cx="1724925" cy="729065"/>
              </a:xfrm>
            </p:grpSpPr>
            <p:sp>
              <p:nvSpPr>
                <p:cNvPr id="5485" name="Google Shape;5485;p5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52"/>
              <p:cNvGrpSpPr/>
              <p:nvPr/>
            </p:nvGrpSpPr>
            <p:grpSpPr>
              <a:xfrm>
                <a:off x="4460753" y="4009026"/>
                <a:ext cx="493110" cy="382170"/>
                <a:chOff x="2319875" y="4336625"/>
                <a:chExt cx="1468025" cy="1137750"/>
              </a:xfrm>
            </p:grpSpPr>
            <p:sp>
              <p:nvSpPr>
                <p:cNvPr id="5488" name="Google Shape;5488;p5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0" name="Google Shape;5490;p52"/>
            <p:cNvGrpSpPr/>
            <p:nvPr/>
          </p:nvGrpSpPr>
          <p:grpSpPr>
            <a:xfrm>
              <a:off x="4479443" y="3645904"/>
              <a:ext cx="455965" cy="388789"/>
              <a:chOff x="2957425" y="238100"/>
              <a:chExt cx="1910200" cy="1628775"/>
            </a:xfrm>
          </p:grpSpPr>
          <p:sp>
            <p:nvSpPr>
              <p:cNvPr id="5491" name="Google Shape;5491;p5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1" name="Google Shape;5501;p52"/>
          <p:cNvGrpSpPr/>
          <p:nvPr/>
        </p:nvGrpSpPr>
        <p:grpSpPr>
          <a:xfrm>
            <a:off x="2480742" y="3534460"/>
            <a:ext cx="1243128" cy="637739"/>
            <a:chOff x="2496310" y="3693351"/>
            <a:chExt cx="1342906" cy="688926"/>
          </a:xfrm>
        </p:grpSpPr>
        <p:grpSp>
          <p:nvGrpSpPr>
            <p:cNvPr id="5502" name="Google Shape;5502;p52"/>
            <p:cNvGrpSpPr/>
            <p:nvPr/>
          </p:nvGrpSpPr>
          <p:grpSpPr>
            <a:xfrm>
              <a:off x="2496310" y="3693351"/>
              <a:ext cx="1342906" cy="688875"/>
              <a:chOff x="2496310" y="3693351"/>
              <a:chExt cx="1342906" cy="688875"/>
            </a:xfrm>
          </p:grpSpPr>
          <p:sp>
            <p:nvSpPr>
              <p:cNvPr id="5503" name="Google Shape;5503;p5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09" name="Google Shape;5509;p52"/>
              <p:cNvCxnSpPr>
                <a:stCxn id="550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510" name="Google Shape;5510;p52"/>
              <p:cNvCxnSpPr>
                <a:stCxn id="550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511" name="Google Shape;5511;p52"/>
              <p:cNvCxnSpPr>
                <a:stCxn id="550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512" name="Google Shape;5512;p52"/>
              <p:cNvCxnSpPr>
                <a:stCxn id="550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513" name="Google Shape;5513;p52"/>
              <p:cNvCxnSpPr>
                <a:stCxn id="550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514" name="Google Shape;5514;p52"/>
            <p:cNvGrpSpPr/>
            <p:nvPr/>
          </p:nvGrpSpPr>
          <p:grpSpPr>
            <a:xfrm>
              <a:off x="2675275" y="3930557"/>
              <a:ext cx="1003306" cy="451719"/>
              <a:chOff x="2675275" y="4174282"/>
              <a:chExt cx="1003306" cy="451719"/>
            </a:xfrm>
          </p:grpSpPr>
          <p:sp>
            <p:nvSpPr>
              <p:cNvPr id="5515" name="Google Shape;5515;p5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8" name="Google Shape;5518;p52"/>
          <p:cNvGrpSpPr/>
          <p:nvPr/>
        </p:nvGrpSpPr>
        <p:grpSpPr>
          <a:xfrm>
            <a:off x="1654412" y="971306"/>
            <a:ext cx="574511" cy="874709"/>
            <a:chOff x="1715404" y="1112080"/>
            <a:chExt cx="642270" cy="977984"/>
          </a:xfrm>
        </p:grpSpPr>
        <p:grpSp>
          <p:nvGrpSpPr>
            <p:cNvPr id="5519" name="Google Shape;5519;p52"/>
            <p:cNvGrpSpPr/>
            <p:nvPr/>
          </p:nvGrpSpPr>
          <p:grpSpPr>
            <a:xfrm>
              <a:off x="1715404" y="1112080"/>
              <a:ext cx="642270" cy="977984"/>
              <a:chOff x="1715404" y="1112080"/>
              <a:chExt cx="642270" cy="977984"/>
            </a:xfrm>
          </p:grpSpPr>
          <p:sp>
            <p:nvSpPr>
              <p:cNvPr id="5520" name="Google Shape;5520;p5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52"/>
            <p:cNvGrpSpPr/>
            <p:nvPr/>
          </p:nvGrpSpPr>
          <p:grpSpPr>
            <a:xfrm>
              <a:off x="1768927" y="1165603"/>
              <a:ext cx="535225" cy="851367"/>
              <a:chOff x="1768927" y="1165603"/>
              <a:chExt cx="535225" cy="851367"/>
            </a:xfrm>
          </p:grpSpPr>
          <p:sp>
            <p:nvSpPr>
              <p:cNvPr id="5523" name="Google Shape;5523;p5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52"/>
            <p:cNvGrpSpPr/>
            <p:nvPr/>
          </p:nvGrpSpPr>
          <p:grpSpPr>
            <a:xfrm>
              <a:off x="1822449" y="1219125"/>
              <a:ext cx="428180" cy="718859"/>
              <a:chOff x="1822449" y="1219125"/>
              <a:chExt cx="428180" cy="718859"/>
            </a:xfrm>
          </p:grpSpPr>
          <p:sp>
            <p:nvSpPr>
              <p:cNvPr id="5526" name="Google Shape;5526;p5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52"/>
            <p:cNvGrpSpPr/>
            <p:nvPr/>
          </p:nvGrpSpPr>
          <p:grpSpPr>
            <a:xfrm>
              <a:off x="1875972" y="1272648"/>
              <a:ext cx="321135" cy="586939"/>
              <a:chOff x="1875972" y="1272648"/>
              <a:chExt cx="321135" cy="586939"/>
            </a:xfrm>
          </p:grpSpPr>
          <p:sp>
            <p:nvSpPr>
              <p:cNvPr id="5529" name="Google Shape;5529;p5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31" name="Google Shape;5531;p52"/>
          <p:cNvGrpSpPr/>
          <p:nvPr/>
        </p:nvGrpSpPr>
        <p:grpSpPr>
          <a:xfrm>
            <a:off x="7761573" y="3528028"/>
            <a:ext cx="293855" cy="644170"/>
            <a:chOff x="241025" y="3151575"/>
            <a:chExt cx="293855" cy="644170"/>
          </a:xfrm>
        </p:grpSpPr>
        <p:sp>
          <p:nvSpPr>
            <p:cNvPr id="5532" name="Google Shape;5532;p5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52"/>
          <p:cNvGrpSpPr/>
          <p:nvPr/>
        </p:nvGrpSpPr>
        <p:grpSpPr>
          <a:xfrm>
            <a:off x="709557" y="2728028"/>
            <a:ext cx="1779649" cy="591620"/>
            <a:chOff x="246070" y="1983375"/>
            <a:chExt cx="1855347" cy="616849"/>
          </a:xfrm>
        </p:grpSpPr>
        <p:sp>
          <p:nvSpPr>
            <p:cNvPr id="5535" name="Google Shape;5535;p5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52"/>
          <p:cNvGrpSpPr/>
          <p:nvPr/>
        </p:nvGrpSpPr>
        <p:grpSpPr>
          <a:xfrm>
            <a:off x="2320424" y="971306"/>
            <a:ext cx="711055" cy="745993"/>
            <a:chOff x="2496269" y="1171698"/>
            <a:chExt cx="761953" cy="799392"/>
          </a:xfrm>
        </p:grpSpPr>
        <p:grpSp>
          <p:nvGrpSpPr>
            <p:cNvPr id="5545" name="Google Shape;5545;p52"/>
            <p:cNvGrpSpPr/>
            <p:nvPr/>
          </p:nvGrpSpPr>
          <p:grpSpPr>
            <a:xfrm>
              <a:off x="2496269" y="1171698"/>
              <a:ext cx="761953" cy="723022"/>
              <a:chOff x="2496269" y="1171698"/>
              <a:chExt cx="761953" cy="723022"/>
            </a:xfrm>
          </p:grpSpPr>
          <p:sp>
            <p:nvSpPr>
              <p:cNvPr id="5546" name="Google Shape;5546;p5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8" name="Google Shape;5548;p52"/>
              <p:cNvGrpSpPr/>
              <p:nvPr/>
            </p:nvGrpSpPr>
            <p:grpSpPr>
              <a:xfrm>
                <a:off x="2496269" y="1171698"/>
                <a:ext cx="761953" cy="723022"/>
                <a:chOff x="2496269" y="1120652"/>
                <a:chExt cx="761953" cy="723022"/>
              </a:xfrm>
            </p:grpSpPr>
            <p:grpSp>
              <p:nvGrpSpPr>
                <p:cNvPr id="5549" name="Google Shape;5549;p52"/>
                <p:cNvGrpSpPr/>
                <p:nvPr/>
              </p:nvGrpSpPr>
              <p:grpSpPr>
                <a:xfrm>
                  <a:off x="2496269" y="1120652"/>
                  <a:ext cx="761953" cy="723022"/>
                  <a:chOff x="2496269" y="1120652"/>
                  <a:chExt cx="761953" cy="723022"/>
                </a:xfrm>
              </p:grpSpPr>
              <p:grpSp>
                <p:nvGrpSpPr>
                  <p:cNvPr id="5550" name="Google Shape;5550;p52"/>
                  <p:cNvGrpSpPr/>
                  <p:nvPr/>
                </p:nvGrpSpPr>
                <p:grpSpPr>
                  <a:xfrm>
                    <a:off x="2496269" y="1304589"/>
                    <a:ext cx="407089" cy="305057"/>
                    <a:chOff x="2496269" y="1304589"/>
                    <a:chExt cx="407089" cy="305057"/>
                  </a:xfrm>
                </p:grpSpPr>
                <p:sp>
                  <p:nvSpPr>
                    <p:cNvPr id="5551" name="Google Shape;5551;p5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3" name="Google Shape;5553;p52"/>
                  <p:cNvGrpSpPr/>
                  <p:nvPr/>
                </p:nvGrpSpPr>
                <p:grpSpPr>
                  <a:xfrm>
                    <a:off x="2586468" y="1493376"/>
                    <a:ext cx="358850" cy="349656"/>
                    <a:chOff x="2586468" y="1493376"/>
                    <a:chExt cx="358850" cy="349656"/>
                  </a:xfrm>
                </p:grpSpPr>
                <p:sp>
                  <p:nvSpPr>
                    <p:cNvPr id="5554" name="Google Shape;5554;p5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52"/>
                  <p:cNvGrpSpPr/>
                  <p:nvPr/>
                </p:nvGrpSpPr>
                <p:grpSpPr>
                  <a:xfrm>
                    <a:off x="2807939" y="1494024"/>
                    <a:ext cx="358857" cy="349650"/>
                    <a:chOff x="2807939" y="1494024"/>
                    <a:chExt cx="358857" cy="349650"/>
                  </a:xfrm>
                </p:grpSpPr>
                <p:sp>
                  <p:nvSpPr>
                    <p:cNvPr id="5557" name="Google Shape;5557;p5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9" name="Google Shape;5559;p52"/>
                  <p:cNvGrpSpPr/>
                  <p:nvPr/>
                </p:nvGrpSpPr>
                <p:grpSpPr>
                  <a:xfrm>
                    <a:off x="2851133" y="1305635"/>
                    <a:ext cx="407089" cy="305057"/>
                    <a:chOff x="2851133" y="1305635"/>
                    <a:chExt cx="407089" cy="305057"/>
                  </a:xfrm>
                </p:grpSpPr>
                <p:sp>
                  <p:nvSpPr>
                    <p:cNvPr id="5560" name="Google Shape;5560;p5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2" name="Google Shape;5562;p52"/>
                  <p:cNvGrpSpPr/>
                  <p:nvPr/>
                </p:nvGrpSpPr>
                <p:grpSpPr>
                  <a:xfrm>
                    <a:off x="2727495" y="1120652"/>
                    <a:ext cx="300271" cy="396358"/>
                    <a:chOff x="2727495" y="1120652"/>
                    <a:chExt cx="300271" cy="396358"/>
                  </a:xfrm>
                </p:grpSpPr>
                <p:sp>
                  <p:nvSpPr>
                    <p:cNvPr id="5563" name="Google Shape;5563;p5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65" name="Google Shape;5565;p52"/>
                <p:cNvGrpSpPr/>
                <p:nvPr/>
              </p:nvGrpSpPr>
              <p:grpSpPr>
                <a:xfrm>
                  <a:off x="2722305" y="1350460"/>
                  <a:ext cx="308357" cy="308344"/>
                  <a:chOff x="2722305" y="1350460"/>
                  <a:chExt cx="308357" cy="308344"/>
                </a:xfrm>
              </p:grpSpPr>
              <p:sp>
                <p:nvSpPr>
                  <p:cNvPr id="5566" name="Google Shape;5566;p5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7" name="Google Shape;5567;p52"/>
                  <p:cNvGrpSpPr/>
                  <p:nvPr/>
                </p:nvGrpSpPr>
                <p:grpSpPr>
                  <a:xfrm>
                    <a:off x="2725064" y="1364529"/>
                    <a:ext cx="297954" cy="280182"/>
                    <a:chOff x="2725064" y="1364529"/>
                    <a:chExt cx="297954" cy="280182"/>
                  </a:xfrm>
                </p:grpSpPr>
                <p:sp>
                  <p:nvSpPr>
                    <p:cNvPr id="5568" name="Google Shape;5568;p5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573" name="Google Shape;5573;p5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8" name="Google Shape;5578;p52"/>
          <p:cNvGrpSpPr/>
          <p:nvPr/>
        </p:nvGrpSpPr>
        <p:grpSpPr>
          <a:xfrm>
            <a:off x="3909124" y="2727412"/>
            <a:ext cx="1569144" cy="591015"/>
            <a:chOff x="3820100" y="3023049"/>
            <a:chExt cx="1303926" cy="491162"/>
          </a:xfrm>
        </p:grpSpPr>
        <p:grpSp>
          <p:nvGrpSpPr>
            <p:cNvPr id="5579" name="Google Shape;5579;p52"/>
            <p:cNvGrpSpPr/>
            <p:nvPr/>
          </p:nvGrpSpPr>
          <p:grpSpPr>
            <a:xfrm>
              <a:off x="3820100" y="3023072"/>
              <a:ext cx="1303926" cy="491139"/>
              <a:chOff x="3820100" y="3023072"/>
              <a:chExt cx="1303926" cy="491139"/>
            </a:xfrm>
          </p:grpSpPr>
          <p:sp>
            <p:nvSpPr>
              <p:cNvPr id="5580" name="Google Shape;5580;p5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52"/>
            <p:cNvGrpSpPr/>
            <p:nvPr/>
          </p:nvGrpSpPr>
          <p:grpSpPr>
            <a:xfrm>
              <a:off x="4132439" y="3023645"/>
              <a:ext cx="393633" cy="177096"/>
              <a:chOff x="4132439" y="3023645"/>
              <a:chExt cx="393633" cy="177096"/>
            </a:xfrm>
          </p:grpSpPr>
          <p:sp>
            <p:nvSpPr>
              <p:cNvPr id="5583" name="Google Shape;5583;p5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52"/>
            <p:cNvGrpSpPr/>
            <p:nvPr/>
          </p:nvGrpSpPr>
          <p:grpSpPr>
            <a:xfrm>
              <a:off x="3921811" y="3023049"/>
              <a:ext cx="1002397" cy="388943"/>
              <a:chOff x="3921811" y="3023049"/>
              <a:chExt cx="1002397" cy="388943"/>
            </a:xfrm>
          </p:grpSpPr>
          <p:sp>
            <p:nvSpPr>
              <p:cNvPr id="5586" name="Google Shape;5586;p5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52"/>
            <p:cNvGrpSpPr/>
            <p:nvPr/>
          </p:nvGrpSpPr>
          <p:grpSpPr>
            <a:xfrm>
              <a:off x="4023645" y="3023049"/>
              <a:ext cx="683032" cy="286722"/>
              <a:chOff x="4023645" y="3023049"/>
              <a:chExt cx="683032" cy="286722"/>
            </a:xfrm>
          </p:grpSpPr>
          <p:sp>
            <p:nvSpPr>
              <p:cNvPr id="5589" name="Google Shape;5589;p5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91" name="Google Shape;5591;p52"/>
          <p:cNvGrpSpPr/>
          <p:nvPr/>
        </p:nvGrpSpPr>
        <p:grpSpPr>
          <a:xfrm>
            <a:off x="1541246" y="1854257"/>
            <a:ext cx="713522" cy="688025"/>
            <a:chOff x="1706078" y="2092648"/>
            <a:chExt cx="660913" cy="637296"/>
          </a:xfrm>
        </p:grpSpPr>
        <p:sp>
          <p:nvSpPr>
            <p:cNvPr id="5592" name="Google Shape;5592;p5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3" name="Google Shape;5593;p52"/>
            <p:cNvGrpSpPr/>
            <p:nvPr/>
          </p:nvGrpSpPr>
          <p:grpSpPr>
            <a:xfrm>
              <a:off x="1706078" y="2092648"/>
              <a:ext cx="660913" cy="575241"/>
              <a:chOff x="1706078" y="2092648"/>
              <a:chExt cx="660913" cy="575241"/>
            </a:xfrm>
          </p:grpSpPr>
          <p:sp>
            <p:nvSpPr>
              <p:cNvPr id="5594" name="Google Shape;5594;p5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97" name="Google Shape;5597;p52"/>
          <p:cNvGrpSpPr/>
          <p:nvPr/>
        </p:nvGrpSpPr>
        <p:grpSpPr>
          <a:xfrm>
            <a:off x="6303104" y="971806"/>
            <a:ext cx="1317459" cy="684168"/>
            <a:chOff x="238125" y="999450"/>
            <a:chExt cx="7140700" cy="3708225"/>
          </a:xfrm>
        </p:grpSpPr>
        <p:sp>
          <p:nvSpPr>
            <p:cNvPr id="5598" name="Google Shape;5598;p5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0" name="Shape 5610"/>
        <p:cNvGrpSpPr/>
        <p:nvPr/>
      </p:nvGrpSpPr>
      <p:grpSpPr>
        <a:xfrm>
          <a:off x="0" y="0"/>
          <a:ext cx="0" cy="0"/>
          <a:chOff x="0" y="0"/>
          <a:chExt cx="0" cy="0"/>
        </a:xfrm>
      </p:grpSpPr>
      <p:grpSp>
        <p:nvGrpSpPr>
          <p:cNvPr id="5611" name="Google Shape;5611;p53"/>
          <p:cNvGrpSpPr/>
          <p:nvPr/>
        </p:nvGrpSpPr>
        <p:grpSpPr>
          <a:xfrm>
            <a:off x="717025" y="967615"/>
            <a:ext cx="1636117" cy="1526144"/>
            <a:chOff x="729238" y="1179665"/>
            <a:chExt cx="1636117" cy="1526144"/>
          </a:xfrm>
        </p:grpSpPr>
        <p:grpSp>
          <p:nvGrpSpPr>
            <p:cNvPr id="5612" name="Google Shape;5612;p53"/>
            <p:cNvGrpSpPr/>
            <p:nvPr/>
          </p:nvGrpSpPr>
          <p:grpSpPr>
            <a:xfrm>
              <a:off x="729238" y="1179665"/>
              <a:ext cx="80700" cy="1526144"/>
              <a:chOff x="729238" y="1179665"/>
              <a:chExt cx="80700" cy="1526144"/>
            </a:xfrm>
          </p:grpSpPr>
          <p:sp>
            <p:nvSpPr>
              <p:cNvPr id="5613" name="Google Shape;5613;p5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53"/>
            <p:cNvGrpSpPr/>
            <p:nvPr/>
          </p:nvGrpSpPr>
          <p:grpSpPr>
            <a:xfrm>
              <a:off x="903098" y="1179665"/>
              <a:ext cx="80700" cy="1526144"/>
              <a:chOff x="903098" y="1179665"/>
              <a:chExt cx="80700" cy="1526144"/>
            </a:xfrm>
          </p:grpSpPr>
          <p:sp>
            <p:nvSpPr>
              <p:cNvPr id="5624" name="Google Shape;5624;p5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53"/>
            <p:cNvGrpSpPr/>
            <p:nvPr/>
          </p:nvGrpSpPr>
          <p:grpSpPr>
            <a:xfrm>
              <a:off x="1076958" y="1179665"/>
              <a:ext cx="80700" cy="1526144"/>
              <a:chOff x="1076958" y="1179665"/>
              <a:chExt cx="80700" cy="1526144"/>
            </a:xfrm>
          </p:grpSpPr>
          <p:sp>
            <p:nvSpPr>
              <p:cNvPr id="5635" name="Google Shape;5635;p5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53"/>
            <p:cNvGrpSpPr/>
            <p:nvPr/>
          </p:nvGrpSpPr>
          <p:grpSpPr>
            <a:xfrm>
              <a:off x="1247707" y="1179665"/>
              <a:ext cx="80700" cy="1526144"/>
              <a:chOff x="1247707" y="1179665"/>
              <a:chExt cx="80700" cy="1526144"/>
            </a:xfrm>
          </p:grpSpPr>
          <p:sp>
            <p:nvSpPr>
              <p:cNvPr id="5646" name="Google Shape;5646;p5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53"/>
            <p:cNvGrpSpPr/>
            <p:nvPr/>
          </p:nvGrpSpPr>
          <p:grpSpPr>
            <a:xfrm>
              <a:off x="1421567" y="1179665"/>
              <a:ext cx="80700" cy="1526144"/>
              <a:chOff x="1421567" y="1179665"/>
              <a:chExt cx="80700" cy="1526144"/>
            </a:xfrm>
          </p:grpSpPr>
          <p:sp>
            <p:nvSpPr>
              <p:cNvPr id="5657" name="Google Shape;5657;p5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7" name="Google Shape;5667;p53"/>
            <p:cNvGrpSpPr/>
            <p:nvPr/>
          </p:nvGrpSpPr>
          <p:grpSpPr>
            <a:xfrm>
              <a:off x="1592327" y="1179665"/>
              <a:ext cx="80700" cy="1526144"/>
              <a:chOff x="1592327" y="1179665"/>
              <a:chExt cx="80700" cy="1526144"/>
            </a:xfrm>
          </p:grpSpPr>
          <p:sp>
            <p:nvSpPr>
              <p:cNvPr id="5668" name="Google Shape;5668;p5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53"/>
            <p:cNvGrpSpPr/>
            <p:nvPr/>
          </p:nvGrpSpPr>
          <p:grpSpPr>
            <a:xfrm>
              <a:off x="1766187" y="1179665"/>
              <a:ext cx="80700" cy="1526144"/>
              <a:chOff x="1766187" y="1179665"/>
              <a:chExt cx="80700" cy="1526144"/>
            </a:xfrm>
          </p:grpSpPr>
          <p:sp>
            <p:nvSpPr>
              <p:cNvPr id="5679" name="Google Shape;5679;p5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53"/>
            <p:cNvGrpSpPr/>
            <p:nvPr/>
          </p:nvGrpSpPr>
          <p:grpSpPr>
            <a:xfrm>
              <a:off x="1936935" y="1179665"/>
              <a:ext cx="80700" cy="1526144"/>
              <a:chOff x="1936935" y="1179665"/>
              <a:chExt cx="80700" cy="1526144"/>
            </a:xfrm>
          </p:grpSpPr>
          <p:sp>
            <p:nvSpPr>
              <p:cNvPr id="5690" name="Google Shape;5690;p5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53"/>
            <p:cNvGrpSpPr/>
            <p:nvPr/>
          </p:nvGrpSpPr>
          <p:grpSpPr>
            <a:xfrm>
              <a:off x="2110795" y="1179665"/>
              <a:ext cx="80700" cy="1526144"/>
              <a:chOff x="2110795" y="1179665"/>
              <a:chExt cx="80700" cy="1526144"/>
            </a:xfrm>
          </p:grpSpPr>
          <p:sp>
            <p:nvSpPr>
              <p:cNvPr id="5701" name="Google Shape;5701;p5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1" name="Google Shape;5711;p53"/>
            <p:cNvGrpSpPr/>
            <p:nvPr/>
          </p:nvGrpSpPr>
          <p:grpSpPr>
            <a:xfrm>
              <a:off x="2284655" y="1179665"/>
              <a:ext cx="80700" cy="1526144"/>
              <a:chOff x="2284655" y="1179665"/>
              <a:chExt cx="80700" cy="1526144"/>
            </a:xfrm>
          </p:grpSpPr>
          <p:sp>
            <p:nvSpPr>
              <p:cNvPr id="5712" name="Google Shape;5712;p5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2" name="Google Shape;5722;p53"/>
          <p:cNvGrpSpPr/>
          <p:nvPr/>
        </p:nvGrpSpPr>
        <p:grpSpPr>
          <a:xfrm>
            <a:off x="2611692" y="986753"/>
            <a:ext cx="1364248" cy="1102133"/>
            <a:chOff x="2623904" y="1198803"/>
            <a:chExt cx="1364248" cy="1102133"/>
          </a:xfrm>
        </p:grpSpPr>
        <p:grpSp>
          <p:nvGrpSpPr>
            <p:cNvPr id="5723" name="Google Shape;5723;p53"/>
            <p:cNvGrpSpPr/>
            <p:nvPr/>
          </p:nvGrpSpPr>
          <p:grpSpPr>
            <a:xfrm>
              <a:off x="2623907" y="1198803"/>
              <a:ext cx="1364245" cy="273000"/>
              <a:chOff x="2623907" y="1198803"/>
              <a:chExt cx="1364245" cy="273000"/>
            </a:xfrm>
          </p:grpSpPr>
          <p:sp>
            <p:nvSpPr>
              <p:cNvPr id="5724" name="Google Shape;5724;p5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53"/>
            <p:cNvGrpSpPr/>
            <p:nvPr/>
          </p:nvGrpSpPr>
          <p:grpSpPr>
            <a:xfrm>
              <a:off x="2623904" y="1476964"/>
              <a:ext cx="1364245" cy="273000"/>
              <a:chOff x="2623904" y="1476964"/>
              <a:chExt cx="1364245" cy="273000"/>
            </a:xfrm>
          </p:grpSpPr>
          <p:sp>
            <p:nvSpPr>
              <p:cNvPr id="5730" name="Google Shape;5730;p5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53"/>
            <p:cNvGrpSpPr/>
            <p:nvPr/>
          </p:nvGrpSpPr>
          <p:grpSpPr>
            <a:xfrm>
              <a:off x="2623907" y="1749775"/>
              <a:ext cx="1364245" cy="273000"/>
              <a:chOff x="2623907" y="1749775"/>
              <a:chExt cx="1364245" cy="273000"/>
            </a:xfrm>
          </p:grpSpPr>
          <p:sp>
            <p:nvSpPr>
              <p:cNvPr id="5736" name="Google Shape;5736;p5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1" name="Google Shape;5741;p53"/>
            <p:cNvGrpSpPr/>
            <p:nvPr/>
          </p:nvGrpSpPr>
          <p:grpSpPr>
            <a:xfrm>
              <a:off x="2623904" y="2027936"/>
              <a:ext cx="1364245" cy="273000"/>
              <a:chOff x="2623904" y="2027936"/>
              <a:chExt cx="1364245" cy="273000"/>
            </a:xfrm>
          </p:grpSpPr>
          <p:sp>
            <p:nvSpPr>
              <p:cNvPr id="5742" name="Google Shape;5742;p5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47" name="Google Shape;5747;p53"/>
          <p:cNvGrpSpPr/>
          <p:nvPr/>
        </p:nvGrpSpPr>
        <p:grpSpPr>
          <a:xfrm>
            <a:off x="2601153" y="2445826"/>
            <a:ext cx="1387541" cy="159124"/>
            <a:chOff x="3200660" y="2180272"/>
            <a:chExt cx="2563824" cy="378237"/>
          </a:xfrm>
        </p:grpSpPr>
        <p:sp>
          <p:nvSpPr>
            <p:cNvPr id="5748" name="Google Shape;5748;p5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53"/>
          <p:cNvGrpSpPr/>
          <p:nvPr/>
        </p:nvGrpSpPr>
        <p:grpSpPr>
          <a:xfrm>
            <a:off x="2597677" y="2723590"/>
            <a:ext cx="1390502" cy="159625"/>
            <a:chOff x="3530150" y="2790075"/>
            <a:chExt cx="1962600" cy="225300"/>
          </a:xfrm>
        </p:grpSpPr>
        <p:sp>
          <p:nvSpPr>
            <p:cNvPr id="5767" name="Google Shape;5767;p5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53"/>
          <p:cNvGrpSpPr/>
          <p:nvPr/>
        </p:nvGrpSpPr>
        <p:grpSpPr>
          <a:xfrm>
            <a:off x="2597735" y="3001855"/>
            <a:ext cx="1411629" cy="154175"/>
            <a:chOff x="3558802" y="4011244"/>
            <a:chExt cx="1866000" cy="111600"/>
          </a:xfrm>
        </p:grpSpPr>
        <p:sp>
          <p:nvSpPr>
            <p:cNvPr id="5770" name="Google Shape;5770;p5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2" name="Google Shape;5772;p53"/>
          <p:cNvGrpSpPr/>
          <p:nvPr/>
        </p:nvGrpSpPr>
        <p:grpSpPr>
          <a:xfrm>
            <a:off x="2598023" y="2207425"/>
            <a:ext cx="1383503" cy="119761"/>
            <a:chOff x="3465975" y="2270258"/>
            <a:chExt cx="1986364" cy="171947"/>
          </a:xfrm>
        </p:grpSpPr>
        <p:sp>
          <p:nvSpPr>
            <p:cNvPr id="5773" name="Google Shape;5773;p5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1" name="Google Shape;5781;p53"/>
          <p:cNvGrpSpPr/>
          <p:nvPr/>
        </p:nvGrpSpPr>
        <p:grpSpPr>
          <a:xfrm>
            <a:off x="2609030" y="3571198"/>
            <a:ext cx="1369531" cy="195460"/>
            <a:chOff x="723300" y="4253549"/>
            <a:chExt cx="2276482" cy="324900"/>
          </a:xfrm>
        </p:grpSpPr>
        <p:sp>
          <p:nvSpPr>
            <p:cNvPr id="5782" name="Google Shape;5782;p5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53"/>
          <p:cNvGrpSpPr/>
          <p:nvPr/>
        </p:nvGrpSpPr>
        <p:grpSpPr>
          <a:xfrm>
            <a:off x="2598591" y="3272439"/>
            <a:ext cx="1389066" cy="180119"/>
            <a:chOff x="705948" y="3788465"/>
            <a:chExt cx="2308953" cy="299400"/>
          </a:xfrm>
        </p:grpSpPr>
        <p:sp>
          <p:nvSpPr>
            <p:cNvPr id="5788" name="Google Shape;5788;p5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53"/>
          <p:cNvGrpSpPr/>
          <p:nvPr/>
        </p:nvGrpSpPr>
        <p:grpSpPr>
          <a:xfrm>
            <a:off x="4195581" y="1876393"/>
            <a:ext cx="1433821" cy="191501"/>
            <a:chOff x="4273350" y="2088443"/>
            <a:chExt cx="1433821" cy="191501"/>
          </a:xfrm>
        </p:grpSpPr>
        <p:grpSp>
          <p:nvGrpSpPr>
            <p:cNvPr id="5794" name="Google Shape;5794;p53"/>
            <p:cNvGrpSpPr/>
            <p:nvPr/>
          </p:nvGrpSpPr>
          <p:grpSpPr>
            <a:xfrm>
              <a:off x="4273350" y="2088443"/>
              <a:ext cx="1433821" cy="0"/>
              <a:chOff x="5224975" y="2962250"/>
              <a:chExt cx="1544400" cy="0"/>
            </a:xfrm>
          </p:grpSpPr>
          <p:cxnSp>
            <p:nvCxnSpPr>
              <p:cNvPr id="5795" name="Google Shape;5795;p5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796" name="Google Shape;5796;p5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797" name="Google Shape;5797;p53"/>
            <p:cNvGrpSpPr/>
            <p:nvPr/>
          </p:nvGrpSpPr>
          <p:grpSpPr>
            <a:xfrm>
              <a:off x="4273350" y="2279944"/>
              <a:ext cx="1433821" cy="0"/>
              <a:chOff x="5224975" y="2962250"/>
              <a:chExt cx="1544400" cy="0"/>
            </a:xfrm>
          </p:grpSpPr>
          <p:cxnSp>
            <p:nvCxnSpPr>
              <p:cNvPr id="5798" name="Google Shape;5798;p5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799" name="Google Shape;5799;p5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800" name="Google Shape;5800;p53"/>
          <p:cNvGrpSpPr/>
          <p:nvPr/>
        </p:nvGrpSpPr>
        <p:grpSpPr>
          <a:xfrm>
            <a:off x="2646528" y="3885297"/>
            <a:ext cx="1304609" cy="294074"/>
            <a:chOff x="2658741" y="4097347"/>
            <a:chExt cx="1304609" cy="294074"/>
          </a:xfrm>
        </p:grpSpPr>
        <p:grpSp>
          <p:nvGrpSpPr>
            <p:cNvPr id="5801" name="Google Shape;5801;p53"/>
            <p:cNvGrpSpPr/>
            <p:nvPr/>
          </p:nvGrpSpPr>
          <p:grpSpPr>
            <a:xfrm>
              <a:off x="2658741" y="4097347"/>
              <a:ext cx="118572" cy="294074"/>
              <a:chOff x="3343310" y="4475555"/>
              <a:chExt cx="127717" cy="316753"/>
            </a:xfrm>
          </p:grpSpPr>
          <p:sp>
            <p:nvSpPr>
              <p:cNvPr id="5802" name="Google Shape;5802;p5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4" name="Google Shape;5804;p53"/>
            <p:cNvGrpSpPr/>
            <p:nvPr/>
          </p:nvGrpSpPr>
          <p:grpSpPr>
            <a:xfrm>
              <a:off x="3815519" y="4098388"/>
              <a:ext cx="147831" cy="291991"/>
              <a:chOff x="3527539" y="4476677"/>
              <a:chExt cx="159232" cy="314510"/>
            </a:xfrm>
          </p:grpSpPr>
          <p:sp>
            <p:nvSpPr>
              <p:cNvPr id="5805" name="Google Shape;5805;p5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53"/>
            <p:cNvGrpSpPr/>
            <p:nvPr/>
          </p:nvGrpSpPr>
          <p:grpSpPr>
            <a:xfrm>
              <a:off x="3511696" y="4098388"/>
              <a:ext cx="147831" cy="291991"/>
              <a:chOff x="3527539" y="4476677"/>
              <a:chExt cx="159232" cy="314510"/>
            </a:xfrm>
          </p:grpSpPr>
          <p:sp>
            <p:nvSpPr>
              <p:cNvPr id="5808" name="Google Shape;5808;p5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53"/>
            <p:cNvGrpSpPr/>
            <p:nvPr/>
          </p:nvGrpSpPr>
          <p:grpSpPr>
            <a:xfrm>
              <a:off x="3207874" y="4098388"/>
              <a:ext cx="147831" cy="291991"/>
              <a:chOff x="3527539" y="4476677"/>
              <a:chExt cx="159232" cy="314510"/>
            </a:xfrm>
          </p:grpSpPr>
          <p:sp>
            <p:nvSpPr>
              <p:cNvPr id="5811" name="Google Shape;5811;p5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3" name="Google Shape;5813;p53"/>
            <p:cNvGrpSpPr/>
            <p:nvPr/>
          </p:nvGrpSpPr>
          <p:grpSpPr>
            <a:xfrm>
              <a:off x="2933305" y="4097347"/>
              <a:ext cx="118572" cy="294074"/>
              <a:chOff x="3343310" y="4475555"/>
              <a:chExt cx="127717" cy="316753"/>
            </a:xfrm>
          </p:grpSpPr>
          <p:sp>
            <p:nvSpPr>
              <p:cNvPr id="5814" name="Google Shape;5814;p5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16" name="Google Shape;5816;p53"/>
          <p:cNvGrpSpPr/>
          <p:nvPr/>
        </p:nvGrpSpPr>
        <p:grpSpPr>
          <a:xfrm>
            <a:off x="4197136" y="963991"/>
            <a:ext cx="1430711" cy="751237"/>
            <a:chOff x="5159450" y="1919950"/>
            <a:chExt cx="1541050" cy="862500"/>
          </a:xfrm>
        </p:grpSpPr>
        <p:sp>
          <p:nvSpPr>
            <p:cNvPr id="5817" name="Google Shape;5817;p5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818" name="Google Shape;5818;p53"/>
            <p:cNvGrpSpPr/>
            <p:nvPr/>
          </p:nvGrpSpPr>
          <p:grpSpPr>
            <a:xfrm>
              <a:off x="5159450" y="1919950"/>
              <a:ext cx="1541050" cy="862500"/>
              <a:chOff x="5159450" y="1919950"/>
              <a:chExt cx="1541050" cy="862500"/>
            </a:xfrm>
          </p:grpSpPr>
          <p:cxnSp>
            <p:nvCxnSpPr>
              <p:cNvPr id="5819" name="Google Shape;5819;p5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820" name="Google Shape;5820;p5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821" name="Google Shape;5821;p53"/>
          <p:cNvGrpSpPr/>
          <p:nvPr/>
        </p:nvGrpSpPr>
        <p:grpSpPr>
          <a:xfrm>
            <a:off x="4245274" y="2227761"/>
            <a:ext cx="1334436" cy="967914"/>
            <a:chOff x="4294923" y="2439811"/>
            <a:chExt cx="1334436" cy="967914"/>
          </a:xfrm>
        </p:grpSpPr>
        <p:grpSp>
          <p:nvGrpSpPr>
            <p:cNvPr id="5822" name="Google Shape;5822;p53"/>
            <p:cNvGrpSpPr/>
            <p:nvPr/>
          </p:nvGrpSpPr>
          <p:grpSpPr>
            <a:xfrm>
              <a:off x="4960455" y="2469658"/>
              <a:ext cx="668904" cy="885524"/>
              <a:chOff x="4960455" y="2469658"/>
              <a:chExt cx="668904" cy="885524"/>
            </a:xfrm>
          </p:grpSpPr>
          <p:sp>
            <p:nvSpPr>
              <p:cNvPr id="5823" name="Google Shape;5823;p5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9" name="Google Shape;5829;p53"/>
            <p:cNvGrpSpPr/>
            <p:nvPr/>
          </p:nvGrpSpPr>
          <p:grpSpPr>
            <a:xfrm>
              <a:off x="4294923" y="2469658"/>
              <a:ext cx="668951" cy="885524"/>
              <a:chOff x="4294923" y="2469658"/>
              <a:chExt cx="668951" cy="885524"/>
            </a:xfrm>
          </p:grpSpPr>
          <p:sp>
            <p:nvSpPr>
              <p:cNvPr id="5830" name="Google Shape;5830;p5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6" name="Google Shape;5836;p5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53"/>
          <p:cNvGrpSpPr/>
          <p:nvPr/>
        </p:nvGrpSpPr>
        <p:grpSpPr>
          <a:xfrm>
            <a:off x="4231477" y="3282206"/>
            <a:ext cx="1430949" cy="897289"/>
            <a:chOff x="4351371" y="3547942"/>
            <a:chExt cx="1345130" cy="843475"/>
          </a:xfrm>
        </p:grpSpPr>
        <p:grpSp>
          <p:nvGrpSpPr>
            <p:cNvPr id="5838" name="Google Shape;5838;p53"/>
            <p:cNvGrpSpPr/>
            <p:nvPr/>
          </p:nvGrpSpPr>
          <p:grpSpPr>
            <a:xfrm>
              <a:off x="4351371" y="4209917"/>
              <a:ext cx="1345130" cy="181500"/>
              <a:chOff x="4351371" y="4209917"/>
              <a:chExt cx="1345130" cy="181500"/>
            </a:xfrm>
          </p:grpSpPr>
          <p:sp>
            <p:nvSpPr>
              <p:cNvPr id="5839" name="Google Shape;5839;p5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0" name="Google Shape;5840;p5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841" name="Google Shape;5841;p53"/>
            <p:cNvGrpSpPr/>
            <p:nvPr/>
          </p:nvGrpSpPr>
          <p:grpSpPr>
            <a:xfrm>
              <a:off x="4403010" y="3985221"/>
              <a:ext cx="1109518" cy="181500"/>
              <a:chOff x="4403010" y="3985221"/>
              <a:chExt cx="1109518" cy="181500"/>
            </a:xfrm>
          </p:grpSpPr>
          <p:sp>
            <p:nvSpPr>
              <p:cNvPr id="5842" name="Google Shape;5842;p5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3" name="Google Shape;5843;p5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844" name="Google Shape;5844;p53"/>
            <p:cNvGrpSpPr/>
            <p:nvPr/>
          </p:nvGrpSpPr>
          <p:grpSpPr>
            <a:xfrm>
              <a:off x="4618704" y="3766582"/>
              <a:ext cx="807858" cy="181500"/>
              <a:chOff x="4618704" y="3766582"/>
              <a:chExt cx="807858" cy="181500"/>
            </a:xfrm>
          </p:grpSpPr>
          <p:sp>
            <p:nvSpPr>
              <p:cNvPr id="5845" name="Google Shape;5845;p5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6" name="Google Shape;5846;p5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847" name="Google Shape;5847;p53"/>
            <p:cNvGrpSpPr/>
            <p:nvPr/>
          </p:nvGrpSpPr>
          <p:grpSpPr>
            <a:xfrm>
              <a:off x="4735238" y="3547942"/>
              <a:ext cx="462839" cy="181500"/>
              <a:chOff x="4735238" y="3547942"/>
              <a:chExt cx="462839" cy="181500"/>
            </a:xfrm>
          </p:grpSpPr>
          <p:sp>
            <p:nvSpPr>
              <p:cNvPr id="5848" name="Google Shape;5848;p5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9" name="Google Shape;5849;p5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850" name="Google Shape;5850;p53"/>
          <p:cNvGrpSpPr/>
          <p:nvPr/>
        </p:nvGrpSpPr>
        <p:grpSpPr>
          <a:xfrm>
            <a:off x="7407835" y="2217530"/>
            <a:ext cx="1020955" cy="928853"/>
            <a:chOff x="926675" y="238125"/>
            <a:chExt cx="5755100" cy="5232975"/>
          </a:xfrm>
        </p:grpSpPr>
        <p:sp>
          <p:nvSpPr>
            <p:cNvPr id="5851" name="Google Shape;5851;p5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5" name="Google Shape;5855;p53"/>
          <p:cNvGrpSpPr/>
          <p:nvPr/>
        </p:nvGrpSpPr>
        <p:grpSpPr>
          <a:xfrm>
            <a:off x="715208" y="2616265"/>
            <a:ext cx="1695374" cy="1560837"/>
            <a:chOff x="727421" y="2828315"/>
            <a:chExt cx="1695374" cy="1560837"/>
          </a:xfrm>
        </p:grpSpPr>
        <p:grpSp>
          <p:nvGrpSpPr>
            <p:cNvPr id="5856" name="Google Shape;5856;p53"/>
            <p:cNvGrpSpPr/>
            <p:nvPr/>
          </p:nvGrpSpPr>
          <p:grpSpPr>
            <a:xfrm>
              <a:off x="727421" y="2828315"/>
              <a:ext cx="1695374" cy="1560837"/>
              <a:chOff x="734799" y="2782450"/>
              <a:chExt cx="1571100" cy="1577400"/>
            </a:xfrm>
          </p:grpSpPr>
          <p:cxnSp>
            <p:nvCxnSpPr>
              <p:cNvPr id="5857" name="Google Shape;5857;p5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858" name="Google Shape;5858;p5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859" name="Google Shape;5859;p53"/>
            <p:cNvGrpSpPr/>
            <p:nvPr/>
          </p:nvGrpSpPr>
          <p:grpSpPr>
            <a:xfrm>
              <a:off x="819108" y="2882501"/>
              <a:ext cx="1556791" cy="1426186"/>
              <a:chOff x="819108" y="2882501"/>
              <a:chExt cx="1556791" cy="1426186"/>
            </a:xfrm>
          </p:grpSpPr>
          <p:grpSp>
            <p:nvGrpSpPr>
              <p:cNvPr id="5860" name="Google Shape;5860;p53"/>
              <p:cNvGrpSpPr/>
              <p:nvPr/>
            </p:nvGrpSpPr>
            <p:grpSpPr>
              <a:xfrm>
                <a:off x="819108" y="2882501"/>
                <a:ext cx="103104" cy="1426186"/>
                <a:chOff x="4674013" y="3100904"/>
                <a:chExt cx="122758" cy="1698043"/>
              </a:xfrm>
            </p:grpSpPr>
            <p:sp>
              <p:nvSpPr>
                <p:cNvPr id="5861" name="Google Shape;5861;p5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8" name="Google Shape;5868;p53"/>
              <p:cNvGrpSpPr/>
              <p:nvPr/>
            </p:nvGrpSpPr>
            <p:grpSpPr>
              <a:xfrm>
                <a:off x="1062475" y="2882501"/>
                <a:ext cx="103104" cy="1426186"/>
                <a:chOff x="4940438" y="3100904"/>
                <a:chExt cx="122758" cy="1698043"/>
              </a:xfrm>
            </p:grpSpPr>
            <p:sp>
              <p:nvSpPr>
                <p:cNvPr id="5869" name="Google Shape;5869;p5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6" name="Google Shape;5876;p53"/>
              <p:cNvGrpSpPr/>
              <p:nvPr/>
            </p:nvGrpSpPr>
            <p:grpSpPr>
              <a:xfrm>
                <a:off x="1299324" y="2882501"/>
                <a:ext cx="103104" cy="1426186"/>
                <a:chOff x="5206863" y="3100904"/>
                <a:chExt cx="122758" cy="1698043"/>
              </a:xfrm>
            </p:grpSpPr>
            <p:sp>
              <p:nvSpPr>
                <p:cNvPr id="5877" name="Google Shape;5877;p5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53"/>
              <p:cNvGrpSpPr/>
              <p:nvPr/>
            </p:nvGrpSpPr>
            <p:grpSpPr>
              <a:xfrm>
                <a:off x="1786057" y="2882501"/>
                <a:ext cx="103104" cy="1426186"/>
                <a:chOff x="6006138" y="3143629"/>
                <a:chExt cx="122758" cy="1698043"/>
              </a:xfrm>
            </p:grpSpPr>
            <p:sp>
              <p:nvSpPr>
                <p:cNvPr id="5885" name="Google Shape;5885;p5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2" name="Google Shape;5892;p53"/>
              <p:cNvGrpSpPr/>
              <p:nvPr/>
            </p:nvGrpSpPr>
            <p:grpSpPr>
              <a:xfrm>
                <a:off x="2029422" y="2882501"/>
                <a:ext cx="103104" cy="1426186"/>
                <a:chOff x="6805413" y="3100904"/>
                <a:chExt cx="122758" cy="1698043"/>
              </a:xfrm>
            </p:grpSpPr>
            <p:sp>
              <p:nvSpPr>
                <p:cNvPr id="5893" name="Google Shape;5893;p5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0" name="Google Shape;5900;p53"/>
              <p:cNvGrpSpPr/>
              <p:nvPr/>
            </p:nvGrpSpPr>
            <p:grpSpPr>
              <a:xfrm>
                <a:off x="2272795" y="2882501"/>
                <a:ext cx="103104" cy="1426186"/>
                <a:chOff x="5206863" y="3100904"/>
                <a:chExt cx="122758" cy="1698043"/>
              </a:xfrm>
            </p:grpSpPr>
            <p:sp>
              <p:nvSpPr>
                <p:cNvPr id="5901" name="Google Shape;5901;p5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53"/>
              <p:cNvGrpSpPr/>
              <p:nvPr/>
            </p:nvGrpSpPr>
            <p:grpSpPr>
              <a:xfrm>
                <a:off x="1542694" y="2882501"/>
                <a:ext cx="103104" cy="1426186"/>
                <a:chOff x="6006138" y="3143629"/>
                <a:chExt cx="122758" cy="1698043"/>
              </a:xfrm>
            </p:grpSpPr>
            <p:sp>
              <p:nvSpPr>
                <p:cNvPr id="5909" name="Google Shape;5909;p5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16" name="Google Shape;5916;p53"/>
          <p:cNvGrpSpPr/>
          <p:nvPr/>
        </p:nvGrpSpPr>
        <p:grpSpPr>
          <a:xfrm>
            <a:off x="5671259" y="3305987"/>
            <a:ext cx="2749952" cy="870677"/>
            <a:chOff x="238125" y="1725700"/>
            <a:chExt cx="7139025" cy="2260325"/>
          </a:xfrm>
        </p:grpSpPr>
        <p:sp>
          <p:nvSpPr>
            <p:cNvPr id="5917" name="Google Shape;5917;p5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53"/>
          <p:cNvGrpSpPr/>
          <p:nvPr/>
        </p:nvGrpSpPr>
        <p:grpSpPr>
          <a:xfrm>
            <a:off x="5941423" y="2247733"/>
            <a:ext cx="1105452" cy="916747"/>
            <a:chOff x="5249100" y="1210600"/>
            <a:chExt cx="3502700" cy="2904775"/>
          </a:xfrm>
        </p:grpSpPr>
        <p:sp>
          <p:nvSpPr>
            <p:cNvPr id="5928" name="Google Shape;5928;p5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32" name="Google Shape;5932;p5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933" name="Google Shape;5933;p5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934" name="Google Shape;5934;p5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935" name="Google Shape;5935;p5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936" name="Google Shape;5936;p5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53"/>
          <p:cNvGrpSpPr/>
          <p:nvPr/>
        </p:nvGrpSpPr>
        <p:grpSpPr>
          <a:xfrm>
            <a:off x="7123971" y="967151"/>
            <a:ext cx="1304650" cy="1124856"/>
            <a:chOff x="7287122" y="1165658"/>
            <a:chExt cx="1219413" cy="1051365"/>
          </a:xfrm>
        </p:grpSpPr>
        <p:grpSp>
          <p:nvGrpSpPr>
            <p:cNvPr id="5938" name="Google Shape;5938;p53"/>
            <p:cNvGrpSpPr/>
            <p:nvPr/>
          </p:nvGrpSpPr>
          <p:grpSpPr>
            <a:xfrm>
              <a:off x="7287122" y="1969723"/>
              <a:ext cx="1219413" cy="247300"/>
              <a:chOff x="7287122" y="1969723"/>
              <a:chExt cx="1219413" cy="247300"/>
            </a:xfrm>
          </p:grpSpPr>
          <p:sp>
            <p:nvSpPr>
              <p:cNvPr id="5939" name="Google Shape;5939;p5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0" name="Google Shape;5940;p53"/>
              <p:cNvGrpSpPr/>
              <p:nvPr/>
            </p:nvGrpSpPr>
            <p:grpSpPr>
              <a:xfrm>
                <a:off x="7287122" y="2063892"/>
                <a:ext cx="1151753" cy="73428"/>
                <a:chOff x="7287122" y="2063892"/>
                <a:chExt cx="1151753" cy="73428"/>
              </a:xfrm>
            </p:grpSpPr>
            <p:sp>
              <p:nvSpPr>
                <p:cNvPr id="5941" name="Google Shape;5941;p5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42" name="Google Shape;5942;p5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943" name="Google Shape;5943;p53"/>
            <p:cNvGrpSpPr/>
            <p:nvPr/>
          </p:nvGrpSpPr>
          <p:grpSpPr>
            <a:xfrm>
              <a:off x="7287122" y="1712201"/>
              <a:ext cx="1219403" cy="246767"/>
              <a:chOff x="7287122" y="1712201"/>
              <a:chExt cx="1219403" cy="246767"/>
            </a:xfrm>
          </p:grpSpPr>
          <p:sp>
            <p:nvSpPr>
              <p:cNvPr id="5944" name="Google Shape;5944;p5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5" name="Google Shape;5945;p53"/>
              <p:cNvGrpSpPr/>
              <p:nvPr/>
            </p:nvGrpSpPr>
            <p:grpSpPr>
              <a:xfrm>
                <a:off x="7287122" y="1842861"/>
                <a:ext cx="1005303" cy="73419"/>
                <a:chOff x="7287122" y="1842861"/>
                <a:chExt cx="1005303" cy="73419"/>
              </a:xfrm>
            </p:grpSpPr>
            <p:sp>
              <p:nvSpPr>
                <p:cNvPr id="5946" name="Google Shape;5946;p5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47" name="Google Shape;5947;p5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948" name="Google Shape;5948;p53"/>
            <p:cNvGrpSpPr/>
            <p:nvPr/>
          </p:nvGrpSpPr>
          <p:grpSpPr>
            <a:xfrm>
              <a:off x="7287122" y="1447520"/>
              <a:ext cx="1219403" cy="286667"/>
              <a:chOff x="7287122" y="1447520"/>
              <a:chExt cx="1219403" cy="286667"/>
            </a:xfrm>
          </p:grpSpPr>
          <p:sp>
            <p:nvSpPr>
              <p:cNvPr id="5949" name="Google Shape;5949;p5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0" name="Google Shape;5950;p53"/>
              <p:cNvGrpSpPr/>
              <p:nvPr/>
            </p:nvGrpSpPr>
            <p:grpSpPr>
              <a:xfrm>
                <a:off x="7287122" y="1581977"/>
                <a:ext cx="852803" cy="73428"/>
                <a:chOff x="7287122" y="1581977"/>
                <a:chExt cx="852803" cy="73428"/>
              </a:xfrm>
            </p:grpSpPr>
            <p:sp>
              <p:nvSpPr>
                <p:cNvPr id="5951" name="Google Shape;5951;p5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52" name="Google Shape;5952;p5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953" name="Google Shape;5953;p53"/>
            <p:cNvGrpSpPr/>
            <p:nvPr/>
          </p:nvGrpSpPr>
          <p:grpSpPr>
            <a:xfrm>
              <a:off x="7287122" y="1165658"/>
              <a:ext cx="1219403" cy="344253"/>
              <a:chOff x="7287122" y="1165658"/>
              <a:chExt cx="1219403" cy="344253"/>
            </a:xfrm>
          </p:grpSpPr>
          <p:sp>
            <p:nvSpPr>
              <p:cNvPr id="5954" name="Google Shape;5954;p5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5" name="Google Shape;5955;p53"/>
              <p:cNvGrpSpPr/>
              <p:nvPr/>
            </p:nvGrpSpPr>
            <p:grpSpPr>
              <a:xfrm>
                <a:off x="7287122" y="1341025"/>
                <a:ext cx="695703" cy="73419"/>
                <a:chOff x="7287122" y="1341025"/>
                <a:chExt cx="695703" cy="73419"/>
              </a:xfrm>
            </p:grpSpPr>
            <p:sp>
              <p:nvSpPr>
                <p:cNvPr id="5956" name="Google Shape;5956;p5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57" name="Google Shape;5957;p5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958" name="Google Shape;5958;p53"/>
          <p:cNvGrpSpPr/>
          <p:nvPr/>
        </p:nvGrpSpPr>
        <p:grpSpPr>
          <a:xfrm>
            <a:off x="5790463" y="973174"/>
            <a:ext cx="1397729" cy="1098540"/>
            <a:chOff x="5900602" y="1193063"/>
            <a:chExt cx="1299851" cy="1021707"/>
          </a:xfrm>
        </p:grpSpPr>
        <p:grpSp>
          <p:nvGrpSpPr>
            <p:cNvPr id="5959" name="Google Shape;5959;p53"/>
            <p:cNvGrpSpPr/>
            <p:nvPr/>
          </p:nvGrpSpPr>
          <p:grpSpPr>
            <a:xfrm>
              <a:off x="6520337" y="1193063"/>
              <a:ext cx="341815" cy="799959"/>
              <a:chOff x="6520337" y="1193063"/>
              <a:chExt cx="341815" cy="799959"/>
            </a:xfrm>
          </p:grpSpPr>
          <p:grpSp>
            <p:nvGrpSpPr>
              <p:cNvPr id="5960" name="Google Shape;5960;p53"/>
              <p:cNvGrpSpPr/>
              <p:nvPr/>
            </p:nvGrpSpPr>
            <p:grpSpPr>
              <a:xfrm>
                <a:off x="6520337" y="1589527"/>
                <a:ext cx="213950" cy="403494"/>
                <a:chOff x="6520337" y="1589527"/>
                <a:chExt cx="213950" cy="403494"/>
              </a:xfrm>
            </p:grpSpPr>
            <p:sp>
              <p:nvSpPr>
                <p:cNvPr id="5961" name="Google Shape;5961;p5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53"/>
              <p:cNvGrpSpPr/>
              <p:nvPr/>
            </p:nvGrpSpPr>
            <p:grpSpPr>
              <a:xfrm>
                <a:off x="6577204" y="1193063"/>
                <a:ext cx="284947" cy="464512"/>
                <a:chOff x="6577204" y="1193063"/>
                <a:chExt cx="284947" cy="464512"/>
              </a:xfrm>
            </p:grpSpPr>
            <p:sp>
              <p:nvSpPr>
                <p:cNvPr id="5964" name="Google Shape;5964;p5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65" name="Google Shape;5965;p5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966" name="Google Shape;5966;p53"/>
            <p:cNvGrpSpPr/>
            <p:nvPr/>
          </p:nvGrpSpPr>
          <p:grpSpPr>
            <a:xfrm>
              <a:off x="6238903" y="1193063"/>
              <a:ext cx="300475" cy="900152"/>
              <a:chOff x="6238903" y="1193063"/>
              <a:chExt cx="300475" cy="900152"/>
            </a:xfrm>
          </p:grpSpPr>
          <p:grpSp>
            <p:nvGrpSpPr>
              <p:cNvPr id="5967" name="Google Shape;5967;p53"/>
              <p:cNvGrpSpPr/>
              <p:nvPr/>
            </p:nvGrpSpPr>
            <p:grpSpPr>
              <a:xfrm>
                <a:off x="6290865" y="1489315"/>
                <a:ext cx="248514" cy="603900"/>
                <a:chOff x="6290865" y="1489315"/>
                <a:chExt cx="248514" cy="603900"/>
              </a:xfrm>
            </p:grpSpPr>
            <p:sp>
              <p:nvSpPr>
                <p:cNvPr id="5968" name="Google Shape;5968;p5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53"/>
              <p:cNvGrpSpPr/>
              <p:nvPr/>
            </p:nvGrpSpPr>
            <p:grpSpPr>
              <a:xfrm>
                <a:off x="6238903" y="1193063"/>
                <a:ext cx="284947" cy="333087"/>
                <a:chOff x="6238903" y="1193063"/>
                <a:chExt cx="284947" cy="333087"/>
              </a:xfrm>
            </p:grpSpPr>
            <p:sp>
              <p:nvSpPr>
                <p:cNvPr id="5971" name="Google Shape;5971;p5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72" name="Google Shape;5972;p5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973" name="Google Shape;5973;p53"/>
            <p:cNvGrpSpPr/>
            <p:nvPr/>
          </p:nvGrpSpPr>
          <p:grpSpPr>
            <a:xfrm>
              <a:off x="5900602" y="1193063"/>
              <a:ext cx="444345" cy="1021707"/>
              <a:chOff x="5900602" y="1193063"/>
              <a:chExt cx="444345" cy="1021707"/>
            </a:xfrm>
          </p:grpSpPr>
          <p:grpSp>
            <p:nvGrpSpPr>
              <p:cNvPr id="5974" name="Google Shape;5974;p53"/>
              <p:cNvGrpSpPr/>
              <p:nvPr/>
            </p:nvGrpSpPr>
            <p:grpSpPr>
              <a:xfrm>
                <a:off x="6046501" y="1367785"/>
                <a:ext cx="298446" cy="846986"/>
                <a:chOff x="6046501" y="1367785"/>
                <a:chExt cx="298446" cy="846986"/>
              </a:xfrm>
            </p:grpSpPr>
            <p:sp>
              <p:nvSpPr>
                <p:cNvPr id="5975" name="Google Shape;5975;p5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53"/>
              <p:cNvGrpSpPr/>
              <p:nvPr/>
            </p:nvGrpSpPr>
            <p:grpSpPr>
              <a:xfrm>
                <a:off x="5900602" y="1193063"/>
                <a:ext cx="284947" cy="182312"/>
                <a:chOff x="5900602" y="1193063"/>
                <a:chExt cx="284947" cy="182312"/>
              </a:xfrm>
            </p:grpSpPr>
            <p:sp>
              <p:nvSpPr>
                <p:cNvPr id="5978" name="Google Shape;5978;p5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79" name="Google Shape;5979;p5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980" name="Google Shape;5980;p53"/>
            <p:cNvGrpSpPr/>
            <p:nvPr/>
          </p:nvGrpSpPr>
          <p:grpSpPr>
            <a:xfrm>
              <a:off x="6738300" y="1193063"/>
              <a:ext cx="462153" cy="707634"/>
              <a:chOff x="6738300" y="1193063"/>
              <a:chExt cx="462153" cy="707634"/>
            </a:xfrm>
          </p:grpSpPr>
          <p:grpSp>
            <p:nvGrpSpPr>
              <p:cNvPr id="5981" name="Google Shape;5981;p53"/>
              <p:cNvGrpSpPr/>
              <p:nvPr/>
            </p:nvGrpSpPr>
            <p:grpSpPr>
              <a:xfrm>
                <a:off x="6915505" y="1193063"/>
                <a:ext cx="284947" cy="597387"/>
                <a:chOff x="6915505" y="1193063"/>
                <a:chExt cx="284947" cy="597387"/>
              </a:xfrm>
            </p:grpSpPr>
            <p:sp>
              <p:nvSpPr>
                <p:cNvPr id="5982" name="Google Shape;5982;p5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83" name="Google Shape;5983;p5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984" name="Google Shape;5984;p53"/>
              <p:cNvGrpSpPr/>
              <p:nvPr/>
            </p:nvGrpSpPr>
            <p:grpSpPr>
              <a:xfrm>
                <a:off x="6738300" y="1684725"/>
                <a:ext cx="230066" cy="215971"/>
                <a:chOff x="6738300" y="1684725"/>
                <a:chExt cx="230066" cy="215971"/>
              </a:xfrm>
            </p:grpSpPr>
            <p:sp>
              <p:nvSpPr>
                <p:cNvPr id="5985" name="Google Shape;5985;p5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90" name="Shape 5990"/>
        <p:cNvGrpSpPr/>
        <p:nvPr/>
      </p:nvGrpSpPr>
      <p:grpSpPr>
        <a:xfrm>
          <a:off x="0" y="0"/>
          <a:ext cx="0" cy="0"/>
          <a:chOff x="0" y="0"/>
          <a:chExt cx="0" cy="0"/>
        </a:xfrm>
      </p:grpSpPr>
      <p:grpSp>
        <p:nvGrpSpPr>
          <p:cNvPr id="5991" name="Google Shape;5991;p54"/>
          <p:cNvGrpSpPr/>
          <p:nvPr/>
        </p:nvGrpSpPr>
        <p:grpSpPr>
          <a:xfrm>
            <a:off x="829359" y="2307635"/>
            <a:ext cx="339235" cy="298186"/>
            <a:chOff x="898875" y="244725"/>
            <a:chExt cx="481800" cy="423500"/>
          </a:xfrm>
        </p:grpSpPr>
        <p:sp>
          <p:nvSpPr>
            <p:cNvPr id="5992" name="Google Shape;5992;p54"/>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3" name="Google Shape;5993;p54"/>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4" name="Google Shape;5994;p54"/>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5" name="Google Shape;5995;p54"/>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6" name="Google Shape;5996;p54"/>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7" name="Google Shape;5997;p54"/>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8" name="Google Shape;5998;p54"/>
          <p:cNvGrpSpPr/>
          <p:nvPr/>
        </p:nvGrpSpPr>
        <p:grpSpPr>
          <a:xfrm>
            <a:off x="1267741" y="2287103"/>
            <a:ext cx="298169" cy="339253"/>
            <a:chOff x="1529350" y="258825"/>
            <a:chExt cx="423475" cy="481825"/>
          </a:xfrm>
        </p:grpSpPr>
        <p:sp>
          <p:nvSpPr>
            <p:cNvPr id="5999" name="Google Shape;5999;p54"/>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0" name="Google Shape;6000;p54"/>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1" name="Google Shape;6001;p54"/>
          <p:cNvGrpSpPr/>
          <p:nvPr/>
        </p:nvGrpSpPr>
        <p:grpSpPr>
          <a:xfrm>
            <a:off x="1660716" y="2367273"/>
            <a:ext cx="340890" cy="178912"/>
            <a:chOff x="2084325" y="363300"/>
            <a:chExt cx="484150" cy="254100"/>
          </a:xfrm>
        </p:grpSpPr>
        <p:sp>
          <p:nvSpPr>
            <p:cNvPr id="6002" name="Google Shape;6002;p54"/>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3" name="Google Shape;6003;p54"/>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4" name="Google Shape;6004;p54"/>
          <p:cNvGrpSpPr/>
          <p:nvPr/>
        </p:nvGrpSpPr>
        <p:grpSpPr>
          <a:xfrm>
            <a:off x="2110011" y="2287102"/>
            <a:ext cx="298169" cy="339253"/>
            <a:chOff x="2707500" y="249400"/>
            <a:chExt cx="423475" cy="481825"/>
          </a:xfrm>
        </p:grpSpPr>
        <p:sp>
          <p:nvSpPr>
            <p:cNvPr id="6005" name="Google Shape;6005;p54"/>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6" name="Google Shape;6006;p54"/>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7" name="Google Shape;6007;p54"/>
          <p:cNvGrpSpPr/>
          <p:nvPr/>
        </p:nvGrpSpPr>
        <p:grpSpPr>
          <a:xfrm>
            <a:off x="2523626" y="2287428"/>
            <a:ext cx="305386" cy="338602"/>
            <a:chOff x="3300325" y="249875"/>
            <a:chExt cx="433725" cy="480900"/>
          </a:xfrm>
        </p:grpSpPr>
        <p:sp>
          <p:nvSpPr>
            <p:cNvPr id="6008" name="Google Shape;6008;p54"/>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9" name="Google Shape;6009;p54"/>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0" name="Google Shape;6010;p54"/>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1" name="Google Shape;6011;p54"/>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2" name="Google Shape;6012;p54"/>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3" name="Google Shape;6013;p54"/>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4" name="Google Shape;6014;p54"/>
          <p:cNvGrpSpPr/>
          <p:nvPr/>
        </p:nvGrpSpPr>
        <p:grpSpPr>
          <a:xfrm>
            <a:off x="2912712" y="2287349"/>
            <a:ext cx="352349" cy="338760"/>
            <a:chOff x="3854700" y="249750"/>
            <a:chExt cx="500425" cy="481125"/>
          </a:xfrm>
        </p:grpSpPr>
        <p:sp>
          <p:nvSpPr>
            <p:cNvPr id="6015" name="Google Shape;6015;p54"/>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6" name="Google Shape;6016;p54"/>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7" name="Google Shape;6017;p54"/>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8" name="Google Shape;6018;p54"/>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9" name="Google Shape;6019;p54"/>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0" name="Google Shape;6020;p54"/>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1" name="Google Shape;6021;p54"/>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2" name="Google Shape;6022;p54"/>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3" name="Google Shape;6023;p54"/>
          <p:cNvGrpSpPr/>
          <p:nvPr/>
        </p:nvGrpSpPr>
        <p:grpSpPr>
          <a:xfrm>
            <a:off x="3330701" y="2287349"/>
            <a:ext cx="352349" cy="338760"/>
            <a:chOff x="4447550" y="249750"/>
            <a:chExt cx="500425" cy="481125"/>
          </a:xfrm>
        </p:grpSpPr>
        <p:sp>
          <p:nvSpPr>
            <p:cNvPr id="6024" name="Google Shape;6024;p54"/>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5" name="Google Shape;6025;p54"/>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6" name="Google Shape;6026;p54"/>
          <p:cNvGrpSpPr/>
          <p:nvPr/>
        </p:nvGrpSpPr>
        <p:grpSpPr>
          <a:xfrm>
            <a:off x="3759902" y="2287102"/>
            <a:ext cx="339253" cy="339253"/>
            <a:chOff x="5049725" y="249400"/>
            <a:chExt cx="481825" cy="481825"/>
          </a:xfrm>
        </p:grpSpPr>
        <p:sp>
          <p:nvSpPr>
            <p:cNvPr id="6027" name="Google Shape;6027;p54"/>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8" name="Google Shape;6028;p54"/>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9" name="Google Shape;6029;p54"/>
          <p:cNvGrpSpPr/>
          <p:nvPr/>
        </p:nvGrpSpPr>
        <p:grpSpPr>
          <a:xfrm>
            <a:off x="4173843" y="2287102"/>
            <a:ext cx="339253" cy="339253"/>
            <a:chOff x="5660400" y="238125"/>
            <a:chExt cx="481825" cy="481825"/>
          </a:xfrm>
        </p:grpSpPr>
        <p:sp>
          <p:nvSpPr>
            <p:cNvPr id="6030" name="Google Shape;6030;p54"/>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1" name="Google Shape;6031;p54"/>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2" name="Google Shape;6032;p54"/>
          <p:cNvGrpSpPr/>
          <p:nvPr/>
        </p:nvGrpSpPr>
        <p:grpSpPr>
          <a:xfrm>
            <a:off x="4590529" y="2287102"/>
            <a:ext cx="339253" cy="339253"/>
            <a:chOff x="6235400" y="249400"/>
            <a:chExt cx="481825" cy="481825"/>
          </a:xfrm>
        </p:grpSpPr>
        <p:sp>
          <p:nvSpPr>
            <p:cNvPr id="6033" name="Google Shape;6033;p54"/>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4" name="Google Shape;6034;p54"/>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5" name="Google Shape;6035;p54"/>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6" name="Google Shape;6036;p54"/>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7" name="Google Shape;6037;p54"/>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8" name="Google Shape;6038;p54"/>
          <p:cNvGrpSpPr/>
          <p:nvPr/>
        </p:nvGrpSpPr>
        <p:grpSpPr>
          <a:xfrm>
            <a:off x="828875" y="2731810"/>
            <a:ext cx="340204" cy="298116"/>
            <a:chOff x="899850" y="871450"/>
            <a:chExt cx="483175" cy="423400"/>
          </a:xfrm>
        </p:grpSpPr>
        <p:sp>
          <p:nvSpPr>
            <p:cNvPr id="6039" name="Google Shape;6039;p54"/>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0" name="Google Shape;6040;p54"/>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1" name="Google Shape;6041;p54"/>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2" name="Google Shape;6042;p54"/>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43" name="Google Shape;6043;p54"/>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44" name="Google Shape;6044;p54"/>
          <p:cNvGrpSpPr/>
          <p:nvPr/>
        </p:nvGrpSpPr>
        <p:grpSpPr>
          <a:xfrm>
            <a:off x="1660875" y="2711232"/>
            <a:ext cx="340573" cy="339271"/>
            <a:chOff x="2085450" y="842250"/>
            <a:chExt cx="483700" cy="481850"/>
          </a:xfrm>
        </p:grpSpPr>
        <p:sp>
          <p:nvSpPr>
            <p:cNvPr id="6045" name="Google Shape;6045;p54"/>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6" name="Google Shape;6046;p54"/>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7" name="Google Shape;6047;p54"/>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8" name="Google Shape;6048;p54"/>
          <p:cNvGrpSpPr/>
          <p:nvPr/>
        </p:nvGrpSpPr>
        <p:grpSpPr>
          <a:xfrm>
            <a:off x="2089443" y="2711241"/>
            <a:ext cx="339306" cy="339253"/>
            <a:chOff x="2685825" y="840375"/>
            <a:chExt cx="481900" cy="481825"/>
          </a:xfrm>
        </p:grpSpPr>
        <p:sp>
          <p:nvSpPr>
            <p:cNvPr id="6049" name="Google Shape;6049;p54"/>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0" name="Google Shape;6050;p54"/>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1" name="Google Shape;6051;p54"/>
          <p:cNvGrpSpPr/>
          <p:nvPr/>
        </p:nvGrpSpPr>
        <p:grpSpPr>
          <a:xfrm>
            <a:off x="2501104" y="2710924"/>
            <a:ext cx="350431" cy="339887"/>
            <a:chOff x="3270675" y="841800"/>
            <a:chExt cx="497700" cy="482725"/>
          </a:xfrm>
        </p:grpSpPr>
        <p:sp>
          <p:nvSpPr>
            <p:cNvPr id="6052" name="Google Shape;6052;p54"/>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3" name="Google Shape;6053;p54"/>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4" name="Google Shape;6054;p54"/>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55" name="Google Shape;6055;p54"/>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56" name="Google Shape;6056;p54"/>
          <p:cNvGrpSpPr/>
          <p:nvPr/>
        </p:nvGrpSpPr>
        <p:grpSpPr>
          <a:xfrm>
            <a:off x="3337249" y="2731783"/>
            <a:ext cx="339253" cy="298169"/>
            <a:chOff x="4467200" y="877100"/>
            <a:chExt cx="481825" cy="423475"/>
          </a:xfrm>
        </p:grpSpPr>
        <p:sp>
          <p:nvSpPr>
            <p:cNvPr id="6057" name="Google Shape;6057;p54"/>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8" name="Google Shape;6058;p54"/>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9" name="Google Shape;6059;p54"/>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0" name="Google Shape;6060;p54"/>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1" name="Google Shape;6061;p54"/>
          <p:cNvGrpSpPr/>
          <p:nvPr/>
        </p:nvGrpSpPr>
        <p:grpSpPr>
          <a:xfrm>
            <a:off x="3752140" y="2711232"/>
            <a:ext cx="354778" cy="339271"/>
            <a:chOff x="5045500" y="842250"/>
            <a:chExt cx="503875" cy="481850"/>
          </a:xfrm>
        </p:grpSpPr>
        <p:sp>
          <p:nvSpPr>
            <p:cNvPr id="6062" name="Google Shape;6062;p54"/>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3" name="Google Shape;6063;p54"/>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4" name="Google Shape;6064;p54"/>
          <p:cNvGrpSpPr/>
          <p:nvPr/>
        </p:nvGrpSpPr>
        <p:grpSpPr>
          <a:xfrm>
            <a:off x="4174987" y="2737451"/>
            <a:ext cx="336965" cy="286833"/>
            <a:chOff x="5645200" y="879425"/>
            <a:chExt cx="478575" cy="407375"/>
          </a:xfrm>
        </p:grpSpPr>
        <p:sp>
          <p:nvSpPr>
            <p:cNvPr id="6065" name="Google Shape;6065;p54"/>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6" name="Google Shape;6066;p54"/>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7" name="Google Shape;6067;p54"/>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8" name="Google Shape;6068;p54"/>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9" name="Google Shape;6069;p54"/>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0" name="Google Shape;6070;p54"/>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1" name="Google Shape;6071;p54"/>
          <p:cNvGrpSpPr/>
          <p:nvPr/>
        </p:nvGrpSpPr>
        <p:grpSpPr>
          <a:xfrm>
            <a:off x="4611062" y="2711241"/>
            <a:ext cx="298186" cy="339253"/>
            <a:chOff x="6264525" y="842250"/>
            <a:chExt cx="423500" cy="481825"/>
          </a:xfrm>
        </p:grpSpPr>
        <p:sp>
          <p:nvSpPr>
            <p:cNvPr id="6072" name="Google Shape;6072;p54"/>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3" name="Google Shape;6073;p54"/>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4" name="Google Shape;6074;p54"/>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5" name="Google Shape;6075;p54"/>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6" name="Google Shape;6076;p54"/>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7" name="Google Shape;6077;p54"/>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8" name="Google Shape;6078;p54"/>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9" name="Google Shape;6079;p54"/>
          <p:cNvGrpSpPr/>
          <p:nvPr/>
        </p:nvGrpSpPr>
        <p:grpSpPr>
          <a:xfrm>
            <a:off x="829350" y="3125895"/>
            <a:ext cx="339253" cy="339253"/>
            <a:chOff x="900750" y="1436075"/>
            <a:chExt cx="481825" cy="481825"/>
          </a:xfrm>
        </p:grpSpPr>
        <p:sp>
          <p:nvSpPr>
            <p:cNvPr id="6080" name="Google Shape;6080;p54"/>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1" name="Google Shape;6081;p54"/>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2" name="Google Shape;6082;p54"/>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3" name="Google Shape;6083;p54"/>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4" name="Google Shape;6084;p54"/>
          <p:cNvGrpSpPr/>
          <p:nvPr/>
        </p:nvGrpSpPr>
        <p:grpSpPr>
          <a:xfrm>
            <a:off x="1247198" y="3186183"/>
            <a:ext cx="339253" cy="218676"/>
            <a:chOff x="1492675" y="1520750"/>
            <a:chExt cx="481825" cy="310575"/>
          </a:xfrm>
        </p:grpSpPr>
        <p:sp>
          <p:nvSpPr>
            <p:cNvPr id="6085" name="Google Shape;6085;p54"/>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6" name="Google Shape;6086;p54"/>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7" name="Google Shape;6087;p54"/>
          <p:cNvGrpSpPr/>
          <p:nvPr/>
        </p:nvGrpSpPr>
        <p:grpSpPr>
          <a:xfrm>
            <a:off x="1654995" y="3125877"/>
            <a:ext cx="352332" cy="339288"/>
            <a:chOff x="2071000" y="1435025"/>
            <a:chExt cx="500400" cy="481875"/>
          </a:xfrm>
        </p:grpSpPr>
        <p:sp>
          <p:nvSpPr>
            <p:cNvPr id="6088" name="Google Shape;6088;p54"/>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9" name="Google Shape;6089;p54"/>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0" name="Google Shape;6090;p54"/>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1" name="Google Shape;6091;p54"/>
          <p:cNvGrpSpPr/>
          <p:nvPr/>
        </p:nvGrpSpPr>
        <p:grpSpPr>
          <a:xfrm>
            <a:off x="2083159" y="3146709"/>
            <a:ext cx="351874" cy="297623"/>
            <a:chOff x="2678350" y="1464650"/>
            <a:chExt cx="499750" cy="422700"/>
          </a:xfrm>
        </p:grpSpPr>
        <p:sp>
          <p:nvSpPr>
            <p:cNvPr id="6092" name="Google Shape;6092;p54"/>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3" name="Google Shape;6093;p54"/>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4" name="Google Shape;6094;p54"/>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5" name="Google Shape;6095;p54"/>
          <p:cNvGrpSpPr/>
          <p:nvPr/>
        </p:nvGrpSpPr>
        <p:grpSpPr>
          <a:xfrm>
            <a:off x="2506692" y="3125895"/>
            <a:ext cx="339253" cy="339253"/>
            <a:chOff x="3271200" y="1435075"/>
            <a:chExt cx="481825" cy="481825"/>
          </a:xfrm>
        </p:grpSpPr>
        <p:sp>
          <p:nvSpPr>
            <p:cNvPr id="6096" name="Google Shape;6096;p54"/>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7" name="Google Shape;6097;p54"/>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8" name="Google Shape;6098;p54"/>
          <p:cNvGrpSpPr/>
          <p:nvPr/>
        </p:nvGrpSpPr>
        <p:grpSpPr>
          <a:xfrm>
            <a:off x="2917165" y="3125877"/>
            <a:ext cx="343442" cy="339288"/>
            <a:chOff x="3858100" y="1435075"/>
            <a:chExt cx="487775" cy="481875"/>
          </a:xfrm>
        </p:grpSpPr>
        <p:sp>
          <p:nvSpPr>
            <p:cNvPr id="6099" name="Google Shape;6099;p54"/>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0" name="Google Shape;6100;p54"/>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1" name="Google Shape;6101;p54"/>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2" name="Google Shape;6102;p54"/>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3" name="Google Shape;6103;p54"/>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4" name="Google Shape;6104;p54"/>
          <p:cNvGrpSpPr/>
          <p:nvPr/>
        </p:nvGrpSpPr>
        <p:grpSpPr>
          <a:xfrm>
            <a:off x="3337249" y="3125895"/>
            <a:ext cx="339253" cy="339253"/>
            <a:chOff x="4456875" y="1435075"/>
            <a:chExt cx="481825" cy="481825"/>
          </a:xfrm>
        </p:grpSpPr>
        <p:sp>
          <p:nvSpPr>
            <p:cNvPr id="6105" name="Google Shape;6105;p54"/>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6" name="Google Shape;6106;p54"/>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7" name="Google Shape;6107;p54"/>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8" name="Google Shape;6108;p54"/>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9" name="Google Shape;6109;p54"/>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0" name="Google Shape;6110;p54"/>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1" name="Google Shape;6111;p54"/>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2" name="Google Shape;6112;p54"/>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3" name="Google Shape;6113;p54"/>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4" name="Google Shape;6114;p54"/>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5" name="Google Shape;6115;p54"/>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6" name="Google Shape;6116;p54"/>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7" name="Google Shape;6117;p54"/>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8" name="Google Shape;6118;p54"/>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9" name="Google Shape;6119;p54"/>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0" name="Google Shape;6120;p54"/>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1" name="Google Shape;6121;p54"/>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2" name="Google Shape;6122;p54"/>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3" name="Google Shape;6123;p54"/>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4" name="Google Shape;6124;p54"/>
          <p:cNvGrpSpPr/>
          <p:nvPr/>
        </p:nvGrpSpPr>
        <p:grpSpPr>
          <a:xfrm>
            <a:off x="3758239" y="3125886"/>
            <a:ext cx="342580" cy="339271"/>
            <a:chOff x="5049725" y="1435050"/>
            <a:chExt cx="486550" cy="481850"/>
          </a:xfrm>
        </p:grpSpPr>
        <p:sp>
          <p:nvSpPr>
            <p:cNvPr id="6125" name="Google Shape;6125;p54"/>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6" name="Google Shape;6126;p54"/>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7" name="Google Shape;6127;p54"/>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8" name="Google Shape;6128;p54"/>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9" name="Google Shape;6129;p54"/>
          <p:cNvGrpSpPr/>
          <p:nvPr/>
        </p:nvGrpSpPr>
        <p:grpSpPr>
          <a:xfrm>
            <a:off x="4173790" y="3125895"/>
            <a:ext cx="339359" cy="339253"/>
            <a:chOff x="5642475" y="1435075"/>
            <a:chExt cx="481975" cy="481825"/>
          </a:xfrm>
        </p:grpSpPr>
        <p:sp>
          <p:nvSpPr>
            <p:cNvPr id="6130" name="Google Shape;6130;p54"/>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1" name="Google Shape;6131;p54"/>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2" name="Google Shape;6132;p54"/>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3" name="Google Shape;6133;p54"/>
          <p:cNvGrpSpPr/>
          <p:nvPr/>
        </p:nvGrpSpPr>
        <p:grpSpPr>
          <a:xfrm>
            <a:off x="4588276" y="3125886"/>
            <a:ext cx="343759" cy="339271"/>
            <a:chOff x="6232000" y="1435050"/>
            <a:chExt cx="488225" cy="481850"/>
          </a:xfrm>
        </p:grpSpPr>
        <p:sp>
          <p:nvSpPr>
            <p:cNvPr id="6134" name="Google Shape;6134;p54"/>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5" name="Google Shape;6135;p54"/>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6" name="Google Shape;6136;p54"/>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7" name="Google Shape;6137;p54"/>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8" name="Google Shape;6138;p54"/>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9" name="Google Shape;6139;p54"/>
          <p:cNvGrpSpPr/>
          <p:nvPr/>
        </p:nvGrpSpPr>
        <p:grpSpPr>
          <a:xfrm>
            <a:off x="849012" y="3539545"/>
            <a:ext cx="299929" cy="337792"/>
            <a:chOff x="924450" y="2028975"/>
            <a:chExt cx="425975" cy="479750"/>
          </a:xfrm>
        </p:grpSpPr>
        <p:sp>
          <p:nvSpPr>
            <p:cNvPr id="6140" name="Google Shape;6140;p54"/>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1" name="Google Shape;6141;p54"/>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2" name="Google Shape;6142;p54"/>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3" name="Google Shape;6143;p54"/>
          <p:cNvGrpSpPr/>
          <p:nvPr/>
        </p:nvGrpSpPr>
        <p:grpSpPr>
          <a:xfrm>
            <a:off x="1661509" y="3559347"/>
            <a:ext cx="339306" cy="298186"/>
            <a:chOff x="2085450" y="2057100"/>
            <a:chExt cx="481900" cy="423500"/>
          </a:xfrm>
        </p:grpSpPr>
        <p:sp>
          <p:nvSpPr>
            <p:cNvPr id="6144" name="Google Shape;6144;p54"/>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5" name="Google Shape;6145;p54"/>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6" name="Google Shape;6146;p54"/>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7" name="Google Shape;6147;p54"/>
          <p:cNvGrpSpPr/>
          <p:nvPr/>
        </p:nvGrpSpPr>
        <p:grpSpPr>
          <a:xfrm>
            <a:off x="2089442" y="3582592"/>
            <a:ext cx="339306" cy="251698"/>
            <a:chOff x="2678275" y="2090100"/>
            <a:chExt cx="481900" cy="357475"/>
          </a:xfrm>
        </p:grpSpPr>
        <p:sp>
          <p:nvSpPr>
            <p:cNvPr id="6148" name="Google Shape;6148;p54"/>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9" name="Google Shape;6149;p54"/>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0" name="Google Shape;6150;p54"/>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1" name="Google Shape;6151;p54"/>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2" name="Google Shape;6152;p54"/>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3" name="Google Shape;6153;p54"/>
          <p:cNvGrpSpPr/>
          <p:nvPr/>
        </p:nvGrpSpPr>
        <p:grpSpPr>
          <a:xfrm>
            <a:off x="2566646" y="3594790"/>
            <a:ext cx="219345" cy="227301"/>
            <a:chOff x="3357325" y="2093500"/>
            <a:chExt cx="311525" cy="322825"/>
          </a:xfrm>
        </p:grpSpPr>
        <p:sp>
          <p:nvSpPr>
            <p:cNvPr id="6154" name="Google Shape;6154;p54"/>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5" name="Google Shape;6155;p54"/>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6" name="Google Shape;6156;p54"/>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57" name="Google Shape;6157;p54"/>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58" name="Google Shape;6158;p54"/>
          <p:cNvGrpSpPr/>
          <p:nvPr/>
        </p:nvGrpSpPr>
        <p:grpSpPr>
          <a:xfrm>
            <a:off x="3360836" y="3538814"/>
            <a:ext cx="292078" cy="339253"/>
            <a:chOff x="4492800" y="2027925"/>
            <a:chExt cx="414825" cy="481825"/>
          </a:xfrm>
        </p:grpSpPr>
        <p:sp>
          <p:nvSpPr>
            <p:cNvPr id="6159" name="Google Shape;6159;p54"/>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0" name="Google Shape;6160;p54"/>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1" name="Google Shape;6161;p54"/>
          <p:cNvGrpSpPr/>
          <p:nvPr/>
        </p:nvGrpSpPr>
        <p:grpSpPr>
          <a:xfrm>
            <a:off x="3759928" y="3538805"/>
            <a:ext cx="339200" cy="339271"/>
            <a:chOff x="5049725" y="2027900"/>
            <a:chExt cx="481750" cy="481850"/>
          </a:xfrm>
        </p:grpSpPr>
        <p:sp>
          <p:nvSpPr>
            <p:cNvPr id="6162" name="Google Shape;6162;p54"/>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3" name="Google Shape;6163;p54"/>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4" name="Google Shape;6164;p54"/>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5" name="Google Shape;6165;p54"/>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6" name="Google Shape;6166;p54"/>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7" name="Google Shape;6167;p54"/>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8" name="Google Shape;6168;p54"/>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9" name="Google Shape;6169;p54"/>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0" name="Google Shape;6170;p54"/>
          <p:cNvGrpSpPr/>
          <p:nvPr/>
        </p:nvGrpSpPr>
        <p:grpSpPr>
          <a:xfrm>
            <a:off x="4233524" y="3538893"/>
            <a:ext cx="219890" cy="339095"/>
            <a:chOff x="5726350" y="2028150"/>
            <a:chExt cx="312300" cy="481600"/>
          </a:xfrm>
        </p:grpSpPr>
        <p:sp>
          <p:nvSpPr>
            <p:cNvPr id="6171" name="Google Shape;6171;p54"/>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2" name="Google Shape;6172;p54"/>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3" name="Google Shape;6173;p54"/>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4" name="Google Shape;6174;p54"/>
          <p:cNvGrpSpPr/>
          <p:nvPr/>
        </p:nvGrpSpPr>
        <p:grpSpPr>
          <a:xfrm>
            <a:off x="4593715" y="3542000"/>
            <a:ext cx="332881" cy="332881"/>
            <a:chOff x="6239925" y="2032450"/>
            <a:chExt cx="472775" cy="472775"/>
          </a:xfrm>
        </p:grpSpPr>
        <p:sp>
          <p:nvSpPr>
            <p:cNvPr id="6175" name="Google Shape;6175;p54"/>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6" name="Google Shape;6176;p54"/>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7" name="Google Shape;6177;p54"/>
          <p:cNvGrpSpPr/>
          <p:nvPr/>
        </p:nvGrpSpPr>
        <p:grpSpPr>
          <a:xfrm>
            <a:off x="5042807" y="2364092"/>
            <a:ext cx="334641" cy="185425"/>
            <a:chOff x="903075" y="2730000"/>
            <a:chExt cx="475275" cy="263350"/>
          </a:xfrm>
        </p:grpSpPr>
        <p:sp>
          <p:nvSpPr>
            <p:cNvPr id="6178" name="Google Shape;6178;p54"/>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9" name="Google Shape;6179;p54"/>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0" name="Google Shape;6180;p54"/>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1" name="Google Shape;6181;p54"/>
          <p:cNvGrpSpPr/>
          <p:nvPr/>
        </p:nvGrpSpPr>
        <p:grpSpPr>
          <a:xfrm>
            <a:off x="1247198" y="3538814"/>
            <a:ext cx="339253" cy="339253"/>
            <a:chOff x="1492675" y="2027925"/>
            <a:chExt cx="481825" cy="481825"/>
          </a:xfrm>
        </p:grpSpPr>
        <p:sp>
          <p:nvSpPr>
            <p:cNvPr id="6182" name="Google Shape;6182;p54"/>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3" name="Google Shape;6183;p54"/>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4" name="Google Shape;6184;p54"/>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5" name="Google Shape;6185;p54"/>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6" name="Google Shape;6186;p54"/>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7" name="Google Shape;6187;p54"/>
          <p:cNvGrpSpPr/>
          <p:nvPr/>
        </p:nvGrpSpPr>
        <p:grpSpPr>
          <a:xfrm>
            <a:off x="5473575" y="2287178"/>
            <a:ext cx="339253" cy="339253"/>
            <a:chOff x="1492675" y="2620775"/>
            <a:chExt cx="481825" cy="481825"/>
          </a:xfrm>
        </p:grpSpPr>
        <p:sp>
          <p:nvSpPr>
            <p:cNvPr id="6188" name="Google Shape;6188;p54"/>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9" name="Google Shape;6189;p54"/>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90" name="Google Shape;6190;p54"/>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91" name="Google Shape;6191;p54"/>
          <p:cNvGrpSpPr/>
          <p:nvPr/>
        </p:nvGrpSpPr>
        <p:grpSpPr>
          <a:xfrm>
            <a:off x="6297328" y="2303161"/>
            <a:ext cx="333585" cy="307287"/>
            <a:chOff x="2682350" y="2643425"/>
            <a:chExt cx="473775" cy="436425"/>
          </a:xfrm>
        </p:grpSpPr>
        <p:sp>
          <p:nvSpPr>
            <p:cNvPr id="6192" name="Google Shape;6192;p54"/>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3" name="Google Shape;6193;p54"/>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4" name="Google Shape;6194;p54"/>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5" name="Google Shape;6195;p54"/>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6" name="Google Shape;6196;p54"/>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7" name="Google Shape;6197;p54"/>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8" name="Google Shape;6198;p54"/>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9" name="Google Shape;6199;p54"/>
          <p:cNvGrpSpPr/>
          <p:nvPr/>
        </p:nvGrpSpPr>
        <p:grpSpPr>
          <a:xfrm>
            <a:off x="6762818" y="2287178"/>
            <a:ext cx="238531" cy="339253"/>
            <a:chOff x="3342725" y="2620775"/>
            <a:chExt cx="338775" cy="481825"/>
          </a:xfrm>
        </p:grpSpPr>
        <p:sp>
          <p:nvSpPr>
            <p:cNvPr id="6200" name="Google Shape;6200;p54"/>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1" name="Google Shape;6201;p54"/>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2" name="Google Shape;6202;p54"/>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3" name="Google Shape;6203;p54"/>
          <p:cNvGrpSpPr/>
          <p:nvPr/>
        </p:nvGrpSpPr>
        <p:grpSpPr>
          <a:xfrm>
            <a:off x="7156568" y="2287178"/>
            <a:ext cx="278296" cy="339253"/>
            <a:chOff x="3907325" y="2620775"/>
            <a:chExt cx="395250" cy="481825"/>
          </a:xfrm>
        </p:grpSpPr>
        <p:sp>
          <p:nvSpPr>
            <p:cNvPr id="6204" name="Google Shape;6204;p54"/>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5" name="Google Shape;6205;p54"/>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6" name="Google Shape;6206;p54"/>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7" name="Google Shape;6207;p54"/>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8" name="Google Shape;6208;p54"/>
          <p:cNvGrpSpPr/>
          <p:nvPr/>
        </p:nvGrpSpPr>
        <p:grpSpPr>
          <a:xfrm>
            <a:off x="7549755" y="2297783"/>
            <a:ext cx="339253" cy="318042"/>
            <a:chOff x="4456875" y="2635825"/>
            <a:chExt cx="481825" cy="451700"/>
          </a:xfrm>
        </p:grpSpPr>
        <p:sp>
          <p:nvSpPr>
            <p:cNvPr id="6209" name="Google Shape;6209;p54"/>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0" name="Google Shape;6210;p54"/>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1" name="Google Shape;6211;p54"/>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2" name="Google Shape;6212;p54"/>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3" name="Google Shape;6213;p54"/>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4" name="Google Shape;6214;p54"/>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5" name="Google Shape;6215;p54"/>
          <p:cNvGrpSpPr/>
          <p:nvPr/>
        </p:nvGrpSpPr>
        <p:grpSpPr>
          <a:xfrm>
            <a:off x="7974679" y="2297783"/>
            <a:ext cx="339253" cy="318042"/>
            <a:chOff x="5049725" y="2635825"/>
            <a:chExt cx="481825" cy="451700"/>
          </a:xfrm>
        </p:grpSpPr>
        <p:sp>
          <p:nvSpPr>
            <p:cNvPr id="6216" name="Google Shape;6216;p54"/>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7" name="Google Shape;6217;p54"/>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8" name="Google Shape;6218;p54"/>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9" name="Google Shape;6219;p54"/>
          <p:cNvGrpSpPr/>
          <p:nvPr/>
        </p:nvGrpSpPr>
        <p:grpSpPr>
          <a:xfrm>
            <a:off x="2375386" y="3952243"/>
            <a:ext cx="338566" cy="338373"/>
            <a:chOff x="5643000" y="2621375"/>
            <a:chExt cx="480850" cy="480575"/>
          </a:xfrm>
        </p:grpSpPr>
        <p:sp>
          <p:nvSpPr>
            <p:cNvPr id="6220" name="Google Shape;6220;p54"/>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1" name="Google Shape;6221;p54"/>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2" name="Google Shape;6222;p54"/>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3" name="Google Shape;6223;p54"/>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4" name="Google Shape;6224;p54"/>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5" name="Google Shape;6225;p54"/>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6" name="Google Shape;6226;p54"/>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27" name="Google Shape;6227;p54"/>
          <p:cNvGrpSpPr/>
          <p:nvPr/>
        </p:nvGrpSpPr>
        <p:grpSpPr>
          <a:xfrm>
            <a:off x="4192782" y="3951803"/>
            <a:ext cx="339359" cy="339253"/>
            <a:chOff x="6235250" y="2620775"/>
            <a:chExt cx="481975" cy="481825"/>
          </a:xfrm>
        </p:grpSpPr>
        <p:sp>
          <p:nvSpPr>
            <p:cNvPr id="6228" name="Google Shape;6228;p54"/>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9" name="Google Shape;6229;p54"/>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0" name="Google Shape;6230;p54"/>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1" name="Google Shape;6231;p54"/>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2" name="Google Shape;6232;p54"/>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33" name="Google Shape;6233;p54"/>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34" name="Google Shape;6234;p54"/>
          <p:cNvGrpSpPr/>
          <p:nvPr/>
        </p:nvGrpSpPr>
        <p:grpSpPr>
          <a:xfrm>
            <a:off x="5472652" y="2711317"/>
            <a:ext cx="341101" cy="339253"/>
            <a:chOff x="1535000" y="3223325"/>
            <a:chExt cx="484450" cy="481825"/>
          </a:xfrm>
        </p:grpSpPr>
        <p:sp>
          <p:nvSpPr>
            <p:cNvPr id="6235" name="Google Shape;6235;p54"/>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6" name="Google Shape;6236;p54"/>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7" name="Google Shape;6237;p54"/>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8" name="Google Shape;6238;p54"/>
          <p:cNvGrpSpPr/>
          <p:nvPr/>
        </p:nvGrpSpPr>
        <p:grpSpPr>
          <a:xfrm>
            <a:off x="5880219" y="2746618"/>
            <a:ext cx="339253" cy="268649"/>
            <a:chOff x="2085525" y="3263750"/>
            <a:chExt cx="481825" cy="381550"/>
          </a:xfrm>
        </p:grpSpPr>
        <p:sp>
          <p:nvSpPr>
            <p:cNvPr id="6239" name="Google Shape;6239;p54"/>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0" name="Google Shape;6240;p54"/>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41" name="Google Shape;6241;p54"/>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42" name="Google Shape;6242;p54"/>
          <p:cNvGrpSpPr/>
          <p:nvPr/>
        </p:nvGrpSpPr>
        <p:grpSpPr>
          <a:xfrm>
            <a:off x="6711982" y="2711308"/>
            <a:ext cx="340204" cy="339271"/>
            <a:chOff x="3270450" y="3213625"/>
            <a:chExt cx="483175" cy="481850"/>
          </a:xfrm>
        </p:grpSpPr>
        <p:sp>
          <p:nvSpPr>
            <p:cNvPr id="6243" name="Google Shape;6243;p54"/>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4" name="Google Shape;6244;p54"/>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5" name="Google Shape;6245;p54"/>
          <p:cNvGrpSpPr/>
          <p:nvPr/>
        </p:nvGrpSpPr>
        <p:grpSpPr>
          <a:xfrm>
            <a:off x="7211250" y="2711317"/>
            <a:ext cx="168931" cy="339253"/>
            <a:chOff x="3984950" y="3213600"/>
            <a:chExt cx="239925" cy="481825"/>
          </a:xfrm>
        </p:grpSpPr>
        <p:sp>
          <p:nvSpPr>
            <p:cNvPr id="6246" name="Google Shape;6246;p54"/>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7" name="Google Shape;6247;p54"/>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48" name="Google Shape;6248;p54"/>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9" name="Google Shape;6249;p54"/>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50" name="Google Shape;6250;p54"/>
          <p:cNvGrpSpPr/>
          <p:nvPr/>
        </p:nvGrpSpPr>
        <p:grpSpPr>
          <a:xfrm>
            <a:off x="1874281" y="3981487"/>
            <a:ext cx="355218" cy="279880"/>
            <a:chOff x="5629975" y="3255775"/>
            <a:chExt cx="504500" cy="397500"/>
          </a:xfrm>
        </p:grpSpPr>
        <p:sp>
          <p:nvSpPr>
            <p:cNvPr id="6251" name="Google Shape;6251;p54"/>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2" name="Google Shape;6252;p54"/>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3" name="Google Shape;6253;p54"/>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4" name="Google Shape;6254;p54"/>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5" name="Google Shape;6255;p54"/>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6" name="Google Shape;6256;p54"/>
          <p:cNvGrpSpPr/>
          <p:nvPr/>
        </p:nvGrpSpPr>
        <p:grpSpPr>
          <a:xfrm>
            <a:off x="3755839" y="3981593"/>
            <a:ext cx="340256" cy="279669"/>
            <a:chOff x="6234950" y="3255925"/>
            <a:chExt cx="483250" cy="397200"/>
          </a:xfrm>
        </p:grpSpPr>
        <p:sp>
          <p:nvSpPr>
            <p:cNvPr id="6257" name="Google Shape;6257;p54"/>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8" name="Google Shape;6258;p54"/>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9" name="Google Shape;6259;p54"/>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0" name="Google Shape;6260;p54"/>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1" name="Google Shape;6261;p54"/>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2" name="Google Shape;6262;p54"/>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3" name="Google Shape;6263;p54"/>
          <p:cNvGrpSpPr/>
          <p:nvPr/>
        </p:nvGrpSpPr>
        <p:grpSpPr>
          <a:xfrm>
            <a:off x="5051107" y="3125970"/>
            <a:ext cx="318042" cy="339253"/>
            <a:chOff x="914900" y="3806450"/>
            <a:chExt cx="451700" cy="481825"/>
          </a:xfrm>
        </p:grpSpPr>
        <p:sp>
          <p:nvSpPr>
            <p:cNvPr id="6264" name="Google Shape;6264;p54"/>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5" name="Google Shape;6265;p54"/>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6" name="Google Shape;6266;p54"/>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7" name="Google Shape;6267;p54"/>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8" name="Google Shape;6268;p54"/>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9" name="Google Shape;6269;p54"/>
          <p:cNvGrpSpPr/>
          <p:nvPr/>
        </p:nvGrpSpPr>
        <p:grpSpPr>
          <a:xfrm>
            <a:off x="5470028" y="3125785"/>
            <a:ext cx="346347" cy="339623"/>
            <a:chOff x="1490050" y="3805975"/>
            <a:chExt cx="491900" cy="482350"/>
          </a:xfrm>
        </p:grpSpPr>
        <p:sp>
          <p:nvSpPr>
            <p:cNvPr id="6270" name="Google Shape;6270;p54"/>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1" name="Google Shape;6271;p54"/>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2" name="Google Shape;6272;p54"/>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3" name="Google Shape;6273;p54"/>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4" name="Google Shape;6274;p54"/>
          <p:cNvGrpSpPr/>
          <p:nvPr/>
        </p:nvGrpSpPr>
        <p:grpSpPr>
          <a:xfrm>
            <a:off x="5893896" y="3125970"/>
            <a:ext cx="311899" cy="339253"/>
            <a:chOff x="2104275" y="3806450"/>
            <a:chExt cx="442975" cy="481825"/>
          </a:xfrm>
        </p:grpSpPr>
        <p:sp>
          <p:nvSpPr>
            <p:cNvPr id="6275" name="Google Shape;6275;p54"/>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6" name="Google Shape;6276;p54"/>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7" name="Google Shape;6277;p54"/>
          <p:cNvGrpSpPr/>
          <p:nvPr/>
        </p:nvGrpSpPr>
        <p:grpSpPr>
          <a:xfrm>
            <a:off x="6317413" y="3125970"/>
            <a:ext cx="293416" cy="339253"/>
            <a:chOff x="2710875" y="3806450"/>
            <a:chExt cx="416725" cy="481825"/>
          </a:xfrm>
        </p:grpSpPr>
        <p:sp>
          <p:nvSpPr>
            <p:cNvPr id="6278" name="Google Shape;6278;p54"/>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9" name="Google Shape;6279;p54"/>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80" name="Google Shape;6280;p54"/>
          <p:cNvGrpSpPr/>
          <p:nvPr/>
        </p:nvGrpSpPr>
        <p:grpSpPr>
          <a:xfrm>
            <a:off x="6712457" y="3166412"/>
            <a:ext cx="339253" cy="258369"/>
            <a:chOff x="3271200" y="3863875"/>
            <a:chExt cx="481825" cy="366950"/>
          </a:xfrm>
        </p:grpSpPr>
        <p:sp>
          <p:nvSpPr>
            <p:cNvPr id="6281" name="Google Shape;6281;p54"/>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2" name="Google Shape;6282;p54"/>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83" name="Google Shape;6283;p54"/>
          <p:cNvGrpSpPr/>
          <p:nvPr/>
        </p:nvGrpSpPr>
        <p:grpSpPr>
          <a:xfrm>
            <a:off x="7147952" y="3126199"/>
            <a:ext cx="295528" cy="338795"/>
            <a:chOff x="3895050" y="3806775"/>
            <a:chExt cx="419725" cy="481175"/>
          </a:xfrm>
        </p:grpSpPr>
        <p:sp>
          <p:nvSpPr>
            <p:cNvPr id="6284" name="Google Shape;6284;p54"/>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5" name="Google Shape;6285;p54"/>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86" name="Google Shape;6286;p54"/>
          <p:cNvGrpSpPr/>
          <p:nvPr/>
        </p:nvGrpSpPr>
        <p:grpSpPr>
          <a:xfrm>
            <a:off x="7551234" y="3125979"/>
            <a:ext cx="336296" cy="339235"/>
            <a:chOff x="4464775" y="3806475"/>
            <a:chExt cx="477625" cy="481800"/>
          </a:xfrm>
        </p:grpSpPr>
        <p:sp>
          <p:nvSpPr>
            <p:cNvPr id="6287" name="Google Shape;6287;p54"/>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8" name="Google Shape;6288;p54"/>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9" name="Google Shape;6289;p54"/>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0" name="Google Shape;6290;p54"/>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1" name="Google Shape;6291;p54"/>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2" name="Google Shape;6292;p54"/>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93" name="Google Shape;6293;p54"/>
          <p:cNvGrpSpPr/>
          <p:nvPr/>
        </p:nvGrpSpPr>
        <p:grpSpPr>
          <a:xfrm>
            <a:off x="7974679" y="3125970"/>
            <a:ext cx="339253" cy="339253"/>
            <a:chOff x="5049725" y="3806450"/>
            <a:chExt cx="481825" cy="481825"/>
          </a:xfrm>
        </p:grpSpPr>
        <p:sp>
          <p:nvSpPr>
            <p:cNvPr id="6294" name="Google Shape;6294;p54"/>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5" name="Google Shape;6295;p54"/>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6" name="Google Shape;6296;p54"/>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97" name="Google Shape;6297;p54"/>
          <p:cNvGrpSpPr/>
          <p:nvPr/>
        </p:nvGrpSpPr>
        <p:grpSpPr>
          <a:xfrm>
            <a:off x="1461983" y="3951798"/>
            <a:ext cx="339253" cy="339253"/>
            <a:chOff x="5651375" y="3806450"/>
            <a:chExt cx="481825" cy="481825"/>
          </a:xfrm>
        </p:grpSpPr>
        <p:sp>
          <p:nvSpPr>
            <p:cNvPr id="6298" name="Google Shape;6298;p54"/>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9" name="Google Shape;6299;p54"/>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0" name="Google Shape;6300;p54"/>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1" name="Google Shape;6301;p54"/>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02" name="Google Shape;6302;p54"/>
          <p:cNvGrpSpPr/>
          <p:nvPr/>
        </p:nvGrpSpPr>
        <p:grpSpPr>
          <a:xfrm>
            <a:off x="3360663" y="3953787"/>
            <a:ext cx="298503" cy="335275"/>
            <a:chOff x="6264300" y="3809300"/>
            <a:chExt cx="423950" cy="476175"/>
          </a:xfrm>
        </p:grpSpPr>
        <p:sp>
          <p:nvSpPr>
            <p:cNvPr id="6303" name="Google Shape;6303;p54"/>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4" name="Google Shape;6304;p54"/>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5" name="Google Shape;6305;p54"/>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06" name="Google Shape;6306;p54"/>
          <p:cNvGrpSpPr/>
          <p:nvPr/>
        </p:nvGrpSpPr>
        <p:grpSpPr>
          <a:xfrm>
            <a:off x="5039841" y="3538881"/>
            <a:ext cx="340573" cy="339271"/>
            <a:chOff x="898875" y="4399275"/>
            <a:chExt cx="483700" cy="481850"/>
          </a:xfrm>
        </p:grpSpPr>
        <p:sp>
          <p:nvSpPr>
            <p:cNvPr id="6307" name="Google Shape;6307;p54"/>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8" name="Google Shape;6308;p54"/>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9" name="Google Shape;6309;p54"/>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0" name="Google Shape;6310;p54"/>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1" name="Google Shape;6311;p54"/>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2" name="Google Shape;6312;p54"/>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3" name="Google Shape;6313;p54"/>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4" name="Google Shape;6314;p54"/>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15" name="Google Shape;6315;p54"/>
          <p:cNvGrpSpPr/>
          <p:nvPr/>
        </p:nvGrpSpPr>
        <p:grpSpPr>
          <a:xfrm>
            <a:off x="5473575" y="3554133"/>
            <a:ext cx="339253" cy="308765"/>
            <a:chOff x="1492675" y="4420975"/>
            <a:chExt cx="481825" cy="438525"/>
          </a:xfrm>
        </p:grpSpPr>
        <p:sp>
          <p:nvSpPr>
            <p:cNvPr id="6316" name="Google Shape;6316;p54"/>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7" name="Google Shape;6317;p54"/>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8" name="Google Shape;6318;p54"/>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9" name="Google Shape;6319;p54"/>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0" name="Google Shape;6320;p54"/>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21" name="Google Shape;6321;p54"/>
          <p:cNvGrpSpPr/>
          <p:nvPr/>
        </p:nvGrpSpPr>
        <p:grpSpPr>
          <a:xfrm>
            <a:off x="5878556" y="3539558"/>
            <a:ext cx="342580" cy="337915"/>
            <a:chOff x="2084100" y="4400250"/>
            <a:chExt cx="486550" cy="479925"/>
          </a:xfrm>
        </p:grpSpPr>
        <p:sp>
          <p:nvSpPr>
            <p:cNvPr id="6322" name="Google Shape;6322;p54"/>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3" name="Google Shape;6323;p54"/>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4" name="Google Shape;6324;p54"/>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5" name="Google Shape;6325;p54"/>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6" name="Google Shape;6326;p54"/>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7" name="Google Shape;6327;p54"/>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28" name="Google Shape;6328;p54"/>
          <p:cNvGrpSpPr/>
          <p:nvPr/>
        </p:nvGrpSpPr>
        <p:grpSpPr>
          <a:xfrm>
            <a:off x="6315036" y="3538907"/>
            <a:ext cx="298169" cy="339218"/>
            <a:chOff x="2707950" y="4399325"/>
            <a:chExt cx="423475" cy="481775"/>
          </a:xfrm>
        </p:grpSpPr>
        <p:sp>
          <p:nvSpPr>
            <p:cNvPr id="6329" name="Google Shape;6329;p54"/>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0" name="Google Shape;6330;p54"/>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1" name="Google Shape;6331;p54"/>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2" name="Google Shape;6332;p54"/>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3" name="Google Shape;6333;p54"/>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4" name="Google Shape;6334;p54"/>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5" name="Google Shape;6335;p54"/>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6" name="Google Shape;6336;p54"/>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7" name="Google Shape;6337;p54"/>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8" name="Google Shape;6338;p54"/>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9" name="Google Shape;6339;p54"/>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0" name="Google Shape;6340;p54"/>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41" name="Google Shape;6341;p54"/>
          <p:cNvGrpSpPr/>
          <p:nvPr/>
        </p:nvGrpSpPr>
        <p:grpSpPr>
          <a:xfrm>
            <a:off x="6744555" y="3538881"/>
            <a:ext cx="275057" cy="339271"/>
            <a:chOff x="3330525" y="4399275"/>
            <a:chExt cx="390650" cy="481850"/>
          </a:xfrm>
        </p:grpSpPr>
        <p:sp>
          <p:nvSpPr>
            <p:cNvPr id="6342" name="Google Shape;6342;p54"/>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3" name="Google Shape;6343;p54"/>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4" name="Google Shape;6344;p54"/>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5" name="Google Shape;6345;p54"/>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6" name="Google Shape;6346;p54"/>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7" name="Google Shape;6347;p54"/>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8" name="Google Shape;6348;p54"/>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49" name="Google Shape;6349;p54"/>
          <p:cNvGrpSpPr/>
          <p:nvPr/>
        </p:nvGrpSpPr>
        <p:grpSpPr>
          <a:xfrm>
            <a:off x="7169084" y="3538890"/>
            <a:ext cx="253265" cy="339253"/>
            <a:chOff x="3938800" y="4399275"/>
            <a:chExt cx="359700" cy="481825"/>
          </a:xfrm>
        </p:grpSpPr>
        <p:sp>
          <p:nvSpPr>
            <p:cNvPr id="6350" name="Google Shape;6350;p54"/>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1" name="Google Shape;6351;p54"/>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2" name="Google Shape;6352;p54"/>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3" name="Google Shape;6353;p54"/>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4" name="Google Shape;6354;p54"/>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55" name="Google Shape;6355;p54"/>
          <p:cNvGrpSpPr/>
          <p:nvPr/>
        </p:nvGrpSpPr>
        <p:grpSpPr>
          <a:xfrm>
            <a:off x="7639862" y="3538890"/>
            <a:ext cx="159039" cy="339253"/>
            <a:chOff x="4584850" y="4399275"/>
            <a:chExt cx="225875" cy="481825"/>
          </a:xfrm>
        </p:grpSpPr>
        <p:sp>
          <p:nvSpPr>
            <p:cNvPr id="6356" name="Google Shape;6356;p54"/>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7" name="Google Shape;6357;p54"/>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358" name="Google Shape;6358;p54"/>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359" name="Google Shape;6359;p54"/>
          <p:cNvGrpSpPr/>
          <p:nvPr/>
        </p:nvGrpSpPr>
        <p:grpSpPr>
          <a:xfrm>
            <a:off x="1049680" y="3951795"/>
            <a:ext cx="339253" cy="339253"/>
            <a:chOff x="5642550" y="4399275"/>
            <a:chExt cx="481825" cy="481825"/>
          </a:xfrm>
        </p:grpSpPr>
        <p:sp>
          <p:nvSpPr>
            <p:cNvPr id="6360" name="Google Shape;6360;p54"/>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1" name="Google Shape;6361;p54"/>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62" name="Google Shape;6362;p54"/>
          <p:cNvGrpSpPr/>
          <p:nvPr/>
        </p:nvGrpSpPr>
        <p:grpSpPr>
          <a:xfrm>
            <a:off x="2859815" y="3963703"/>
            <a:ext cx="363316" cy="315437"/>
            <a:chOff x="6218300" y="4416175"/>
            <a:chExt cx="516000" cy="448000"/>
          </a:xfrm>
        </p:grpSpPr>
        <p:sp>
          <p:nvSpPr>
            <p:cNvPr id="6363" name="Google Shape;6363;p54"/>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4" name="Google Shape;6364;p54"/>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5" name="Google Shape;6365;p54"/>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66" name="Google Shape;6366;p54"/>
          <p:cNvGrpSpPr/>
          <p:nvPr/>
        </p:nvGrpSpPr>
        <p:grpSpPr>
          <a:xfrm>
            <a:off x="5918879" y="3951792"/>
            <a:ext cx="339253" cy="339253"/>
            <a:chOff x="899850" y="4992125"/>
            <a:chExt cx="481825" cy="481825"/>
          </a:xfrm>
        </p:grpSpPr>
        <p:sp>
          <p:nvSpPr>
            <p:cNvPr id="6367" name="Google Shape;6367;p54"/>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8" name="Google Shape;6368;p54"/>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9" name="Google Shape;6369;p54"/>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70" name="Google Shape;6370;p54"/>
          <p:cNvGrpSpPr/>
          <p:nvPr/>
        </p:nvGrpSpPr>
        <p:grpSpPr>
          <a:xfrm>
            <a:off x="5461708" y="3951792"/>
            <a:ext cx="339253" cy="339253"/>
            <a:chOff x="1492675" y="4992125"/>
            <a:chExt cx="481825" cy="481825"/>
          </a:xfrm>
        </p:grpSpPr>
        <p:sp>
          <p:nvSpPr>
            <p:cNvPr id="6371" name="Google Shape;6371;p54"/>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2" name="Google Shape;6372;p54"/>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73" name="Google Shape;6373;p54"/>
          <p:cNvGrpSpPr/>
          <p:nvPr/>
        </p:nvGrpSpPr>
        <p:grpSpPr>
          <a:xfrm>
            <a:off x="5004462" y="3951792"/>
            <a:ext cx="339253" cy="339253"/>
            <a:chOff x="2085525" y="4992125"/>
            <a:chExt cx="481825" cy="481825"/>
          </a:xfrm>
        </p:grpSpPr>
        <p:sp>
          <p:nvSpPr>
            <p:cNvPr id="6374" name="Google Shape;6374;p54"/>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5" name="Google Shape;6375;p54"/>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76" name="Google Shape;6376;p54"/>
          <p:cNvGrpSpPr/>
          <p:nvPr/>
        </p:nvGrpSpPr>
        <p:grpSpPr>
          <a:xfrm>
            <a:off x="6833221" y="3951792"/>
            <a:ext cx="339253" cy="339253"/>
            <a:chOff x="2678350" y="4992125"/>
            <a:chExt cx="481825" cy="481825"/>
          </a:xfrm>
        </p:grpSpPr>
        <p:sp>
          <p:nvSpPr>
            <p:cNvPr id="6377" name="Google Shape;6377;p54"/>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8" name="Google Shape;6378;p54"/>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9" name="Google Shape;6379;p54"/>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80" name="Google Shape;6380;p54"/>
          <p:cNvGrpSpPr/>
          <p:nvPr/>
        </p:nvGrpSpPr>
        <p:grpSpPr>
          <a:xfrm>
            <a:off x="4628816" y="3951792"/>
            <a:ext cx="339253" cy="339253"/>
            <a:chOff x="3271200" y="4992125"/>
            <a:chExt cx="481825" cy="481825"/>
          </a:xfrm>
        </p:grpSpPr>
        <p:sp>
          <p:nvSpPr>
            <p:cNvPr id="6381" name="Google Shape;6381;p54"/>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2" name="Google Shape;6382;p54"/>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3" name="Google Shape;6383;p54"/>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84" name="Google Shape;6384;p54"/>
          <p:cNvGrpSpPr/>
          <p:nvPr/>
        </p:nvGrpSpPr>
        <p:grpSpPr>
          <a:xfrm>
            <a:off x="7290263" y="3952822"/>
            <a:ext cx="339411" cy="337193"/>
            <a:chOff x="3863900" y="4993625"/>
            <a:chExt cx="482050" cy="478900"/>
          </a:xfrm>
        </p:grpSpPr>
        <p:sp>
          <p:nvSpPr>
            <p:cNvPr id="6385" name="Google Shape;6385;p54"/>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6" name="Google Shape;6386;p54"/>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7" name="Google Shape;6387;p54"/>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8" name="Google Shape;6388;p54"/>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89" name="Google Shape;6389;p54"/>
          <p:cNvGrpSpPr/>
          <p:nvPr/>
        </p:nvGrpSpPr>
        <p:grpSpPr>
          <a:xfrm>
            <a:off x="7747437" y="3952822"/>
            <a:ext cx="339411" cy="337193"/>
            <a:chOff x="4456725" y="4993625"/>
            <a:chExt cx="482050" cy="478900"/>
          </a:xfrm>
        </p:grpSpPr>
        <p:sp>
          <p:nvSpPr>
            <p:cNvPr id="6390" name="Google Shape;6390;p54"/>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1" name="Google Shape;6391;p54"/>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2" name="Google Shape;6392;p54"/>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3" name="Google Shape;6393;p54"/>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94" name="Google Shape;6394;p54"/>
          <p:cNvGrpSpPr/>
          <p:nvPr/>
        </p:nvGrpSpPr>
        <p:grpSpPr>
          <a:xfrm>
            <a:off x="6376030" y="3952813"/>
            <a:ext cx="339411" cy="337211"/>
            <a:chOff x="5049575" y="4993600"/>
            <a:chExt cx="482050" cy="478925"/>
          </a:xfrm>
        </p:grpSpPr>
        <p:sp>
          <p:nvSpPr>
            <p:cNvPr id="6395" name="Google Shape;6395;p54"/>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6" name="Google Shape;6396;p54"/>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7" name="Google Shape;6397;p54"/>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8" name="Google Shape;6398;p54"/>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399" name="Google Shape;6399;p54"/>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chemeClr val="hlink"/>
                </a:solidFill>
                <a:uFill>
                  <a:noFill/>
                </a:uFill>
                <a:hlinkClick r:id="rId3"/>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6400" name="Google Shape;6400;p5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404" name="Shape 6404"/>
        <p:cNvGrpSpPr/>
        <p:nvPr/>
      </p:nvGrpSpPr>
      <p:grpSpPr>
        <a:xfrm>
          <a:off x="0" y="0"/>
          <a:ext cx="0" cy="0"/>
          <a:chOff x="0" y="0"/>
          <a:chExt cx="0" cy="0"/>
        </a:xfrm>
      </p:grpSpPr>
      <p:grpSp>
        <p:nvGrpSpPr>
          <p:cNvPr id="6405" name="Google Shape;6405;p55"/>
          <p:cNvGrpSpPr/>
          <p:nvPr/>
        </p:nvGrpSpPr>
        <p:grpSpPr>
          <a:xfrm>
            <a:off x="876361" y="1308054"/>
            <a:ext cx="322099" cy="370529"/>
            <a:chOff x="-42971725" y="3217825"/>
            <a:chExt cx="275675" cy="317125"/>
          </a:xfrm>
        </p:grpSpPr>
        <p:sp>
          <p:nvSpPr>
            <p:cNvPr id="6406" name="Google Shape;6406;p55"/>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5"/>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5"/>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9" name="Google Shape;6409;p55"/>
          <p:cNvGrpSpPr/>
          <p:nvPr/>
        </p:nvGrpSpPr>
        <p:grpSpPr>
          <a:xfrm>
            <a:off x="848276" y="1776710"/>
            <a:ext cx="378270" cy="337551"/>
            <a:chOff x="-42996150" y="3612600"/>
            <a:chExt cx="323750" cy="288900"/>
          </a:xfrm>
        </p:grpSpPr>
        <p:sp>
          <p:nvSpPr>
            <p:cNvPr id="6410" name="Google Shape;6410;p55"/>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5"/>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5"/>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3" name="Google Shape;6413;p55"/>
          <p:cNvGrpSpPr/>
          <p:nvPr/>
        </p:nvGrpSpPr>
        <p:grpSpPr>
          <a:xfrm>
            <a:off x="851036" y="2186080"/>
            <a:ext cx="372749" cy="370909"/>
            <a:chOff x="-42994575" y="3950300"/>
            <a:chExt cx="319025" cy="317450"/>
          </a:xfrm>
        </p:grpSpPr>
        <p:sp>
          <p:nvSpPr>
            <p:cNvPr id="6414" name="Google Shape;6414;p55"/>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5"/>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5"/>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7" name="Google Shape;6417;p55"/>
          <p:cNvGrpSpPr/>
          <p:nvPr/>
        </p:nvGrpSpPr>
        <p:grpSpPr>
          <a:xfrm>
            <a:off x="3004431" y="1332912"/>
            <a:ext cx="371785" cy="370879"/>
            <a:chOff x="-41111350" y="3239100"/>
            <a:chExt cx="318200" cy="317425"/>
          </a:xfrm>
        </p:grpSpPr>
        <p:sp>
          <p:nvSpPr>
            <p:cNvPr id="6418" name="Google Shape;6418;p55"/>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5"/>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5"/>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5"/>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55"/>
          <p:cNvGrpSpPr/>
          <p:nvPr/>
        </p:nvGrpSpPr>
        <p:grpSpPr>
          <a:xfrm>
            <a:off x="3000751" y="1768444"/>
            <a:ext cx="379146" cy="370967"/>
            <a:chOff x="-41117650" y="3605525"/>
            <a:chExt cx="324500" cy="317500"/>
          </a:xfrm>
        </p:grpSpPr>
        <p:sp>
          <p:nvSpPr>
            <p:cNvPr id="6423" name="Google Shape;6423;p55"/>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5"/>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5"/>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6" name="Google Shape;6426;p55"/>
          <p:cNvSpPr/>
          <p:nvPr/>
        </p:nvSpPr>
        <p:spPr>
          <a:xfrm>
            <a:off x="3006881" y="221802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7" name="Google Shape;6427;p55"/>
          <p:cNvGrpSpPr/>
          <p:nvPr/>
        </p:nvGrpSpPr>
        <p:grpSpPr>
          <a:xfrm>
            <a:off x="1827005" y="2659967"/>
            <a:ext cx="216271" cy="371814"/>
            <a:chOff x="-39205300" y="3220175"/>
            <a:chExt cx="185100" cy="318225"/>
          </a:xfrm>
        </p:grpSpPr>
        <p:sp>
          <p:nvSpPr>
            <p:cNvPr id="6428" name="Google Shape;6428;p55"/>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5"/>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55"/>
          <p:cNvGrpSpPr/>
          <p:nvPr/>
        </p:nvGrpSpPr>
        <p:grpSpPr>
          <a:xfrm>
            <a:off x="1792533" y="3120038"/>
            <a:ext cx="300016" cy="369273"/>
            <a:chOff x="-39248625" y="3588600"/>
            <a:chExt cx="256775" cy="316050"/>
          </a:xfrm>
        </p:grpSpPr>
        <p:sp>
          <p:nvSpPr>
            <p:cNvPr id="6431" name="Google Shape;6431;p55"/>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5"/>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3" name="Google Shape;6433;p55"/>
          <p:cNvSpPr/>
          <p:nvPr/>
        </p:nvSpPr>
        <p:spPr>
          <a:xfrm>
            <a:off x="1763554" y="357566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5"/>
          <p:cNvSpPr/>
          <p:nvPr/>
        </p:nvSpPr>
        <p:spPr>
          <a:xfrm>
            <a:off x="3953101" y="264710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5" name="Google Shape;6435;p55"/>
          <p:cNvGrpSpPr/>
          <p:nvPr/>
        </p:nvGrpSpPr>
        <p:grpSpPr>
          <a:xfrm>
            <a:off x="1243246" y="1308054"/>
            <a:ext cx="429504" cy="370879"/>
            <a:chOff x="-42651700" y="3217825"/>
            <a:chExt cx="367600" cy="317425"/>
          </a:xfrm>
        </p:grpSpPr>
        <p:sp>
          <p:nvSpPr>
            <p:cNvPr id="6436" name="Google Shape;6436;p55"/>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5"/>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5"/>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5"/>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55"/>
          <p:cNvGrpSpPr/>
          <p:nvPr/>
        </p:nvGrpSpPr>
        <p:grpSpPr>
          <a:xfrm>
            <a:off x="1278678" y="1747704"/>
            <a:ext cx="358640" cy="363226"/>
            <a:chOff x="-42617300" y="3587775"/>
            <a:chExt cx="306950" cy="310875"/>
          </a:xfrm>
        </p:grpSpPr>
        <p:sp>
          <p:nvSpPr>
            <p:cNvPr id="6441" name="Google Shape;6441;p55"/>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5"/>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3" name="Google Shape;6443;p55"/>
          <p:cNvSpPr/>
          <p:nvPr/>
        </p:nvSpPr>
        <p:spPr>
          <a:xfrm>
            <a:off x="1275131" y="218674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4" name="Google Shape;6444;p55"/>
          <p:cNvGrpSpPr/>
          <p:nvPr/>
        </p:nvGrpSpPr>
        <p:grpSpPr>
          <a:xfrm>
            <a:off x="3450506" y="1332445"/>
            <a:ext cx="376926" cy="370324"/>
            <a:chOff x="-40748275" y="3238700"/>
            <a:chExt cx="322600" cy="316950"/>
          </a:xfrm>
        </p:grpSpPr>
        <p:sp>
          <p:nvSpPr>
            <p:cNvPr id="6445" name="Google Shape;6445;p55"/>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5"/>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5"/>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5"/>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5"/>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5"/>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55"/>
          <p:cNvGrpSpPr/>
          <p:nvPr/>
        </p:nvGrpSpPr>
        <p:grpSpPr>
          <a:xfrm>
            <a:off x="3453062" y="1800429"/>
            <a:ext cx="371814" cy="338690"/>
            <a:chOff x="-40745125" y="3632900"/>
            <a:chExt cx="318225" cy="289875"/>
          </a:xfrm>
        </p:grpSpPr>
        <p:sp>
          <p:nvSpPr>
            <p:cNvPr id="6452" name="Google Shape;6452;p55"/>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5"/>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5"/>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5"/>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5"/>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5"/>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5"/>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55"/>
          <p:cNvGrpSpPr/>
          <p:nvPr/>
        </p:nvGrpSpPr>
        <p:grpSpPr>
          <a:xfrm>
            <a:off x="3457209" y="2211639"/>
            <a:ext cx="363518" cy="370178"/>
            <a:chOff x="-40742750" y="3972175"/>
            <a:chExt cx="311125" cy="316825"/>
          </a:xfrm>
        </p:grpSpPr>
        <p:sp>
          <p:nvSpPr>
            <p:cNvPr id="6460" name="Google Shape;6460;p55"/>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5"/>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55"/>
          <p:cNvGrpSpPr/>
          <p:nvPr/>
        </p:nvGrpSpPr>
        <p:grpSpPr>
          <a:xfrm>
            <a:off x="2239871" y="2661807"/>
            <a:ext cx="266892" cy="369974"/>
            <a:chOff x="-38860325" y="3221750"/>
            <a:chExt cx="228425" cy="316650"/>
          </a:xfrm>
        </p:grpSpPr>
        <p:sp>
          <p:nvSpPr>
            <p:cNvPr id="6463" name="Google Shape;6463;p55"/>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5"/>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5"/>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5"/>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7" name="Google Shape;6467;p55"/>
          <p:cNvGrpSpPr/>
          <p:nvPr/>
        </p:nvGrpSpPr>
        <p:grpSpPr>
          <a:xfrm>
            <a:off x="2190678" y="3123864"/>
            <a:ext cx="380081" cy="367111"/>
            <a:chOff x="-38905225" y="3591875"/>
            <a:chExt cx="325300" cy="314200"/>
          </a:xfrm>
        </p:grpSpPr>
        <p:sp>
          <p:nvSpPr>
            <p:cNvPr id="6468" name="Google Shape;6468;p55"/>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5"/>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5"/>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1" name="Google Shape;6471;p55"/>
          <p:cNvSpPr/>
          <p:nvPr/>
        </p:nvSpPr>
        <p:spPr>
          <a:xfrm>
            <a:off x="2198491" y="363364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2" name="Google Shape;6472;p55"/>
          <p:cNvGrpSpPr/>
          <p:nvPr/>
        </p:nvGrpSpPr>
        <p:grpSpPr>
          <a:xfrm>
            <a:off x="3997427" y="3108944"/>
            <a:ext cx="290815" cy="369740"/>
            <a:chOff x="-37370925" y="3579105"/>
            <a:chExt cx="248900" cy="316450"/>
          </a:xfrm>
        </p:grpSpPr>
        <p:sp>
          <p:nvSpPr>
            <p:cNvPr id="6473" name="Google Shape;6473;p55"/>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5"/>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5" name="Google Shape;6475;p55"/>
          <p:cNvSpPr/>
          <p:nvPr/>
        </p:nvSpPr>
        <p:spPr>
          <a:xfrm>
            <a:off x="1697481" y="130874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5"/>
          <p:cNvSpPr/>
          <p:nvPr/>
        </p:nvSpPr>
        <p:spPr>
          <a:xfrm>
            <a:off x="1722323" y="174404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7" name="Google Shape;6477;p55"/>
          <p:cNvGrpSpPr/>
          <p:nvPr/>
        </p:nvGrpSpPr>
        <p:grpSpPr>
          <a:xfrm>
            <a:off x="1690803" y="2187015"/>
            <a:ext cx="371814" cy="369974"/>
            <a:chOff x="-42259725" y="3951100"/>
            <a:chExt cx="318225" cy="316650"/>
          </a:xfrm>
        </p:grpSpPr>
        <p:sp>
          <p:nvSpPr>
            <p:cNvPr id="6478" name="Google Shape;6478;p55"/>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5"/>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55"/>
          <p:cNvGrpSpPr/>
          <p:nvPr/>
        </p:nvGrpSpPr>
        <p:grpSpPr>
          <a:xfrm>
            <a:off x="3889164" y="1366036"/>
            <a:ext cx="370879" cy="337755"/>
            <a:chOff x="-40378075" y="3267450"/>
            <a:chExt cx="317425" cy="289075"/>
          </a:xfrm>
        </p:grpSpPr>
        <p:sp>
          <p:nvSpPr>
            <p:cNvPr id="6481" name="Google Shape;6481;p55"/>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5"/>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5"/>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5"/>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55"/>
          <p:cNvGrpSpPr/>
          <p:nvPr/>
        </p:nvGrpSpPr>
        <p:grpSpPr>
          <a:xfrm>
            <a:off x="3892830" y="1767304"/>
            <a:ext cx="363548" cy="369974"/>
            <a:chOff x="-40372575" y="3604550"/>
            <a:chExt cx="311150" cy="316650"/>
          </a:xfrm>
        </p:grpSpPr>
        <p:sp>
          <p:nvSpPr>
            <p:cNvPr id="6486" name="Google Shape;6486;p55"/>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5"/>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5"/>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9" name="Google Shape;6489;p55"/>
          <p:cNvSpPr/>
          <p:nvPr/>
        </p:nvSpPr>
        <p:spPr>
          <a:xfrm>
            <a:off x="3896162" y="221058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0" name="Google Shape;6490;p55"/>
          <p:cNvGrpSpPr/>
          <p:nvPr/>
        </p:nvGrpSpPr>
        <p:grpSpPr>
          <a:xfrm>
            <a:off x="2616780" y="2659967"/>
            <a:ext cx="399038" cy="372165"/>
            <a:chOff x="-38542250" y="3220175"/>
            <a:chExt cx="341525" cy="318525"/>
          </a:xfrm>
        </p:grpSpPr>
        <p:sp>
          <p:nvSpPr>
            <p:cNvPr id="6491" name="Google Shape;6491;p55"/>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5"/>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5"/>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55"/>
          <p:cNvGrpSpPr/>
          <p:nvPr/>
        </p:nvGrpSpPr>
        <p:grpSpPr>
          <a:xfrm>
            <a:off x="2638712" y="3119337"/>
            <a:ext cx="369974" cy="369068"/>
            <a:chOff x="-38537400" y="3588000"/>
            <a:chExt cx="316650" cy="315875"/>
          </a:xfrm>
        </p:grpSpPr>
        <p:sp>
          <p:nvSpPr>
            <p:cNvPr id="6495" name="Google Shape;6495;p55"/>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5"/>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5"/>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5"/>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55"/>
          <p:cNvGrpSpPr/>
          <p:nvPr/>
        </p:nvGrpSpPr>
        <p:grpSpPr>
          <a:xfrm>
            <a:off x="2637792" y="3576866"/>
            <a:ext cx="371814" cy="369974"/>
            <a:chOff x="-38538975" y="3954250"/>
            <a:chExt cx="318225" cy="316650"/>
          </a:xfrm>
        </p:grpSpPr>
        <p:sp>
          <p:nvSpPr>
            <p:cNvPr id="6500" name="Google Shape;6500;p55"/>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5"/>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55"/>
          <p:cNvGrpSpPr/>
          <p:nvPr/>
        </p:nvGrpSpPr>
        <p:grpSpPr>
          <a:xfrm>
            <a:off x="3955104" y="3571793"/>
            <a:ext cx="375465" cy="371814"/>
            <a:chOff x="-37385100" y="3949908"/>
            <a:chExt cx="321350" cy="318225"/>
          </a:xfrm>
        </p:grpSpPr>
        <p:sp>
          <p:nvSpPr>
            <p:cNvPr id="6503" name="Google Shape;6503;p55"/>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5"/>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55"/>
          <p:cNvGrpSpPr/>
          <p:nvPr/>
        </p:nvGrpSpPr>
        <p:grpSpPr>
          <a:xfrm>
            <a:off x="2130763" y="1307353"/>
            <a:ext cx="370909" cy="370675"/>
            <a:chOff x="-41895050" y="3217225"/>
            <a:chExt cx="317450" cy="317250"/>
          </a:xfrm>
        </p:grpSpPr>
        <p:sp>
          <p:nvSpPr>
            <p:cNvPr id="6506" name="Google Shape;6506;p55"/>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5"/>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5"/>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5"/>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5"/>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1" name="Google Shape;6511;p55"/>
          <p:cNvGrpSpPr/>
          <p:nvPr/>
        </p:nvGrpSpPr>
        <p:grpSpPr>
          <a:xfrm>
            <a:off x="2130310" y="1744287"/>
            <a:ext cx="371814" cy="369974"/>
            <a:chOff x="-41893475" y="3584850"/>
            <a:chExt cx="318225" cy="316650"/>
          </a:xfrm>
        </p:grpSpPr>
        <p:sp>
          <p:nvSpPr>
            <p:cNvPr id="6512" name="Google Shape;6512;p55"/>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5"/>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5"/>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5"/>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6" name="Google Shape;6516;p55"/>
          <p:cNvSpPr/>
          <p:nvPr/>
        </p:nvSpPr>
        <p:spPr>
          <a:xfrm>
            <a:off x="2133283" y="218858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5"/>
          <p:cNvSpPr/>
          <p:nvPr/>
        </p:nvSpPr>
        <p:spPr>
          <a:xfrm>
            <a:off x="845041" y="268092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8" name="Google Shape;6518;p55"/>
          <p:cNvGrpSpPr/>
          <p:nvPr/>
        </p:nvGrpSpPr>
        <p:grpSpPr>
          <a:xfrm>
            <a:off x="900338" y="3139579"/>
            <a:ext cx="337522" cy="370909"/>
            <a:chOff x="-39998250" y="3605325"/>
            <a:chExt cx="288875" cy="317450"/>
          </a:xfrm>
        </p:grpSpPr>
        <p:sp>
          <p:nvSpPr>
            <p:cNvPr id="6519" name="Google Shape;6519;p55"/>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5"/>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55"/>
          <p:cNvGrpSpPr/>
          <p:nvPr/>
        </p:nvGrpSpPr>
        <p:grpSpPr>
          <a:xfrm>
            <a:off x="884112" y="3598043"/>
            <a:ext cx="369974" cy="369945"/>
            <a:chOff x="-40011050" y="3972375"/>
            <a:chExt cx="316650" cy="316625"/>
          </a:xfrm>
        </p:grpSpPr>
        <p:sp>
          <p:nvSpPr>
            <p:cNvPr id="6522" name="Google Shape;6522;p55"/>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5"/>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55"/>
          <p:cNvGrpSpPr/>
          <p:nvPr/>
        </p:nvGrpSpPr>
        <p:grpSpPr>
          <a:xfrm>
            <a:off x="3116043" y="2662742"/>
            <a:ext cx="266921" cy="369039"/>
            <a:chOff x="-38129425" y="3222550"/>
            <a:chExt cx="228450" cy="315850"/>
          </a:xfrm>
        </p:grpSpPr>
        <p:sp>
          <p:nvSpPr>
            <p:cNvPr id="6525" name="Google Shape;6525;p55"/>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5"/>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55"/>
          <p:cNvGrpSpPr/>
          <p:nvPr/>
        </p:nvGrpSpPr>
        <p:grpSpPr>
          <a:xfrm>
            <a:off x="3071012" y="3119337"/>
            <a:ext cx="371785" cy="369974"/>
            <a:chOff x="-38172725" y="3588000"/>
            <a:chExt cx="318200" cy="316650"/>
          </a:xfrm>
        </p:grpSpPr>
        <p:sp>
          <p:nvSpPr>
            <p:cNvPr id="6528" name="Google Shape;6528;p55"/>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5"/>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5"/>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5"/>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5"/>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5"/>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5"/>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5"/>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55"/>
          <p:cNvGrpSpPr/>
          <p:nvPr/>
        </p:nvGrpSpPr>
        <p:grpSpPr>
          <a:xfrm>
            <a:off x="3146914" y="3577772"/>
            <a:ext cx="219981" cy="369974"/>
            <a:chOff x="-38109725" y="3955025"/>
            <a:chExt cx="188275" cy="316650"/>
          </a:xfrm>
        </p:grpSpPr>
        <p:sp>
          <p:nvSpPr>
            <p:cNvPr id="6537" name="Google Shape;6537;p55"/>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5"/>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9" name="Google Shape;6539;p55"/>
          <p:cNvSpPr/>
          <p:nvPr/>
        </p:nvSpPr>
        <p:spPr>
          <a:xfrm>
            <a:off x="2248517" y="403753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0" name="Google Shape;6540;p55"/>
          <p:cNvGrpSpPr/>
          <p:nvPr/>
        </p:nvGrpSpPr>
        <p:grpSpPr>
          <a:xfrm>
            <a:off x="2562313" y="1309193"/>
            <a:ext cx="373654" cy="369068"/>
            <a:chOff x="-41530375" y="3218800"/>
            <a:chExt cx="319800" cy="315875"/>
          </a:xfrm>
        </p:grpSpPr>
        <p:sp>
          <p:nvSpPr>
            <p:cNvPr id="6541" name="Google Shape;6541;p55"/>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5"/>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55"/>
          <p:cNvGrpSpPr/>
          <p:nvPr/>
        </p:nvGrpSpPr>
        <p:grpSpPr>
          <a:xfrm>
            <a:off x="2564607" y="1824351"/>
            <a:ext cx="369068" cy="289004"/>
            <a:chOff x="-41526450" y="3653375"/>
            <a:chExt cx="315875" cy="247350"/>
          </a:xfrm>
        </p:grpSpPr>
        <p:sp>
          <p:nvSpPr>
            <p:cNvPr id="6544" name="Google Shape;6544;p55"/>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5"/>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55"/>
          <p:cNvGrpSpPr/>
          <p:nvPr/>
        </p:nvGrpSpPr>
        <p:grpSpPr>
          <a:xfrm>
            <a:off x="2565994" y="2187015"/>
            <a:ext cx="366293" cy="369974"/>
            <a:chOff x="-41526450" y="3951100"/>
            <a:chExt cx="313500" cy="316650"/>
          </a:xfrm>
        </p:grpSpPr>
        <p:sp>
          <p:nvSpPr>
            <p:cNvPr id="6547" name="Google Shape;6547;p55"/>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5"/>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5"/>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55"/>
          <p:cNvGrpSpPr/>
          <p:nvPr/>
        </p:nvGrpSpPr>
        <p:grpSpPr>
          <a:xfrm>
            <a:off x="1331249" y="2681144"/>
            <a:ext cx="339595" cy="371814"/>
            <a:chOff x="-39625900" y="3238300"/>
            <a:chExt cx="290650" cy="318225"/>
          </a:xfrm>
        </p:grpSpPr>
        <p:sp>
          <p:nvSpPr>
            <p:cNvPr id="6551" name="Google Shape;6551;p55"/>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5"/>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3" name="Google Shape;6553;p55"/>
          <p:cNvSpPr/>
          <p:nvPr/>
        </p:nvSpPr>
        <p:spPr>
          <a:xfrm>
            <a:off x="1353422" y="314027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4" name="Google Shape;6554;p55"/>
          <p:cNvGrpSpPr/>
          <p:nvPr/>
        </p:nvGrpSpPr>
        <p:grpSpPr>
          <a:xfrm>
            <a:off x="1325300" y="3597605"/>
            <a:ext cx="366293" cy="370441"/>
            <a:chOff x="-39647175" y="3972000"/>
            <a:chExt cx="313500" cy="317050"/>
          </a:xfrm>
        </p:grpSpPr>
        <p:sp>
          <p:nvSpPr>
            <p:cNvPr id="6555" name="Google Shape;6555;p55"/>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5"/>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5"/>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8" name="Google Shape;6558;p55"/>
          <p:cNvGrpSpPr/>
          <p:nvPr/>
        </p:nvGrpSpPr>
        <p:grpSpPr>
          <a:xfrm>
            <a:off x="3494427" y="2661603"/>
            <a:ext cx="375495" cy="370879"/>
            <a:chOff x="-37808850" y="3221575"/>
            <a:chExt cx="321375" cy="317425"/>
          </a:xfrm>
        </p:grpSpPr>
        <p:sp>
          <p:nvSpPr>
            <p:cNvPr id="6559" name="Google Shape;6559;p55"/>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5"/>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55"/>
          <p:cNvGrpSpPr/>
          <p:nvPr/>
        </p:nvGrpSpPr>
        <p:grpSpPr>
          <a:xfrm>
            <a:off x="3503201" y="3183634"/>
            <a:ext cx="372749" cy="241158"/>
            <a:chOff x="-37806500" y="3643030"/>
            <a:chExt cx="319025" cy="206400"/>
          </a:xfrm>
        </p:grpSpPr>
        <p:sp>
          <p:nvSpPr>
            <p:cNvPr id="6562" name="Google Shape;6562;p55"/>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5"/>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55"/>
          <p:cNvGrpSpPr/>
          <p:nvPr/>
        </p:nvGrpSpPr>
        <p:grpSpPr>
          <a:xfrm>
            <a:off x="3505508" y="3575931"/>
            <a:ext cx="368134" cy="371814"/>
            <a:chOff x="-37804925" y="3953450"/>
            <a:chExt cx="315075" cy="318225"/>
          </a:xfrm>
        </p:grpSpPr>
        <p:sp>
          <p:nvSpPr>
            <p:cNvPr id="6565" name="Google Shape;6565;p55"/>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5"/>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5"/>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8" name="Google Shape;6568;p55"/>
          <p:cNvSpPr/>
          <p:nvPr/>
        </p:nvSpPr>
        <p:spPr>
          <a:xfrm>
            <a:off x="2754452" y="404067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9" name="Google Shape;6569;p55"/>
          <p:cNvGrpSpPr/>
          <p:nvPr/>
        </p:nvGrpSpPr>
        <p:grpSpPr>
          <a:xfrm>
            <a:off x="4860977" y="1328538"/>
            <a:ext cx="355663" cy="308725"/>
            <a:chOff x="-28462125" y="3199700"/>
            <a:chExt cx="298550" cy="259150"/>
          </a:xfrm>
        </p:grpSpPr>
        <p:sp>
          <p:nvSpPr>
            <p:cNvPr id="6570" name="Google Shape;6570;p55"/>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5"/>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5"/>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55"/>
          <p:cNvGrpSpPr/>
          <p:nvPr/>
        </p:nvGrpSpPr>
        <p:grpSpPr>
          <a:xfrm>
            <a:off x="4861930" y="1763228"/>
            <a:ext cx="353757" cy="352833"/>
            <a:chOff x="-28461325" y="3545475"/>
            <a:chExt cx="296950" cy="296175"/>
          </a:xfrm>
        </p:grpSpPr>
        <p:sp>
          <p:nvSpPr>
            <p:cNvPr id="6574" name="Google Shape;6574;p55"/>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5"/>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5"/>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5"/>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5"/>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5"/>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0" name="Google Shape;6580;p55"/>
          <p:cNvGrpSpPr/>
          <p:nvPr/>
        </p:nvGrpSpPr>
        <p:grpSpPr>
          <a:xfrm>
            <a:off x="4858162" y="2213272"/>
            <a:ext cx="361292" cy="352803"/>
            <a:chOff x="-28463700" y="3914875"/>
            <a:chExt cx="303275" cy="296150"/>
          </a:xfrm>
        </p:grpSpPr>
        <p:sp>
          <p:nvSpPr>
            <p:cNvPr id="6581" name="Google Shape;6581;p55"/>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5"/>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55"/>
          <p:cNvGrpSpPr/>
          <p:nvPr/>
        </p:nvGrpSpPr>
        <p:grpSpPr>
          <a:xfrm>
            <a:off x="7092947" y="1369355"/>
            <a:ext cx="351880" cy="227092"/>
            <a:chOff x="-26573400" y="3224125"/>
            <a:chExt cx="295375" cy="190625"/>
          </a:xfrm>
        </p:grpSpPr>
        <p:sp>
          <p:nvSpPr>
            <p:cNvPr id="6584" name="Google Shape;6584;p55"/>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5"/>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55"/>
          <p:cNvGrpSpPr/>
          <p:nvPr/>
        </p:nvGrpSpPr>
        <p:grpSpPr>
          <a:xfrm>
            <a:off x="7092947" y="1763690"/>
            <a:ext cx="351880" cy="351910"/>
            <a:chOff x="-26573400" y="3546250"/>
            <a:chExt cx="295375" cy="295400"/>
          </a:xfrm>
        </p:grpSpPr>
        <p:sp>
          <p:nvSpPr>
            <p:cNvPr id="6587" name="Google Shape;6587;p55"/>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5"/>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5"/>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5"/>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5"/>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55"/>
          <p:cNvGrpSpPr/>
          <p:nvPr/>
        </p:nvGrpSpPr>
        <p:grpSpPr>
          <a:xfrm>
            <a:off x="7081228" y="2213599"/>
            <a:ext cx="375319" cy="352148"/>
            <a:chOff x="-26583625" y="3917025"/>
            <a:chExt cx="315050" cy="295600"/>
          </a:xfrm>
        </p:grpSpPr>
        <p:sp>
          <p:nvSpPr>
            <p:cNvPr id="6593" name="Google Shape;6593;p55"/>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5"/>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5"/>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5"/>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7" name="Google Shape;6597;p55"/>
          <p:cNvSpPr/>
          <p:nvPr/>
        </p:nvSpPr>
        <p:spPr>
          <a:xfrm>
            <a:off x="5748315"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8" name="Google Shape;6598;p55"/>
          <p:cNvGrpSpPr/>
          <p:nvPr/>
        </p:nvGrpSpPr>
        <p:grpSpPr>
          <a:xfrm>
            <a:off x="5779742" y="3172629"/>
            <a:ext cx="289039" cy="352833"/>
            <a:chOff x="-24694925" y="3518700"/>
            <a:chExt cx="242625" cy="296175"/>
          </a:xfrm>
        </p:grpSpPr>
        <p:sp>
          <p:nvSpPr>
            <p:cNvPr id="6599" name="Google Shape;6599;p55"/>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5"/>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5"/>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5"/>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3" name="Google Shape;6603;p55"/>
          <p:cNvGrpSpPr/>
          <p:nvPr/>
        </p:nvGrpSpPr>
        <p:grpSpPr>
          <a:xfrm>
            <a:off x="5779280" y="3622657"/>
            <a:ext cx="289962" cy="352833"/>
            <a:chOff x="-24709100" y="3888875"/>
            <a:chExt cx="243400" cy="296175"/>
          </a:xfrm>
        </p:grpSpPr>
        <p:sp>
          <p:nvSpPr>
            <p:cNvPr id="6604" name="Google Shape;6604;p55"/>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5"/>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5"/>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7" name="Google Shape;6607;p55"/>
          <p:cNvGrpSpPr/>
          <p:nvPr/>
        </p:nvGrpSpPr>
        <p:grpSpPr>
          <a:xfrm>
            <a:off x="7979280" y="2695320"/>
            <a:ext cx="356556" cy="349557"/>
            <a:chOff x="-22863675" y="3131775"/>
            <a:chExt cx="299300" cy="293425"/>
          </a:xfrm>
        </p:grpSpPr>
        <p:sp>
          <p:nvSpPr>
            <p:cNvPr id="6608" name="Google Shape;6608;p55"/>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5"/>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5"/>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55"/>
          <p:cNvGrpSpPr/>
          <p:nvPr/>
        </p:nvGrpSpPr>
        <p:grpSpPr>
          <a:xfrm>
            <a:off x="5322144" y="1306499"/>
            <a:ext cx="310602" cy="352803"/>
            <a:chOff x="-28069875" y="3175300"/>
            <a:chExt cx="260725" cy="296150"/>
          </a:xfrm>
        </p:grpSpPr>
        <p:sp>
          <p:nvSpPr>
            <p:cNvPr id="6612" name="Google Shape;6612;p55"/>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5"/>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5"/>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5"/>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5"/>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5"/>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5"/>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5"/>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5"/>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1" name="Google Shape;6621;p55"/>
          <p:cNvSpPr/>
          <p:nvPr/>
        </p:nvSpPr>
        <p:spPr>
          <a:xfrm>
            <a:off x="5301578"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2" name="Google Shape;6622;p55"/>
          <p:cNvGrpSpPr/>
          <p:nvPr/>
        </p:nvGrpSpPr>
        <p:grpSpPr>
          <a:xfrm>
            <a:off x="5363423" y="2213733"/>
            <a:ext cx="228045" cy="351880"/>
            <a:chOff x="-28032075" y="3916450"/>
            <a:chExt cx="191425" cy="295375"/>
          </a:xfrm>
        </p:grpSpPr>
        <p:sp>
          <p:nvSpPr>
            <p:cNvPr id="6623" name="Google Shape;6623;p55"/>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5"/>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5"/>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55"/>
          <p:cNvGrpSpPr/>
          <p:nvPr/>
        </p:nvGrpSpPr>
        <p:grpSpPr>
          <a:xfrm>
            <a:off x="7528769" y="1306484"/>
            <a:ext cx="352833" cy="352833"/>
            <a:chOff x="-26201650" y="3176075"/>
            <a:chExt cx="296175" cy="296175"/>
          </a:xfrm>
        </p:grpSpPr>
        <p:sp>
          <p:nvSpPr>
            <p:cNvPr id="6627" name="Google Shape;6627;p55"/>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5"/>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55"/>
          <p:cNvGrpSpPr/>
          <p:nvPr/>
        </p:nvGrpSpPr>
        <p:grpSpPr>
          <a:xfrm>
            <a:off x="7528293" y="1763705"/>
            <a:ext cx="353786" cy="351880"/>
            <a:chOff x="-26204800" y="3547050"/>
            <a:chExt cx="296975" cy="295375"/>
          </a:xfrm>
        </p:grpSpPr>
        <p:sp>
          <p:nvSpPr>
            <p:cNvPr id="6630" name="Google Shape;6630;p55"/>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5"/>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2" name="Google Shape;6632;p55"/>
          <p:cNvSpPr/>
          <p:nvPr/>
        </p:nvSpPr>
        <p:spPr>
          <a:xfrm>
            <a:off x="7561179"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3" name="Google Shape;6633;p55"/>
          <p:cNvGrpSpPr/>
          <p:nvPr/>
        </p:nvGrpSpPr>
        <p:grpSpPr>
          <a:xfrm>
            <a:off x="6199548" y="2693683"/>
            <a:ext cx="345328" cy="352833"/>
            <a:chOff x="-24353875" y="3147725"/>
            <a:chExt cx="289875" cy="296175"/>
          </a:xfrm>
        </p:grpSpPr>
        <p:sp>
          <p:nvSpPr>
            <p:cNvPr id="6634" name="Google Shape;6634;p55"/>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5"/>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55"/>
          <p:cNvGrpSpPr/>
          <p:nvPr/>
        </p:nvGrpSpPr>
        <p:grpSpPr>
          <a:xfrm>
            <a:off x="6207530" y="3173090"/>
            <a:ext cx="329365" cy="351910"/>
            <a:chOff x="-24344425" y="3519475"/>
            <a:chExt cx="276475" cy="295400"/>
          </a:xfrm>
        </p:grpSpPr>
        <p:sp>
          <p:nvSpPr>
            <p:cNvPr id="6637" name="Google Shape;6637;p55"/>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5"/>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55"/>
          <p:cNvGrpSpPr/>
          <p:nvPr/>
        </p:nvGrpSpPr>
        <p:grpSpPr>
          <a:xfrm>
            <a:off x="6197210" y="3625010"/>
            <a:ext cx="350004" cy="348128"/>
            <a:chOff x="-24353075" y="3891250"/>
            <a:chExt cx="293800" cy="292225"/>
          </a:xfrm>
        </p:grpSpPr>
        <p:sp>
          <p:nvSpPr>
            <p:cNvPr id="6640" name="Google Shape;6640;p55"/>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5"/>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55"/>
          <p:cNvGrpSpPr/>
          <p:nvPr/>
        </p:nvGrpSpPr>
        <p:grpSpPr>
          <a:xfrm>
            <a:off x="7980681" y="3173313"/>
            <a:ext cx="353757" cy="351463"/>
            <a:chOff x="-22845575" y="3504075"/>
            <a:chExt cx="296950" cy="295025"/>
          </a:xfrm>
        </p:grpSpPr>
        <p:sp>
          <p:nvSpPr>
            <p:cNvPr id="6643" name="Google Shape;6643;p55"/>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5"/>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55"/>
          <p:cNvGrpSpPr/>
          <p:nvPr/>
        </p:nvGrpSpPr>
        <p:grpSpPr>
          <a:xfrm>
            <a:off x="5773862" y="1306961"/>
            <a:ext cx="299344" cy="351880"/>
            <a:chOff x="-27691025" y="3175300"/>
            <a:chExt cx="251275" cy="295375"/>
          </a:xfrm>
        </p:grpSpPr>
        <p:sp>
          <p:nvSpPr>
            <p:cNvPr id="6646" name="Google Shape;6646;p55"/>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5"/>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5"/>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5"/>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0" name="Google Shape;6650;p55"/>
          <p:cNvGrpSpPr/>
          <p:nvPr/>
        </p:nvGrpSpPr>
        <p:grpSpPr>
          <a:xfrm>
            <a:off x="5746179" y="1825637"/>
            <a:ext cx="354710" cy="228015"/>
            <a:chOff x="-27721750" y="3598250"/>
            <a:chExt cx="297750" cy="191400"/>
          </a:xfrm>
        </p:grpSpPr>
        <p:sp>
          <p:nvSpPr>
            <p:cNvPr id="6651" name="Google Shape;6651;p55"/>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5"/>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55"/>
          <p:cNvGrpSpPr/>
          <p:nvPr/>
        </p:nvGrpSpPr>
        <p:grpSpPr>
          <a:xfrm>
            <a:off x="5747579" y="2219183"/>
            <a:ext cx="351910" cy="340980"/>
            <a:chOff x="-27719400" y="3925600"/>
            <a:chExt cx="295400" cy="286225"/>
          </a:xfrm>
        </p:grpSpPr>
        <p:sp>
          <p:nvSpPr>
            <p:cNvPr id="6654" name="Google Shape;6654;p55"/>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5"/>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55"/>
          <p:cNvGrpSpPr/>
          <p:nvPr/>
        </p:nvGrpSpPr>
        <p:grpSpPr>
          <a:xfrm>
            <a:off x="7968851" y="1306023"/>
            <a:ext cx="353757" cy="353757"/>
            <a:chOff x="-25834600" y="3176875"/>
            <a:chExt cx="296950" cy="296950"/>
          </a:xfrm>
        </p:grpSpPr>
        <p:sp>
          <p:nvSpPr>
            <p:cNvPr id="6657" name="Google Shape;6657;p55"/>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5"/>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5"/>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5"/>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5"/>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55"/>
          <p:cNvGrpSpPr/>
          <p:nvPr/>
        </p:nvGrpSpPr>
        <p:grpSpPr>
          <a:xfrm>
            <a:off x="7968851" y="1774024"/>
            <a:ext cx="353757" cy="331241"/>
            <a:chOff x="-25834600" y="3564375"/>
            <a:chExt cx="296950" cy="278050"/>
          </a:xfrm>
        </p:grpSpPr>
        <p:sp>
          <p:nvSpPr>
            <p:cNvPr id="6663" name="Google Shape;6663;p55"/>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5"/>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5"/>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5"/>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5"/>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5"/>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5"/>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5"/>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55"/>
          <p:cNvGrpSpPr/>
          <p:nvPr/>
        </p:nvGrpSpPr>
        <p:grpSpPr>
          <a:xfrm>
            <a:off x="7966974" y="2213376"/>
            <a:ext cx="357509" cy="352595"/>
            <a:chOff x="-25834600" y="3915850"/>
            <a:chExt cx="300100" cy="295975"/>
          </a:xfrm>
        </p:grpSpPr>
        <p:sp>
          <p:nvSpPr>
            <p:cNvPr id="6672" name="Google Shape;6672;p55"/>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5"/>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5"/>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55"/>
          <p:cNvGrpSpPr/>
          <p:nvPr/>
        </p:nvGrpSpPr>
        <p:grpSpPr>
          <a:xfrm>
            <a:off x="6702402" y="2694606"/>
            <a:ext cx="228968" cy="350987"/>
            <a:chOff x="-23930925" y="3149300"/>
            <a:chExt cx="192200" cy="294625"/>
          </a:xfrm>
        </p:grpSpPr>
        <p:sp>
          <p:nvSpPr>
            <p:cNvPr id="6676" name="Google Shape;6676;p55"/>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5"/>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5"/>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5"/>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55"/>
          <p:cNvGrpSpPr/>
          <p:nvPr/>
        </p:nvGrpSpPr>
        <p:grpSpPr>
          <a:xfrm>
            <a:off x="6659232" y="3173090"/>
            <a:ext cx="315307" cy="351910"/>
            <a:chOff x="-23962425" y="3519475"/>
            <a:chExt cx="264675" cy="295400"/>
          </a:xfrm>
        </p:grpSpPr>
        <p:sp>
          <p:nvSpPr>
            <p:cNvPr id="6681" name="Google Shape;6681;p55"/>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5"/>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3" name="Google Shape;6683;p55"/>
          <p:cNvSpPr/>
          <p:nvPr/>
        </p:nvSpPr>
        <p:spPr>
          <a:xfrm>
            <a:off x="6629668"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4" name="Google Shape;6684;p55"/>
          <p:cNvGrpSpPr/>
          <p:nvPr/>
        </p:nvGrpSpPr>
        <p:grpSpPr>
          <a:xfrm>
            <a:off x="8037908" y="3623134"/>
            <a:ext cx="239302" cy="351880"/>
            <a:chOff x="-22788075" y="3904625"/>
            <a:chExt cx="200875" cy="295375"/>
          </a:xfrm>
        </p:grpSpPr>
        <p:sp>
          <p:nvSpPr>
            <p:cNvPr id="6685" name="Google Shape;6685;p55"/>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5"/>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5"/>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5"/>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55"/>
          <p:cNvGrpSpPr/>
          <p:nvPr/>
        </p:nvGrpSpPr>
        <p:grpSpPr>
          <a:xfrm>
            <a:off x="6193206" y="1306499"/>
            <a:ext cx="354710" cy="352803"/>
            <a:chOff x="-27351575" y="3175300"/>
            <a:chExt cx="297750" cy="296150"/>
          </a:xfrm>
        </p:grpSpPr>
        <p:sp>
          <p:nvSpPr>
            <p:cNvPr id="6690" name="Google Shape;6690;p55"/>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5"/>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5"/>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5"/>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55"/>
          <p:cNvGrpSpPr/>
          <p:nvPr/>
        </p:nvGrpSpPr>
        <p:grpSpPr>
          <a:xfrm>
            <a:off x="6235914" y="1763109"/>
            <a:ext cx="269293" cy="353072"/>
            <a:chOff x="-27313750" y="3545275"/>
            <a:chExt cx="226050" cy="296375"/>
          </a:xfrm>
        </p:grpSpPr>
        <p:sp>
          <p:nvSpPr>
            <p:cNvPr id="6695" name="Google Shape;6695;p55"/>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5"/>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5"/>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55"/>
          <p:cNvGrpSpPr/>
          <p:nvPr/>
        </p:nvGrpSpPr>
        <p:grpSpPr>
          <a:xfrm>
            <a:off x="6193206" y="2211380"/>
            <a:ext cx="354710" cy="356586"/>
            <a:chOff x="-27351575" y="3915650"/>
            <a:chExt cx="297750" cy="299325"/>
          </a:xfrm>
        </p:grpSpPr>
        <p:sp>
          <p:nvSpPr>
            <p:cNvPr id="6699" name="Google Shape;6699;p55"/>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5"/>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55"/>
          <p:cNvGrpSpPr/>
          <p:nvPr/>
        </p:nvGrpSpPr>
        <p:grpSpPr>
          <a:xfrm>
            <a:off x="4880696" y="2693579"/>
            <a:ext cx="319060" cy="353042"/>
            <a:chOff x="-25445525" y="3175900"/>
            <a:chExt cx="267825" cy="296350"/>
          </a:xfrm>
        </p:grpSpPr>
        <p:sp>
          <p:nvSpPr>
            <p:cNvPr id="6702" name="Google Shape;6702;p55"/>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5"/>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5"/>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5" name="Google Shape;6705;p55"/>
          <p:cNvGrpSpPr/>
          <p:nvPr/>
        </p:nvGrpSpPr>
        <p:grpSpPr>
          <a:xfrm>
            <a:off x="4862410" y="3183902"/>
            <a:ext cx="355633" cy="330288"/>
            <a:chOff x="-25465200" y="3565175"/>
            <a:chExt cx="298525" cy="277250"/>
          </a:xfrm>
        </p:grpSpPr>
        <p:sp>
          <p:nvSpPr>
            <p:cNvPr id="6706" name="Google Shape;6706;p55"/>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5"/>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8" name="Google Shape;6708;p55"/>
          <p:cNvGrpSpPr/>
          <p:nvPr/>
        </p:nvGrpSpPr>
        <p:grpSpPr>
          <a:xfrm>
            <a:off x="4861948" y="3623432"/>
            <a:ext cx="356556" cy="351285"/>
            <a:chOff x="-25465200" y="3916150"/>
            <a:chExt cx="299300" cy="294875"/>
          </a:xfrm>
        </p:grpSpPr>
        <p:sp>
          <p:nvSpPr>
            <p:cNvPr id="6709" name="Google Shape;6709;p55"/>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5"/>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55"/>
          <p:cNvGrpSpPr/>
          <p:nvPr/>
        </p:nvGrpSpPr>
        <p:grpSpPr>
          <a:xfrm>
            <a:off x="7089388" y="2693698"/>
            <a:ext cx="351880" cy="352803"/>
            <a:chOff x="-23615075" y="3148525"/>
            <a:chExt cx="295375" cy="296150"/>
          </a:xfrm>
        </p:grpSpPr>
        <p:sp>
          <p:nvSpPr>
            <p:cNvPr id="6712" name="Google Shape;6712;p55"/>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5"/>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5"/>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5"/>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6" name="Google Shape;6716;p55"/>
          <p:cNvSpPr/>
          <p:nvPr/>
        </p:nvSpPr>
        <p:spPr>
          <a:xfrm>
            <a:off x="7087484"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7" name="Google Shape;6717;p55"/>
          <p:cNvGrpSpPr/>
          <p:nvPr/>
        </p:nvGrpSpPr>
        <p:grpSpPr>
          <a:xfrm>
            <a:off x="7088911" y="3632977"/>
            <a:ext cx="352833" cy="332194"/>
            <a:chOff x="-23615075" y="3906200"/>
            <a:chExt cx="296175" cy="278850"/>
          </a:xfrm>
        </p:grpSpPr>
        <p:sp>
          <p:nvSpPr>
            <p:cNvPr id="6718" name="Google Shape;6718;p55"/>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5"/>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5"/>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1" name="Google Shape;6721;p55"/>
          <p:cNvSpPr/>
          <p:nvPr/>
        </p:nvSpPr>
        <p:spPr>
          <a:xfrm>
            <a:off x="6207743"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2" name="Google Shape;6722;p55"/>
          <p:cNvGrpSpPr/>
          <p:nvPr/>
        </p:nvGrpSpPr>
        <p:grpSpPr>
          <a:xfrm>
            <a:off x="6637880" y="1306618"/>
            <a:ext cx="353757" cy="352565"/>
            <a:chOff x="-26980600" y="3175500"/>
            <a:chExt cx="296950" cy="295950"/>
          </a:xfrm>
        </p:grpSpPr>
        <p:sp>
          <p:nvSpPr>
            <p:cNvPr id="6723" name="Google Shape;6723;p55"/>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5"/>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5"/>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6" name="Google Shape;6726;p55"/>
          <p:cNvSpPr/>
          <p:nvPr/>
        </p:nvSpPr>
        <p:spPr>
          <a:xfrm>
            <a:off x="6660447"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7" name="Google Shape;6727;p55"/>
          <p:cNvGrpSpPr/>
          <p:nvPr/>
        </p:nvGrpSpPr>
        <p:grpSpPr>
          <a:xfrm>
            <a:off x="6638357" y="2245154"/>
            <a:ext cx="352803" cy="289039"/>
            <a:chOff x="-26981375" y="3951875"/>
            <a:chExt cx="296150" cy="242625"/>
          </a:xfrm>
        </p:grpSpPr>
        <p:sp>
          <p:nvSpPr>
            <p:cNvPr id="6728" name="Google Shape;6728;p55"/>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5"/>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5"/>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55"/>
          <p:cNvGrpSpPr/>
          <p:nvPr/>
        </p:nvGrpSpPr>
        <p:grpSpPr>
          <a:xfrm>
            <a:off x="5303399" y="2692745"/>
            <a:ext cx="351910" cy="354710"/>
            <a:chOff x="-25094250" y="3176075"/>
            <a:chExt cx="295400" cy="297750"/>
          </a:xfrm>
        </p:grpSpPr>
        <p:sp>
          <p:nvSpPr>
            <p:cNvPr id="6732" name="Google Shape;6732;p55"/>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5"/>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5"/>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55"/>
          <p:cNvGrpSpPr/>
          <p:nvPr/>
        </p:nvGrpSpPr>
        <p:grpSpPr>
          <a:xfrm>
            <a:off x="5303399" y="3173106"/>
            <a:ext cx="351910" cy="351880"/>
            <a:chOff x="-25094250" y="3547050"/>
            <a:chExt cx="295400" cy="295375"/>
          </a:xfrm>
        </p:grpSpPr>
        <p:sp>
          <p:nvSpPr>
            <p:cNvPr id="6736" name="Google Shape;6736;p55"/>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5"/>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5"/>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5"/>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5"/>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1" name="Google Shape;6741;p55"/>
          <p:cNvSpPr/>
          <p:nvPr/>
        </p:nvSpPr>
        <p:spPr>
          <a:xfrm>
            <a:off x="5303415"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2" name="Google Shape;6742;p55"/>
          <p:cNvGrpSpPr/>
          <p:nvPr/>
        </p:nvGrpSpPr>
        <p:grpSpPr>
          <a:xfrm>
            <a:off x="7535476" y="2693698"/>
            <a:ext cx="352803" cy="352803"/>
            <a:chOff x="-23245675" y="3148525"/>
            <a:chExt cx="296150" cy="296150"/>
          </a:xfrm>
        </p:grpSpPr>
        <p:sp>
          <p:nvSpPr>
            <p:cNvPr id="6743" name="Google Shape;6743;p55"/>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5"/>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5"/>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6" name="Google Shape;6746;p55"/>
          <p:cNvSpPr/>
          <p:nvPr/>
        </p:nvSpPr>
        <p:spPr>
          <a:xfrm>
            <a:off x="7577658"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7" name="Google Shape;6747;p55"/>
          <p:cNvGrpSpPr/>
          <p:nvPr/>
        </p:nvGrpSpPr>
        <p:grpSpPr>
          <a:xfrm>
            <a:off x="7535938" y="3622672"/>
            <a:ext cx="351880" cy="352803"/>
            <a:chOff x="-23244900" y="3888100"/>
            <a:chExt cx="295375" cy="296150"/>
          </a:xfrm>
        </p:grpSpPr>
        <p:sp>
          <p:nvSpPr>
            <p:cNvPr id="6748" name="Google Shape;6748;p55"/>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5"/>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5"/>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5"/>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5"/>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5"/>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5"/>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5"/>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5"/>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5"/>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5"/>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9" name="Google Shape;6759;p55"/>
          <p:cNvSpPr/>
          <p:nvPr/>
        </p:nvSpPr>
        <p:spPr>
          <a:xfrm>
            <a:off x="6612202"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5"/>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6761" name="Google Shape;6761;p55"/>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65" name="Shape 6765"/>
        <p:cNvGrpSpPr/>
        <p:nvPr/>
      </p:nvGrpSpPr>
      <p:grpSpPr>
        <a:xfrm>
          <a:off x="0" y="0"/>
          <a:ext cx="0" cy="0"/>
          <a:chOff x="0" y="0"/>
          <a:chExt cx="0" cy="0"/>
        </a:xfrm>
      </p:grpSpPr>
      <p:sp>
        <p:nvSpPr>
          <p:cNvPr id="6766" name="Google Shape;6766;p56"/>
          <p:cNvSpPr/>
          <p:nvPr/>
        </p:nvSpPr>
        <p:spPr>
          <a:xfrm>
            <a:off x="849879" y="13804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7" name="Google Shape;6767;p56"/>
          <p:cNvGrpSpPr/>
          <p:nvPr/>
        </p:nvGrpSpPr>
        <p:grpSpPr>
          <a:xfrm>
            <a:off x="850004" y="1823018"/>
            <a:ext cx="367261" cy="367261"/>
            <a:chOff x="-65145700" y="3727425"/>
            <a:chExt cx="317425" cy="317425"/>
          </a:xfrm>
        </p:grpSpPr>
        <p:sp>
          <p:nvSpPr>
            <p:cNvPr id="6768" name="Google Shape;6768;p5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56"/>
          <p:cNvGrpSpPr/>
          <p:nvPr/>
        </p:nvGrpSpPr>
        <p:grpSpPr>
          <a:xfrm>
            <a:off x="853201" y="2251933"/>
            <a:ext cx="360868" cy="367261"/>
            <a:chOff x="-65144125" y="4094450"/>
            <a:chExt cx="311900" cy="317425"/>
          </a:xfrm>
        </p:grpSpPr>
        <p:sp>
          <p:nvSpPr>
            <p:cNvPr id="6771" name="Google Shape;6771;p5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4" name="Google Shape;6774;p56"/>
          <p:cNvSpPr/>
          <p:nvPr/>
        </p:nvSpPr>
        <p:spPr>
          <a:xfrm>
            <a:off x="3057429" y="13790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5" name="Google Shape;6775;p56"/>
          <p:cNvGrpSpPr/>
          <p:nvPr/>
        </p:nvGrpSpPr>
        <p:grpSpPr>
          <a:xfrm>
            <a:off x="3056770" y="1822628"/>
            <a:ext cx="370645" cy="368042"/>
            <a:chOff x="-63250675" y="3744075"/>
            <a:chExt cx="320350" cy="318100"/>
          </a:xfrm>
        </p:grpSpPr>
        <p:sp>
          <p:nvSpPr>
            <p:cNvPr id="6776" name="Google Shape;6776;p5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9" name="Google Shape;6779;p56"/>
          <p:cNvGrpSpPr/>
          <p:nvPr/>
        </p:nvGrpSpPr>
        <p:grpSpPr>
          <a:xfrm>
            <a:off x="3058462" y="2251933"/>
            <a:ext cx="367261" cy="367261"/>
            <a:chOff x="-63250675" y="4110200"/>
            <a:chExt cx="317425" cy="317425"/>
          </a:xfrm>
        </p:grpSpPr>
        <p:sp>
          <p:nvSpPr>
            <p:cNvPr id="6780" name="Google Shape;6780;p5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56"/>
          <p:cNvGrpSpPr/>
          <p:nvPr/>
        </p:nvGrpSpPr>
        <p:grpSpPr>
          <a:xfrm>
            <a:off x="1737509" y="2749028"/>
            <a:ext cx="359075" cy="358844"/>
            <a:chOff x="-61351725" y="3372400"/>
            <a:chExt cx="310350" cy="310150"/>
          </a:xfrm>
        </p:grpSpPr>
        <p:sp>
          <p:nvSpPr>
            <p:cNvPr id="6790" name="Google Shape;6790;p5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56"/>
          <p:cNvGrpSpPr/>
          <p:nvPr/>
        </p:nvGrpSpPr>
        <p:grpSpPr>
          <a:xfrm>
            <a:off x="1733864" y="3212084"/>
            <a:ext cx="366364" cy="333534"/>
            <a:chOff x="-61354875" y="3751050"/>
            <a:chExt cx="316650" cy="288275"/>
          </a:xfrm>
        </p:grpSpPr>
        <p:sp>
          <p:nvSpPr>
            <p:cNvPr id="6794" name="Google Shape;6794;p5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56"/>
          <p:cNvGrpSpPr/>
          <p:nvPr/>
        </p:nvGrpSpPr>
        <p:grpSpPr>
          <a:xfrm>
            <a:off x="1733864" y="3653724"/>
            <a:ext cx="366364" cy="367290"/>
            <a:chOff x="-61354875" y="4101525"/>
            <a:chExt cx="316650" cy="317450"/>
          </a:xfrm>
        </p:grpSpPr>
        <p:sp>
          <p:nvSpPr>
            <p:cNvPr id="6798" name="Google Shape;6798;p5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56"/>
          <p:cNvGrpSpPr/>
          <p:nvPr/>
        </p:nvGrpSpPr>
        <p:grpSpPr>
          <a:xfrm>
            <a:off x="3950299" y="2745600"/>
            <a:ext cx="368157" cy="365699"/>
            <a:chOff x="-59470075" y="3308975"/>
            <a:chExt cx="318200" cy="316075"/>
          </a:xfrm>
        </p:grpSpPr>
        <p:sp>
          <p:nvSpPr>
            <p:cNvPr id="6801" name="Google Shape;6801;p5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56"/>
          <p:cNvGrpSpPr/>
          <p:nvPr/>
        </p:nvGrpSpPr>
        <p:grpSpPr>
          <a:xfrm>
            <a:off x="1295729" y="1381305"/>
            <a:ext cx="367261" cy="364686"/>
            <a:chOff x="-64781025" y="3361050"/>
            <a:chExt cx="317425" cy="315200"/>
          </a:xfrm>
        </p:grpSpPr>
        <p:sp>
          <p:nvSpPr>
            <p:cNvPr id="6811" name="Google Shape;6811;p5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5" name="Google Shape;6815;p56"/>
          <p:cNvSpPr/>
          <p:nvPr/>
        </p:nvSpPr>
        <p:spPr>
          <a:xfrm>
            <a:off x="1295604" y="18239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6"/>
          <p:cNvSpPr/>
          <p:nvPr/>
        </p:nvSpPr>
        <p:spPr>
          <a:xfrm>
            <a:off x="1322938" y="22519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6"/>
          <p:cNvSpPr/>
          <p:nvPr/>
        </p:nvSpPr>
        <p:spPr>
          <a:xfrm>
            <a:off x="3508223" y="14205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8" name="Google Shape;6818;p56"/>
          <p:cNvGrpSpPr/>
          <p:nvPr/>
        </p:nvGrpSpPr>
        <p:grpSpPr>
          <a:xfrm>
            <a:off x="3500129" y="1822744"/>
            <a:ext cx="382765" cy="367810"/>
            <a:chOff x="-62890750" y="3747425"/>
            <a:chExt cx="330825" cy="317900"/>
          </a:xfrm>
        </p:grpSpPr>
        <p:sp>
          <p:nvSpPr>
            <p:cNvPr id="6819" name="Google Shape;6819;p5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56"/>
          <p:cNvGrpSpPr/>
          <p:nvPr/>
        </p:nvGrpSpPr>
        <p:grpSpPr>
          <a:xfrm>
            <a:off x="3507881" y="2252381"/>
            <a:ext cx="367261" cy="366364"/>
            <a:chOff x="-62884425" y="4111775"/>
            <a:chExt cx="317425" cy="316650"/>
          </a:xfrm>
        </p:grpSpPr>
        <p:sp>
          <p:nvSpPr>
            <p:cNvPr id="6834" name="Google Shape;6834;p5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56"/>
          <p:cNvGrpSpPr/>
          <p:nvPr/>
        </p:nvGrpSpPr>
        <p:grpSpPr>
          <a:xfrm>
            <a:off x="2180515" y="2748450"/>
            <a:ext cx="365438" cy="360001"/>
            <a:chOff x="-60991775" y="3376900"/>
            <a:chExt cx="315850" cy="311150"/>
          </a:xfrm>
        </p:grpSpPr>
        <p:sp>
          <p:nvSpPr>
            <p:cNvPr id="6837" name="Google Shape;6837;p5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0" name="Google Shape;6840;p56"/>
          <p:cNvGrpSpPr/>
          <p:nvPr/>
        </p:nvGrpSpPr>
        <p:grpSpPr>
          <a:xfrm>
            <a:off x="2180052" y="3199314"/>
            <a:ext cx="366364" cy="359075"/>
            <a:chOff x="-60988625" y="3740800"/>
            <a:chExt cx="316650" cy="310350"/>
          </a:xfrm>
        </p:grpSpPr>
        <p:sp>
          <p:nvSpPr>
            <p:cNvPr id="6841" name="Google Shape;6841;p5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4" name="Google Shape;6844;p56"/>
          <p:cNvGrpSpPr/>
          <p:nvPr/>
        </p:nvGrpSpPr>
        <p:grpSpPr>
          <a:xfrm>
            <a:off x="2180052" y="3654765"/>
            <a:ext cx="366364" cy="365207"/>
            <a:chOff x="-60987850" y="4100950"/>
            <a:chExt cx="316650" cy="315650"/>
          </a:xfrm>
        </p:grpSpPr>
        <p:sp>
          <p:nvSpPr>
            <p:cNvPr id="6845" name="Google Shape;6845;p5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56"/>
          <p:cNvGrpSpPr/>
          <p:nvPr/>
        </p:nvGrpSpPr>
        <p:grpSpPr>
          <a:xfrm>
            <a:off x="3949836" y="3200225"/>
            <a:ext cx="369083" cy="357253"/>
            <a:chOff x="-59447250" y="3706150"/>
            <a:chExt cx="319000" cy="308775"/>
          </a:xfrm>
        </p:grpSpPr>
        <p:sp>
          <p:nvSpPr>
            <p:cNvPr id="6851" name="Google Shape;6851;p5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56"/>
          <p:cNvGrpSpPr/>
          <p:nvPr/>
        </p:nvGrpSpPr>
        <p:grpSpPr>
          <a:xfrm>
            <a:off x="1738564" y="1381536"/>
            <a:ext cx="368186" cy="364224"/>
            <a:chOff x="-64406125" y="3362225"/>
            <a:chExt cx="318225" cy="314800"/>
          </a:xfrm>
        </p:grpSpPr>
        <p:sp>
          <p:nvSpPr>
            <p:cNvPr id="6856" name="Google Shape;6856;p5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8" name="Google Shape;6858;p56"/>
          <p:cNvSpPr/>
          <p:nvPr/>
        </p:nvSpPr>
        <p:spPr>
          <a:xfrm>
            <a:off x="1801771" y="18230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9" name="Google Shape;6859;p56"/>
          <p:cNvGrpSpPr/>
          <p:nvPr/>
        </p:nvGrpSpPr>
        <p:grpSpPr>
          <a:xfrm>
            <a:off x="1739027" y="2252381"/>
            <a:ext cx="367261" cy="366364"/>
            <a:chOff x="-64410850" y="4094450"/>
            <a:chExt cx="317425" cy="316650"/>
          </a:xfrm>
        </p:grpSpPr>
        <p:sp>
          <p:nvSpPr>
            <p:cNvPr id="6860" name="Google Shape;6860;p5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3" name="Google Shape;6863;p56"/>
          <p:cNvSpPr/>
          <p:nvPr/>
        </p:nvSpPr>
        <p:spPr>
          <a:xfrm>
            <a:off x="3983247" y="13799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4" name="Google Shape;6864;p56"/>
          <p:cNvGrpSpPr/>
          <p:nvPr/>
        </p:nvGrpSpPr>
        <p:grpSpPr>
          <a:xfrm>
            <a:off x="3960575" y="1822454"/>
            <a:ext cx="365467" cy="368389"/>
            <a:chOff x="-62516625" y="3743175"/>
            <a:chExt cx="315875" cy="318400"/>
          </a:xfrm>
        </p:grpSpPr>
        <p:sp>
          <p:nvSpPr>
            <p:cNvPr id="6865" name="Google Shape;6865;p5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56"/>
          <p:cNvGrpSpPr/>
          <p:nvPr/>
        </p:nvGrpSpPr>
        <p:grpSpPr>
          <a:xfrm>
            <a:off x="3967415" y="2272426"/>
            <a:ext cx="351786" cy="326274"/>
            <a:chOff x="-62511900" y="4129100"/>
            <a:chExt cx="304050" cy="282000"/>
          </a:xfrm>
        </p:grpSpPr>
        <p:sp>
          <p:nvSpPr>
            <p:cNvPr id="6868" name="Google Shape;6868;p5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56"/>
          <p:cNvGrpSpPr/>
          <p:nvPr/>
        </p:nvGrpSpPr>
        <p:grpSpPr>
          <a:xfrm>
            <a:off x="2645537" y="2744820"/>
            <a:ext cx="310770" cy="367261"/>
            <a:chOff x="-60597975" y="3367475"/>
            <a:chExt cx="268600" cy="317425"/>
          </a:xfrm>
        </p:grpSpPr>
        <p:sp>
          <p:nvSpPr>
            <p:cNvPr id="6874" name="Google Shape;6874;p5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9" name="Google Shape;6879;p56"/>
          <p:cNvSpPr/>
          <p:nvPr/>
        </p:nvSpPr>
        <p:spPr>
          <a:xfrm>
            <a:off x="2616264" y="31963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0" name="Google Shape;6880;p56"/>
          <p:cNvGrpSpPr/>
          <p:nvPr/>
        </p:nvGrpSpPr>
        <p:grpSpPr>
          <a:xfrm>
            <a:off x="2617740" y="3706136"/>
            <a:ext cx="366364" cy="262465"/>
            <a:chOff x="-60621600" y="4145650"/>
            <a:chExt cx="316650" cy="226850"/>
          </a:xfrm>
        </p:grpSpPr>
        <p:sp>
          <p:nvSpPr>
            <p:cNvPr id="6881" name="Google Shape;6881;p5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56"/>
          <p:cNvGrpSpPr/>
          <p:nvPr/>
        </p:nvGrpSpPr>
        <p:grpSpPr>
          <a:xfrm>
            <a:off x="3954392" y="3654635"/>
            <a:ext cx="359972" cy="365467"/>
            <a:chOff x="-59400775" y="4084200"/>
            <a:chExt cx="311125" cy="315875"/>
          </a:xfrm>
        </p:grpSpPr>
        <p:sp>
          <p:nvSpPr>
            <p:cNvPr id="6885" name="Google Shape;6885;p5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56"/>
          <p:cNvGrpSpPr/>
          <p:nvPr/>
        </p:nvGrpSpPr>
        <p:grpSpPr>
          <a:xfrm>
            <a:off x="2178486" y="1380466"/>
            <a:ext cx="365438" cy="366364"/>
            <a:chOff x="-64044600" y="3360375"/>
            <a:chExt cx="315850" cy="316650"/>
          </a:xfrm>
        </p:grpSpPr>
        <p:sp>
          <p:nvSpPr>
            <p:cNvPr id="6892" name="Google Shape;6892;p5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56"/>
          <p:cNvGrpSpPr/>
          <p:nvPr/>
        </p:nvGrpSpPr>
        <p:grpSpPr>
          <a:xfrm>
            <a:off x="2204909" y="1823018"/>
            <a:ext cx="312592" cy="367261"/>
            <a:chOff x="-64022550" y="3727425"/>
            <a:chExt cx="270175" cy="317425"/>
          </a:xfrm>
        </p:grpSpPr>
        <p:sp>
          <p:nvSpPr>
            <p:cNvPr id="6896" name="Google Shape;6896;p5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56"/>
          <p:cNvGrpSpPr/>
          <p:nvPr/>
        </p:nvGrpSpPr>
        <p:grpSpPr>
          <a:xfrm>
            <a:off x="2229047" y="2251918"/>
            <a:ext cx="264317" cy="367290"/>
            <a:chOff x="-64001300" y="4093650"/>
            <a:chExt cx="228450" cy="317450"/>
          </a:xfrm>
        </p:grpSpPr>
        <p:sp>
          <p:nvSpPr>
            <p:cNvPr id="6900" name="Google Shape;6900;p5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56"/>
          <p:cNvGrpSpPr/>
          <p:nvPr/>
        </p:nvGrpSpPr>
        <p:grpSpPr>
          <a:xfrm>
            <a:off x="848051" y="2745210"/>
            <a:ext cx="359972" cy="366480"/>
            <a:chOff x="-62148800" y="3377700"/>
            <a:chExt cx="311125" cy="316750"/>
          </a:xfrm>
        </p:grpSpPr>
        <p:sp>
          <p:nvSpPr>
            <p:cNvPr id="6905" name="Google Shape;6905;p5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56"/>
          <p:cNvGrpSpPr/>
          <p:nvPr/>
        </p:nvGrpSpPr>
        <p:grpSpPr>
          <a:xfrm>
            <a:off x="843958" y="3195207"/>
            <a:ext cx="368157" cy="367290"/>
            <a:chOff x="-62154300" y="3743950"/>
            <a:chExt cx="318200" cy="317450"/>
          </a:xfrm>
        </p:grpSpPr>
        <p:sp>
          <p:nvSpPr>
            <p:cNvPr id="6908" name="Google Shape;6908;p5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56"/>
          <p:cNvGrpSpPr/>
          <p:nvPr/>
        </p:nvGrpSpPr>
        <p:grpSpPr>
          <a:xfrm>
            <a:off x="843944" y="3654187"/>
            <a:ext cx="368186" cy="366364"/>
            <a:chOff x="-62151950" y="4111775"/>
            <a:chExt cx="318225" cy="316650"/>
          </a:xfrm>
        </p:grpSpPr>
        <p:sp>
          <p:nvSpPr>
            <p:cNvPr id="6911" name="Google Shape;6911;p5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56"/>
          <p:cNvGrpSpPr/>
          <p:nvPr/>
        </p:nvGrpSpPr>
        <p:grpSpPr>
          <a:xfrm>
            <a:off x="3062568" y="2744733"/>
            <a:ext cx="368157" cy="367434"/>
            <a:chOff x="-60254550" y="3367325"/>
            <a:chExt cx="318200" cy="317575"/>
          </a:xfrm>
        </p:grpSpPr>
        <p:sp>
          <p:nvSpPr>
            <p:cNvPr id="6916" name="Google Shape;6916;p5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0" name="Google Shape;6920;p56"/>
          <p:cNvGrpSpPr/>
          <p:nvPr/>
        </p:nvGrpSpPr>
        <p:grpSpPr>
          <a:xfrm>
            <a:off x="3063465" y="3195727"/>
            <a:ext cx="366364" cy="366248"/>
            <a:chOff x="-60255350" y="3733825"/>
            <a:chExt cx="316650" cy="316550"/>
          </a:xfrm>
        </p:grpSpPr>
        <p:sp>
          <p:nvSpPr>
            <p:cNvPr id="6921" name="Google Shape;6921;p5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56"/>
          <p:cNvGrpSpPr/>
          <p:nvPr/>
        </p:nvGrpSpPr>
        <p:grpSpPr>
          <a:xfrm>
            <a:off x="3091262" y="3654635"/>
            <a:ext cx="310770" cy="365467"/>
            <a:chOff x="-60232500" y="4101525"/>
            <a:chExt cx="268600" cy="315875"/>
          </a:xfrm>
        </p:grpSpPr>
        <p:sp>
          <p:nvSpPr>
            <p:cNvPr id="6929" name="Google Shape;6929;p5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1" name="Google Shape;6931;p56"/>
          <p:cNvSpPr/>
          <p:nvPr/>
        </p:nvSpPr>
        <p:spPr>
          <a:xfrm>
            <a:off x="2179036" y="41235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2" name="Google Shape;6932;p56"/>
          <p:cNvGrpSpPr/>
          <p:nvPr/>
        </p:nvGrpSpPr>
        <p:grpSpPr>
          <a:xfrm>
            <a:off x="2624262" y="1380466"/>
            <a:ext cx="368186" cy="366364"/>
            <a:chOff x="-63679950" y="3360375"/>
            <a:chExt cx="318225" cy="316650"/>
          </a:xfrm>
        </p:grpSpPr>
        <p:sp>
          <p:nvSpPr>
            <p:cNvPr id="6933" name="Google Shape;6933;p5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7" name="Google Shape;6937;p56"/>
          <p:cNvSpPr/>
          <p:nvPr/>
        </p:nvSpPr>
        <p:spPr>
          <a:xfrm>
            <a:off x="2623229" y="18227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8" name="Google Shape;6938;p56"/>
          <p:cNvGrpSpPr/>
          <p:nvPr/>
        </p:nvGrpSpPr>
        <p:grpSpPr>
          <a:xfrm>
            <a:off x="2622889" y="2251803"/>
            <a:ext cx="370934" cy="367521"/>
            <a:chOff x="-63679950" y="4093450"/>
            <a:chExt cx="320600" cy="317650"/>
          </a:xfrm>
        </p:grpSpPr>
        <p:sp>
          <p:nvSpPr>
            <p:cNvPr id="6939" name="Google Shape;6939;p5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2" name="Google Shape;6942;p56"/>
          <p:cNvGrpSpPr/>
          <p:nvPr/>
        </p:nvGrpSpPr>
        <p:grpSpPr>
          <a:xfrm>
            <a:off x="1283006" y="2744805"/>
            <a:ext cx="366364" cy="367290"/>
            <a:chOff x="-61784125" y="3377700"/>
            <a:chExt cx="316650" cy="317450"/>
          </a:xfrm>
        </p:grpSpPr>
        <p:sp>
          <p:nvSpPr>
            <p:cNvPr id="6943" name="Google Shape;6943;p5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0" name="Google Shape;6950;p56"/>
          <p:cNvGrpSpPr/>
          <p:nvPr/>
        </p:nvGrpSpPr>
        <p:grpSpPr>
          <a:xfrm>
            <a:off x="1283006" y="3195207"/>
            <a:ext cx="366364" cy="367290"/>
            <a:chOff x="-61783350" y="3743950"/>
            <a:chExt cx="316650" cy="317450"/>
          </a:xfrm>
        </p:grpSpPr>
        <p:sp>
          <p:nvSpPr>
            <p:cNvPr id="6951" name="Google Shape;6951;p5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3" name="Google Shape;6953;p56"/>
          <p:cNvSpPr/>
          <p:nvPr/>
        </p:nvSpPr>
        <p:spPr>
          <a:xfrm>
            <a:off x="1282887" y="36540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6"/>
          <p:cNvSpPr/>
          <p:nvPr/>
        </p:nvSpPr>
        <p:spPr>
          <a:xfrm>
            <a:off x="3505689" y="27546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6"/>
          <p:cNvSpPr/>
          <p:nvPr/>
        </p:nvSpPr>
        <p:spPr>
          <a:xfrm>
            <a:off x="3504778" y="32352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6" name="Google Shape;6956;p56"/>
          <p:cNvGrpSpPr/>
          <p:nvPr/>
        </p:nvGrpSpPr>
        <p:grpSpPr>
          <a:xfrm>
            <a:off x="3504430" y="3655040"/>
            <a:ext cx="369112" cy="364657"/>
            <a:chOff x="-59869425" y="4102225"/>
            <a:chExt cx="319025" cy="315175"/>
          </a:xfrm>
        </p:grpSpPr>
        <p:sp>
          <p:nvSpPr>
            <p:cNvPr id="6957" name="Google Shape;6957;p5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56"/>
          <p:cNvGrpSpPr/>
          <p:nvPr/>
        </p:nvGrpSpPr>
        <p:grpSpPr>
          <a:xfrm>
            <a:off x="2623233" y="4123862"/>
            <a:ext cx="366364" cy="365467"/>
            <a:chOff x="-59029025" y="3711650"/>
            <a:chExt cx="316650" cy="315875"/>
          </a:xfrm>
        </p:grpSpPr>
        <p:sp>
          <p:nvSpPr>
            <p:cNvPr id="6962" name="Google Shape;6962;p5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56"/>
          <p:cNvGrpSpPr/>
          <p:nvPr/>
        </p:nvGrpSpPr>
        <p:grpSpPr>
          <a:xfrm>
            <a:off x="4859311" y="1379917"/>
            <a:ext cx="351940" cy="348188"/>
            <a:chOff x="581525" y="3254850"/>
            <a:chExt cx="297750" cy="294575"/>
          </a:xfrm>
        </p:grpSpPr>
        <p:sp>
          <p:nvSpPr>
            <p:cNvPr id="6970" name="Google Shape;6970;p5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3" name="Google Shape;6973;p56"/>
          <p:cNvGrpSpPr/>
          <p:nvPr/>
        </p:nvGrpSpPr>
        <p:grpSpPr>
          <a:xfrm>
            <a:off x="4858380" y="1818853"/>
            <a:ext cx="353802" cy="351497"/>
            <a:chOff x="580725" y="3617925"/>
            <a:chExt cx="299325" cy="297375"/>
          </a:xfrm>
        </p:grpSpPr>
        <p:sp>
          <p:nvSpPr>
            <p:cNvPr id="6974" name="Google Shape;6974;p5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56"/>
          <p:cNvGrpSpPr/>
          <p:nvPr/>
        </p:nvGrpSpPr>
        <p:grpSpPr>
          <a:xfrm>
            <a:off x="4860242" y="2266043"/>
            <a:ext cx="350079" cy="350079"/>
            <a:chOff x="583100" y="3982600"/>
            <a:chExt cx="296175" cy="296175"/>
          </a:xfrm>
        </p:grpSpPr>
        <p:sp>
          <p:nvSpPr>
            <p:cNvPr id="6980" name="Google Shape;6980;p5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56"/>
          <p:cNvGrpSpPr/>
          <p:nvPr/>
        </p:nvGrpSpPr>
        <p:grpSpPr>
          <a:xfrm>
            <a:off x="7092856" y="1379667"/>
            <a:ext cx="307231" cy="348690"/>
            <a:chOff x="2423775" y="3226875"/>
            <a:chExt cx="259925" cy="295000"/>
          </a:xfrm>
        </p:grpSpPr>
        <p:sp>
          <p:nvSpPr>
            <p:cNvPr id="6988" name="Google Shape;6988;p5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56"/>
          <p:cNvGrpSpPr/>
          <p:nvPr/>
        </p:nvGrpSpPr>
        <p:grpSpPr>
          <a:xfrm>
            <a:off x="7070043" y="1820952"/>
            <a:ext cx="352857" cy="347301"/>
            <a:chOff x="2404875" y="3592725"/>
            <a:chExt cx="298525" cy="293825"/>
          </a:xfrm>
        </p:grpSpPr>
        <p:sp>
          <p:nvSpPr>
            <p:cNvPr id="6992" name="Google Shape;6992;p5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56"/>
          <p:cNvGrpSpPr/>
          <p:nvPr/>
        </p:nvGrpSpPr>
        <p:grpSpPr>
          <a:xfrm>
            <a:off x="7070974" y="2266517"/>
            <a:ext cx="350995" cy="349133"/>
            <a:chOff x="2404875" y="3955825"/>
            <a:chExt cx="296950" cy="295375"/>
          </a:xfrm>
        </p:grpSpPr>
        <p:sp>
          <p:nvSpPr>
            <p:cNvPr id="6996" name="Google Shape;6996;p5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56"/>
          <p:cNvGrpSpPr/>
          <p:nvPr/>
        </p:nvGrpSpPr>
        <p:grpSpPr>
          <a:xfrm>
            <a:off x="5764954" y="2730711"/>
            <a:ext cx="349163" cy="350079"/>
            <a:chOff x="4263650" y="3235150"/>
            <a:chExt cx="295400" cy="296175"/>
          </a:xfrm>
        </p:grpSpPr>
        <p:sp>
          <p:nvSpPr>
            <p:cNvPr id="7001" name="Google Shape;7001;p5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56"/>
          <p:cNvGrpSpPr/>
          <p:nvPr/>
        </p:nvGrpSpPr>
        <p:grpSpPr>
          <a:xfrm>
            <a:off x="5762634" y="3189872"/>
            <a:ext cx="353802" cy="327739"/>
            <a:chOff x="4266025" y="3609275"/>
            <a:chExt cx="299325" cy="277275"/>
          </a:xfrm>
        </p:grpSpPr>
        <p:sp>
          <p:nvSpPr>
            <p:cNvPr id="7007" name="Google Shape;7007;p5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56"/>
          <p:cNvGrpSpPr/>
          <p:nvPr/>
        </p:nvGrpSpPr>
        <p:grpSpPr>
          <a:xfrm>
            <a:off x="5763092" y="3655259"/>
            <a:ext cx="352886" cy="349133"/>
            <a:chOff x="4263650" y="3963700"/>
            <a:chExt cx="298550" cy="295375"/>
          </a:xfrm>
        </p:grpSpPr>
        <p:sp>
          <p:nvSpPr>
            <p:cNvPr id="7010" name="Google Shape;7010;p5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56"/>
          <p:cNvGrpSpPr/>
          <p:nvPr/>
        </p:nvGrpSpPr>
        <p:grpSpPr>
          <a:xfrm>
            <a:off x="8041429" y="2730711"/>
            <a:ext cx="226264" cy="350079"/>
            <a:chOff x="6164975" y="3211525"/>
            <a:chExt cx="191425" cy="296175"/>
          </a:xfrm>
        </p:grpSpPr>
        <p:sp>
          <p:nvSpPr>
            <p:cNvPr id="7018" name="Google Shape;7018;p5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56"/>
          <p:cNvGrpSpPr/>
          <p:nvPr/>
        </p:nvGrpSpPr>
        <p:grpSpPr>
          <a:xfrm>
            <a:off x="5303466" y="1378987"/>
            <a:ext cx="352886" cy="350049"/>
            <a:chOff x="946175" y="3253275"/>
            <a:chExt cx="298550" cy="296150"/>
          </a:xfrm>
        </p:grpSpPr>
        <p:sp>
          <p:nvSpPr>
            <p:cNvPr id="7026" name="Google Shape;7026;p5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56"/>
          <p:cNvGrpSpPr/>
          <p:nvPr/>
        </p:nvGrpSpPr>
        <p:grpSpPr>
          <a:xfrm>
            <a:off x="5304397" y="1820951"/>
            <a:ext cx="351024" cy="347301"/>
            <a:chOff x="946175" y="3619500"/>
            <a:chExt cx="296975" cy="293825"/>
          </a:xfrm>
        </p:grpSpPr>
        <p:sp>
          <p:nvSpPr>
            <p:cNvPr id="7032" name="Google Shape;7032;p5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56"/>
          <p:cNvGrpSpPr/>
          <p:nvPr/>
        </p:nvGrpSpPr>
        <p:grpSpPr>
          <a:xfrm>
            <a:off x="5303939" y="2265585"/>
            <a:ext cx="351940" cy="350995"/>
            <a:chOff x="944600" y="3981825"/>
            <a:chExt cx="297750" cy="296950"/>
          </a:xfrm>
        </p:grpSpPr>
        <p:sp>
          <p:nvSpPr>
            <p:cNvPr id="7039" name="Google Shape;7039;p5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56"/>
          <p:cNvGrpSpPr/>
          <p:nvPr/>
        </p:nvGrpSpPr>
        <p:grpSpPr>
          <a:xfrm>
            <a:off x="7520875" y="1379445"/>
            <a:ext cx="350079" cy="349133"/>
            <a:chOff x="2768750" y="3227275"/>
            <a:chExt cx="296175" cy="295375"/>
          </a:xfrm>
        </p:grpSpPr>
        <p:sp>
          <p:nvSpPr>
            <p:cNvPr id="7044" name="Google Shape;7044;p5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56"/>
          <p:cNvGrpSpPr/>
          <p:nvPr/>
        </p:nvGrpSpPr>
        <p:grpSpPr>
          <a:xfrm>
            <a:off x="7541826" y="1820317"/>
            <a:ext cx="308177" cy="348572"/>
            <a:chOff x="2786075" y="3591800"/>
            <a:chExt cx="260725" cy="294900"/>
          </a:xfrm>
        </p:grpSpPr>
        <p:sp>
          <p:nvSpPr>
            <p:cNvPr id="7053" name="Google Shape;7053;p5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56"/>
          <p:cNvGrpSpPr/>
          <p:nvPr/>
        </p:nvGrpSpPr>
        <p:grpSpPr>
          <a:xfrm>
            <a:off x="7582324" y="2266044"/>
            <a:ext cx="227180" cy="350079"/>
            <a:chOff x="2819150" y="3955025"/>
            <a:chExt cx="192200" cy="296175"/>
          </a:xfrm>
        </p:grpSpPr>
        <p:sp>
          <p:nvSpPr>
            <p:cNvPr id="7059" name="Google Shape;7059;p5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56"/>
          <p:cNvGrpSpPr/>
          <p:nvPr/>
        </p:nvGrpSpPr>
        <p:grpSpPr>
          <a:xfrm>
            <a:off x="6206097" y="2731642"/>
            <a:ext cx="349133" cy="348217"/>
            <a:chOff x="4629125" y="3235150"/>
            <a:chExt cx="295375" cy="294600"/>
          </a:xfrm>
        </p:grpSpPr>
        <p:sp>
          <p:nvSpPr>
            <p:cNvPr id="7064" name="Google Shape;7064;p5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56"/>
          <p:cNvGrpSpPr/>
          <p:nvPr/>
        </p:nvGrpSpPr>
        <p:grpSpPr>
          <a:xfrm>
            <a:off x="6206082" y="3179175"/>
            <a:ext cx="349163" cy="349133"/>
            <a:chOff x="4628325" y="3599825"/>
            <a:chExt cx="295400" cy="295375"/>
          </a:xfrm>
        </p:grpSpPr>
        <p:sp>
          <p:nvSpPr>
            <p:cNvPr id="7070" name="Google Shape;7070;p5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56"/>
          <p:cNvGrpSpPr/>
          <p:nvPr/>
        </p:nvGrpSpPr>
        <p:grpSpPr>
          <a:xfrm>
            <a:off x="6227033" y="3654786"/>
            <a:ext cx="307261" cy="350079"/>
            <a:chOff x="4645650" y="3962900"/>
            <a:chExt cx="259950" cy="296175"/>
          </a:xfrm>
        </p:grpSpPr>
        <p:sp>
          <p:nvSpPr>
            <p:cNvPr id="7083" name="Google Shape;7083;p5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56"/>
          <p:cNvGrpSpPr/>
          <p:nvPr/>
        </p:nvGrpSpPr>
        <p:grpSpPr>
          <a:xfrm>
            <a:off x="7979994" y="3179648"/>
            <a:ext cx="349133" cy="348188"/>
            <a:chOff x="6143725" y="3582500"/>
            <a:chExt cx="295375" cy="294575"/>
          </a:xfrm>
        </p:grpSpPr>
        <p:sp>
          <p:nvSpPr>
            <p:cNvPr id="7090" name="Google Shape;7090;p5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56"/>
          <p:cNvGrpSpPr/>
          <p:nvPr/>
        </p:nvGrpSpPr>
        <p:grpSpPr>
          <a:xfrm>
            <a:off x="5748820" y="1378987"/>
            <a:ext cx="350995" cy="350049"/>
            <a:chOff x="1310075" y="3253275"/>
            <a:chExt cx="296950" cy="296150"/>
          </a:xfrm>
        </p:grpSpPr>
        <p:sp>
          <p:nvSpPr>
            <p:cNvPr id="7098" name="Google Shape;7098;p5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1" name="Google Shape;7101;p56"/>
          <p:cNvSpPr/>
          <p:nvPr/>
        </p:nvSpPr>
        <p:spPr>
          <a:xfrm>
            <a:off x="5750241" y="18210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2" name="Google Shape;7102;p56"/>
          <p:cNvGrpSpPr/>
          <p:nvPr/>
        </p:nvGrpSpPr>
        <p:grpSpPr>
          <a:xfrm>
            <a:off x="5748347" y="2265246"/>
            <a:ext cx="351941" cy="351675"/>
            <a:chOff x="1310075" y="3980250"/>
            <a:chExt cx="297750" cy="297525"/>
          </a:xfrm>
        </p:grpSpPr>
        <p:sp>
          <p:nvSpPr>
            <p:cNvPr id="7103" name="Google Shape;7103;p5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56"/>
          <p:cNvGrpSpPr/>
          <p:nvPr/>
        </p:nvGrpSpPr>
        <p:grpSpPr>
          <a:xfrm>
            <a:off x="8013136" y="1379445"/>
            <a:ext cx="266305" cy="349133"/>
            <a:chOff x="3167275" y="3227275"/>
            <a:chExt cx="225300" cy="295375"/>
          </a:xfrm>
        </p:grpSpPr>
        <p:sp>
          <p:nvSpPr>
            <p:cNvPr id="7108" name="Google Shape;7108;p5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3" name="Google Shape;7113;p56"/>
          <p:cNvSpPr/>
          <p:nvPr/>
        </p:nvSpPr>
        <p:spPr>
          <a:xfrm>
            <a:off x="7962474" y="18193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4" name="Google Shape;7114;p56"/>
          <p:cNvGrpSpPr/>
          <p:nvPr/>
        </p:nvGrpSpPr>
        <p:grpSpPr>
          <a:xfrm>
            <a:off x="7970318" y="2266502"/>
            <a:ext cx="351940" cy="349163"/>
            <a:chOff x="3133425" y="3955025"/>
            <a:chExt cx="297750" cy="295400"/>
          </a:xfrm>
        </p:grpSpPr>
        <p:sp>
          <p:nvSpPr>
            <p:cNvPr id="7115" name="Google Shape;7115;p5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56"/>
          <p:cNvGrpSpPr/>
          <p:nvPr/>
        </p:nvGrpSpPr>
        <p:grpSpPr>
          <a:xfrm>
            <a:off x="6650491" y="2730090"/>
            <a:ext cx="350079" cy="351320"/>
            <a:chOff x="4991425" y="3234750"/>
            <a:chExt cx="296175" cy="297225"/>
          </a:xfrm>
        </p:grpSpPr>
        <p:sp>
          <p:nvSpPr>
            <p:cNvPr id="7119" name="Google Shape;7119;p5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56"/>
          <p:cNvGrpSpPr/>
          <p:nvPr/>
        </p:nvGrpSpPr>
        <p:grpSpPr>
          <a:xfrm>
            <a:off x="6650491" y="3199653"/>
            <a:ext cx="350079" cy="308177"/>
            <a:chOff x="4991425" y="3617150"/>
            <a:chExt cx="296175" cy="260725"/>
          </a:xfrm>
        </p:grpSpPr>
        <p:sp>
          <p:nvSpPr>
            <p:cNvPr id="7126" name="Google Shape;7126;p5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56"/>
          <p:cNvGrpSpPr/>
          <p:nvPr/>
        </p:nvGrpSpPr>
        <p:grpSpPr>
          <a:xfrm>
            <a:off x="6727764" y="3655244"/>
            <a:ext cx="195532" cy="349163"/>
            <a:chOff x="5056800" y="3962900"/>
            <a:chExt cx="165425" cy="295400"/>
          </a:xfrm>
        </p:grpSpPr>
        <p:sp>
          <p:nvSpPr>
            <p:cNvPr id="7134" name="Google Shape;7134;p5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56"/>
          <p:cNvGrpSpPr/>
          <p:nvPr/>
        </p:nvGrpSpPr>
        <p:grpSpPr>
          <a:xfrm>
            <a:off x="7979062" y="3655260"/>
            <a:ext cx="350995" cy="349133"/>
            <a:chOff x="6168925" y="3936925"/>
            <a:chExt cx="296950" cy="295375"/>
          </a:xfrm>
        </p:grpSpPr>
        <p:sp>
          <p:nvSpPr>
            <p:cNvPr id="7138" name="Google Shape;7138;p5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56"/>
          <p:cNvGrpSpPr/>
          <p:nvPr/>
        </p:nvGrpSpPr>
        <p:grpSpPr>
          <a:xfrm>
            <a:off x="6192781" y="1372332"/>
            <a:ext cx="348188" cy="349133"/>
            <a:chOff x="1674750" y="3254050"/>
            <a:chExt cx="294575" cy="295375"/>
          </a:xfrm>
        </p:grpSpPr>
        <p:sp>
          <p:nvSpPr>
            <p:cNvPr id="7145" name="Google Shape;7145;p5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56"/>
          <p:cNvGrpSpPr/>
          <p:nvPr/>
        </p:nvGrpSpPr>
        <p:grpSpPr>
          <a:xfrm>
            <a:off x="6207177" y="1820035"/>
            <a:ext cx="319347" cy="349133"/>
            <a:chOff x="1687350" y="3618725"/>
            <a:chExt cx="270175" cy="295375"/>
          </a:xfrm>
        </p:grpSpPr>
        <p:sp>
          <p:nvSpPr>
            <p:cNvPr id="7149" name="Google Shape;7149;p5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56"/>
          <p:cNvGrpSpPr/>
          <p:nvPr/>
        </p:nvGrpSpPr>
        <p:grpSpPr>
          <a:xfrm>
            <a:off x="6190880" y="2266516"/>
            <a:ext cx="351940" cy="349133"/>
            <a:chOff x="1672375" y="3982600"/>
            <a:chExt cx="297750" cy="295375"/>
          </a:xfrm>
        </p:grpSpPr>
        <p:sp>
          <p:nvSpPr>
            <p:cNvPr id="7153" name="Google Shape;7153;p5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56"/>
          <p:cNvGrpSpPr/>
          <p:nvPr/>
        </p:nvGrpSpPr>
        <p:grpSpPr>
          <a:xfrm>
            <a:off x="4882872" y="2730711"/>
            <a:ext cx="350079" cy="350079"/>
            <a:chOff x="3497300" y="3227275"/>
            <a:chExt cx="296175" cy="296175"/>
          </a:xfrm>
        </p:grpSpPr>
        <p:sp>
          <p:nvSpPr>
            <p:cNvPr id="7157" name="Google Shape;7157;p5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56"/>
          <p:cNvGrpSpPr/>
          <p:nvPr/>
        </p:nvGrpSpPr>
        <p:grpSpPr>
          <a:xfrm>
            <a:off x="4883345" y="3180106"/>
            <a:ext cx="349133" cy="347272"/>
            <a:chOff x="3497300" y="3591950"/>
            <a:chExt cx="295375" cy="293800"/>
          </a:xfrm>
        </p:grpSpPr>
        <p:sp>
          <p:nvSpPr>
            <p:cNvPr id="7166" name="Google Shape;7166;p5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56"/>
          <p:cNvGrpSpPr/>
          <p:nvPr/>
        </p:nvGrpSpPr>
        <p:grpSpPr>
          <a:xfrm>
            <a:off x="4883345" y="3655244"/>
            <a:ext cx="349133" cy="349163"/>
            <a:chOff x="3497300" y="3955025"/>
            <a:chExt cx="295375" cy="295400"/>
          </a:xfrm>
        </p:grpSpPr>
        <p:sp>
          <p:nvSpPr>
            <p:cNvPr id="7175" name="Google Shape;7175;p5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56"/>
          <p:cNvGrpSpPr/>
          <p:nvPr/>
        </p:nvGrpSpPr>
        <p:grpSpPr>
          <a:xfrm>
            <a:off x="7107917" y="2731435"/>
            <a:ext cx="327739" cy="348631"/>
            <a:chOff x="5364750" y="3235150"/>
            <a:chExt cx="277275" cy="294950"/>
          </a:xfrm>
        </p:grpSpPr>
        <p:sp>
          <p:nvSpPr>
            <p:cNvPr id="7179" name="Google Shape;7179;p5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56"/>
          <p:cNvGrpSpPr/>
          <p:nvPr/>
        </p:nvGrpSpPr>
        <p:grpSpPr>
          <a:xfrm>
            <a:off x="7096274" y="3177771"/>
            <a:ext cx="351024" cy="351941"/>
            <a:chOff x="5355300" y="3598250"/>
            <a:chExt cx="296975" cy="297750"/>
          </a:xfrm>
        </p:grpSpPr>
        <p:sp>
          <p:nvSpPr>
            <p:cNvPr id="7188" name="Google Shape;7188;p5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56"/>
          <p:cNvGrpSpPr/>
          <p:nvPr/>
        </p:nvGrpSpPr>
        <p:grpSpPr>
          <a:xfrm>
            <a:off x="7100470" y="3716693"/>
            <a:ext cx="342632" cy="226264"/>
            <a:chOff x="5358450" y="4015675"/>
            <a:chExt cx="289875" cy="191425"/>
          </a:xfrm>
        </p:grpSpPr>
        <p:sp>
          <p:nvSpPr>
            <p:cNvPr id="7197" name="Google Shape;7197;p5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56"/>
          <p:cNvGrpSpPr/>
          <p:nvPr/>
        </p:nvGrpSpPr>
        <p:grpSpPr>
          <a:xfrm>
            <a:off x="6226953" y="4099224"/>
            <a:ext cx="351024" cy="325464"/>
            <a:chOff x="6543825" y="3202075"/>
            <a:chExt cx="296975" cy="275350"/>
          </a:xfrm>
        </p:grpSpPr>
        <p:sp>
          <p:nvSpPr>
            <p:cNvPr id="7202" name="Google Shape;7202;p5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56"/>
          <p:cNvGrpSpPr/>
          <p:nvPr/>
        </p:nvGrpSpPr>
        <p:grpSpPr>
          <a:xfrm>
            <a:off x="6633934" y="1378972"/>
            <a:ext cx="350079" cy="350079"/>
            <a:chOff x="2037825" y="3254050"/>
            <a:chExt cx="296175" cy="296175"/>
          </a:xfrm>
        </p:grpSpPr>
        <p:sp>
          <p:nvSpPr>
            <p:cNvPr id="7210" name="Google Shape;7210;p5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56"/>
          <p:cNvGrpSpPr/>
          <p:nvPr/>
        </p:nvGrpSpPr>
        <p:grpSpPr>
          <a:xfrm>
            <a:off x="6632072" y="1820139"/>
            <a:ext cx="353802" cy="348926"/>
            <a:chOff x="2034675" y="3617925"/>
            <a:chExt cx="299325" cy="295200"/>
          </a:xfrm>
        </p:grpSpPr>
        <p:sp>
          <p:nvSpPr>
            <p:cNvPr id="7217" name="Google Shape;7217;p5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56"/>
          <p:cNvGrpSpPr/>
          <p:nvPr/>
        </p:nvGrpSpPr>
        <p:grpSpPr>
          <a:xfrm>
            <a:off x="6633934" y="2266516"/>
            <a:ext cx="350079" cy="349133"/>
            <a:chOff x="2037825" y="3981825"/>
            <a:chExt cx="296175" cy="295375"/>
          </a:xfrm>
        </p:grpSpPr>
        <p:sp>
          <p:nvSpPr>
            <p:cNvPr id="7223" name="Google Shape;7223;p5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56"/>
          <p:cNvGrpSpPr/>
          <p:nvPr/>
        </p:nvGrpSpPr>
        <p:grpSpPr>
          <a:xfrm>
            <a:off x="5318952" y="2762832"/>
            <a:ext cx="350079" cy="285837"/>
            <a:chOff x="3860400" y="3254050"/>
            <a:chExt cx="296175" cy="241825"/>
          </a:xfrm>
        </p:grpSpPr>
        <p:sp>
          <p:nvSpPr>
            <p:cNvPr id="7227" name="Google Shape;7227;p5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56"/>
          <p:cNvGrpSpPr/>
          <p:nvPr/>
        </p:nvGrpSpPr>
        <p:grpSpPr>
          <a:xfrm>
            <a:off x="5318479" y="3178702"/>
            <a:ext cx="351024" cy="350079"/>
            <a:chOff x="3859600" y="3591950"/>
            <a:chExt cx="296975" cy="296175"/>
          </a:xfrm>
        </p:grpSpPr>
        <p:sp>
          <p:nvSpPr>
            <p:cNvPr id="7235" name="Google Shape;7235;p5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56"/>
          <p:cNvGrpSpPr/>
          <p:nvPr/>
        </p:nvGrpSpPr>
        <p:grpSpPr>
          <a:xfrm>
            <a:off x="5318952" y="3654786"/>
            <a:ext cx="350079" cy="350079"/>
            <a:chOff x="3860400" y="3955025"/>
            <a:chExt cx="296175" cy="296175"/>
          </a:xfrm>
        </p:grpSpPr>
        <p:sp>
          <p:nvSpPr>
            <p:cNvPr id="7239" name="Google Shape;7239;p5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56"/>
          <p:cNvGrpSpPr/>
          <p:nvPr/>
        </p:nvGrpSpPr>
        <p:grpSpPr>
          <a:xfrm>
            <a:off x="7534167" y="2731184"/>
            <a:ext cx="355664" cy="349133"/>
            <a:chOff x="5716825" y="3235950"/>
            <a:chExt cx="300900" cy="295375"/>
          </a:xfrm>
        </p:grpSpPr>
        <p:sp>
          <p:nvSpPr>
            <p:cNvPr id="7245" name="Google Shape;7245;p5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56"/>
          <p:cNvGrpSpPr/>
          <p:nvPr/>
        </p:nvGrpSpPr>
        <p:grpSpPr>
          <a:xfrm>
            <a:off x="7547199" y="3189872"/>
            <a:ext cx="329601" cy="327739"/>
            <a:chOff x="5727850" y="3609275"/>
            <a:chExt cx="278850" cy="277275"/>
          </a:xfrm>
        </p:grpSpPr>
        <p:sp>
          <p:nvSpPr>
            <p:cNvPr id="7250" name="Google Shape;7250;p5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56"/>
          <p:cNvGrpSpPr/>
          <p:nvPr/>
        </p:nvGrpSpPr>
        <p:grpSpPr>
          <a:xfrm>
            <a:off x="7558383" y="3655259"/>
            <a:ext cx="307231" cy="349133"/>
            <a:chOff x="5736525" y="3963700"/>
            <a:chExt cx="259925" cy="295375"/>
          </a:xfrm>
        </p:grpSpPr>
        <p:sp>
          <p:nvSpPr>
            <p:cNvPr id="7256" name="Google Shape;7256;p5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56"/>
          <p:cNvGrpSpPr/>
          <p:nvPr/>
        </p:nvGrpSpPr>
        <p:grpSpPr>
          <a:xfrm>
            <a:off x="6649963" y="4104585"/>
            <a:ext cx="351024" cy="350079"/>
            <a:chOff x="6553275" y="3604550"/>
            <a:chExt cx="296975" cy="296175"/>
          </a:xfrm>
        </p:grpSpPr>
        <p:sp>
          <p:nvSpPr>
            <p:cNvPr id="7264" name="Google Shape;7264;p5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0" name="Google Shape;7270;p56"/>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7271" name="Google Shape;7271;p56"/>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75" name="Shape 7275"/>
        <p:cNvGrpSpPr/>
        <p:nvPr/>
      </p:nvGrpSpPr>
      <p:grpSpPr>
        <a:xfrm>
          <a:off x="0" y="0"/>
          <a:ext cx="0" cy="0"/>
          <a:chOff x="0" y="0"/>
          <a:chExt cx="0" cy="0"/>
        </a:xfrm>
      </p:grpSpPr>
      <p:grpSp>
        <p:nvGrpSpPr>
          <p:cNvPr id="7276" name="Google Shape;7276;p57"/>
          <p:cNvGrpSpPr/>
          <p:nvPr/>
        </p:nvGrpSpPr>
        <p:grpSpPr>
          <a:xfrm>
            <a:off x="877057" y="1380546"/>
            <a:ext cx="294401" cy="353645"/>
            <a:chOff x="-35814600" y="3202075"/>
            <a:chExt cx="242625" cy="291450"/>
          </a:xfrm>
        </p:grpSpPr>
        <p:sp>
          <p:nvSpPr>
            <p:cNvPr id="7277" name="Google Shape;7277;p57"/>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7"/>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7"/>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7"/>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7"/>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7"/>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7"/>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57"/>
          <p:cNvGrpSpPr/>
          <p:nvPr/>
        </p:nvGrpSpPr>
        <p:grpSpPr>
          <a:xfrm>
            <a:off x="847435" y="1821466"/>
            <a:ext cx="353645" cy="353888"/>
            <a:chOff x="-35839800" y="3561025"/>
            <a:chExt cx="291450" cy="291650"/>
          </a:xfrm>
        </p:grpSpPr>
        <p:sp>
          <p:nvSpPr>
            <p:cNvPr id="7285" name="Google Shape;7285;p57"/>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7"/>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7"/>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7"/>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7"/>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7"/>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7"/>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2" name="Google Shape;7292;p57"/>
          <p:cNvSpPr/>
          <p:nvPr/>
        </p:nvSpPr>
        <p:spPr>
          <a:xfrm>
            <a:off x="845859"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3" name="Google Shape;7293;p57"/>
          <p:cNvGrpSpPr/>
          <p:nvPr/>
        </p:nvGrpSpPr>
        <p:grpSpPr>
          <a:xfrm>
            <a:off x="3084980" y="1380546"/>
            <a:ext cx="353645" cy="353645"/>
            <a:chOff x="-34003850" y="3227275"/>
            <a:chExt cx="291450" cy="291450"/>
          </a:xfrm>
        </p:grpSpPr>
        <p:sp>
          <p:nvSpPr>
            <p:cNvPr id="7294" name="Google Shape;7294;p57"/>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7"/>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7"/>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7"/>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7"/>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57"/>
          <p:cNvGrpSpPr/>
          <p:nvPr/>
        </p:nvGrpSpPr>
        <p:grpSpPr>
          <a:xfrm>
            <a:off x="3084510" y="1821238"/>
            <a:ext cx="354586" cy="354343"/>
            <a:chOff x="-34004625" y="3585850"/>
            <a:chExt cx="292225" cy="292025"/>
          </a:xfrm>
        </p:grpSpPr>
        <p:sp>
          <p:nvSpPr>
            <p:cNvPr id="7300" name="Google Shape;7300;p57"/>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7"/>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7"/>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7"/>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7"/>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57"/>
          <p:cNvGrpSpPr/>
          <p:nvPr/>
        </p:nvGrpSpPr>
        <p:grpSpPr>
          <a:xfrm>
            <a:off x="3084025" y="2256439"/>
            <a:ext cx="355557" cy="354616"/>
            <a:chOff x="-34005425" y="3945575"/>
            <a:chExt cx="293025" cy="292250"/>
          </a:xfrm>
        </p:grpSpPr>
        <p:sp>
          <p:nvSpPr>
            <p:cNvPr id="7306" name="Google Shape;7306;p57"/>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7"/>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7"/>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9" name="Google Shape;7309;p57"/>
          <p:cNvGrpSpPr/>
          <p:nvPr/>
        </p:nvGrpSpPr>
        <p:grpSpPr>
          <a:xfrm>
            <a:off x="1731124" y="2729615"/>
            <a:ext cx="358408" cy="355557"/>
            <a:chOff x="-32174975" y="3192625"/>
            <a:chExt cx="295375" cy="293025"/>
          </a:xfrm>
        </p:grpSpPr>
        <p:sp>
          <p:nvSpPr>
            <p:cNvPr id="7310" name="Google Shape;7310;p57"/>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7"/>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7"/>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7"/>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4" name="Google Shape;7314;p57"/>
          <p:cNvSpPr/>
          <p:nvPr/>
        </p:nvSpPr>
        <p:spPr>
          <a:xfrm>
            <a:off x="1728170"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7"/>
          <p:cNvSpPr/>
          <p:nvPr/>
        </p:nvSpPr>
        <p:spPr>
          <a:xfrm>
            <a:off x="1732948"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6" name="Google Shape;7316;p57"/>
          <p:cNvGrpSpPr/>
          <p:nvPr/>
        </p:nvGrpSpPr>
        <p:grpSpPr>
          <a:xfrm>
            <a:off x="3970274" y="2730570"/>
            <a:ext cx="354586" cy="353645"/>
            <a:chOff x="-30345325" y="3184750"/>
            <a:chExt cx="292225" cy="291450"/>
          </a:xfrm>
        </p:grpSpPr>
        <p:sp>
          <p:nvSpPr>
            <p:cNvPr id="7317" name="Google Shape;7317;p57"/>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7"/>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7"/>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7"/>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7"/>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57"/>
          <p:cNvGrpSpPr/>
          <p:nvPr/>
        </p:nvGrpSpPr>
        <p:grpSpPr>
          <a:xfrm>
            <a:off x="1295026" y="1380546"/>
            <a:ext cx="353645" cy="353645"/>
            <a:chOff x="-35481425" y="3202075"/>
            <a:chExt cx="291450" cy="291450"/>
          </a:xfrm>
        </p:grpSpPr>
        <p:sp>
          <p:nvSpPr>
            <p:cNvPr id="7323" name="Google Shape;7323;p57"/>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7"/>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7"/>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7"/>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7"/>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7"/>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7"/>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0" name="Google Shape;7330;p57"/>
          <p:cNvGrpSpPr/>
          <p:nvPr/>
        </p:nvGrpSpPr>
        <p:grpSpPr>
          <a:xfrm>
            <a:off x="1294556" y="1822072"/>
            <a:ext cx="354586" cy="352675"/>
            <a:chOff x="-35482200" y="3561225"/>
            <a:chExt cx="292225" cy="290650"/>
          </a:xfrm>
        </p:grpSpPr>
        <p:sp>
          <p:nvSpPr>
            <p:cNvPr id="7331" name="Google Shape;7331;p57"/>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7"/>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7"/>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57"/>
          <p:cNvGrpSpPr/>
          <p:nvPr/>
        </p:nvGrpSpPr>
        <p:grpSpPr>
          <a:xfrm>
            <a:off x="1295026" y="2256940"/>
            <a:ext cx="353645" cy="353615"/>
            <a:chOff x="-35481425" y="3919600"/>
            <a:chExt cx="291450" cy="291425"/>
          </a:xfrm>
        </p:grpSpPr>
        <p:sp>
          <p:nvSpPr>
            <p:cNvPr id="7335" name="Google Shape;7335;p57"/>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7"/>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7"/>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7"/>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7"/>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7"/>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7"/>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7"/>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57"/>
          <p:cNvGrpSpPr/>
          <p:nvPr/>
        </p:nvGrpSpPr>
        <p:grpSpPr>
          <a:xfrm>
            <a:off x="3530661" y="1381031"/>
            <a:ext cx="357468" cy="352675"/>
            <a:chOff x="-33645475" y="3228075"/>
            <a:chExt cx="294600" cy="290650"/>
          </a:xfrm>
        </p:grpSpPr>
        <p:sp>
          <p:nvSpPr>
            <p:cNvPr id="7344" name="Google Shape;7344;p57"/>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7"/>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7"/>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7"/>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7"/>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7"/>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7"/>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57"/>
          <p:cNvGrpSpPr/>
          <p:nvPr/>
        </p:nvGrpSpPr>
        <p:grpSpPr>
          <a:xfrm>
            <a:off x="3531631" y="1821116"/>
            <a:ext cx="355526" cy="354586"/>
            <a:chOff x="-33646250" y="3586425"/>
            <a:chExt cx="293000" cy="292225"/>
          </a:xfrm>
        </p:grpSpPr>
        <p:sp>
          <p:nvSpPr>
            <p:cNvPr id="7352" name="Google Shape;7352;p57"/>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7"/>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57"/>
          <p:cNvGrpSpPr/>
          <p:nvPr/>
        </p:nvGrpSpPr>
        <p:grpSpPr>
          <a:xfrm>
            <a:off x="3532101" y="2255969"/>
            <a:ext cx="354586" cy="355557"/>
            <a:chOff x="-33645475" y="3944800"/>
            <a:chExt cx="292225" cy="293025"/>
          </a:xfrm>
        </p:grpSpPr>
        <p:sp>
          <p:nvSpPr>
            <p:cNvPr id="7355" name="Google Shape;7355;p57"/>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7"/>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7"/>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7"/>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7"/>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7"/>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7"/>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7"/>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7"/>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7"/>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57"/>
          <p:cNvGrpSpPr/>
          <p:nvPr/>
        </p:nvGrpSpPr>
        <p:grpSpPr>
          <a:xfrm>
            <a:off x="2185320" y="2729706"/>
            <a:ext cx="352675" cy="355375"/>
            <a:chOff x="-31809525" y="3192625"/>
            <a:chExt cx="290650" cy="292875"/>
          </a:xfrm>
        </p:grpSpPr>
        <p:sp>
          <p:nvSpPr>
            <p:cNvPr id="7366" name="Google Shape;7366;p57"/>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7"/>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7"/>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7"/>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57"/>
          <p:cNvGrpSpPr/>
          <p:nvPr/>
        </p:nvGrpSpPr>
        <p:grpSpPr>
          <a:xfrm>
            <a:off x="2184835" y="3200258"/>
            <a:ext cx="353645" cy="355557"/>
            <a:chOff x="-31811100" y="3550975"/>
            <a:chExt cx="291450" cy="293025"/>
          </a:xfrm>
        </p:grpSpPr>
        <p:sp>
          <p:nvSpPr>
            <p:cNvPr id="7371" name="Google Shape;7371;p57"/>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7"/>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7"/>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7"/>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7"/>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7"/>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7"/>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57"/>
          <p:cNvGrpSpPr/>
          <p:nvPr/>
        </p:nvGrpSpPr>
        <p:grpSpPr>
          <a:xfrm>
            <a:off x="2178631" y="3664562"/>
            <a:ext cx="366052" cy="356831"/>
            <a:chOff x="-31817400" y="3910025"/>
            <a:chExt cx="301675" cy="294075"/>
          </a:xfrm>
        </p:grpSpPr>
        <p:sp>
          <p:nvSpPr>
            <p:cNvPr id="7379" name="Google Shape;7379;p57"/>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7"/>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7"/>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57"/>
          <p:cNvGrpSpPr/>
          <p:nvPr/>
        </p:nvGrpSpPr>
        <p:grpSpPr>
          <a:xfrm>
            <a:off x="3970259" y="3200743"/>
            <a:ext cx="354616" cy="354586"/>
            <a:chOff x="-30354000" y="3569100"/>
            <a:chExt cx="292250" cy="292225"/>
          </a:xfrm>
        </p:grpSpPr>
        <p:sp>
          <p:nvSpPr>
            <p:cNvPr id="7383" name="Google Shape;7383;p57"/>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7"/>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7"/>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7"/>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7"/>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7"/>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57"/>
          <p:cNvGrpSpPr/>
          <p:nvPr/>
        </p:nvGrpSpPr>
        <p:grpSpPr>
          <a:xfrm>
            <a:off x="1748837" y="1380546"/>
            <a:ext cx="342148" cy="353645"/>
            <a:chOff x="-35118325" y="3202075"/>
            <a:chExt cx="281975" cy="291450"/>
          </a:xfrm>
        </p:grpSpPr>
        <p:sp>
          <p:nvSpPr>
            <p:cNvPr id="7390" name="Google Shape;7390;p57"/>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7"/>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7"/>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7"/>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57"/>
          <p:cNvGrpSpPr/>
          <p:nvPr/>
        </p:nvGrpSpPr>
        <p:grpSpPr>
          <a:xfrm>
            <a:off x="1742618" y="1821799"/>
            <a:ext cx="354586" cy="353221"/>
            <a:chOff x="-35123050" y="3561225"/>
            <a:chExt cx="292225" cy="291100"/>
          </a:xfrm>
        </p:grpSpPr>
        <p:sp>
          <p:nvSpPr>
            <p:cNvPr id="7395" name="Google Shape;7395;p57"/>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7"/>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57"/>
          <p:cNvGrpSpPr/>
          <p:nvPr/>
        </p:nvGrpSpPr>
        <p:grpSpPr>
          <a:xfrm>
            <a:off x="1784677" y="2256940"/>
            <a:ext cx="270467" cy="353615"/>
            <a:chOff x="-35089175" y="3919600"/>
            <a:chExt cx="222900" cy="291425"/>
          </a:xfrm>
        </p:grpSpPr>
        <p:sp>
          <p:nvSpPr>
            <p:cNvPr id="7398" name="Google Shape;7398;p57"/>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7"/>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57"/>
          <p:cNvGrpSpPr/>
          <p:nvPr/>
        </p:nvGrpSpPr>
        <p:grpSpPr>
          <a:xfrm>
            <a:off x="3981673" y="1380303"/>
            <a:ext cx="336445" cy="354131"/>
            <a:chOff x="-33277650" y="3226875"/>
            <a:chExt cx="277275" cy="291850"/>
          </a:xfrm>
        </p:grpSpPr>
        <p:sp>
          <p:nvSpPr>
            <p:cNvPr id="7401" name="Google Shape;7401;p57"/>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7"/>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7"/>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7"/>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7"/>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7"/>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7"/>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57"/>
          <p:cNvGrpSpPr/>
          <p:nvPr/>
        </p:nvGrpSpPr>
        <p:grpSpPr>
          <a:xfrm>
            <a:off x="3973073" y="1821587"/>
            <a:ext cx="353645" cy="353645"/>
            <a:chOff x="-33286325" y="3586425"/>
            <a:chExt cx="291450" cy="291450"/>
          </a:xfrm>
        </p:grpSpPr>
        <p:sp>
          <p:nvSpPr>
            <p:cNvPr id="7409" name="Google Shape;7409;p57"/>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7"/>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7"/>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7"/>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7"/>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57"/>
          <p:cNvGrpSpPr/>
          <p:nvPr/>
        </p:nvGrpSpPr>
        <p:grpSpPr>
          <a:xfrm>
            <a:off x="3973073" y="2255969"/>
            <a:ext cx="353645" cy="355557"/>
            <a:chOff x="-33286325" y="3944800"/>
            <a:chExt cx="291450" cy="293025"/>
          </a:xfrm>
        </p:grpSpPr>
        <p:sp>
          <p:nvSpPr>
            <p:cNvPr id="7415" name="Google Shape;7415;p57"/>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7"/>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7"/>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7"/>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57"/>
          <p:cNvGrpSpPr/>
          <p:nvPr/>
        </p:nvGrpSpPr>
        <p:grpSpPr>
          <a:xfrm>
            <a:off x="2631470" y="2729129"/>
            <a:ext cx="353645" cy="356527"/>
            <a:chOff x="-31452725" y="3191825"/>
            <a:chExt cx="291450" cy="293825"/>
          </a:xfrm>
        </p:grpSpPr>
        <p:sp>
          <p:nvSpPr>
            <p:cNvPr id="7420" name="Google Shape;7420;p57"/>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7"/>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7"/>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7"/>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57"/>
          <p:cNvGrpSpPr/>
          <p:nvPr/>
        </p:nvGrpSpPr>
        <p:grpSpPr>
          <a:xfrm>
            <a:off x="2631000" y="3200744"/>
            <a:ext cx="354586" cy="354586"/>
            <a:chOff x="-31452725" y="3551775"/>
            <a:chExt cx="292225" cy="292225"/>
          </a:xfrm>
        </p:grpSpPr>
        <p:sp>
          <p:nvSpPr>
            <p:cNvPr id="7425" name="Google Shape;7425;p57"/>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7"/>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7"/>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7"/>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57"/>
          <p:cNvGrpSpPr/>
          <p:nvPr/>
        </p:nvGrpSpPr>
        <p:grpSpPr>
          <a:xfrm>
            <a:off x="2629559" y="3664729"/>
            <a:ext cx="357468" cy="356497"/>
            <a:chOff x="-31455100" y="3909350"/>
            <a:chExt cx="294600" cy="293800"/>
          </a:xfrm>
        </p:grpSpPr>
        <p:sp>
          <p:nvSpPr>
            <p:cNvPr id="7430" name="Google Shape;7430;p57"/>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7"/>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57"/>
          <p:cNvGrpSpPr/>
          <p:nvPr/>
        </p:nvGrpSpPr>
        <p:grpSpPr>
          <a:xfrm>
            <a:off x="3970744" y="3665684"/>
            <a:ext cx="353645" cy="354586"/>
            <a:chOff x="-30345325" y="3918800"/>
            <a:chExt cx="291450" cy="292225"/>
          </a:xfrm>
        </p:grpSpPr>
        <p:sp>
          <p:nvSpPr>
            <p:cNvPr id="7433" name="Google Shape;7433;p57"/>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7"/>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7"/>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7"/>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7"/>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57"/>
          <p:cNvGrpSpPr/>
          <p:nvPr/>
        </p:nvGrpSpPr>
        <p:grpSpPr>
          <a:xfrm>
            <a:off x="2190209" y="1821587"/>
            <a:ext cx="353645" cy="353645"/>
            <a:chOff x="-34763900" y="3561225"/>
            <a:chExt cx="291450" cy="291450"/>
          </a:xfrm>
        </p:grpSpPr>
        <p:sp>
          <p:nvSpPr>
            <p:cNvPr id="7439" name="Google Shape;7439;p57"/>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7"/>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7"/>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2" name="Google Shape;7442;p57"/>
          <p:cNvSpPr/>
          <p:nvPr/>
        </p:nvSpPr>
        <p:spPr>
          <a:xfrm>
            <a:off x="2189608"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3" name="Google Shape;7443;p57"/>
          <p:cNvGrpSpPr/>
          <p:nvPr/>
        </p:nvGrpSpPr>
        <p:grpSpPr>
          <a:xfrm>
            <a:off x="845106" y="2730099"/>
            <a:ext cx="354586" cy="354586"/>
            <a:chOff x="-32927950" y="3227275"/>
            <a:chExt cx="292225" cy="292225"/>
          </a:xfrm>
        </p:grpSpPr>
        <p:sp>
          <p:nvSpPr>
            <p:cNvPr id="7444" name="Google Shape;7444;p57"/>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7"/>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7"/>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7"/>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7"/>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57"/>
          <p:cNvGrpSpPr/>
          <p:nvPr/>
        </p:nvGrpSpPr>
        <p:grpSpPr>
          <a:xfrm>
            <a:off x="844621" y="3201213"/>
            <a:ext cx="355557" cy="353645"/>
            <a:chOff x="-32927950" y="3586425"/>
            <a:chExt cx="293025" cy="291450"/>
          </a:xfrm>
        </p:grpSpPr>
        <p:sp>
          <p:nvSpPr>
            <p:cNvPr id="7450" name="Google Shape;7450;p57"/>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7"/>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7"/>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7"/>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7"/>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57"/>
          <p:cNvGrpSpPr/>
          <p:nvPr/>
        </p:nvGrpSpPr>
        <p:grpSpPr>
          <a:xfrm>
            <a:off x="845106" y="3665198"/>
            <a:ext cx="354586" cy="355557"/>
            <a:chOff x="-32927950" y="3944800"/>
            <a:chExt cx="292225" cy="293025"/>
          </a:xfrm>
        </p:grpSpPr>
        <p:sp>
          <p:nvSpPr>
            <p:cNvPr id="7456" name="Google Shape;7456;p57"/>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7"/>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7"/>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7"/>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7"/>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7"/>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7"/>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7"/>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7"/>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57"/>
          <p:cNvGrpSpPr/>
          <p:nvPr/>
        </p:nvGrpSpPr>
        <p:grpSpPr>
          <a:xfrm>
            <a:off x="3073898" y="2730449"/>
            <a:ext cx="354586" cy="353888"/>
            <a:chOff x="-31094350" y="3194000"/>
            <a:chExt cx="292225" cy="291650"/>
          </a:xfrm>
        </p:grpSpPr>
        <p:sp>
          <p:nvSpPr>
            <p:cNvPr id="7466" name="Google Shape;7466;p57"/>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7"/>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7"/>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7"/>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7"/>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7"/>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7"/>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7"/>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57"/>
          <p:cNvGrpSpPr/>
          <p:nvPr/>
        </p:nvGrpSpPr>
        <p:grpSpPr>
          <a:xfrm>
            <a:off x="3074368" y="3200941"/>
            <a:ext cx="353645" cy="354191"/>
            <a:chOff x="-31093575" y="3552550"/>
            <a:chExt cx="291450" cy="291900"/>
          </a:xfrm>
        </p:grpSpPr>
        <p:sp>
          <p:nvSpPr>
            <p:cNvPr id="7475" name="Google Shape;7475;p57"/>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7"/>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7"/>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7"/>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57"/>
          <p:cNvGrpSpPr/>
          <p:nvPr/>
        </p:nvGrpSpPr>
        <p:grpSpPr>
          <a:xfrm>
            <a:off x="2200736" y="1380546"/>
            <a:ext cx="332593" cy="353645"/>
            <a:chOff x="-34755225" y="3202075"/>
            <a:chExt cx="274100" cy="291450"/>
          </a:xfrm>
        </p:grpSpPr>
        <p:sp>
          <p:nvSpPr>
            <p:cNvPr id="7480" name="Google Shape;7480;p57"/>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7"/>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7"/>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7"/>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7"/>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7"/>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7"/>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57"/>
          <p:cNvGrpSpPr/>
          <p:nvPr/>
        </p:nvGrpSpPr>
        <p:grpSpPr>
          <a:xfrm>
            <a:off x="3074368" y="3666169"/>
            <a:ext cx="353645" cy="353615"/>
            <a:chOff x="-31093575" y="3911725"/>
            <a:chExt cx="291450" cy="291425"/>
          </a:xfrm>
        </p:grpSpPr>
        <p:sp>
          <p:nvSpPr>
            <p:cNvPr id="7488" name="Google Shape;7488;p57"/>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7"/>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57"/>
          <p:cNvGrpSpPr/>
          <p:nvPr/>
        </p:nvGrpSpPr>
        <p:grpSpPr>
          <a:xfrm>
            <a:off x="2183798" y="4123136"/>
            <a:ext cx="356497" cy="354586"/>
            <a:chOff x="-29946000" y="3183175"/>
            <a:chExt cx="293800" cy="292225"/>
          </a:xfrm>
        </p:grpSpPr>
        <p:sp>
          <p:nvSpPr>
            <p:cNvPr id="7491" name="Google Shape;7491;p57"/>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7"/>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7"/>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7"/>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7"/>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7"/>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57"/>
          <p:cNvGrpSpPr/>
          <p:nvPr/>
        </p:nvGrpSpPr>
        <p:grpSpPr>
          <a:xfrm>
            <a:off x="2628330" y="1380289"/>
            <a:ext cx="358408" cy="354161"/>
            <a:chOff x="-34408675" y="3202075"/>
            <a:chExt cx="295375" cy="291875"/>
          </a:xfrm>
        </p:grpSpPr>
        <p:sp>
          <p:nvSpPr>
            <p:cNvPr id="7498" name="Google Shape;7498;p57"/>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7"/>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7"/>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7"/>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57"/>
          <p:cNvGrpSpPr/>
          <p:nvPr/>
        </p:nvGrpSpPr>
        <p:grpSpPr>
          <a:xfrm>
            <a:off x="2630241" y="1820283"/>
            <a:ext cx="354586" cy="356254"/>
            <a:chOff x="-34405525" y="3558075"/>
            <a:chExt cx="292225" cy="293600"/>
          </a:xfrm>
        </p:grpSpPr>
        <p:sp>
          <p:nvSpPr>
            <p:cNvPr id="7503" name="Google Shape;7503;p57"/>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7"/>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7"/>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57"/>
          <p:cNvGrpSpPr/>
          <p:nvPr/>
        </p:nvGrpSpPr>
        <p:grpSpPr>
          <a:xfrm>
            <a:off x="2629755" y="2256940"/>
            <a:ext cx="355557" cy="353615"/>
            <a:chOff x="-34406325" y="3919600"/>
            <a:chExt cx="293025" cy="291425"/>
          </a:xfrm>
        </p:grpSpPr>
        <p:sp>
          <p:nvSpPr>
            <p:cNvPr id="7507" name="Google Shape;7507;p57"/>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7"/>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7"/>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7"/>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7"/>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7"/>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7"/>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57"/>
          <p:cNvGrpSpPr/>
          <p:nvPr/>
        </p:nvGrpSpPr>
        <p:grpSpPr>
          <a:xfrm>
            <a:off x="1293653" y="2736303"/>
            <a:ext cx="353645" cy="342179"/>
            <a:chOff x="-32568800" y="3232000"/>
            <a:chExt cx="291450" cy="282000"/>
          </a:xfrm>
        </p:grpSpPr>
        <p:sp>
          <p:nvSpPr>
            <p:cNvPr id="7515" name="Google Shape;7515;p57"/>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7"/>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57"/>
          <p:cNvGrpSpPr/>
          <p:nvPr/>
        </p:nvGrpSpPr>
        <p:grpSpPr>
          <a:xfrm>
            <a:off x="1293183" y="3201213"/>
            <a:ext cx="354586" cy="353645"/>
            <a:chOff x="-32569575" y="3586425"/>
            <a:chExt cx="292225" cy="291450"/>
          </a:xfrm>
        </p:grpSpPr>
        <p:sp>
          <p:nvSpPr>
            <p:cNvPr id="7518" name="Google Shape;7518;p57"/>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7"/>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57"/>
          <p:cNvGrpSpPr/>
          <p:nvPr/>
        </p:nvGrpSpPr>
        <p:grpSpPr>
          <a:xfrm>
            <a:off x="1284098" y="3665805"/>
            <a:ext cx="372756" cy="354343"/>
            <a:chOff x="-32576675" y="3944600"/>
            <a:chExt cx="307200" cy="292025"/>
          </a:xfrm>
        </p:grpSpPr>
        <p:sp>
          <p:nvSpPr>
            <p:cNvPr id="7521" name="Google Shape;7521;p57"/>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7"/>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57"/>
          <p:cNvGrpSpPr/>
          <p:nvPr/>
        </p:nvGrpSpPr>
        <p:grpSpPr>
          <a:xfrm>
            <a:off x="3529065" y="2730100"/>
            <a:ext cx="354586" cy="354586"/>
            <a:chOff x="-30735200" y="3192625"/>
            <a:chExt cx="292225" cy="292225"/>
          </a:xfrm>
        </p:grpSpPr>
        <p:sp>
          <p:nvSpPr>
            <p:cNvPr id="7524" name="Google Shape;7524;p57"/>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7"/>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7"/>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7"/>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7"/>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7"/>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7"/>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57"/>
          <p:cNvGrpSpPr/>
          <p:nvPr/>
        </p:nvGrpSpPr>
        <p:grpSpPr>
          <a:xfrm>
            <a:off x="3529065" y="3201532"/>
            <a:ext cx="354586" cy="353008"/>
            <a:chOff x="-30735200" y="3552550"/>
            <a:chExt cx="292225" cy="290925"/>
          </a:xfrm>
        </p:grpSpPr>
        <p:sp>
          <p:nvSpPr>
            <p:cNvPr id="7532" name="Google Shape;7532;p57"/>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7"/>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57"/>
          <p:cNvGrpSpPr/>
          <p:nvPr/>
        </p:nvGrpSpPr>
        <p:grpSpPr>
          <a:xfrm>
            <a:off x="3529065" y="3666154"/>
            <a:ext cx="354586" cy="353645"/>
            <a:chOff x="-30735200" y="3910925"/>
            <a:chExt cx="292225" cy="291450"/>
          </a:xfrm>
        </p:grpSpPr>
        <p:sp>
          <p:nvSpPr>
            <p:cNvPr id="7535" name="Google Shape;7535;p57"/>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7"/>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7" name="Google Shape;7537;p57"/>
          <p:cNvSpPr/>
          <p:nvPr/>
        </p:nvSpPr>
        <p:spPr>
          <a:xfrm>
            <a:off x="2632180"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8" name="Google Shape;7538;p57"/>
          <p:cNvGrpSpPr/>
          <p:nvPr/>
        </p:nvGrpSpPr>
        <p:grpSpPr>
          <a:xfrm>
            <a:off x="4882910" y="1379021"/>
            <a:ext cx="358971" cy="359224"/>
            <a:chOff x="-57956275" y="3197925"/>
            <a:chExt cx="319000" cy="319225"/>
          </a:xfrm>
        </p:grpSpPr>
        <p:sp>
          <p:nvSpPr>
            <p:cNvPr id="7539" name="Google Shape;7539;p5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57"/>
          <p:cNvGrpSpPr/>
          <p:nvPr/>
        </p:nvGrpSpPr>
        <p:grpSpPr>
          <a:xfrm>
            <a:off x="4905064" y="1835446"/>
            <a:ext cx="314662" cy="358971"/>
            <a:chOff x="-57940525" y="3590375"/>
            <a:chExt cx="279625" cy="319000"/>
          </a:xfrm>
        </p:grpSpPr>
        <p:sp>
          <p:nvSpPr>
            <p:cNvPr id="7547" name="Google Shape;7547;p5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57"/>
          <p:cNvGrpSpPr/>
          <p:nvPr/>
        </p:nvGrpSpPr>
        <p:grpSpPr>
          <a:xfrm>
            <a:off x="4875945" y="2276817"/>
            <a:ext cx="358099" cy="358999"/>
            <a:chOff x="-57959425" y="3982600"/>
            <a:chExt cx="318225" cy="319025"/>
          </a:xfrm>
        </p:grpSpPr>
        <p:sp>
          <p:nvSpPr>
            <p:cNvPr id="7553" name="Google Shape;7553;p5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57"/>
          <p:cNvGrpSpPr/>
          <p:nvPr/>
        </p:nvGrpSpPr>
        <p:grpSpPr>
          <a:xfrm>
            <a:off x="7076112" y="1380146"/>
            <a:ext cx="357226" cy="357226"/>
            <a:chOff x="-55987225" y="3198925"/>
            <a:chExt cx="317450" cy="317450"/>
          </a:xfrm>
        </p:grpSpPr>
        <p:sp>
          <p:nvSpPr>
            <p:cNvPr id="7558" name="Google Shape;7558;p5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57"/>
          <p:cNvGrpSpPr/>
          <p:nvPr/>
        </p:nvGrpSpPr>
        <p:grpSpPr>
          <a:xfrm>
            <a:off x="7076112" y="1836178"/>
            <a:ext cx="357226" cy="357367"/>
            <a:chOff x="-55987225" y="3591025"/>
            <a:chExt cx="317450" cy="317575"/>
          </a:xfrm>
        </p:grpSpPr>
        <p:sp>
          <p:nvSpPr>
            <p:cNvPr id="7563" name="Google Shape;7563;p5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57"/>
          <p:cNvGrpSpPr/>
          <p:nvPr/>
        </p:nvGrpSpPr>
        <p:grpSpPr>
          <a:xfrm>
            <a:off x="7090027" y="2276817"/>
            <a:ext cx="358999" cy="358999"/>
            <a:chOff x="-55988800" y="3982600"/>
            <a:chExt cx="319025" cy="319025"/>
          </a:xfrm>
        </p:grpSpPr>
        <p:sp>
          <p:nvSpPr>
            <p:cNvPr id="7569" name="Google Shape;7569;p5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57"/>
          <p:cNvGrpSpPr/>
          <p:nvPr/>
        </p:nvGrpSpPr>
        <p:grpSpPr>
          <a:xfrm>
            <a:off x="5748546" y="2734774"/>
            <a:ext cx="356326" cy="358971"/>
            <a:chOff x="-54026025" y="3192625"/>
            <a:chExt cx="316650" cy="319000"/>
          </a:xfrm>
        </p:grpSpPr>
        <p:sp>
          <p:nvSpPr>
            <p:cNvPr id="7575" name="Google Shape;7575;p5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57"/>
          <p:cNvGrpSpPr/>
          <p:nvPr/>
        </p:nvGrpSpPr>
        <p:grpSpPr>
          <a:xfrm>
            <a:off x="5768492" y="3205748"/>
            <a:ext cx="316434" cy="358099"/>
            <a:chOff x="-54007925" y="3584850"/>
            <a:chExt cx="281200" cy="318225"/>
          </a:xfrm>
        </p:grpSpPr>
        <p:sp>
          <p:nvSpPr>
            <p:cNvPr id="7584" name="Google Shape;7584;p5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57"/>
          <p:cNvGrpSpPr/>
          <p:nvPr/>
        </p:nvGrpSpPr>
        <p:grpSpPr>
          <a:xfrm>
            <a:off x="5768492" y="3667633"/>
            <a:ext cx="316434" cy="358914"/>
            <a:chOff x="-54007925" y="3975575"/>
            <a:chExt cx="281200" cy="318950"/>
          </a:xfrm>
        </p:grpSpPr>
        <p:sp>
          <p:nvSpPr>
            <p:cNvPr id="7591" name="Google Shape;7591;p5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5" name="Google Shape;7595;p57"/>
          <p:cNvGrpSpPr/>
          <p:nvPr/>
        </p:nvGrpSpPr>
        <p:grpSpPr>
          <a:xfrm>
            <a:off x="8003359" y="2752104"/>
            <a:ext cx="274770" cy="358492"/>
            <a:chOff x="-52005775" y="3208025"/>
            <a:chExt cx="244175" cy="318575"/>
          </a:xfrm>
        </p:grpSpPr>
        <p:sp>
          <p:nvSpPr>
            <p:cNvPr id="7596" name="Google Shape;7596;p5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57"/>
          <p:cNvGrpSpPr/>
          <p:nvPr/>
        </p:nvGrpSpPr>
        <p:grpSpPr>
          <a:xfrm>
            <a:off x="5309825" y="1380146"/>
            <a:ext cx="358099" cy="358099"/>
            <a:chOff x="-57568775" y="3198925"/>
            <a:chExt cx="318225" cy="318225"/>
          </a:xfrm>
        </p:grpSpPr>
        <p:sp>
          <p:nvSpPr>
            <p:cNvPr id="7608" name="Google Shape;7608;p5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57"/>
          <p:cNvGrpSpPr/>
          <p:nvPr/>
        </p:nvGrpSpPr>
        <p:grpSpPr>
          <a:xfrm>
            <a:off x="5331543" y="1835446"/>
            <a:ext cx="314662" cy="358099"/>
            <a:chOff x="-57549075" y="3590375"/>
            <a:chExt cx="279625" cy="318225"/>
          </a:xfrm>
        </p:grpSpPr>
        <p:sp>
          <p:nvSpPr>
            <p:cNvPr id="7615" name="Google Shape;7615;p5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57"/>
          <p:cNvGrpSpPr/>
          <p:nvPr/>
        </p:nvGrpSpPr>
        <p:grpSpPr>
          <a:xfrm>
            <a:off x="5323740" y="2276817"/>
            <a:ext cx="359871" cy="359871"/>
            <a:chOff x="-57570350" y="3982600"/>
            <a:chExt cx="319800" cy="319800"/>
          </a:xfrm>
        </p:grpSpPr>
        <p:sp>
          <p:nvSpPr>
            <p:cNvPr id="7620" name="Google Shape;7620;p5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57"/>
          <p:cNvGrpSpPr/>
          <p:nvPr/>
        </p:nvGrpSpPr>
        <p:grpSpPr>
          <a:xfrm>
            <a:off x="7538779" y="1379246"/>
            <a:ext cx="314662" cy="358999"/>
            <a:chOff x="-55576850" y="3198125"/>
            <a:chExt cx="279625" cy="319025"/>
          </a:xfrm>
        </p:grpSpPr>
        <p:sp>
          <p:nvSpPr>
            <p:cNvPr id="7625" name="Google Shape;7625;p5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57"/>
          <p:cNvGrpSpPr/>
          <p:nvPr/>
        </p:nvGrpSpPr>
        <p:grpSpPr>
          <a:xfrm>
            <a:off x="7516174" y="1835221"/>
            <a:ext cx="359871" cy="358324"/>
            <a:chOff x="-55596550" y="3590175"/>
            <a:chExt cx="319800" cy="318425"/>
          </a:xfrm>
        </p:grpSpPr>
        <p:sp>
          <p:nvSpPr>
            <p:cNvPr id="7630" name="Google Shape;7630;p5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57"/>
          <p:cNvGrpSpPr/>
          <p:nvPr/>
        </p:nvGrpSpPr>
        <p:grpSpPr>
          <a:xfrm>
            <a:off x="7531412" y="2276564"/>
            <a:ext cx="358999" cy="359252"/>
            <a:chOff x="-55595775" y="3982375"/>
            <a:chExt cx="319025" cy="319250"/>
          </a:xfrm>
        </p:grpSpPr>
        <p:sp>
          <p:nvSpPr>
            <p:cNvPr id="7635" name="Google Shape;7635;p5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57"/>
          <p:cNvGrpSpPr/>
          <p:nvPr/>
        </p:nvGrpSpPr>
        <p:grpSpPr>
          <a:xfrm>
            <a:off x="6188595" y="2734774"/>
            <a:ext cx="358999" cy="358099"/>
            <a:chOff x="-53635375" y="3192625"/>
            <a:chExt cx="319025" cy="318225"/>
          </a:xfrm>
        </p:grpSpPr>
        <p:sp>
          <p:nvSpPr>
            <p:cNvPr id="7642" name="Google Shape;7642;p5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57"/>
          <p:cNvGrpSpPr/>
          <p:nvPr/>
        </p:nvGrpSpPr>
        <p:grpSpPr>
          <a:xfrm>
            <a:off x="6210763" y="3205748"/>
            <a:ext cx="314662" cy="358999"/>
            <a:chOff x="-53615675" y="3584850"/>
            <a:chExt cx="279625" cy="319025"/>
          </a:xfrm>
        </p:grpSpPr>
        <p:sp>
          <p:nvSpPr>
            <p:cNvPr id="7646" name="Google Shape;7646;p5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57"/>
          <p:cNvGrpSpPr/>
          <p:nvPr/>
        </p:nvGrpSpPr>
        <p:grpSpPr>
          <a:xfrm>
            <a:off x="6188609" y="3668674"/>
            <a:ext cx="358971" cy="357874"/>
            <a:chOff x="-53634575" y="3976500"/>
            <a:chExt cx="319000" cy="318025"/>
          </a:xfrm>
        </p:grpSpPr>
        <p:sp>
          <p:nvSpPr>
            <p:cNvPr id="7650" name="Google Shape;7650;p5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57"/>
          <p:cNvGrpSpPr/>
          <p:nvPr/>
        </p:nvGrpSpPr>
        <p:grpSpPr>
          <a:xfrm>
            <a:off x="7983413" y="3211628"/>
            <a:ext cx="314662" cy="358436"/>
            <a:chOff x="-52023900" y="3590075"/>
            <a:chExt cx="279625" cy="318525"/>
          </a:xfrm>
        </p:grpSpPr>
        <p:sp>
          <p:nvSpPr>
            <p:cNvPr id="7659" name="Google Shape;7659;p5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57"/>
          <p:cNvGrpSpPr/>
          <p:nvPr/>
        </p:nvGrpSpPr>
        <p:grpSpPr>
          <a:xfrm>
            <a:off x="5746654" y="1380146"/>
            <a:ext cx="358971" cy="358971"/>
            <a:chOff x="-57173375" y="3198925"/>
            <a:chExt cx="319000" cy="319000"/>
          </a:xfrm>
        </p:grpSpPr>
        <p:sp>
          <p:nvSpPr>
            <p:cNvPr id="7667" name="Google Shape;7667;p5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57"/>
          <p:cNvGrpSpPr/>
          <p:nvPr/>
        </p:nvGrpSpPr>
        <p:grpSpPr>
          <a:xfrm>
            <a:off x="5747541" y="1857587"/>
            <a:ext cx="357198" cy="314690"/>
            <a:chOff x="-57176525" y="3610050"/>
            <a:chExt cx="317425" cy="279650"/>
          </a:xfrm>
        </p:grpSpPr>
        <p:sp>
          <p:nvSpPr>
            <p:cNvPr id="7672" name="Google Shape;7672;p5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7" name="Google Shape;7677;p57"/>
          <p:cNvGrpSpPr/>
          <p:nvPr/>
        </p:nvGrpSpPr>
        <p:grpSpPr>
          <a:xfrm>
            <a:off x="7957995" y="1380146"/>
            <a:ext cx="358099" cy="356326"/>
            <a:chOff x="-55202750" y="3198925"/>
            <a:chExt cx="318225" cy="316650"/>
          </a:xfrm>
        </p:grpSpPr>
        <p:sp>
          <p:nvSpPr>
            <p:cNvPr id="7678" name="Google Shape;7678;p5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57"/>
          <p:cNvGrpSpPr/>
          <p:nvPr/>
        </p:nvGrpSpPr>
        <p:grpSpPr>
          <a:xfrm>
            <a:off x="7968629" y="1835446"/>
            <a:ext cx="336830" cy="358099"/>
            <a:chOff x="-55194875" y="3590375"/>
            <a:chExt cx="299325" cy="318225"/>
          </a:xfrm>
        </p:grpSpPr>
        <p:sp>
          <p:nvSpPr>
            <p:cNvPr id="7681" name="Google Shape;7681;p5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57"/>
          <p:cNvGrpSpPr/>
          <p:nvPr/>
        </p:nvGrpSpPr>
        <p:grpSpPr>
          <a:xfrm>
            <a:off x="7973247" y="2277717"/>
            <a:ext cx="357198" cy="357198"/>
            <a:chOff x="-55203525" y="3983400"/>
            <a:chExt cx="317425" cy="317425"/>
          </a:xfrm>
        </p:grpSpPr>
        <p:sp>
          <p:nvSpPr>
            <p:cNvPr id="7687" name="Google Shape;7687;p5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57"/>
          <p:cNvGrpSpPr/>
          <p:nvPr/>
        </p:nvGrpSpPr>
        <p:grpSpPr>
          <a:xfrm>
            <a:off x="6639727" y="2734774"/>
            <a:ext cx="335930" cy="358971"/>
            <a:chOff x="-53232900" y="3192625"/>
            <a:chExt cx="298525" cy="319000"/>
          </a:xfrm>
        </p:grpSpPr>
        <p:sp>
          <p:nvSpPr>
            <p:cNvPr id="7691" name="Google Shape;7691;p5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57"/>
          <p:cNvGrpSpPr/>
          <p:nvPr/>
        </p:nvGrpSpPr>
        <p:grpSpPr>
          <a:xfrm>
            <a:off x="6629093" y="3205748"/>
            <a:ext cx="357198" cy="356326"/>
            <a:chOff x="-53242350" y="3584850"/>
            <a:chExt cx="317425" cy="316650"/>
          </a:xfrm>
        </p:grpSpPr>
        <p:sp>
          <p:nvSpPr>
            <p:cNvPr id="7700" name="Google Shape;7700;p5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57"/>
          <p:cNvGrpSpPr/>
          <p:nvPr/>
        </p:nvGrpSpPr>
        <p:grpSpPr>
          <a:xfrm>
            <a:off x="6650362" y="3668449"/>
            <a:ext cx="314662" cy="358999"/>
            <a:chOff x="-53224225" y="3976300"/>
            <a:chExt cx="279625" cy="319025"/>
          </a:xfrm>
        </p:grpSpPr>
        <p:sp>
          <p:nvSpPr>
            <p:cNvPr id="7706" name="Google Shape;7706;p5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57"/>
          <p:cNvGrpSpPr/>
          <p:nvPr/>
        </p:nvGrpSpPr>
        <p:grpSpPr>
          <a:xfrm>
            <a:off x="7961258" y="3676129"/>
            <a:ext cx="358971" cy="358408"/>
            <a:chOff x="-52043575" y="3983125"/>
            <a:chExt cx="319000" cy="318500"/>
          </a:xfrm>
        </p:grpSpPr>
        <p:sp>
          <p:nvSpPr>
            <p:cNvPr id="7714" name="Google Shape;7714;p5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57"/>
          <p:cNvGrpSpPr/>
          <p:nvPr/>
        </p:nvGrpSpPr>
        <p:grpSpPr>
          <a:xfrm>
            <a:off x="6215199" y="1380146"/>
            <a:ext cx="314662" cy="358971"/>
            <a:chOff x="-56766175" y="3198925"/>
            <a:chExt cx="279625" cy="319000"/>
          </a:xfrm>
        </p:grpSpPr>
        <p:sp>
          <p:nvSpPr>
            <p:cNvPr id="7724" name="Google Shape;7724;p5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57"/>
          <p:cNvGrpSpPr/>
          <p:nvPr/>
        </p:nvGrpSpPr>
        <p:grpSpPr>
          <a:xfrm>
            <a:off x="6214313" y="1835446"/>
            <a:ext cx="316434" cy="358099"/>
            <a:chOff x="-56766175" y="3590375"/>
            <a:chExt cx="281200" cy="318225"/>
          </a:xfrm>
        </p:grpSpPr>
        <p:sp>
          <p:nvSpPr>
            <p:cNvPr id="7732" name="Google Shape;7732;p5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57"/>
          <p:cNvGrpSpPr/>
          <p:nvPr/>
        </p:nvGrpSpPr>
        <p:grpSpPr>
          <a:xfrm>
            <a:off x="6251269" y="2276817"/>
            <a:ext cx="272126" cy="358099"/>
            <a:chOff x="-56747275" y="3982600"/>
            <a:chExt cx="241825" cy="318225"/>
          </a:xfrm>
        </p:grpSpPr>
        <p:sp>
          <p:nvSpPr>
            <p:cNvPr id="7737" name="Google Shape;7737;p5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57"/>
          <p:cNvGrpSpPr/>
          <p:nvPr/>
        </p:nvGrpSpPr>
        <p:grpSpPr>
          <a:xfrm>
            <a:off x="4859020" y="3219055"/>
            <a:ext cx="358999" cy="342991"/>
            <a:chOff x="-54812875" y="3596675"/>
            <a:chExt cx="319025" cy="304800"/>
          </a:xfrm>
        </p:grpSpPr>
        <p:sp>
          <p:nvSpPr>
            <p:cNvPr id="7745" name="Google Shape;7745;p5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2" name="Google Shape;7752;p57"/>
          <p:cNvSpPr/>
          <p:nvPr/>
        </p:nvSpPr>
        <p:spPr>
          <a:xfrm>
            <a:off x="5033910" y="35933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7"/>
          <p:cNvSpPr/>
          <p:nvPr/>
        </p:nvSpPr>
        <p:spPr>
          <a:xfrm>
            <a:off x="5034361" y="35941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4" name="Google Shape;7754;p57"/>
          <p:cNvGrpSpPr/>
          <p:nvPr/>
        </p:nvGrpSpPr>
        <p:grpSpPr>
          <a:xfrm>
            <a:off x="4881188" y="3675538"/>
            <a:ext cx="314662" cy="358099"/>
            <a:chOff x="-54793175" y="3982600"/>
            <a:chExt cx="279625" cy="318225"/>
          </a:xfrm>
        </p:grpSpPr>
        <p:sp>
          <p:nvSpPr>
            <p:cNvPr id="7755" name="Google Shape;7755;p5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57"/>
          <p:cNvGrpSpPr/>
          <p:nvPr/>
        </p:nvGrpSpPr>
        <p:grpSpPr>
          <a:xfrm>
            <a:off x="7092647" y="2734774"/>
            <a:ext cx="314662" cy="358099"/>
            <a:chOff x="-52832000" y="3192625"/>
            <a:chExt cx="279625" cy="318225"/>
          </a:xfrm>
        </p:grpSpPr>
        <p:sp>
          <p:nvSpPr>
            <p:cNvPr id="7763" name="Google Shape;7763;p5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57"/>
          <p:cNvGrpSpPr/>
          <p:nvPr/>
        </p:nvGrpSpPr>
        <p:grpSpPr>
          <a:xfrm>
            <a:off x="5779179" y="2276142"/>
            <a:ext cx="323524" cy="358774"/>
            <a:chOff x="-57162350" y="3982000"/>
            <a:chExt cx="287500" cy="318825"/>
          </a:xfrm>
        </p:grpSpPr>
        <p:sp>
          <p:nvSpPr>
            <p:cNvPr id="7772" name="Google Shape;7772;p5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57"/>
          <p:cNvGrpSpPr/>
          <p:nvPr/>
        </p:nvGrpSpPr>
        <p:grpSpPr>
          <a:xfrm>
            <a:off x="7070492" y="3206648"/>
            <a:ext cx="358971" cy="357198"/>
            <a:chOff x="-52851675" y="3585650"/>
            <a:chExt cx="319000" cy="317425"/>
          </a:xfrm>
        </p:grpSpPr>
        <p:sp>
          <p:nvSpPr>
            <p:cNvPr id="7781" name="Google Shape;7781;p5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57"/>
          <p:cNvGrpSpPr/>
          <p:nvPr/>
        </p:nvGrpSpPr>
        <p:grpSpPr>
          <a:xfrm>
            <a:off x="7092647" y="3668449"/>
            <a:ext cx="314662" cy="358999"/>
            <a:chOff x="-52832000" y="3976300"/>
            <a:chExt cx="279625" cy="319025"/>
          </a:xfrm>
        </p:grpSpPr>
        <p:sp>
          <p:nvSpPr>
            <p:cNvPr id="7788" name="Google Shape;7788;p5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57"/>
          <p:cNvGrpSpPr/>
          <p:nvPr/>
        </p:nvGrpSpPr>
        <p:grpSpPr>
          <a:xfrm>
            <a:off x="6209853" y="4123097"/>
            <a:ext cx="316434" cy="358099"/>
            <a:chOff x="-51633225" y="3198925"/>
            <a:chExt cx="281200" cy="318225"/>
          </a:xfrm>
        </p:grpSpPr>
        <p:sp>
          <p:nvSpPr>
            <p:cNvPr id="7794" name="Google Shape;7794;p5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57"/>
          <p:cNvGrpSpPr/>
          <p:nvPr/>
        </p:nvGrpSpPr>
        <p:grpSpPr>
          <a:xfrm>
            <a:off x="6628676" y="1381018"/>
            <a:ext cx="365188" cy="357226"/>
            <a:chOff x="-56396775" y="3199700"/>
            <a:chExt cx="324525" cy="317450"/>
          </a:xfrm>
        </p:grpSpPr>
        <p:sp>
          <p:nvSpPr>
            <p:cNvPr id="7802" name="Google Shape;7802;p5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57"/>
          <p:cNvGrpSpPr/>
          <p:nvPr/>
        </p:nvGrpSpPr>
        <p:grpSpPr>
          <a:xfrm>
            <a:off x="6631771" y="1846953"/>
            <a:ext cx="358999" cy="335958"/>
            <a:chOff x="-56394425" y="3600600"/>
            <a:chExt cx="319025" cy="298550"/>
          </a:xfrm>
        </p:grpSpPr>
        <p:sp>
          <p:nvSpPr>
            <p:cNvPr id="7809" name="Google Shape;7809;p5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57"/>
          <p:cNvGrpSpPr/>
          <p:nvPr/>
        </p:nvGrpSpPr>
        <p:grpSpPr>
          <a:xfrm>
            <a:off x="6662538" y="2277717"/>
            <a:ext cx="327068" cy="357198"/>
            <a:chOff x="-56379450" y="3983400"/>
            <a:chExt cx="290650" cy="317425"/>
          </a:xfrm>
        </p:grpSpPr>
        <p:sp>
          <p:nvSpPr>
            <p:cNvPr id="7813" name="Google Shape;7813;p5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7"/>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7"/>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57"/>
          <p:cNvGrpSpPr/>
          <p:nvPr/>
        </p:nvGrpSpPr>
        <p:grpSpPr>
          <a:xfrm>
            <a:off x="5326242" y="2741864"/>
            <a:ext cx="316434" cy="358971"/>
            <a:chOff x="-54401725" y="3198925"/>
            <a:chExt cx="281200" cy="319000"/>
          </a:xfrm>
        </p:grpSpPr>
        <p:sp>
          <p:nvSpPr>
            <p:cNvPr id="7822" name="Google Shape;7822;p5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57"/>
          <p:cNvGrpSpPr/>
          <p:nvPr/>
        </p:nvGrpSpPr>
        <p:grpSpPr>
          <a:xfrm>
            <a:off x="5327128" y="3211965"/>
            <a:ext cx="314662" cy="358099"/>
            <a:chOff x="-54401725" y="3590375"/>
            <a:chExt cx="279625" cy="318225"/>
          </a:xfrm>
        </p:grpSpPr>
        <p:sp>
          <p:nvSpPr>
            <p:cNvPr id="7834" name="Google Shape;7834;p5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57"/>
          <p:cNvGrpSpPr/>
          <p:nvPr/>
        </p:nvGrpSpPr>
        <p:grpSpPr>
          <a:xfrm>
            <a:off x="5324920" y="3675538"/>
            <a:ext cx="319079" cy="358099"/>
            <a:chOff x="-54403300" y="3982600"/>
            <a:chExt cx="283550" cy="318225"/>
          </a:xfrm>
        </p:grpSpPr>
        <p:sp>
          <p:nvSpPr>
            <p:cNvPr id="7841" name="Google Shape;7841;p5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57"/>
          <p:cNvGrpSpPr/>
          <p:nvPr/>
        </p:nvGrpSpPr>
        <p:grpSpPr>
          <a:xfrm>
            <a:off x="7512313" y="2736772"/>
            <a:ext cx="356298" cy="356973"/>
            <a:chOff x="-52458650" y="3194400"/>
            <a:chExt cx="316625" cy="317225"/>
          </a:xfrm>
        </p:grpSpPr>
        <p:sp>
          <p:nvSpPr>
            <p:cNvPr id="7847" name="Google Shape;7847;p5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57"/>
          <p:cNvGrpSpPr/>
          <p:nvPr/>
        </p:nvGrpSpPr>
        <p:grpSpPr>
          <a:xfrm>
            <a:off x="4881188" y="2741864"/>
            <a:ext cx="314662" cy="358971"/>
            <a:chOff x="-54793175" y="3198925"/>
            <a:chExt cx="279625" cy="319000"/>
          </a:xfrm>
        </p:grpSpPr>
        <p:sp>
          <p:nvSpPr>
            <p:cNvPr id="7856" name="Google Shape;7856;p5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57"/>
          <p:cNvGrpSpPr/>
          <p:nvPr/>
        </p:nvGrpSpPr>
        <p:grpSpPr>
          <a:xfrm>
            <a:off x="7521611" y="3205748"/>
            <a:ext cx="337703" cy="357845"/>
            <a:chOff x="-52450000" y="3584850"/>
            <a:chExt cx="300100" cy="318000"/>
          </a:xfrm>
        </p:grpSpPr>
        <p:sp>
          <p:nvSpPr>
            <p:cNvPr id="7864" name="Google Shape;7864;p5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57"/>
          <p:cNvGrpSpPr/>
          <p:nvPr/>
        </p:nvGrpSpPr>
        <p:grpSpPr>
          <a:xfrm>
            <a:off x="7533131" y="3670221"/>
            <a:ext cx="314662" cy="357226"/>
            <a:chOff x="-52440550" y="3977875"/>
            <a:chExt cx="279625" cy="317450"/>
          </a:xfrm>
        </p:grpSpPr>
        <p:sp>
          <p:nvSpPr>
            <p:cNvPr id="7872" name="Google Shape;7872;p5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57"/>
          <p:cNvGrpSpPr/>
          <p:nvPr/>
        </p:nvGrpSpPr>
        <p:grpSpPr>
          <a:xfrm>
            <a:off x="6645066" y="4126427"/>
            <a:ext cx="314662" cy="358999"/>
            <a:chOff x="-51623775" y="3584850"/>
            <a:chExt cx="279625" cy="319025"/>
          </a:xfrm>
        </p:grpSpPr>
        <p:sp>
          <p:nvSpPr>
            <p:cNvPr id="7881" name="Google Shape;7881;p5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0" name="Google Shape;7890;p57"/>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891" name="Google Shape;7891;p57"/>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95" name="Shape 7895"/>
        <p:cNvGrpSpPr/>
        <p:nvPr/>
      </p:nvGrpSpPr>
      <p:grpSpPr>
        <a:xfrm>
          <a:off x="0" y="0"/>
          <a:ext cx="0" cy="0"/>
          <a:chOff x="0" y="0"/>
          <a:chExt cx="0" cy="0"/>
        </a:xfrm>
      </p:grpSpPr>
      <p:grpSp>
        <p:nvGrpSpPr>
          <p:cNvPr id="7896" name="Google Shape;7896;p58"/>
          <p:cNvGrpSpPr/>
          <p:nvPr/>
        </p:nvGrpSpPr>
        <p:grpSpPr>
          <a:xfrm>
            <a:off x="885675" y="1386849"/>
            <a:ext cx="276003" cy="357300"/>
            <a:chOff x="-50469125" y="3183175"/>
            <a:chExt cx="233150" cy="301825"/>
          </a:xfrm>
        </p:grpSpPr>
        <p:sp>
          <p:nvSpPr>
            <p:cNvPr id="7897" name="Google Shape;7897;p5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58"/>
          <p:cNvGrpSpPr/>
          <p:nvPr/>
        </p:nvGrpSpPr>
        <p:grpSpPr>
          <a:xfrm>
            <a:off x="845574" y="1822251"/>
            <a:ext cx="356205" cy="355288"/>
            <a:chOff x="-50504575" y="3550975"/>
            <a:chExt cx="300900" cy="300125"/>
          </a:xfrm>
        </p:grpSpPr>
        <p:sp>
          <p:nvSpPr>
            <p:cNvPr id="7901" name="Google Shape;7901;p5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58"/>
          <p:cNvGrpSpPr/>
          <p:nvPr/>
        </p:nvGrpSpPr>
        <p:grpSpPr>
          <a:xfrm>
            <a:off x="845574" y="2260493"/>
            <a:ext cx="356205" cy="354341"/>
            <a:chOff x="-50503000" y="3921175"/>
            <a:chExt cx="300900" cy="299325"/>
          </a:xfrm>
        </p:grpSpPr>
        <p:sp>
          <p:nvSpPr>
            <p:cNvPr id="7906" name="Google Shape;7906;p5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58"/>
          <p:cNvGrpSpPr/>
          <p:nvPr/>
        </p:nvGrpSpPr>
        <p:grpSpPr>
          <a:xfrm>
            <a:off x="3049627" y="1406411"/>
            <a:ext cx="355258" cy="356205"/>
            <a:chOff x="-48630025" y="3199700"/>
            <a:chExt cx="300100" cy="300900"/>
          </a:xfrm>
        </p:grpSpPr>
        <p:sp>
          <p:nvSpPr>
            <p:cNvPr id="7912" name="Google Shape;7912;p5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58"/>
          <p:cNvGrpSpPr/>
          <p:nvPr/>
        </p:nvGrpSpPr>
        <p:grpSpPr>
          <a:xfrm>
            <a:off x="3049627" y="1843707"/>
            <a:ext cx="355258" cy="355258"/>
            <a:chOff x="-48630025" y="3569100"/>
            <a:chExt cx="300100" cy="300100"/>
          </a:xfrm>
        </p:grpSpPr>
        <p:sp>
          <p:nvSpPr>
            <p:cNvPr id="7916" name="Google Shape;7916;p5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6" name="Google Shape;7926;p58"/>
          <p:cNvGrpSpPr/>
          <p:nvPr/>
        </p:nvGrpSpPr>
        <p:grpSpPr>
          <a:xfrm>
            <a:off x="3050101" y="2281003"/>
            <a:ext cx="354311" cy="353394"/>
            <a:chOff x="-48629225" y="3938500"/>
            <a:chExt cx="299300" cy="298525"/>
          </a:xfrm>
        </p:grpSpPr>
        <p:sp>
          <p:nvSpPr>
            <p:cNvPr id="7927" name="Google Shape;7927;p5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58"/>
          <p:cNvGrpSpPr/>
          <p:nvPr/>
        </p:nvGrpSpPr>
        <p:grpSpPr>
          <a:xfrm>
            <a:off x="1785504" y="2752344"/>
            <a:ext cx="311458" cy="354341"/>
            <a:chOff x="-46762575" y="3200500"/>
            <a:chExt cx="263100" cy="299325"/>
          </a:xfrm>
        </p:grpSpPr>
        <p:sp>
          <p:nvSpPr>
            <p:cNvPr id="7932" name="Google Shape;7932;p5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58"/>
          <p:cNvGrpSpPr/>
          <p:nvPr/>
        </p:nvGrpSpPr>
        <p:grpSpPr>
          <a:xfrm>
            <a:off x="1763589" y="3211066"/>
            <a:ext cx="355288" cy="312375"/>
            <a:chOff x="-46779900" y="3588000"/>
            <a:chExt cx="300125" cy="263875"/>
          </a:xfrm>
        </p:grpSpPr>
        <p:sp>
          <p:nvSpPr>
            <p:cNvPr id="7938" name="Google Shape;7938;p5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58"/>
          <p:cNvGrpSpPr/>
          <p:nvPr/>
        </p:nvGrpSpPr>
        <p:grpSpPr>
          <a:xfrm>
            <a:off x="1764062" y="3625988"/>
            <a:ext cx="354341" cy="353394"/>
            <a:chOff x="-46779100" y="3938500"/>
            <a:chExt cx="299325" cy="298525"/>
          </a:xfrm>
        </p:grpSpPr>
        <p:sp>
          <p:nvSpPr>
            <p:cNvPr id="7943" name="Google Shape;7943;p5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58"/>
          <p:cNvGrpSpPr/>
          <p:nvPr/>
        </p:nvGrpSpPr>
        <p:grpSpPr>
          <a:xfrm>
            <a:off x="3971800" y="2758855"/>
            <a:ext cx="355258" cy="355288"/>
            <a:chOff x="-44924250" y="3206000"/>
            <a:chExt cx="300100" cy="300125"/>
          </a:xfrm>
        </p:grpSpPr>
        <p:sp>
          <p:nvSpPr>
            <p:cNvPr id="7946" name="Google Shape;7946;p5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58"/>
          <p:cNvGrpSpPr/>
          <p:nvPr/>
        </p:nvGrpSpPr>
        <p:grpSpPr>
          <a:xfrm>
            <a:off x="1286286" y="1386849"/>
            <a:ext cx="355258" cy="355258"/>
            <a:chOff x="-50134375" y="3183175"/>
            <a:chExt cx="300100" cy="300100"/>
          </a:xfrm>
        </p:grpSpPr>
        <p:sp>
          <p:nvSpPr>
            <p:cNvPr id="7952" name="Google Shape;7952;p5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58"/>
          <p:cNvGrpSpPr/>
          <p:nvPr/>
        </p:nvGrpSpPr>
        <p:grpSpPr>
          <a:xfrm>
            <a:off x="1286286" y="1822251"/>
            <a:ext cx="355258" cy="355288"/>
            <a:chOff x="-50134375" y="3550975"/>
            <a:chExt cx="300100" cy="300125"/>
          </a:xfrm>
        </p:grpSpPr>
        <p:sp>
          <p:nvSpPr>
            <p:cNvPr id="7963" name="Google Shape;7963;p5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58"/>
          <p:cNvGrpSpPr/>
          <p:nvPr/>
        </p:nvGrpSpPr>
        <p:grpSpPr>
          <a:xfrm>
            <a:off x="1286286" y="2259783"/>
            <a:ext cx="355258" cy="355051"/>
            <a:chOff x="-50134375" y="3920575"/>
            <a:chExt cx="300100" cy="299925"/>
          </a:xfrm>
        </p:grpSpPr>
        <p:sp>
          <p:nvSpPr>
            <p:cNvPr id="7966" name="Google Shape;7966;p5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58"/>
          <p:cNvGrpSpPr/>
          <p:nvPr/>
        </p:nvGrpSpPr>
        <p:grpSpPr>
          <a:xfrm>
            <a:off x="3497010" y="1407358"/>
            <a:ext cx="357123" cy="355258"/>
            <a:chOff x="-48262200" y="3200500"/>
            <a:chExt cx="301675" cy="300100"/>
          </a:xfrm>
        </p:grpSpPr>
        <p:sp>
          <p:nvSpPr>
            <p:cNvPr id="7970" name="Google Shape;7970;p5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58"/>
          <p:cNvGrpSpPr/>
          <p:nvPr/>
        </p:nvGrpSpPr>
        <p:grpSpPr>
          <a:xfrm>
            <a:off x="3526383" y="1844447"/>
            <a:ext cx="298377" cy="354519"/>
            <a:chOff x="-48233050" y="3569725"/>
            <a:chExt cx="252050" cy="299475"/>
          </a:xfrm>
        </p:grpSpPr>
        <p:sp>
          <p:nvSpPr>
            <p:cNvPr id="7980" name="Google Shape;7980;p5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58"/>
          <p:cNvGrpSpPr/>
          <p:nvPr/>
        </p:nvGrpSpPr>
        <p:grpSpPr>
          <a:xfrm>
            <a:off x="3550148" y="2278191"/>
            <a:ext cx="250847" cy="358070"/>
            <a:chOff x="-48216525" y="3936125"/>
            <a:chExt cx="211900" cy="302475"/>
          </a:xfrm>
        </p:grpSpPr>
        <p:sp>
          <p:nvSpPr>
            <p:cNvPr id="7984" name="Google Shape;7984;p5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58"/>
          <p:cNvGrpSpPr/>
          <p:nvPr/>
        </p:nvGrpSpPr>
        <p:grpSpPr>
          <a:xfrm>
            <a:off x="2205866" y="2753261"/>
            <a:ext cx="355258" cy="355288"/>
            <a:chOff x="-46410500" y="3201275"/>
            <a:chExt cx="300100" cy="300125"/>
          </a:xfrm>
        </p:grpSpPr>
        <p:sp>
          <p:nvSpPr>
            <p:cNvPr id="7989" name="Google Shape;7989;p5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58"/>
          <p:cNvGrpSpPr/>
          <p:nvPr/>
        </p:nvGrpSpPr>
        <p:grpSpPr>
          <a:xfrm>
            <a:off x="2205866" y="3188692"/>
            <a:ext cx="355258" cy="356205"/>
            <a:chOff x="-46409700" y="3569100"/>
            <a:chExt cx="300100" cy="300900"/>
          </a:xfrm>
        </p:grpSpPr>
        <p:sp>
          <p:nvSpPr>
            <p:cNvPr id="7995" name="Google Shape;7995;p5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58"/>
          <p:cNvGrpSpPr/>
          <p:nvPr/>
        </p:nvGrpSpPr>
        <p:grpSpPr>
          <a:xfrm>
            <a:off x="2193747" y="3624124"/>
            <a:ext cx="379497" cy="358070"/>
            <a:chOff x="-46422300" y="3936925"/>
            <a:chExt cx="320575" cy="302475"/>
          </a:xfrm>
        </p:grpSpPr>
        <p:sp>
          <p:nvSpPr>
            <p:cNvPr id="8001" name="Google Shape;8001;p5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58"/>
          <p:cNvGrpSpPr/>
          <p:nvPr/>
        </p:nvGrpSpPr>
        <p:grpSpPr>
          <a:xfrm>
            <a:off x="3971326" y="3178452"/>
            <a:ext cx="356205" cy="355258"/>
            <a:chOff x="-44914800" y="3560450"/>
            <a:chExt cx="300900" cy="300100"/>
          </a:xfrm>
        </p:grpSpPr>
        <p:sp>
          <p:nvSpPr>
            <p:cNvPr id="8004" name="Google Shape;8004;p5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58"/>
          <p:cNvGrpSpPr/>
          <p:nvPr/>
        </p:nvGrpSpPr>
        <p:grpSpPr>
          <a:xfrm>
            <a:off x="1726378" y="1387086"/>
            <a:ext cx="354311" cy="354104"/>
            <a:chOff x="-49764975" y="3183375"/>
            <a:chExt cx="299300" cy="299125"/>
          </a:xfrm>
        </p:grpSpPr>
        <p:sp>
          <p:nvSpPr>
            <p:cNvPr id="8010" name="Google Shape;8010;p5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58"/>
          <p:cNvGrpSpPr/>
          <p:nvPr/>
        </p:nvGrpSpPr>
        <p:grpSpPr>
          <a:xfrm>
            <a:off x="1726378" y="1822547"/>
            <a:ext cx="354311" cy="355909"/>
            <a:chOff x="-49764975" y="3551225"/>
            <a:chExt cx="299300" cy="300650"/>
          </a:xfrm>
        </p:grpSpPr>
        <p:sp>
          <p:nvSpPr>
            <p:cNvPr id="8020" name="Google Shape;8020;p5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58"/>
          <p:cNvGrpSpPr/>
          <p:nvPr/>
        </p:nvGrpSpPr>
        <p:grpSpPr>
          <a:xfrm>
            <a:off x="1724040" y="2259310"/>
            <a:ext cx="358987" cy="355525"/>
            <a:chOff x="-49766550" y="3920175"/>
            <a:chExt cx="303250" cy="300325"/>
          </a:xfrm>
        </p:grpSpPr>
        <p:sp>
          <p:nvSpPr>
            <p:cNvPr id="8032" name="Google Shape;8032;p5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58"/>
          <p:cNvGrpSpPr/>
          <p:nvPr/>
        </p:nvGrpSpPr>
        <p:grpSpPr>
          <a:xfrm>
            <a:off x="3939571" y="1407358"/>
            <a:ext cx="357123" cy="354341"/>
            <a:chOff x="-47892800" y="3200500"/>
            <a:chExt cx="301675" cy="299325"/>
          </a:xfrm>
        </p:grpSpPr>
        <p:sp>
          <p:nvSpPr>
            <p:cNvPr id="8037" name="Google Shape;8037;p5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58"/>
          <p:cNvGrpSpPr/>
          <p:nvPr/>
        </p:nvGrpSpPr>
        <p:grpSpPr>
          <a:xfrm>
            <a:off x="4003437" y="1843707"/>
            <a:ext cx="229391" cy="355258"/>
            <a:chOff x="-47839250" y="3569100"/>
            <a:chExt cx="193775" cy="300100"/>
          </a:xfrm>
        </p:grpSpPr>
        <p:sp>
          <p:nvSpPr>
            <p:cNvPr id="8044" name="Google Shape;8044;p5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58"/>
          <p:cNvGrpSpPr/>
          <p:nvPr/>
        </p:nvGrpSpPr>
        <p:grpSpPr>
          <a:xfrm>
            <a:off x="3940503" y="2280056"/>
            <a:ext cx="355258" cy="356205"/>
            <a:chOff x="-47892800" y="3937700"/>
            <a:chExt cx="300100" cy="300900"/>
          </a:xfrm>
        </p:grpSpPr>
        <p:sp>
          <p:nvSpPr>
            <p:cNvPr id="8051" name="Google Shape;8051;p5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58"/>
          <p:cNvGrpSpPr/>
          <p:nvPr/>
        </p:nvGrpSpPr>
        <p:grpSpPr>
          <a:xfrm>
            <a:off x="2645798" y="2773770"/>
            <a:ext cx="355258" cy="311458"/>
            <a:chOff x="-46042675" y="3218600"/>
            <a:chExt cx="300100" cy="263100"/>
          </a:xfrm>
        </p:grpSpPr>
        <p:sp>
          <p:nvSpPr>
            <p:cNvPr id="8060" name="Google Shape;8060;p5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58"/>
          <p:cNvGrpSpPr/>
          <p:nvPr/>
        </p:nvGrpSpPr>
        <p:grpSpPr>
          <a:xfrm>
            <a:off x="2645798" y="3188219"/>
            <a:ext cx="355258" cy="323118"/>
            <a:chOff x="-46042675" y="3568700"/>
            <a:chExt cx="300100" cy="272950"/>
          </a:xfrm>
        </p:grpSpPr>
        <p:sp>
          <p:nvSpPr>
            <p:cNvPr id="8067" name="Google Shape;8067;p5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58"/>
          <p:cNvGrpSpPr/>
          <p:nvPr/>
        </p:nvGrpSpPr>
        <p:grpSpPr>
          <a:xfrm>
            <a:off x="2687749" y="3625189"/>
            <a:ext cx="271357" cy="356057"/>
            <a:chOff x="-46007225" y="3937825"/>
            <a:chExt cx="229225" cy="300775"/>
          </a:xfrm>
        </p:grpSpPr>
        <p:sp>
          <p:nvSpPr>
            <p:cNvPr id="8072" name="Google Shape;8072;p5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58"/>
          <p:cNvGrpSpPr/>
          <p:nvPr/>
        </p:nvGrpSpPr>
        <p:grpSpPr>
          <a:xfrm>
            <a:off x="3993241" y="3615275"/>
            <a:ext cx="312375" cy="357596"/>
            <a:chOff x="-44895900" y="3929450"/>
            <a:chExt cx="263875" cy="302075"/>
          </a:xfrm>
        </p:grpSpPr>
        <p:sp>
          <p:nvSpPr>
            <p:cNvPr id="8083" name="Google Shape;8083;p5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58"/>
          <p:cNvGrpSpPr/>
          <p:nvPr/>
        </p:nvGrpSpPr>
        <p:grpSpPr>
          <a:xfrm>
            <a:off x="2167060" y="1398036"/>
            <a:ext cx="356205" cy="332885"/>
            <a:chOff x="-49397175" y="3192625"/>
            <a:chExt cx="300900" cy="281200"/>
          </a:xfrm>
        </p:grpSpPr>
        <p:sp>
          <p:nvSpPr>
            <p:cNvPr id="8090" name="Google Shape;8090;p5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58"/>
          <p:cNvGrpSpPr/>
          <p:nvPr/>
        </p:nvGrpSpPr>
        <p:grpSpPr>
          <a:xfrm>
            <a:off x="2193163" y="1822251"/>
            <a:ext cx="304000" cy="356205"/>
            <a:chOff x="-49375900" y="3550975"/>
            <a:chExt cx="256800" cy="300900"/>
          </a:xfrm>
        </p:grpSpPr>
        <p:sp>
          <p:nvSpPr>
            <p:cNvPr id="8098" name="Google Shape;8098;p5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8"/>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58"/>
          <p:cNvGrpSpPr/>
          <p:nvPr/>
        </p:nvGrpSpPr>
        <p:grpSpPr>
          <a:xfrm>
            <a:off x="2188516" y="2259546"/>
            <a:ext cx="313293" cy="356205"/>
            <a:chOff x="-49378250" y="3920375"/>
            <a:chExt cx="264650" cy="300900"/>
          </a:xfrm>
        </p:grpSpPr>
        <p:sp>
          <p:nvSpPr>
            <p:cNvPr id="8110" name="Google Shape;8110;p5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58"/>
          <p:cNvGrpSpPr/>
          <p:nvPr/>
        </p:nvGrpSpPr>
        <p:grpSpPr>
          <a:xfrm>
            <a:off x="907504" y="2752344"/>
            <a:ext cx="312375" cy="357123"/>
            <a:chOff x="-47505300" y="3200500"/>
            <a:chExt cx="263875" cy="301675"/>
          </a:xfrm>
        </p:grpSpPr>
        <p:sp>
          <p:nvSpPr>
            <p:cNvPr id="8118" name="Google Shape;8118;p5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58"/>
          <p:cNvGrpSpPr/>
          <p:nvPr/>
        </p:nvGrpSpPr>
        <p:grpSpPr>
          <a:xfrm>
            <a:off x="885604" y="3188692"/>
            <a:ext cx="356176" cy="355051"/>
            <a:chOff x="-47524975" y="3569100"/>
            <a:chExt cx="300875" cy="299925"/>
          </a:xfrm>
        </p:grpSpPr>
        <p:sp>
          <p:nvSpPr>
            <p:cNvPr id="8132" name="Google Shape;8132;p5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58"/>
          <p:cNvGrpSpPr/>
          <p:nvPr/>
        </p:nvGrpSpPr>
        <p:grpSpPr>
          <a:xfrm>
            <a:off x="886062" y="3667954"/>
            <a:ext cx="355258" cy="270410"/>
            <a:chOff x="-47523400" y="3973950"/>
            <a:chExt cx="300100" cy="228425"/>
          </a:xfrm>
        </p:grpSpPr>
        <p:sp>
          <p:nvSpPr>
            <p:cNvPr id="8138" name="Google Shape;8138;p5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58"/>
          <p:cNvGrpSpPr/>
          <p:nvPr/>
        </p:nvGrpSpPr>
        <p:grpSpPr>
          <a:xfrm>
            <a:off x="3091183" y="2750953"/>
            <a:ext cx="354341" cy="357596"/>
            <a:chOff x="-45673275" y="3199325"/>
            <a:chExt cx="299325" cy="302075"/>
          </a:xfrm>
        </p:grpSpPr>
        <p:sp>
          <p:nvSpPr>
            <p:cNvPr id="8144" name="Google Shape;8144;p5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58"/>
          <p:cNvGrpSpPr/>
          <p:nvPr/>
        </p:nvGrpSpPr>
        <p:grpSpPr>
          <a:xfrm>
            <a:off x="3090251" y="3209202"/>
            <a:ext cx="356205" cy="314240"/>
            <a:chOff x="-45674075" y="3586425"/>
            <a:chExt cx="300900" cy="265450"/>
          </a:xfrm>
        </p:grpSpPr>
        <p:sp>
          <p:nvSpPr>
            <p:cNvPr id="8148" name="Google Shape;8148;p5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58"/>
          <p:cNvGrpSpPr/>
          <p:nvPr/>
        </p:nvGrpSpPr>
        <p:grpSpPr>
          <a:xfrm>
            <a:off x="3091183" y="3625041"/>
            <a:ext cx="354341" cy="356205"/>
            <a:chOff x="-45673275" y="3937700"/>
            <a:chExt cx="299325" cy="300900"/>
          </a:xfrm>
        </p:grpSpPr>
        <p:sp>
          <p:nvSpPr>
            <p:cNvPr id="8151" name="Google Shape;8151;p5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58"/>
          <p:cNvGrpSpPr/>
          <p:nvPr/>
        </p:nvGrpSpPr>
        <p:grpSpPr>
          <a:xfrm>
            <a:off x="2205349" y="4117825"/>
            <a:ext cx="356205" cy="356205"/>
            <a:chOff x="-44512325" y="3176075"/>
            <a:chExt cx="300900" cy="300900"/>
          </a:xfrm>
        </p:grpSpPr>
        <p:sp>
          <p:nvSpPr>
            <p:cNvPr id="8158" name="Google Shape;8158;p5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58"/>
          <p:cNvGrpSpPr/>
          <p:nvPr/>
        </p:nvGrpSpPr>
        <p:grpSpPr>
          <a:xfrm>
            <a:off x="2608689" y="1386849"/>
            <a:ext cx="354341" cy="354341"/>
            <a:chOff x="-49027775" y="3183175"/>
            <a:chExt cx="299325" cy="299325"/>
          </a:xfrm>
        </p:grpSpPr>
        <p:sp>
          <p:nvSpPr>
            <p:cNvPr id="8162" name="Google Shape;8162;p5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58"/>
          <p:cNvGrpSpPr/>
          <p:nvPr/>
        </p:nvGrpSpPr>
        <p:grpSpPr>
          <a:xfrm>
            <a:off x="2608230" y="1822251"/>
            <a:ext cx="355258" cy="357152"/>
            <a:chOff x="-49027775" y="3550975"/>
            <a:chExt cx="300100" cy="301700"/>
          </a:xfrm>
        </p:grpSpPr>
        <p:sp>
          <p:nvSpPr>
            <p:cNvPr id="8167" name="Google Shape;8167;p5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58"/>
          <p:cNvGrpSpPr/>
          <p:nvPr/>
        </p:nvGrpSpPr>
        <p:grpSpPr>
          <a:xfrm>
            <a:off x="2606306" y="2259310"/>
            <a:ext cx="359106" cy="355525"/>
            <a:chOff x="-49031025" y="3920175"/>
            <a:chExt cx="303350" cy="300325"/>
          </a:xfrm>
        </p:grpSpPr>
        <p:sp>
          <p:nvSpPr>
            <p:cNvPr id="8178" name="Google Shape;8178;p5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58"/>
          <p:cNvGrpSpPr/>
          <p:nvPr/>
        </p:nvGrpSpPr>
        <p:grpSpPr>
          <a:xfrm>
            <a:off x="1322411" y="2752344"/>
            <a:ext cx="356176" cy="354341"/>
            <a:chOff x="-47155575" y="3200500"/>
            <a:chExt cx="300875" cy="299325"/>
          </a:xfrm>
        </p:grpSpPr>
        <p:sp>
          <p:nvSpPr>
            <p:cNvPr id="8185" name="Google Shape;8185;p5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58"/>
          <p:cNvGrpSpPr/>
          <p:nvPr/>
        </p:nvGrpSpPr>
        <p:grpSpPr>
          <a:xfrm>
            <a:off x="1322870" y="3188692"/>
            <a:ext cx="355258" cy="355258"/>
            <a:chOff x="-47154800" y="3569100"/>
            <a:chExt cx="300100" cy="300100"/>
          </a:xfrm>
        </p:grpSpPr>
        <p:sp>
          <p:nvSpPr>
            <p:cNvPr id="8192" name="Google Shape;8192;p5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8" name="Google Shape;8198;p58"/>
          <p:cNvGrpSpPr/>
          <p:nvPr/>
        </p:nvGrpSpPr>
        <p:grpSpPr>
          <a:xfrm>
            <a:off x="1323343" y="3626905"/>
            <a:ext cx="354311" cy="353423"/>
            <a:chOff x="-47154000" y="3939275"/>
            <a:chExt cx="299300" cy="298550"/>
          </a:xfrm>
        </p:grpSpPr>
        <p:sp>
          <p:nvSpPr>
            <p:cNvPr id="8199" name="Google Shape;8199;p5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58"/>
          <p:cNvGrpSpPr/>
          <p:nvPr/>
        </p:nvGrpSpPr>
        <p:grpSpPr>
          <a:xfrm>
            <a:off x="3548633" y="2752344"/>
            <a:ext cx="312375" cy="354341"/>
            <a:chOff x="-45286550" y="3200500"/>
            <a:chExt cx="263875" cy="299325"/>
          </a:xfrm>
        </p:grpSpPr>
        <p:sp>
          <p:nvSpPr>
            <p:cNvPr id="8204" name="Google Shape;8204;p5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58"/>
          <p:cNvGrpSpPr/>
          <p:nvPr/>
        </p:nvGrpSpPr>
        <p:grpSpPr>
          <a:xfrm>
            <a:off x="3548633" y="3189639"/>
            <a:ext cx="312375" cy="354311"/>
            <a:chOff x="-45286550" y="3569900"/>
            <a:chExt cx="263875" cy="299300"/>
          </a:xfrm>
        </p:grpSpPr>
        <p:sp>
          <p:nvSpPr>
            <p:cNvPr id="8208" name="Google Shape;8208;p5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58"/>
          <p:cNvGrpSpPr/>
          <p:nvPr/>
        </p:nvGrpSpPr>
        <p:grpSpPr>
          <a:xfrm>
            <a:off x="3559820" y="3625988"/>
            <a:ext cx="290001" cy="355258"/>
            <a:chOff x="-45277900" y="3938500"/>
            <a:chExt cx="244975" cy="300100"/>
          </a:xfrm>
        </p:grpSpPr>
        <p:sp>
          <p:nvSpPr>
            <p:cNvPr id="8215" name="Google Shape;8215;p5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58"/>
          <p:cNvGrpSpPr/>
          <p:nvPr/>
        </p:nvGrpSpPr>
        <p:grpSpPr>
          <a:xfrm>
            <a:off x="2645769" y="4095090"/>
            <a:ext cx="355258" cy="355258"/>
            <a:chOff x="-44502875" y="3576975"/>
            <a:chExt cx="300100" cy="300100"/>
          </a:xfrm>
        </p:grpSpPr>
        <p:sp>
          <p:nvSpPr>
            <p:cNvPr id="8220" name="Google Shape;8220;p5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58"/>
          <p:cNvGrpSpPr/>
          <p:nvPr/>
        </p:nvGrpSpPr>
        <p:grpSpPr>
          <a:xfrm>
            <a:off x="4858981" y="1820745"/>
            <a:ext cx="356196" cy="354670"/>
            <a:chOff x="-13946200" y="3647075"/>
            <a:chExt cx="353650" cy="352100"/>
          </a:xfrm>
        </p:grpSpPr>
        <p:sp>
          <p:nvSpPr>
            <p:cNvPr id="8224" name="Google Shape;8224;p58"/>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8"/>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8"/>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8"/>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8"/>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8"/>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58"/>
          <p:cNvGrpSpPr/>
          <p:nvPr/>
        </p:nvGrpSpPr>
        <p:grpSpPr>
          <a:xfrm>
            <a:off x="6642374" y="1380228"/>
            <a:ext cx="357002" cy="354267"/>
            <a:chOff x="-12163025" y="3214275"/>
            <a:chExt cx="354450" cy="351700"/>
          </a:xfrm>
        </p:grpSpPr>
        <p:sp>
          <p:nvSpPr>
            <p:cNvPr id="8231" name="Google Shape;8231;p58"/>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8"/>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8"/>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58"/>
          <p:cNvGrpSpPr/>
          <p:nvPr/>
        </p:nvGrpSpPr>
        <p:grpSpPr>
          <a:xfrm>
            <a:off x="6643154" y="1819965"/>
            <a:ext cx="355441" cy="356232"/>
            <a:chOff x="-12160675" y="3647875"/>
            <a:chExt cx="352900" cy="353650"/>
          </a:xfrm>
        </p:grpSpPr>
        <p:sp>
          <p:nvSpPr>
            <p:cNvPr id="8235" name="Google Shape;8235;p58"/>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8"/>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8"/>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8"/>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8"/>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8"/>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8"/>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58"/>
          <p:cNvGrpSpPr/>
          <p:nvPr/>
        </p:nvGrpSpPr>
        <p:grpSpPr>
          <a:xfrm>
            <a:off x="6653870" y="2264421"/>
            <a:ext cx="354635" cy="356232"/>
            <a:chOff x="-12160675" y="4081850"/>
            <a:chExt cx="352100" cy="353650"/>
          </a:xfrm>
        </p:grpSpPr>
        <p:sp>
          <p:nvSpPr>
            <p:cNvPr id="8243" name="Google Shape;8243;p58"/>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8"/>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8"/>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8"/>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8"/>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8"/>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58"/>
          <p:cNvGrpSpPr/>
          <p:nvPr/>
        </p:nvGrpSpPr>
        <p:grpSpPr>
          <a:xfrm>
            <a:off x="4858836" y="2738864"/>
            <a:ext cx="355416" cy="355652"/>
            <a:chOff x="-10391650" y="3180600"/>
            <a:chExt cx="352875" cy="353075"/>
          </a:xfrm>
        </p:grpSpPr>
        <p:sp>
          <p:nvSpPr>
            <p:cNvPr id="8250" name="Google Shape;8250;p58"/>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8"/>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8"/>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8"/>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8"/>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8"/>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58"/>
          <p:cNvGrpSpPr/>
          <p:nvPr/>
        </p:nvGrpSpPr>
        <p:grpSpPr>
          <a:xfrm>
            <a:off x="4858835" y="3215662"/>
            <a:ext cx="354635" cy="353890"/>
            <a:chOff x="-10390875" y="3616350"/>
            <a:chExt cx="352100" cy="351325"/>
          </a:xfrm>
        </p:grpSpPr>
        <p:sp>
          <p:nvSpPr>
            <p:cNvPr id="8257" name="Google Shape;8257;p58"/>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8"/>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8"/>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58"/>
          <p:cNvGrpSpPr/>
          <p:nvPr/>
        </p:nvGrpSpPr>
        <p:grpSpPr>
          <a:xfrm>
            <a:off x="7525810" y="2740327"/>
            <a:ext cx="312585" cy="354670"/>
            <a:chOff x="-10370400" y="4049550"/>
            <a:chExt cx="310350" cy="352100"/>
          </a:xfrm>
        </p:grpSpPr>
        <p:sp>
          <p:nvSpPr>
            <p:cNvPr id="8261" name="Google Shape;8261;p58"/>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8"/>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8"/>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8"/>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8"/>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6" name="Google Shape;8266;p58"/>
          <p:cNvGrpSpPr/>
          <p:nvPr/>
        </p:nvGrpSpPr>
        <p:grpSpPr>
          <a:xfrm>
            <a:off x="6630066" y="2739268"/>
            <a:ext cx="379236" cy="354847"/>
            <a:chOff x="-8674650" y="3210975"/>
            <a:chExt cx="376525" cy="352275"/>
          </a:xfrm>
        </p:grpSpPr>
        <p:sp>
          <p:nvSpPr>
            <p:cNvPr id="8267" name="Google Shape;8267;p58"/>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8"/>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8"/>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8"/>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8"/>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8"/>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58"/>
          <p:cNvGrpSpPr/>
          <p:nvPr/>
        </p:nvGrpSpPr>
        <p:grpSpPr>
          <a:xfrm>
            <a:off x="5301563" y="1820745"/>
            <a:ext cx="356221" cy="354670"/>
            <a:chOff x="-13512225" y="3647075"/>
            <a:chExt cx="353675" cy="352100"/>
          </a:xfrm>
        </p:grpSpPr>
        <p:sp>
          <p:nvSpPr>
            <p:cNvPr id="8274" name="Google Shape;8274;p58"/>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8"/>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8"/>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8"/>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8"/>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8"/>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8"/>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8"/>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8"/>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8"/>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58"/>
          <p:cNvGrpSpPr/>
          <p:nvPr/>
        </p:nvGrpSpPr>
        <p:grpSpPr>
          <a:xfrm>
            <a:off x="5311876" y="2264811"/>
            <a:ext cx="356221" cy="355451"/>
            <a:chOff x="-13512225" y="4080275"/>
            <a:chExt cx="353675" cy="352875"/>
          </a:xfrm>
        </p:grpSpPr>
        <p:sp>
          <p:nvSpPr>
            <p:cNvPr id="8285" name="Google Shape;8285;p58"/>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8"/>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8"/>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8"/>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8"/>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8"/>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8"/>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8"/>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8"/>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8"/>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8"/>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58"/>
          <p:cNvGrpSpPr/>
          <p:nvPr/>
        </p:nvGrpSpPr>
        <p:grpSpPr>
          <a:xfrm>
            <a:off x="7084956" y="1412172"/>
            <a:ext cx="356196" cy="290379"/>
            <a:chOff x="-11728250" y="3245400"/>
            <a:chExt cx="353650" cy="288275"/>
          </a:xfrm>
        </p:grpSpPr>
        <p:sp>
          <p:nvSpPr>
            <p:cNvPr id="8297" name="Google Shape;8297;p58"/>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8"/>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8"/>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8"/>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8"/>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58"/>
          <p:cNvGrpSpPr/>
          <p:nvPr/>
        </p:nvGrpSpPr>
        <p:grpSpPr>
          <a:xfrm>
            <a:off x="7117464" y="2264811"/>
            <a:ext cx="311804" cy="355451"/>
            <a:chOff x="-11703850" y="4081850"/>
            <a:chExt cx="309575" cy="352875"/>
          </a:xfrm>
        </p:grpSpPr>
        <p:sp>
          <p:nvSpPr>
            <p:cNvPr id="8303" name="Google Shape;8303;p58"/>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8"/>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8"/>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8"/>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8"/>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8"/>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8"/>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8"/>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58"/>
          <p:cNvGrpSpPr/>
          <p:nvPr/>
        </p:nvGrpSpPr>
        <p:grpSpPr>
          <a:xfrm>
            <a:off x="5306120" y="2738964"/>
            <a:ext cx="357002" cy="355451"/>
            <a:chOff x="-9958475" y="3180025"/>
            <a:chExt cx="354450" cy="352875"/>
          </a:xfrm>
        </p:grpSpPr>
        <p:sp>
          <p:nvSpPr>
            <p:cNvPr id="8312" name="Google Shape;8312;p58"/>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8"/>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8"/>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58"/>
          <p:cNvGrpSpPr/>
          <p:nvPr/>
        </p:nvGrpSpPr>
        <p:grpSpPr>
          <a:xfrm>
            <a:off x="5315247" y="3214945"/>
            <a:ext cx="337966" cy="355325"/>
            <a:chOff x="-9949025" y="3615575"/>
            <a:chExt cx="335550" cy="352750"/>
          </a:xfrm>
        </p:grpSpPr>
        <p:sp>
          <p:nvSpPr>
            <p:cNvPr id="8316" name="Google Shape;8316;p58"/>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8"/>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8"/>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58"/>
          <p:cNvGrpSpPr/>
          <p:nvPr/>
        </p:nvGrpSpPr>
        <p:grpSpPr>
          <a:xfrm>
            <a:off x="7950093" y="2738451"/>
            <a:ext cx="360175" cy="358423"/>
            <a:chOff x="-9961625" y="4048175"/>
            <a:chExt cx="357600" cy="355825"/>
          </a:xfrm>
        </p:grpSpPr>
        <p:sp>
          <p:nvSpPr>
            <p:cNvPr id="8320" name="Google Shape;8320;p58"/>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8"/>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8"/>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8"/>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8"/>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8"/>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58"/>
          <p:cNvGrpSpPr/>
          <p:nvPr/>
        </p:nvGrpSpPr>
        <p:grpSpPr>
          <a:xfrm>
            <a:off x="6636814" y="3213963"/>
            <a:ext cx="364959" cy="357289"/>
            <a:chOff x="-8680950" y="3624225"/>
            <a:chExt cx="362350" cy="354700"/>
          </a:xfrm>
        </p:grpSpPr>
        <p:sp>
          <p:nvSpPr>
            <p:cNvPr id="8327" name="Google Shape;8327;p58"/>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8"/>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8"/>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8"/>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8"/>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8"/>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58"/>
          <p:cNvGrpSpPr/>
          <p:nvPr/>
        </p:nvGrpSpPr>
        <p:grpSpPr>
          <a:xfrm>
            <a:off x="5773058" y="1379624"/>
            <a:ext cx="313365" cy="355476"/>
            <a:chOff x="-13056975" y="3212300"/>
            <a:chExt cx="311125" cy="352900"/>
          </a:xfrm>
        </p:grpSpPr>
        <p:sp>
          <p:nvSpPr>
            <p:cNvPr id="8334" name="Google Shape;8334;p58"/>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8"/>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8"/>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8"/>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58"/>
          <p:cNvGrpSpPr/>
          <p:nvPr/>
        </p:nvGrpSpPr>
        <p:grpSpPr>
          <a:xfrm>
            <a:off x="5750446" y="1820418"/>
            <a:ext cx="358588" cy="355325"/>
            <a:chOff x="-13077450" y="3647075"/>
            <a:chExt cx="356025" cy="352750"/>
          </a:xfrm>
        </p:grpSpPr>
        <p:sp>
          <p:nvSpPr>
            <p:cNvPr id="8339" name="Google Shape;8339;p58"/>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8"/>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8"/>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58"/>
          <p:cNvGrpSpPr/>
          <p:nvPr/>
        </p:nvGrpSpPr>
        <p:grpSpPr>
          <a:xfrm>
            <a:off x="5761552" y="2264018"/>
            <a:ext cx="357002" cy="357037"/>
            <a:chOff x="-13079025" y="4079475"/>
            <a:chExt cx="354450" cy="354450"/>
          </a:xfrm>
        </p:grpSpPr>
        <p:sp>
          <p:nvSpPr>
            <p:cNvPr id="8343" name="Google Shape;8343;p58"/>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8"/>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8"/>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8"/>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58"/>
          <p:cNvGrpSpPr/>
          <p:nvPr/>
        </p:nvGrpSpPr>
        <p:grpSpPr>
          <a:xfrm>
            <a:off x="7534619" y="1380027"/>
            <a:ext cx="356221" cy="354670"/>
            <a:chOff x="-11292700" y="3213875"/>
            <a:chExt cx="353675" cy="352100"/>
          </a:xfrm>
        </p:grpSpPr>
        <p:sp>
          <p:nvSpPr>
            <p:cNvPr id="8348" name="Google Shape;8348;p58"/>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8"/>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8"/>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8"/>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8"/>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8"/>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8"/>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58"/>
          <p:cNvGrpSpPr/>
          <p:nvPr/>
        </p:nvGrpSpPr>
        <p:grpSpPr>
          <a:xfrm>
            <a:off x="7528677" y="1819965"/>
            <a:ext cx="368106" cy="356232"/>
            <a:chOff x="-11299000" y="3647875"/>
            <a:chExt cx="365475" cy="353650"/>
          </a:xfrm>
        </p:grpSpPr>
        <p:sp>
          <p:nvSpPr>
            <p:cNvPr id="8356" name="Google Shape;8356;p58"/>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8"/>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8"/>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8"/>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8"/>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8"/>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58"/>
          <p:cNvGrpSpPr/>
          <p:nvPr/>
        </p:nvGrpSpPr>
        <p:grpSpPr>
          <a:xfrm>
            <a:off x="7544139" y="2275916"/>
            <a:ext cx="357808" cy="333240"/>
            <a:chOff x="-11295075" y="4092875"/>
            <a:chExt cx="355250" cy="330825"/>
          </a:xfrm>
        </p:grpSpPr>
        <p:sp>
          <p:nvSpPr>
            <p:cNvPr id="8363" name="Google Shape;8363;p58"/>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8"/>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8"/>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8"/>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8"/>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58"/>
          <p:cNvGrpSpPr/>
          <p:nvPr/>
        </p:nvGrpSpPr>
        <p:grpSpPr>
          <a:xfrm>
            <a:off x="5769739" y="2738964"/>
            <a:ext cx="312585" cy="355451"/>
            <a:chOff x="-9500075" y="3180800"/>
            <a:chExt cx="310350" cy="352875"/>
          </a:xfrm>
        </p:grpSpPr>
        <p:sp>
          <p:nvSpPr>
            <p:cNvPr id="8369" name="Google Shape;8369;p58"/>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8"/>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8"/>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8"/>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8"/>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8"/>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8"/>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8"/>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8"/>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58"/>
          <p:cNvGrpSpPr/>
          <p:nvPr/>
        </p:nvGrpSpPr>
        <p:grpSpPr>
          <a:xfrm>
            <a:off x="5747530" y="3214479"/>
            <a:ext cx="356221" cy="356257"/>
            <a:chOff x="-9523700" y="3614000"/>
            <a:chExt cx="353675" cy="353675"/>
          </a:xfrm>
        </p:grpSpPr>
        <p:sp>
          <p:nvSpPr>
            <p:cNvPr id="8379" name="Google Shape;8379;p58"/>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8"/>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8"/>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8"/>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8"/>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8"/>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8"/>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8"/>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8"/>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58"/>
          <p:cNvGrpSpPr/>
          <p:nvPr/>
        </p:nvGrpSpPr>
        <p:grpSpPr>
          <a:xfrm>
            <a:off x="7532481" y="3237121"/>
            <a:ext cx="356221" cy="354670"/>
            <a:chOff x="-9523700" y="4049550"/>
            <a:chExt cx="353675" cy="352100"/>
          </a:xfrm>
        </p:grpSpPr>
        <p:sp>
          <p:nvSpPr>
            <p:cNvPr id="8389" name="Google Shape;8389;p58"/>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8"/>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8"/>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8"/>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8"/>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8"/>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8"/>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58"/>
          <p:cNvGrpSpPr/>
          <p:nvPr/>
        </p:nvGrpSpPr>
        <p:grpSpPr>
          <a:xfrm>
            <a:off x="7088596" y="3237094"/>
            <a:ext cx="357002" cy="311029"/>
            <a:chOff x="-8209150" y="3659675"/>
            <a:chExt cx="354450" cy="308775"/>
          </a:xfrm>
        </p:grpSpPr>
        <p:sp>
          <p:nvSpPr>
            <p:cNvPr id="8397" name="Google Shape;8397;p58"/>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8"/>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8"/>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8"/>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8"/>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8"/>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58"/>
          <p:cNvGrpSpPr/>
          <p:nvPr/>
        </p:nvGrpSpPr>
        <p:grpSpPr>
          <a:xfrm>
            <a:off x="6202157" y="2266007"/>
            <a:ext cx="356221" cy="353059"/>
            <a:chOff x="-12643475" y="4081850"/>
            <a:chExt cx="353675" cy="350500"/>
          </a:xfrm>
        </p:grpSpPr>
        <p:sp>
          <p:nvSpPr>
            <p:cNvPr id="8404" name="Google Shape;8404;p58"/>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8"/>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8"/>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8"/>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8" name="Google Shape;8408;p58"/>
          <p:cNvSpPr/>
          <p:nvPr/>
        </p:nvSpPr>
        <p:spPr>
          <a:xfrm>
            <a:off x="8015262" y="18206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9" name="Google Shape;8409;p58"/>
          <p:cNvGrpSpPr/>
          <p:nvPr/>
        </p:nvGrpSpPr>
        <p:grpSpPr>
          <a:xfrm>
            <a:off x="7984757" y="2275916"/>
            <a:ext cx="356221" cy="333240"/>
            <a:chOff x="-10858725" y="4092875"/>
            <a:chExt cx="353675" cy="330825"/>
          </a:xfrm>
        </p:grpSpPr>
        <p:sp>
          <p:nvSpPr>
            <p:cNvPr id="8410" name="Google Shape;8410;p58"/>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8"/>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8"/>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8"/>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8"/>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8"/>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58"/>
          <p:cNvGrpSpPr/>
          <p:nvPr/>
        </p:nvGrpSpPr>
        <p:grpSpPr>
          <a:xfrm>
            <a:off x="6243280" y="3214882"/>
            <a:ext cx="252278" cy="355451"/>
            <a:chOff x="-9039300" y="3614000"/>
            <a:chExt cx="250475" cy="352875"/>
          </a:xfrm>
        </p:grpSpPr>
        <p:sp>
          <p:nvSpPr>
            <p:cNvPr id="8417" name="Google Shape;8417;p58"/>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8"/>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58"/>
          <p:cNvGrpSpPr/>
          <p:nvPr/>
        </p:nvGrpSpPr>
        <p:grpSpPr>
          <a:xfrm>
            <a:off x="7975246" y="3237121"/>
            <a:ext cx="354635" cy="354670"/>
            <a:chOff x="-9088150" y="4049550"/>
            <a:chExt cx="352100" cy="352100"/>
          </a:xfrm>
        </p:grpSpPr>
        <p:sp>
          <p:nvSpPr>
            <p:cNvPr id="8420" name="Google Shape;8420;p58"/>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8"/>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8"/>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8"/>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8"/>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8"/>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58"/>
          <p:cNvGrpSpPr/>
          <p:nvPr/>
        </p:nvGrpSpPr>
        <p:grpSpPr>
          <a:xfrm>
            <a:off x="7109610" y="2739354"/>
            <a:ext cx="315757" cy="354670"/>
            <a:chOff x="-8191825" y="3174500"/>
            <a:chExt cx="313500" cy="352100"/>
          </a:xfrm>
        </p:grpSpPr>
        <p:sp>
          <p:nvSpPr>
            <p:cNvPr id="8427" name="Google Shape;8427;p58"/>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8"/>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8"/>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58"/>
          <p:cNvGrpSpPr/>
          <p:nvPr/>
        </p:nvGrpSpPr>
        <p:grpSpPr>
          <a:xfrm>
            <a:off x="4858968" y="1379875"/>
            <a:ext cx="356221" cy="354973"/>
            <a:chOff x="-13947000" y="3212800"/>
            <a:chExt cx="353675" cy="352400"/>
          </a:xfrm>
        </p:grpSpPr>
        <p:sp>
          <p:nvSpPr>
            <p:cNvPr id="8431" name="Google Shape;8431;p58"/>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8"/>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3" name="Google Shape;8433;p58"/>
          <p:cNvSpPr/>
          <p:nvPr/>
        </p:nvSpPr>
        <p:spPr>
          <a:xfrm>
            <a:off x="4902088" y="22654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4" name="Google Shape;8434;p58"/>
          <p:cNvGrpSpPr/>
          <p:nvPr/>
        </p:nvGrpSpPr>
        <p:grpSpPr>
          <a:xfrm>
            <a:off x="5301563" y="1379233"/>
            <a:ext cx="356221" cy="356257"/>
            <a:chOff x="-13512225" y="3211525"/>
            <a:chExt cx="353675" cy="353675"/>
          </a:xfrm>
        </p:grpSpPr>
        <p:sp>
          <p:nvSpPr>
            <p:cNvPr id="8435" name="Google Shape;8435;p58"/>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8"/>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8"/>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8"/>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8"/>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58"/>
          <p:cNvGrpSpPr/>
          <p:nvPr/>
        </p:nvGrpSpPr>
        <p:grpSpPr>
          <a:xfrm>
            <a:off x="6191845" y="1379624"/>
            <a:ext cx="356221" cy="355476"/>
            <a:chOff x="-12643475" y="3212300"/>
            <a:chExt cx="353675" cy="352900"/>
          </a:xfrm>
        </p:grpSpPr>
        <p:sp>
          <p:nvSpPr>
            <p:cNvPr id="8441" name="Google Shape;8441;p58"/>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8"/>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8"/>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8"/>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8"/>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8"/>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8"/>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8"/>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8"/>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58"/>
          <p:cNvGrpSpPr/>
          <p:nvPr/>
        </p:nvGrpSpPr>
        <p:grpSpPr>
          <a:xfrm>
            <a:off x="6191845" y="1831398"/>
            <a:ext cx="356221" cy="333366"/>
            <a:chOff x="-12643475" y="3657325"/>
            <a:chExt cx="353675" cy="330950"/>
          </a:xfrm>
        </p:grpSpPr>
        <p:sp>
          <p:nvSpPr>
            <p:cNvPr id="8451" name="Google Shape;8451;p58"/>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8"/>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8"/>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8"/>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8"/>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8"/>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58"/>
          <p:cNvGrpSpPr/>
          <p:nvPr/>
        </p:nvGrpSpPr>
        <p:grpSpPr>
          <a:xfrm>
            <a:off x="7974847" y="1380027"/>
            <a:ext cx="355416" cy="354670"/>
            <a:chOff x="-10857925" y="3213875"/>
            <a:chExt cx="352875" cy="352100"/>
          </a:xfrm>
        </p:grpSpPr>
        <p:sp>
          <p:nvSpPr>
            <p:cNvPr id="8458" name="Google Shape;8458;p58"/>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8"/>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8"/>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8"/>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8"/>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8"/>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8"/>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8"/>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8"/>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8"/>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58"/>
          <p:cNvGrpSpPr/>
          <p:nvPr/>
        </p:nvGrpSpPr>
        <p:grpSpPr>
          <a:xfrm>
            <a:off x="6191762" y="2739455"/>
            <a:ext cx="356096" cy="354469"/>
            <a:chOff x="-9089725" y="3180200"/>
            <a:chExt cx="353550" cy="351900"/>
          </a:xfrm>
        </p:grpSpPr>
        <p:sp>
          <p:nvSpPr>
            <p:cNvPr id="8469" name="Google Shape;8469;p58"/>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8"/>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58"/>
          <p:cNvGrpSpPr/>
          <p:nvPr/>
        </p:nvGrpSpPr>
        <p:grpSpPr>
          <a:xfrm>
            <a:off x="7083760" y="1819260"/>
            <a:ext cx="358588" cy="357642"/>
            <a:chOff x="7083760" y="1971660"/>
            <a:chExt cx="358588" cy="357642"/>
          </a:xfrm>
        </p:grpSpPr>
        <p:sp>
          <p:nvSpPr>
            <p:cNvPr id="8472" name="Google Shape;8472;p58"/>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8"/>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8"/>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8"/>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8"/>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8"/>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8"/>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8"/>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8"/>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8"/>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8"/>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8"/>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4" name="Google Shape;8484;p58"/>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485" name="Google Shape;8485;p58"/>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89" name="Shape 8489"/>
        <p:cNvGrpSpPr/>
        <p:nvPr/>
      </p:nvGrpSpPr>
      <p:grpSpPr>
        <a:xfrm>
          <a:off x="0" y="0"/>
          <a:ext cx="0" cy="0"/>
          <a:chOff x="0" y="0"/>
          <a:chExt cx="0" cy="0"/>
        </a:xfrm>
      </p:grpSpPr>
      <p:sp>
        <p:nvSpPr>
          <p:cNvPr id="8490" name="Google Shape;8490;p59"/>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1" name="Google Shape;8491;p59"/>
          <p:cNvGrpSpPr/>
          <p:nvPr/>
        </p:nvGrpSpPr>
        <p:grpSpPr>
          <a:xfrm>
            <a:off x="748855" y="2243507"/>
            <a:ext cx="452798" cy="449473"/>
            <a:chOff x="-21322300" y="3693325"/>
            <a:chExt cx="306400" cy="304150"/>
          </a:xfrm>
        </p:grpSpPr>
        <p:sp>
          <p:nvSpPr>
            <p:cNvPr id="8492" name="Google Shape;8492;p59"/>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9"/>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9"/>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9"/>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59"/>
          <p:cNvGrpSpPr/>
          <p:nvPr/>
        </p:nvGrpSpPr>
        <p:grpSpPr>
          <a:xfrm>
            <a:off x="748263" y="2810244"/>
            <a:ext cx="453980" cy="422540"/>
            <a:chOff x="-21322300" y="4077125"/>
            <a:chExt cx="307200" cy="285925"/>
          </a:xfrm>
        </p:grpSpPr>
        <p:sp>
          <p:nvSpPr>
            <p:cNvPr id="8497" name="Google Shape;8497;p59"/>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9"/>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9"/>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9"/>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9"/>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9"/>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9"/>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9"/>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9"/>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9"/>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9"/>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9"/>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59"/>
          <p:cNvGrpSpPr/>
          <p:nvPr/>
        </p:nvGrpSpPr>
        <p:grpSpPr>
          <a:xfrm>
            <a:off x="3525440" y="1689128"/>
            <a:ext cx="451653" cy="450212"/>
            <a:chOff x="-19394200" y="3333800"/>
            <a:chExt cx="305625" cy="304650"/>
          </a:xfrm>
        </p:grpSpPr>
        <p:sp>
          <p:nvSpPr>
            <p:cNvPr id="8510" name="Google Shape;8510;p59"/>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9"/>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9"/>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9"/>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9"/>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9"/>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9"/>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9"/>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9"/>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59"/>
          <p:cNvGrpSpPr/>
          <p:nvPr/>
        </p:nvGrpSpPr>
        <p:grpSpPr>
          <a:xfrm>
            <a:off x="3524276" y="2243580"/>
            <a:ext cx="453980" cy="449325"/>
            <a:chOff x="-19396575" y="3708500"/>
            <a:chExt cx="307200" cy="304050"/>
          </a:xfrm>
        </p:grpSpPr>
        <p:sp>
          <p:nvSpPr>
            <p:cNvPr id="8520" name="Google Shape;8520;p59"/>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9"/>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9"/>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59"/>
          <p:cNvGrpSpPr/>
          <p:nvPr/>
        </p:nvGrpSpPr>
        <p:grpSpPr>
          <a:xfrm>
            <a:off x="3518457" y="2796461"/>
            <a:ext cx="465618" cy="450101"/>
            <a:chOff x="-19394200" y="4084200"/>
            <a:chExt cx="315075" cy="304575"/>
          </a:xfrm>
        </p:grpSpPr>
        <p:sp>
          <p:nvSpPr>
            <p:cNvPr id="8524" name="Google Shape;8524;p59"/>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9"/>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9"/>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9"/>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9"/>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9"/>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59"/>
          <p:cNvGrpSpPr/>
          <p:nvPr/>
        </p:nvGrpSpPr>
        <p:grpSpPr>
          <a:xfrm>
            <a:off x="6324167" y="1689001"/>
            <a:ext cx="400447" cy="450470"/>
            <a:chOff x="-17526750" y="3309200"/>
            <a:chExt cx="270975" cy="304825"/>
          </a:xfrm>
        </p:grpSpPr>
        <p:sp>
          <p:nvSpPr>
            <p:cNvPr id="8531" name="Google Shape;8531;p59"/>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9"/>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9"/>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9"/>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9"/>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59"/>
          <p:cNvGrpSpPr/>
          <p:nvPr/>
        </p:nvGrpSpPr>
        <p:grpSpPr>
          <a:xfrm>
            <a:off x="6300319" y="2244173"/>
            <a:ext cx="448143" cy="448143"/>
            <a:chOff x="-17542500" y="3684100"/>
            <a:chExt cx="303250" cy="303250"/>
          </a:xfrm>
        </p:grpSpPr>
        <p:sp>
          <p:nvSpPr>
            <p:cNvPr id="8537" name="Google Shape;8537;p59"/>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9"/>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9"/>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9"/>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9"/>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9"/>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9"/>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59"/>
          <p:cNvGrpSpPr/>
          <p:nvPr/>
        </p:nvGrpSpPr>
        <p:grpSpPr>
          <a:xfrm>
            <a:off x="6299728" y="2810817"/>
            <a:ext cx="449325" cy="421395"/>
            <a:chOff x="-17542500" y="4068450"/>
            <a:chExt cx="304050" cy="285150"/>
          </a:xfrm>
        </p:grpSpPr>
        <p:sp>
          <p:nvSpPr>
            <p:cNvPr id="8545" name="Google Shape;8545;p59"/>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9"/>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9"/>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9"/>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9"/>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9"/>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59"/>
          <p:cNvGrpSpPr/>
          <p:nvPr/>
        </p:nvGrpSpPr>
        <p:grpSpPr>
          <a:xfrm>
            <a:off x="3530150" y="3342211"/>
            <a:ext cx="343404" cy="449325"/>
            <a:chOff x="-15652200" y="3335975"/>
            <a:chExt cx="232375" cy="304050"/>
          </a:xfrm>
        </p:grpSpPr>
        <p:sp>
          <p:nvSpPr>
            <p:cNvPr id="8552" name="Google Shape;8552;p59"/>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9"/>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9"/>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9"/>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9"/>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9"/>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9"/>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9"/>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9"/>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59"/>
          <p:cNvGrpSpPr/>
          <p:nvPr/>
        </p:nvGrpSpPr>
        <p:grpSpPr>
          <a:xfrm>
            <a:off x="1304064" y="2243729"/>
            <a:ext cx="449325" cy="449030"/>
            <a:chOff x="-20945825" y="3692175"/>
            <a:chExt cx="304050" cy="303850"/>
          </a:xfrm>
        </p:grpSpPr>
        <p:sp>
          <p:nvSpPr>
            <p:cNvPr id="8562" name="Google Shape;8562;p59"/>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9"/>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9"/>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9"/>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59"/>
          <p:cNvGrpSpPr/>
          <p:nvPr/>
        </p:nvGrpSpPr>
        <p:grpSpPr>
          <a:xfrm>
            <a:off x="4110888" y="1689848"/>
            <a:ext cx="372516" cy="448771"/>
            <a:chOff x="-18994100" y="3334775"/>
            <a:chExt cx="252075" cy="303675"/>
          </a:xfrm>
        </p:grpSpPr>
        <p:sp>
          <p:nvSpPr>
            <p:cNvPr id="8567" name="Google Shape;8567;p59"/>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9"/>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9"/>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9"/>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59"/>
          <p:cNvGrpSpPr/>
          <p:nvPr/>
        </p:nvGrpSpPr>
        <p:grpSpPr>
          <a:xfrm>
            <a:off x="4125445" y="2244743"/>
            <a:ext cx="343404" cy="446998"/>
            <a:chOff x="-18983850" y="3710075"/>
            <a:chExt cx="232375" cy="302475"/>
          </a:xfrm>
        </p:grpSpPr>
        <p:sp>
          <p:nvSpPr>
            <p:cNvPr id="8572" name="Google Shape;8572;p59"/>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9"/>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9"/>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9"/>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59"/>
          <p:cNvGrpSpPr/>
          <p:nvPr/>
        </p:nvGrpSpPr>
        <p:grpSpPr>
          <a:xfrm>
            <a:off x="1303491" y="1689573"/>
            <a:ext cx="450470" cy="449325"/>
            <a:chOff x="-20946600" y="3317850"/>
            <a:chExt cx="304825" cy="304050"/>
          </a:xfrm>
        </p:grpSpPr>
        <p:sp>
          <p:nvSpPr>
            <p:cNvPr id="8577" name="Google Shape;8577;p59"/>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9"/>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9"/>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59"/>
          <p:cNvGrpSpPr/>
          <p:nvPr/>
        </p:nvGrpSpPr>
        <p:grpSpPr>
          <a:xfrm>
            <a:off x="1329667" y="2797442"/>
            <a:ext cx="398119" cy="448143"/>
            <a:chOff x="-20930075" y="4066100"/>
            <a:chExt cx="269400" cy="303250"/>
          </a:xfrm>
        </p:grpSpPr>
        <p:sp>
          <p:nvSpPr>
            <p:cNvPr id="8581" name="Google Shape;8581;p59"/>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9"/>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59"/>
          <p:cNvGrpSpPr/>
          <p:nvPr/>
        </p:nvGrpSpPr>
        <p:grpSpPr>
          <a:xfrm>
            <a:off x="4071911" y="2797422"/>
            <a:ext cx="450470" cy="448180"/>
            <a:chOff x="-19020075" y="4084200"/>
            <a:chExt cx="304825" cy="303275"/>
          </a:xfrm>
        </p:grpSpPr>
        <p:sp>
          <p:nvSpPr>
            <p:cNvPr id="8584" name="Google Shape;8584;p59"/>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9"/>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9"/>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9"/>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9"/>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9"/>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9"/>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9"/>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9"/>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59"/>
          <p:cNvGrpSpPr/>
          <p:nvPr/>
        </p:nvGrpSpPr>
        <p:grpSpPr>
          <a:xfrm>
            <a:off x="6889176" y="1689001"/>
            <a:ext cx="396937" cy="450470"/>
            <a:chOff x="-17149475" y="3309200"/>
            <a:chExt cx="268600" cy="304825"/>
          </a:xfrm>
        </p:grpSpPr>
        <p:sp>
          <p:nvSpPr>
            <p:cNvPr id="8594" name="Google Shape;8594;p59"/>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9"/>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59"/>
          <p:cNvGrpSpPr/>
          <p:nvPr/>
        </p:nvGrpSpPr>
        <p:grpSpPr>
          <a:xfrm>
            <a:off x="6862982" y="2258120"/>
            <a:ext cx="449325" cy="420249"/>
            <a:chOff x="-17168375" y="3692750"/>
            <a:chExt cx="304050" cy="284375"/>
          </a:xfrm>
        </p:grpSpPr>
        <p:sp>
          <p:nvSpPr>
            <p:cNvPr id="8597" name="Google Shape;8597;p59"/>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9"/>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9"/>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9"/>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9"/>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9"/>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9"/>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59"/>
          <p:cNvGrpSpPr/>
          <p:nvPr/>
        </p:nvGrpSpPr>
        <p:grpSpPr>
          <a:xfrm>
            <a:off x="6859491" y="2796852"/>
            <a:ext cx="456308" cy="449325"/>
            <a:chOff x="-17170750" y="4058800"/>
            <a:chExt cx="308775" cy="304050"/>
          </a:xfrm>
        </p:grpSpPr>
        <p:sp>
          <p:nvSpPr>
            <p:cNvPr id="8605" name="Google Shape;8605;p59"/>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9"/>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9"/>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9"/>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9"/>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9"/>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9"/>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9"/>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9"/>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9"/>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9"/>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9"/>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9"/>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9"/>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9"/>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9"/>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9"/>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59"/>
          <p:cNvGrpSpPr/>
          <p:nvPr/>
        </p:nvGrpSpPr>
        <p:grpSpPr>
          <a:xfrm>
            <a:off x="5721388" y="3343358"/>
            <a:ext cx="450470" cy="446998"/>
            <a:chOff x="-15688425" y="3707725"/>
            <a:chExt cx="304825" cy="302475"/>
          </a:xfrm>
        </p:grpSpPr>
        <p:sp>
          <p:nvSpPr>
            <p:cNvPr id="8623" name="Google Shape;8623;p59"/>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9"/>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9"/>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9"/>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9"/>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9"/>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59"/>
          <p:cNvGrpSpPr/>
          <p:nvPr/>
        </p:nvGrpSpPr>
        <p:grpSpPr>
          <a:xfrm>
            <a:off x="1865544" y="1690441"/>
            <a:ext cx="451653" cy="447589"/>
            <a:chOff x="-20572500" y="3319025"/>
            <a:chExt cx="305625" cy="302875"/>
          </a:xfrm>
        </p:grpSpPr>
        <p:sp>
          <p:nvSpPr>
            <p:cNvPr id="8630" name="Google Shape;8630;p59"/>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9"/>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59"/>
          <p:cNvGrpSpPr/>
          <p:nvPr/>
        </p:nvGrpSpPr>
        <p:grpSpPr>
          <a:xfrm>
            <a:off x="1866708" y="2305410"/>
            <a:ext cx="449325" cy="325670"/>
            <a:chOff x="-20571700" y="3722875"/>
            <a:chExt cx="304050" cy="220375"/>
          </a:xfrm>
        </p:grpSpPr>
        <p:sp>
          <p:nvSpPr>
            <p:cNvPr id="8633" name="Google Shape;8633;p59"/>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9"/>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9"/>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9"/>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9"/>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9"/>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9"/>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59"/>
          <p:cNvGrpSpPr/>
          <p:nvPr/>
        </p:nvGrpSpPr>
        <p:grpSpPr>
          <a:xfrm>
            <a:off x="1866135" y="2796278"/>
            <a:ext cx="450470" cy="450470"/>
            <a:chOff x="-20571700" y="4066875"/>
            <a:chExt cx="304825" cy="304825"/>
          </a:xfrm>
        </p:grpSpPr>
        <p:sp>
          <p:nvSpPr>
            <p:cNvPr id="8641" name="Google Shape;8641;p59"/>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9"/>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9"/>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9"/>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9"/>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9"/>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59"/>
          <p:cNvGrpSpPr/>
          <p:nvPr/>
        </p:nvGrpSpPr>
        <p:grpSpPr>
          <a:xfrm>
            <a:off x="4632837" y="1688259"/>
            <a:ext cx="453980" cy="451948"/>
            <a:chOff x="-18645175" y="3334200"/>
            <a:chExt cx="307200" cy="305825"/>
          </a:xfrm>
        </p:grpSpPr>
        <p:sp>
          <p:nvSpPr>
            <p:cNvPr id="8648" name="Google Shape;8648;p59"/>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9"/>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9"/>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9"/>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9"/>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59"/>
          <p:cNvGrpSpPr/>
          <p:nvPr/>
        </p:nvGrpSpPr>
        <p:grpSpPr>
          <a:xfrm>
            <a:off x="4633429" y="2242989"/>
            <a:ext cx="452798" cy="450507"/>
            <a:chOff x="-18645175" y="3708500"/>
            <a:chExt cx="306400" cy="304850"/>
          </a:xfrm>
        </p:grpSpPr>
        <p:sp>
          <p:nvSpPr>
            <p:cNvPr id="8654" name="Google Shape;8654;p59"/>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9"/>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9"/>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9"/>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9"/>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9"/>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9"/>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59"/>
          <p:cNvGrpSpPr/>
          <p:nvPr/>
        </p:nvGrpSpPr>
        <p:grpSpPr>
          <a:xfrm>
            <a:off x="4631101" y="2795630"/>
            <a:ext cx="457453" cy="451763"/>
            <a:chOff x="-18647525" y="4082625"/>
            <a:chExt cx="309550" cy="305700"/>
          </a:xfrm>
        </p:grpSpPr>
        <p:sp>
          <p:nvSpPr>
            <p:cNvPr id="8662" name="Google Shape;8662;p59"/>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9"/>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9"/>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9"/>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59"/>
          <p:cNvGrpSpPr/>
          <p:nvPr/>
        </p:nvGrpSpPr>
        <p:grpSpPr>
          <a:xfrm>
            <a:off x="7441485" y="1689592"/>
            <a:ext cx="395755" cy="449288"/>
            <a:chOff x="-16775350" y="3309200"/>
            <a:chExt cx="267800" cy="304025"/>
          </a:xfrm>
        </p:grpSpPr>
        <p:sp>
          <p:nvSpPr>
            <p:cNvPr id="8667" name="Google Shape;8667;p59"/>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9"/>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9"/>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59"/>
          <p:cNvGrpSpPr/>
          <p:nvPr/>
        </p:nvGrpSpPr>
        <p:grpSpPr>
          <a:xfrm>
            <a:off x="7441485" y="2241827"/>
            <a:ext cx="395755" cy="452835"/>
            <a:chOff x="-16775350" y="3683300"/>
            <a:chExt cx="267800" cy="306425"/>
          </a:xfrm>
        </p:grpSpPr>
        <p:sp>
          <p:nvSpPr>
            <p:cNvPr id="8671" name="Google Shape;8671;p59"/>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9"/>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9"/>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59"/>
          <p:cNvGrpSpPr/>
          <p:nvPr/>
        </p:nvGrpSpPr>
        <p:grpSpPr>
          <a:xfrm>
            <a:off x="7413536" y="2796870"/>
            <a:ext cx="451653" cy="449288"/>
            <a:chOff x="-16794250" y="4058225"/>
            <a:chExt cx="305625" cy="304025"/>
          </a:xfrm>
        </p:grpSpPr>
        <p:sp>
          <p:nvSpPr>
            <p:cNvPr id="8675" name="Google Shape;8675;p59"/>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9"/>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9"/>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9"/>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9"/>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9"/>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9"/>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9"/>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9"/>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4" name="Google Shape;8684;p59"/>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5" name="Google Shape;8685;p59"/>
          <p:cNvGrpSpPr/>
          <p:nvPr/>
        </p:nvGrpSpPr>
        <p:grpSpPr>
          <a:xfrm>
            <a:off x="2414953" y="1689573"/>
            <a:ext cx="457453" cy="449325"/>
            <a:chOff x="-20199150" y="3317850"/>
            <a:chExt cx="309550" cy="304050"/>
          </a:xfrm>
        </p:grpSpPr>
        <p:sp>
          <p:nvSpPr>
            <p:cNvPr id="8686" name="Google Shape;8686;p59"/>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9"/>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9"/>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9"/>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9"/>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9"/>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9"/>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59"/>
          <p:cNvGrpSpPr/>
          <p:nvPr/>
        </p:nvGrpSpPr>
        <p:grpSpPr>
          <a:xfrm>
            <a:off x="2417281" y="2242861"/>
            <a:ext cx="452798" cy="450766"/>
            <a:chOff x="-20199150" y="3693150"/>
            <a:chExt cx="306400" cy="305025"/>
          </a:xfrm>
        </p:grpSpPr>
        <p:sp>
          <p:nvSpPr>
            <p:cNvPr id="8694" name="Google Shape;8694;p59"/>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9"/>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9"/>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9"/>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9"/>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9"/>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59"/>
          <p:cNvGrpSpPr/>
          <p:nvPr/>
        </p:nvGrpSpPr>
        <p:grpSpPr>
          <a:xfrm>
            <a:off x="2417854" y="2795687"/>
            <a:ext cx="451653" cy="451653"/>
            <a:chOff x="-20197575" y="4066875"/>
            <a:chExt cx="305625" cy="305625"/>
          </a:xfrm>
        </p:grpSpPr>
        <p:sp>
          <p:nvSpPr>
            <p:cNvPr id="8701" name="Google Shape;8701;p59"/>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9"/>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9"/>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9"/>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9"/>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9"/>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9"/>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9"/>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59"/>
          <p:cNvGrpSpPr/>
          <p:nvPr/>
        </p:nvGrpSpPr>
        <p:grpSpPr>
          <a:xfrm>
            <a:off x="5200071" y="1687520"/>
            <a:ext cx="449325" cy="453426"/>
            <a:chOff x="-18271050" y="3333200"/>
            <a:chExt cx="304050" cy="306825"/>
          </a:xfrm>
        </p:grpSpPr>
        <p:sp>
          <p:nvSpPr>
            <p:cNvPr id="8710" name="Google Shape;8710;p59"/>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9"/>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9"/>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9"/>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9"/>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59"/>
          <p:cNvGrpSpPr/>
          <p:nvPr/>
        </p:nvGrpSpPr>
        <p:grpSpPr>
          <a:xfrm>
            <a:off x="5200644" y="2244171"/>
            <a:ext cx="448180" cy="448143"/>
            <a:chOff x="-18270275" y="3710875"/>
            <a:chExt cx="303275" cy="303250"/>
          </a:xfrm>
        </p:grpSpPr>
        <p:sp>
          <p:nvSpPr>
            <p:cNvPr id="8716" name="Google Shape;8716;p59"/>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9"/>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9"/>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9"/>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9"/>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9"/>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59"/>
          <p:cNvGrpSpPr/>
          <p:nvPr/>
        </p:nvGrpSpPr>
        <p:grpSpPr>
          <a:xfrm>
            <a:off x="5254196" y="2797422"/>
            <a:ext cx="341076" cy="448180"/>
            <a:chOff x="-18234025" y="4084200"/>
            <a:chExt cx="230800" cy="303275"/>
          </a:xfrm>
        </p:grpSpPr>
        <p:sp>
          <p:nvSpPr>
            <p:cNvPr id="8723" name="Google Shape;8723;p59"/>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9"/>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9"/>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59"/>
          <p:cNvGrpSpPr/>
          <p:nvPr/>
        </p:nvGrpSpPr>
        <p:grpSpPr>
          <a:xfrm>
            <a:off x="2366751" y="3341641"/>
            <a:ext cx="449325" cy="450470"/>
            <a:chOff x="-16419350" y="3308400"/>
            <a:chExt cx="304050" cy="304825"/>
          </a:xfrm>
        </p:grpSpPr>
        <p:sp>
          <p:nvSpPr>
            <p:cNvPr id="8727" name="Google Shape;8727;p59"/>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9"/>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9"/>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9"/>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9"/>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9"/>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9"/>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59"/>
          <p:cNvGrpSpPr/>
          <p:nvPr/>
        </p:nvGrpSpPr>
        <p:grpSpPr>
          <a:xfrm>
            <a:off x="4638306" y="3340423"/>
            <a:ext cx="395755" cy="452872"/>
            <a:chOff x="-16401225" y="3683275"/>
            <a:chExt cx="267800" cy="306450"/>
          </a:xfrm>
        </p:grpSpPr>
        <p:sp>
          <p:nvSpPr>
            <p:cNvPr id="8735" name="Google Shape;8735;p59"/>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9"/>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9"/>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9"/>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9"/>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9"/>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9"/>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59"/>
          <p:cNvGrpSpPr/>
          <p:nvPr/>
        </p:nvGrpSpPr>
        <p:grpSpPr>
          <a:xfrm>
            <a:off x="8003755" y="2797062"/>
            <a:ext cx="450470" cy="448180"/>
            <a:chOff x="-16419350" y="4058200"/>
            <a:chExt cx="304825" cy="303275"/>
          </a:xfrm>
        </p:grpSpPr>
        <p:sp>
          <p:nvSpPr>
            <p:cNvPr id="8743" name="Google Shape;8743;p59"/>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9"/>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9"/>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9"/>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9"/>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9"/>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9"/>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59"/>
          <p:cNvGrpSpPr/>
          <p:nvPr/>
        </p:nvGrpSpPr>
        <p:grpSpPr>
          <a:xfrm>
            <a:off x="4030643" y="3343080"/>
            <a:ext cx="450507" cy="447589"/>
            <a:chOff x="-15296200" y="3326900"/>
            <a:chExt cx="304850" cy="302875"/>
          </a:xfrm>
        </p:grpSpPr>
        <p:sp>
          <p:nvSpPr>
            <p:cNvPr id="8751" name="Google Shape;8751;p59"/>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9"/>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9"/>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9"/>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9"/>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59"/>
          <p:cNvGrpSpPr/>
          <p:nvPr/>
        </p:nvGrpSpPr>
        <p:grpSpPr>
          <a:xfrm>
            <a:off x="2946296" y="1706881"/>
            <a:ext cx="486566" cy="414708"/>
            <a:chOff x="-19835275" y="3330250"/>
            <a:chExt cx="329250" cy="280625"/>
          </a:xfrm>
        </p:grpSpPr>
        <p:sp>
          <p:nvSpPr>
            <p:cNvPr id="8757" name="Google Shape;8757;p59"/>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9"/>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9"/>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59"/>
          <p:cNvGrpSpPr/>
          <p:nvPr/>
        </p:nvGrpSpPr>
        <p:grpSpPr>
          <a:xfrm>
            <a:off x="2964325" y="2243470"/>
            <a:ext cx="450507" cy="449547"/>
            <a:chOff x="-19822675" y="3692750"/>
            <a:chExt cx="304850" cy="304200"/>
          </a:xfrm>
        </p:grpSpPr>
        <p:sp>
          <p:nvSpPr>
            <p:cNvPr id="8761" name="Google Shape;8761;p59"/>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9"/>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9"/>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9"/>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9"/>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59"/>
          <p:cNvGrpSpPr/>
          <p:nvPr/>
        </p:nvGrpSpPr>
        <p:grpSpPr>
          <a:xfrm>
            <a:off x="2964916" y="2796278"/>
            <a:ext cx="449325" cy="450470"/>
            <a:chOff x="-19822675" y="4066875"/>
            <a:chExt cx="304050" cy="304825"/>
          </a:xfrm>
        </p:grpSpPr>
        <p:sp>
          <p:nvSpPr>
            <p:cNvPr id="8767" name="Google Shape;8767;p59"/>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9"/>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9"/>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9"/>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9"/>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9"/>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59"/>
          <p:cNvGrpSpPr/>
          <p:nvPr/>
        </p:nvGrpSpPr>
        <p:grpSpPr>
          <a:xfrm>
            <a:off x="5773985" y="1689571"/>
            <a:ext cx="399302" cy="449325"/>
            <a:chOff x="-17878825" y="3334400"/>
            <a:chExt cx="270200" cy="304050"/>
          </a:xfrm>
        </p:grpSpPr>
        <p:sp>
          <p:nvSpPr>
            <p:cNvPr id="8774" name="Google Shape;8774;p59"/>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9"/>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9"/>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9"/>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9"/>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9"/>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9"/>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59"/>
          <p:cNvGrpSpPr/>
          <p:nvPr/>
        </p:nvGrpSpPr>
        <p:grpSpPr>
          <a:xfrm>
            <a:off x="5747809" y="2242416"/>
            <a:ext cx="451653" cy="451653"/>
            <a:chOff x="-17896150" y="3709300"/>
            <a:chExt cx="305625" cy="305625"/>
          </a:xfrm>
        </p:grpSpPr>
        <p:sp>
          <p:nvSpPr>
            <p:cNvPr id="8782" name="Google Shape;8782;p59"/>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9"/>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9"/>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9"/>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59"/>
          <p:cNvGrpSpPr/>
          <p:nvPr/>
        </p:nvGrpSpPr>
        <p:grpSpPr>
          <a:xfrm>
            <a:off x="5775740" y="2795686"/>
            <a:ext cx="395792" cy="451653"/>
            <a:chOff x="-17878025" y="4082625"/>
            <a:chExt cx="267825" cy="305625"/>
          </a:xfrm>
        </p:grpSpPr>
        <p:sp>
          <p:nvSpPr>
            <p:cNvPr id="8787" name="Google Shape;8787;p59"/>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9"/>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9"/>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9"/>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9"/>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9"/>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9"/>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59"/>
          <p:cNvGrpSpPr/>
          <p:nvPr/>
        </p:nvGrpSpPr>
        <p:grpSpPr>
          <a:xfrm>
            <a:off x="2919632" y="3355015"/>
            <a:ext cx="450507" cy="423722"/>
            <a:chOff x="-16044450" y="3317850"/>
            <a:chExt cx="304850" cy="286725"/>
          </a:xfrm>
        </p:grpSpPr>
        <p:sp>
          <p:nvSpPr>
            <p:cNvPr id="8795" name="Google Shape;8795;p59"/>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9"/>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9"/>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9"/>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9" name="Google Shape;8799;p59"/>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0" name="Google Shape;8800;p59"/>
          <p:cNvGrpSpPr/>
          <p:nvPr/>
        </p:nvGrpSpPr>
        <p:grpSpPr>
          <a:xfrm>
            <a:off x="8042149" y="2243724"/>
            <a:ext cx="373662" cy="449030"/>
            <a:chOff x="-16018450" y="4058400"/>
            <a:chExt cx="252850" cy="303850"/>
          </a:xfrm>
        </p:grpSpPr>
        <p:sp>
          <p:nvSpPr>
            <p:cNvPr id="8801" name="Google Shape;8801;p59"/>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9"/>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9"/>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9"/>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5" name="Google Shape;8805;p59"/>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9"/>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10" name="Shape 8810"/>
        <p:cNvGrpSpPr/>
        <p:nvPr/>
      </p:nvGrpSpPr>
      <p:grpSpPr>
        <a:xfrm>
          <a:off x="0" y="0"/>
          <a:ext cx="0" cy="0"/>
          <a:chOff x="0" y="0"/>
          <a:chExt cx="0" cy="0"/>
        </a:xfrm>
      </p:grpSpPr>
      <p:grpSp>
        <p:nvGrpSpPr>
          <p:cNvPr id="8811" name="Google Shape;8811;p60"/>
          <p:cNvGrpSpPr/>
          <p:nvPr/>
        </p:nvGrpSpPr>
        <p:grpSpPr>
          <a:xfrm>
            <a:off x="845901" y="1689241"/>
            <a:ext cx="442337" cy="419623"/>
            <a:chOff x="-6696925" y="3272575"/>
            <a:chExt cx="307200" cy="291425"/>
          </a:xfrm>
        </p:grpSpPr>
        <p:sp>
          <p:nvSpPr>
            <p:cNvPr id="8812" name="Google Shape;8812;p60"/>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0"/>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60"/>
          <p:cNvGrpSpPr/>
          <p:nvPr/>
        </p:nvGrpSpPr>
        <p:grpSpPr>
          <a:xfrm>
            <a:off x="845884" y="2204636"/>
            <a:ext cx="442373" cy="420775"/>
            <a:chOff x="-6690625" y="3631325"/>
            <a:chExt cx="307225" cy="292225"/>
          </a:xfrm>
        </p:grpSpPr>
        <p:sp>
          <p:nvSpPr>
            <p:cNvPr id="8815" name="Google Shape;8815;p60"/>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0"/>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0"/>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0"/>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0"/>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60"/>
          <p:cNvGrpSpPr/>
          <p:nvPr/>
        </p:nvGrpSpPr>
        <p:grpSpPr>
          <a:xfrm>
            <a:off x="868005" y="2756972"/>
            <a:ext cx="421927" cy="419371"/>
            <a:chOff x="-6689825" y="3992050"/>
            <a:chExt cx="293025" cy="291250"/>
          </a:xfrm>
        </p:grpSpPr>
        <p:sp>
          <p:nvSpPr>
            <p:cNvPr id="8821" name="Google Shape;8821;p60"/>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0"/>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0"/>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0"/>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0"/>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0"/>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0"/>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0"/>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0"/>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0"/>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0"/>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0"/>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3" name="Google Shape;8833;p60"/>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4" name="Google Shape;8834;p60"/>
          <p:cNvGrpSpPr/>
          <p:nvPr/>
        </p:nvGrpSpPr>
        <p:grpSpPr>
          <a:xfrm>
            <a:off x="3551317" y="2205192"/>
            <a:ext cx="423043" cy="419659"/>
            <a:chOff x="-4837325" y="3612425"/>
            <a:chExt cx="293800" cy="291450"/>
          </a:xfrm>
        </p:grpSpPr>
        <p:sp>
          <p:nvSpPr>
            <p:cNvPr id="8835" name="Google Shape;8835;p60"/>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0"/>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0"/>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60"/>
          <p:cNvGrpSpPr/>
          <p:nvPr/>
        </p:nvGrpSpPr>
        <p:grpSpPr>
          <a:xfrm>
            <a:off x="3564349" y="2756826"/>
            <a:ext cx="420775" cy="419659"/>
            <a:chOff x="-4837325" y="3971575"/>
            <a:chExt cx="292225" cy="291450"/>
          </a:xfrm>
        </p:grpSpPr>
        <p:sp>
          <p:nvSpPr>
            <p:cNvPr id="8839" name="Google Shape;8839;p60"/>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0"/>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0"/>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0"/>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0"/>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0"/>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60"/>
          <p:cNvGrpSpPr/>
          <p:nvPr/>
        </p:nvGrpSpPr>
        <p:grpSpPr>
          <a:xfrm>
            <a:off x="6256364" y="1714185"/>
            <a:ext cx="430998" cy="369730"/>
            <a:chOff x="-3037625" y="3254850"/>
            <a:chExt cx="299325" cy="256775"/>
          </a:xfrm>
        </p:grpSpPr>
        <p:sp>
          <p:nvSpPr>
            <p:cNvPr id="8846" name="Google Shape;8846;p60"/>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0"/>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0"/>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0"/>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60"/>
          <p:cNvGrpSpPr/>
          <p:nvPr/>
        </p:nvGrpSpPr>
        <p:grpSpPr>
          <a:xfrm>
            <a:off x="6260324" y="2204615"/>
            <a:ext cx="423079" cy="420811"/>
            <a:chOff x="-3031325" y="3597450"/>
            <a:chExt cx="293825" cy="292250"/>
          </a:xfrm>
        </p:grpSpPr>
        <p:sp>
          <p:nvSpPr>
            <p:cNvPr id="8851" name="Google Shape;8851;p60"/>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0"/>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0"/>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0"/>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60"/>
          <p:cNvGrpSpPr/>
          <p:nvPr/>
        </p:nvGrpSpPr>
        <p:grpSpPr>
          <a:xfrm>
            <a:off x="6272798" y="2781214"/>
            <a:ext cx="421927" cy="370882"/>
            <a:chOff x="-3030525" y="3973150"/>
            <a:chExt cx="293025" cy="257575"/>
          </a:xfrm>
        </p:grpSpPr>
        <p:sp>
          <p:nvSpPr>
            <p:cNvPr id="8856" name="Google Shape;8856;p60"/>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0"/>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60"/>
          <p:cNvGrpSpPr/>
          <p:nvPr/>
        </p:nvGrpSpPr>
        <p:grpSpPr>
          <a:xfrm>
            <a:off x="1374391" y="3369426"/>
            <a:ext cx="421927" cy="297195"/>
            <a:chOff x="-1199300" y="3279250"/>
            <a:chExt cx="293025" cy="206400"/>
          </a:xfrm>
        </p:grpSpPr>
        <p:sp>
          <p:nvSpPr>
            <p:cNvPr id="8859" name="Google Shape;8859;p60"/>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0"/>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0"/>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0"/>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60"/>
          <p:cNvGrpSpPr/>
          <p:nvPr/>
        </p:nvGrpSpPr>
        <p:grpSpPr>
          <a:xfrm>
            <a:off x="1381477" y="1688773"/>
            <a:ext cx="444605" cy="420559"/>
            <a:chOff x="-6338550" y="3272950"/>
            <a:chExt cx="308775" cy="292075"/>
          </a:xfrm>
        </p:grpSpPr>
        <p:sp>
          <p:nvSpPr>
            <p:cNvPr id="8864" name="Google Shape;8864;p60"/>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0"/>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0"/>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60"/>
          <p:cNvGrpSpPr/>
          <p:nvPr/>
        </p:nvGrpSpPr>
        <p:grpSpPr>
          <a:xfrm>
            <a:off x="1392817" y="2205194"/>
            <a:ext cx="421927" cy="419659"/>
            <a:chOff x="-6329100" y="3632100"/>
            <a:chExt cx="293025" cy="291450"/>
          </a:xfrm>
        </p:grpSpPr>
        <p:sp>
          <p:nvSpPr>
            <p:cNvPr id="8868" name="Google Shape;8868;p60"/>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0"/>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0"/>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60"/>
          <p:cNvGrpSpPr/>
          <p:nvPr/>
        </p:nvGrpSpPr>
        <p:grpSpPr>
          <a:xfrm>
            <a:off x="1405867" y="2756828"/>
            <a:ext cx="419623" cy="419659"/>
            <a:chOff x="-6329875" y="3992050"/>
            <a:chExt cx="291425" cy="291450"/>
          </a:xfrm>
        </p:grpSpPr>
        <p:sp>
          <p:nvSpPr>
            <p:cNvPr id="8872" name="Google Shape;8872;p60"/>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0"/>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0"/>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0"/>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60"/>
          <p:cNvGrpSpPr/>
          <p:nvPr/>
        </p:nvGrpSpPr>
        <p:grpSpPr>
          <a:xfrm>
            <a:off x="4092004" y="1687530"/>
            <a:ext cx="423079" cy="423043"/>
            <a:chOff x="-4478975" y="3251700"/>
            <a:chExt cx="293825" cy="293800"/>
          </a:xfrm>
        </p:grpSpPr>
        <p:sp>
          <p:nvSpPr>
            <p:cNvPr id="8877" name="Google Shape;8877;p60"/>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0"/>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0"/>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60"/>
          <p:cNvGrpSpPr/>
          <p:nvPr/>
        </p:nvGrpSpPr>
        <p:grpSpPr>
          <a:xfrm>
            <a:off x="4092004" y="2205192"/>
            <a:ext cx="423079" cy="419659"/>
            <a:chOff x="-4475825" y="3612425"/>
            <a:chExt cx="293825" cy="291450"/>
          </a:xfrm>
        </p:grpSpPr>
        <p:sp>
          <p:nvSpPr>
            <p:cNvPr id="8881" name="Google Shape;8881;p60"/>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0"/>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0"/>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60"/>
          <p:cNvGrpSpPr/>
          <p:nvPr/>
        </p:nvGrpSpPr>
        <p:grpSpPr>
          <a:xfrm>
            <a:off x="4101077" y="2756844"/>
            <a:ext cx="428730" cy="419623"/>
            <a:chOff x="-4480550" y="3970800"/>
            <a:chExt cx="297750" cy="291425"/>
          </a:xfrm>
        </p:grpSpPr>
        <p:sp>
          <p:nvSpPr>
            <p:cNvPr id="8885" name="Google Shape;8885;p60"/>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0"/>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60"/>
          <p:cNvGrpSpPr/>
          <p:nvPr/>
        </p:nvGrpSpPr>
        <p:grpSpPr>
          <a:xfrm>
            <a:off x="6804910" y="1689221"/>
            <a:ext cx="415123" cy="419659"/>
            <a:chOff x="-2668225" y="3239075"/>
            <a:chExt cx="288300" cy="291450"/>
          </a:xfrm>
        </p:grpSpPr>
        <p:sp>
          <p:nvSpPr>
            <p:cNvPr id="8888" name="Google Shape;8888;p60"/>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0"/>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0"/>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0"/>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0"/>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60"/>
          <p:cNvGrpSpPr/>
          <p:nvPr/>
        </p:nvGrpSpPr>
        <p:grpSpPr>
          <a:xfrm>
            <a:off x="6802066" y="2205191"/>
            <a:ext cx="420811" cy="419659"/>
            <a:chOff x="-2671375" y="3597450"/>
            <a:chExt cx="292250" cy="291450"/>
          </a:xfrm>
        </p:grpSpPr>
        <p:sp>
          <p:nvSpPr>
            <p:cNvPr id="8894" name="Google Shape;8894;p60"/>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0"/>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60"/>
          <p:cNvGrpSpPr/>
          <p:nvPr/>
        </p:nvGrpSpPr>
        <p:grpSpPr>
          <a:xfrm>
            <a:off x="6812849" y="2755691"/>
            <a:ext cx="423043" cy="421927"/>
            <a:chOff x="-2670575" y="3956600"/>
            <a:chExt cx="293800" cy="293025"/>
          </a:xfrm>
        </p:grpSpPr>
        <p:sp>
          <p:nvSpPr>
            <p:cNvPr id="8897" name="Google Shape;8897;p60"/>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0"/>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0"/>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0"/>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60"/>
          <p:cNvGrpSpPr/>
          <p:nvPr/>
        </p:nvGrpSpPr>
        <p:grpSpPr>
          <a:xfrm>
            <a:off x="3070370" y="3311947"/>
            <a:ext cx="426462" cy="418363"/>
            <a:chOff x="-1183550" y="3586525"/>
            <a:chExt cx="296175" cy="290550"/>
          </a:xfrm>
        </p:grpSpPr>
        <p:sp>
          <p:nvSpPr>
            <p:cNvPr id="8902" name="Google Shape;8902;p60"/>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0"/>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0"/>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0"/>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0"/>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0"/>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0"/>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0"/>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0"/>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1" name="Google Shape;8911;p60"/>
          <p:cNvGrpSpPr/>
          <p:nvPr/>
        </p:nvGrpSpPr>
        <p:grpSpPr>
          <a:xfrm>
            <a:off x="1933980" y="1689799"/>
            <a:ext cx="420811" cy="418507"/>
            <a:chOff x="-5971525" y="3273750"/>
            <a:chExt cx="292250" cy="290650"/>
          </a:xfrm>
        </p:grpSpPr>
        <p:sp>
          <p:nvSpPr>
            <p:cNvPr id="8912" name="Google Shape;8912;p60"/>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0"/>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60"/>
          <p:cNvGrpSpPr/>
          <p:nvPr/>
        </p:nvGrpSpPr>
        <p:grpSpPr>
          <a:xfrm>
            <a:off x="1928310" y="2203826"/>
            <a:ext cx="432150" cy="422395"/>
            <a:chOff x="-5974675" y="3632100"/>
            <a:chExt cx="300125" cy="293350"/>
          </a:xfrm>
        </p:grpSpPr>
        <p:sp>
          <p:nvSpPr>
            <p:cNvPr id="8915" name="Google Shape;8915;p60"/>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0"/>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0"/>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60"/>
          <p:cNvGrpSpPr/>
          <p:nvPr/>
        </p:nvGrpSpPr>
        <p:grpSpPr>
          <a:xfrm>
            <a:off x="1958351" y="2755694"/>
            <a:ext cx="395865" cy="421927"/>
            <a:chOff x="-5971525" y="3990475"/>
            <a:chExt cx="274925" cy="293025"/>
          </a:xfrm>
        </p:grpSpPr>
        <p:sp>
          <p:nvSpPr>
            <p:cNvPr id="8919" name="Google Shape;8919;p60"/>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0"/>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0"/>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0"/>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60"/>
          <p:cNvGrpSpPr/>
          <p:nvPr/>
        </p:nvGrpSpPr>
        <p:grpSpPr>
          <a:xfrm>
            <a:off x="4631558" y="1689798"/>
            <a:ext cx="420775" cy="418507"/>
            <a:chOff x="-4118225" y="3253275"/>
            <a:chExt cx="292225" cy="290650"/>
          </a:xfrm>
        </p:grpSpPr>
        <p:sp>
          <p:nvSpPr>
            <p:cNvPr id="8924" name="Google Shape;8924;p60"/>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0"/>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60"/>
          <p:cNvGrpSpPr/>
          <p:nvPr/>
        </p:nvGrpSpPr>
        <p:grpSpPr>
          <a:xfrm>
            <a:off x="4682008" y="2204922"/>
            <a:ext cx="319874" cy="420199"/>
            <a:chOff x="-4082800" y="3612425"/>
            <a:chExt cx="222150" cy="291825"/>
          </a:xfrm>
        </p:grpSpPr>
        <p:sp>
          <p:nvSpPr>
            <p:cNvPr id="8927" name="Google Shape;8927;p60"/>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0"/>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0"/>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60"/>
          <p:cNvGrpSpPr/>
          <p:nvPr/>
        </p:nvGrpSpPr>
        <p:grpSpPr>
          <a:xfrm>
            <a:off x="4643456" y="2769876"/>
            <a:ext cx="420775" cy="393561"/>
            <a:chOff x="-4118225" y="3990475"/>
            <a:chExt cx="292225" cy="273325"/>
          </a:xfrm>
        </p:grpSpPr>
        <p:sp>
          <p:nvSpPr>
            <p:cNvPr id="8931" name="Google Shape;8931;p60"/>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0"/>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0"/>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0"/>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60"/>
          <p:cNvGrpSpPr/>
          <p:nvPr/>
        </p:nvGrpSpPr>
        <p:grpSpPr>
          <a:xfrm>
            <a:off x="7354110" y="1688087"/>
            <a:ext cx="394713" cy="421927"/>
            <a:chOff x="-2312225" y="3238300"/>
            <a:chExt cx="274125" cy="293025"/>
          </a:xfrm>
        </p:grpSpPr>
        <p:sp>
          <p:nvSpPr>
            <p:cNvPr id="8936" name="Google Shape;8936;p60"/>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0"/>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60"/>
          <p:cNvGrpSpPr/>
          <p:nvPr/>
        </p:nvGrpSpPr>
        <p:grpSpPr>
          <a:xfrm>
            <a:off x="7341062" y="2153586"/>
            <a:ext cx="420811" cy="522864"/>
            <a:chOff x="-2310650" y="3525775"/>
            <a:chExt cx="292250" cy="363125"/>
          </a:xfrm>
        </p:grpSpPr>
        <p:sp>
          <p:nvSpPr>
            <p:cNvPr id="8939" name="Google Shape;8939;p60"/>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0"/>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0"/>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0"/>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60"/>
          <p:cNvGrpSpPr/>
          <p:nvPr/>
        </p:nvGrpSpPr>
        <p:grpSpPr>
          <a:xfrm>
            <a:off x="7351827" y="2756825"/>
            <a:ext cx="423079" cy="419659"/>
            <a:chOff x="-2310650" y="3958175"/>
            <a:chExt cx="293825" cy="291450"/>
          </a:xfrm>
        </p:grpSpPr>
        <p:sp>
          <p:nvSpPr>
            <p:cNvPr id="8944" name="Google Shape;8944;p60"/>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0"/>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60"/>
          <p:cNvGrpSpPr/>
          <p:nvPr/>
        </p:nvGrpSpPr>
        <p:grpSpPr>
          <a:xfrm>
            <a:off x="4718688" y="3308459"/>
            <a:ext cx="424159" cy="419659"/>
            <a:chOff x="-1182750" y="3962900"/>
            <a:chExt cx="294575" cy="291450"/>
          </a:xfrm>
        </p:grpSpPr>
        <p:sp>
          <p:nvSpPr>
            <p:cNvPr id="8947" name="Google Shape;8947;p60"/>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0"/>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0"/>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0"/>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0"/>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0"/>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0"/>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60"/>
          <p:cNvGrpSpPr/>
          <p:nvPr/>
        </p:nvGrpSpPr>
        <p:grpSpPr>
          <a:xfrm>
            <a:off x="2471824" y="1689223"/>
            <a:ext cx="424195" cy="419659"/>
            <a:chOff x="-5611575" y="3272950"/>
            <a:chExt cx="294600" cy="291450"/>
          </a:xfrm>
        </p:grpSpPr>
        <p:sp>
          <p:nvSpPr>
            <p:cNvPr id="8955" name="Google Shape;8955;p60"/>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0"/>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0"/>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0"/>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0"/>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60"/>
          <p:cNvGrpSpPr/>
          <p:nvPr/>
        </p:nvGrpSpPr>
        <p:grpSpPr>
          <a:xfrm>
            <a:off x="2471824" y="2205770"/>
            <a:ext cx="424195" cy="418507"/>
            <a:chOff x="-5613150" y="3632900"/>
            <a:chExt cx="294600" cy="290650"/>
          </a:xfrm>
        </p:grpSpPr>
        <p:sp>
          <p:nvSpPr>
            <p:cNvPr id="8961" name="Google Shape;8961;p60"/>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0"/>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60"/>
          <p:cNvGrpSpPr/>
          <p:nvPr/>
        </p:nvGrpSpPr>
        <p:grpSpPr>
          <a:xfrm>
            <a:off x="2483722" y="2756270"/>
            <a:ext cx="424195" cy="420775"/>
            <a:chOff x="-5613150" y="3991275"/>
            <a:chExt cx="294600" cy="292225"/>
          </a:xfrm>
        </p:grpSpPr>
        <p:sp>
          <p:nvSpPr>
            <p:cNvPr id="8964" name="Google Shape;8964;p60"/>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0"/>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0"/>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0"/>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0"/>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0"/>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0"/>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0"/>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0"/>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60"/>
          <p:cNvGrpSpPr/>
          <p:nvPr/>
        </p:nvGrpSpPr>
        <p:grpSpPr>
          <a:xfrm>
            <a:off x="5155210" y="1689438"/>
            <a:ext cx="434634" cy="419227"/>
            <a:chOff x="-3768700" y="3253275"/>
            <a:chExt cx="301850" cy="291150"/>
          </a:xfrm>
        </p:grpSpPr>
        <p:sp>
          <p:nvSpPr>
            <p:cNvPr id="8974" name="Google Shape;8974;p60"/>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0"/>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0"/>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60"/>
          <p:cNvGrpSpPr/>
          <p:nvPr/>
        </p:nvGrpSpPr>
        <p:grpSpPr>
          <a:xfrm>
            <a:off x="5159293" y="2217090"/>
            <a:ext cx="426462" cy="395865"/>
            <a:chOff x="-3808700" y="3628950"/>
            <a:chExt cx="296175" cy="274925"/>
          </a:xfrm>
        </p:grpSpPr>
        <p:sp>
          <p:nvSpPr>
            <p:cNvPr id="8978" name="Google Shape;8978;p60"/>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0"/>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0"/>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60"/>
          <p:cNvGrpSpPr/>
          <p:nvPr/>
        </p:nvGrpSpPr>
        <p:grpSpPr>
          <a:xfrm>
            <a:off x="5224504" y="2756412"/>
            <a:ext cx="419443" cy="420487"/>
            <a:chOff x="-3771675" y="3971775"/>
            <a:chExt cx="291300" cy="292025"/>
          </a:xfrm>
        </p:grpSpPr>
        <p:sp>
          <p:nvSpPr>
            <p:cNvPr id="8982" name="Google Shape;8982;p60"/>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0"/>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0"/>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0"/>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0"/>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60"/>
          <p:cNvGrpSpPr/>
          <p:nvPr/>
        </p:nvGrpSpPr>
        <p:grpSpPr>
          <a:xfrm>
            <a:off x="7885948" y="1716461"/>
            <a:ext cx="420271" cy="320774"/>
            <a:chOff x="-1951475" y="3273100"/>
            <a:chExt cx="291875" cy="222775"/>
          </a:xfrm>
        </p:grpSpPr>
        <p:sp>
          <p:nvSpPr>
            <p:cNvPr id="8988" name="Google Shape;8988;p60"/>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0"/>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0"/>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60"/>
          <p:cNvGrpSpPr/>
          <p:nvPr/>
        </p:nvGrpSpPr>
        <p:grpSpPr>
          <a:xfrm>
            <a:off x="7883429" y="2205191"/>
            <a:ext cx="425310" cy="419659"/>
            <a:chOff x="-1951475" y="3597450"/>
            <a:chExt cx="295375" cy="291450"/>
          </a:xfrm>
        </p:grpSpPr>
        <p:sp>
          <p:nvSpPr>
            <p:cNvPr id="8992" name="Google Shape;8992;p60"/>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0"/>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0"/>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0"/>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60"/>
          <p:cNvGrpSpPr/>
          <p:nvPr/>
        </p:nvGrpSpPr>
        <p:grpSpPr>
          <a:xfrm>
            <a:off x="7885680" y="2756825"/>
            <a:ext cx="444605" cy="419659"/>
            <a:chOff x="-1960150" y="3956600"/>
            <a:chExt cx="308775" cy="291450"/>
          </a:xfrm>
        </p:grpSpPr>
        <p:sp>
          <p:nvSpPr>
            <p:cNvPr id="8997" name="Google Shape;8997;p60"/>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0"/>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60"/>
          <p:cNvGrpSpPr/>
          <p:nvPr/>
        </p:nvGrpSpPr>
        <p:grpSpPr>
          <a:xfrm>
            <a:off x="1939718" y="3307636"/>
            <a:ext cx="420775" cy="420775"/>
            <a:chOff x="-804700" y="3226500"/>
            <a:chExt cx="292225" cy="292225"/>
          </a:xfrm>
        </p:grpSpPr>
        <p:sp>
          <p:nvSpPr>
            <p:cNvPr id="9000" name="Google Shape;9000;p60"/>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0"/>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0"/>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0"/>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0"/>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0"/>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0"/>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60"/>
          <p:cNvGrpSpPr/>
          <p:nvPr/>
        </p:nvGrpSpPr>
        <p:grpSpPr>
          <a:xfrm>
            <a:off x="3019809" y="1688647"/>
            <a:ext cx="420775" cy="420811"/>
            <a:chOff x="-5251625" y="3272950"/>
            <a:chExt cx="292225" cy="292250"/>
          </a:xfrm>
        </p:grpSpPr>
        <p:sp>
          <p:nvSpPr>
            <p:cNvPr id="9008" name="Google Shape;9008;p60"/>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0"/>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0"/>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60"/>
          <p:cNvGrpSpPr/>
          <p:nvPr/>
        </p:nvGrpSpPr>
        <p:grpSpPr>
          <a:xfrm>
            <a:off x="3016407" y="2204348"/>
            <a:ext cx="427578" cy="421351"/>
            <a:chOff x="-5254775" y="3631325"/>
            <a:chExt cx="296950" cy="292625"/>
          </a:xfrm>
        </p:grpSpPr>
        <p:sp>
          <p:nvSpPr>
            <p:cNvPr id="9012" name="Google Shape;9012;p60"/>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0"/>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0"/>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0"/>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0"/>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0"/>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0"/>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60"/>
          <p:cNvGrpSpPr/>
          <p:nvPr/>
        </p:nvGrpSpPr>
        <p:grpSpPr>
          <a:xfrm>
            <a:off x="3032265" y="2756270"/>
            <a:ext cx="419659" cy="420775"/>
            <a:chOff x="-5251625" y="3991275"/>
            <a:chExt cx="291450" cy="292225"/>
          </a:xfrm>
        </p:grpSpPr>
        <p:sp>
          <p:nvSpPr>
            <p:cNvPr id="9020" name="Google Shape;9020;p60"/>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0"/>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0"/>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0"/>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0"/>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60"/>
          <p:cNvGrpSpPr/>
          <p:nvPr/>
        </p:nvGrpSpPr>
        <p:grpSpPr>
          <a:xfrm>
            <a:off x="5772848" y="1689240"/>
            <a:ext cx="319874" cy="419623"/>
            <a:chOff x="-3365275" y="3253275"/>
            <a:chExt cx="222150" cy="291425"/>
          </a:xfrm>
        </p:grpSpPr>
        <p:sp>
          <p:nvSpPr>
            <p:cNvPr id="9026" name="Google Shape;9026;p60"/>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0"/>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60"/>
          <p:cNvGrpSpPr/>
          <p:nvPr/>
        </p:nvGrpSpPr>
        <p:grpSpPr>
          <a:xfrm>
            <a:off x="5746786" y="2204058"/>
            <a:ext cx="371998" cy="421927"/>
            <a:chOff x="-3383375" y="3611625"/>
            <a:chExt cx="258350" cy="293025"/>
          </a:xfrm>
        </p:grpSpPr>
        <p:sp>
          <p:nvSpPr>
            <p:cNvPr id="9029" name="Google Shape;9029;p60"/>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0"/>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60"/>
          <p:cNvGrpSpPr/>
          <p:nvPr/>
        </p:nvGrpSpPr>
        <p:grpSpPr>
          <a:xfrm>
            <a:off x="5809135" y="2756826"/>
            <a:ext cx="271097" cy="419659"/>
            <a:chOff x="-3347950" y="3971575"/>
            <a:chExt cx="188275" cy="291450"/>
          </a:xfrm>
        </p:grpSpPr>
        <p:sp>
          <p:nvSpPr>
            <p:cNvPr id="9032" name="Google Shape;9032;p60"/>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0"/>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0"/>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60"/>
          <p:cNvGrpSpPr/>
          <p:nvPr/>
        </p:nvGrpSpPr>
        <p:grpSpPr>
          <a:xfrm>
            <a:off x="858994" y="3307061"/>
            <a:ext cx="371998" cy="421927"/>
            <a:chOff x="-1575775" y="3238300"/>
            <a:chExt cx="258350" cy="293025"/>
          </a:xfrm>
        </p:grpSpPr>
        <p:sp>
          <p:nvSpPr>
            <p:cNvPr id="9036" name="Google Shape;9036;p60"/>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0"/>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0"/>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0"/>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0"/>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60"/>
          <p:cNvGrpSpPr/>
          <p:nvPr/>
        </p:nvGrpSpPr>
        <p:grpSpPr>
          <a:xfrm>
            <a:off x="2503892" y="3309051"/>
            <a:ext cx="423079" cy="424159"/>
            <a:chOff x="-1591550" y="3597475"/>
            <a:chExt cx="293825" cy="294575"/>
          </a:xfrm>
        </p:grpSpPr>
        <p:sp>
          <p:nvSpPr>
            <p:cNvPr id="9042" name="Google Shape;9042;p60"/>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0"/>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0"/>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60"/>
          <p:cNvGrpSpPr/>
          <p:nvPr/>
        </p:nvGrpSpPr>
        <p:grpSpPr>
          <a:xfrm>
            <a:off x="4153362" y="3318663"/>
            <a:ext cx="421927" cy="399248"/>
            <a:chOff x="-1592325" y="3957400"/>
            <a:chExt cx="293025" cy="277275"/>
          </a:xfrm>
        </p:grpSpPr>
        <p:sp>
          <p:nvSpPr>
            <p:cNvPr id="9046" name="Google Shape;9046;p60"/>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0"/>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0"/>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0"/>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0" name="Google Shape;9050;p60"/>
          <p:cNvGrpSpPr/>
          <p:nvPr/>
        </p:nvGrpSpPr>
        <p:grpSpPr>
          <a:xfrm>
            <a:off x="3640232" y="3310744"/>
            <a:ext cx="369730" cy="420775"/>
            <a:chOff x="-778700" y="3612425"/>
            <a:chExt cx="256775" cy="292225"/>
          </a:xfrm>
        </p:grpSpPr>
        <p:sp>
          <p:nvSpPr>
            <p:cNvPr id="9051" name="Google Shape;9051;p60"/>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0"/>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0"/>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0"/>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0"/>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0"/>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60"/>
          <p:cNvGrpSpPr/>
          <p:nvPr/>
        </p:nvGrpSpPr>
        <p:grpSpPr>
          <a:xfrm>
            <a:off x="6111733" y="3828305"/>
            <a:ext cx="340731" cy="387641"/>
            <a:chOff x="7728464" y="1561258"/>
            <a:chExt cx="349719" cy="397866"/>
          </a:xfrm>
        </p:grpSpPr>
        <p:sp>
          <p:nvSpPr>
            <p:cNvPr id="9058" name="Google Shape;9058;p60"/>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0"/>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60"/>
          <p:cNvGrpSpPr/>
          <p:nvPr/>
        </p:nvGrpSpPr>
        <p:grpSpPr>
          <a:xfrm>
            <a:off x="4034702" y="3828305"/>
            <a:ext cx="387681" cy="387641"/>
            <a:chOff x="5611350" y="1561258"/>
            <a:chExt cx="397907" cy="397866"/>
          </a:xfrm>
        </p:grpSpPr>
        <p:sp>
          <p:nvSpPr>
            <p:cNvPr id="9061" name="Google Shape;9061;p60"/>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0"/>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0"/>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0"/>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60"/>
          <p:cNvGrpSpPr/>
          <p:nvPr/>
        </p:nvGrpSpPr>
        <p:grpSpPr>
          <a:xfrm>
            <a:off x="4553987" y="3925571"/>
            <a:ext cx="387610" cy="193109"/>
            <a:chOff x="6140660" y="1661097"/>
            <a:chExt cx="397835" cy="198202"/>
          </a:xfrm>
        </p:grpSpPr>
        <p:sp>
          <p:nvSpPr>
            <p:cNvPr id="9066" name="Google Shape;9066;p60"/>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0"/>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0"/>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0"/>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60"/>
          <p:cNvGrpSpPr/>
          <p:nvPr/>
        </p:nvGrpSpPr>
        <p:grpSpPr>
          <a:xfrm>
            <a:off x="5073202" y="3828305"/>
            <a:ext cx="387681" cy="387641"/>
            <a:chOff x="6669907" y="1561258"/>
            <a:chExt cx="397907" cy="397866"/>
          </a:xfrm>
        </p:grpSpPr>
        <p:sp>
          <p:nvSpPr>
            <p:cNvPr id="9071" name="Google Shape;9071;p60"/>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0"/>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0"/>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0"/>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0"/>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60"/>
          <p:cNvGrpSpPr/>
          <p:nvPr/>
        </p:nvGrpSpPr>
        <p:grpSpPr>
          <a:xfrm>
            <a:off x="1958433" y="3885842"/>
            <a:ext cx="387681" cy="272572"/>
            <a:chOff x="3386036" y="1746339"/>
            <a:chExt cx="397907" cy="279762"/>
          </a:xfrm>
        </p:grpSpPr>
        <p:sp>
          <p:nvSpPr>
            <p:cNvPr id="9077" name="Google Shape;9077;p60"/>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0"/>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60"/>
          <p:cNvGrpSpPr/>
          <p:nvPr/>
        </p:nvGrpSpPr>
        <p:grpSpPr>
          <a:xfrm>
            <a:off x="2996130" y="3828288"/>
            <a:ext cx="387681" cy="387681"/>
            <a:chOff x="4417380" y="1687279"/>
            <a:chExt cx="397907" cy="397907"/>
          </a:xfrm>
        </p:grpSpPr>
        <p:sp>
          <p:nvSpPr>
            <p:cNvPr id="9080" name="Google Shape;9080;p60"/>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0"/>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60"/>
          <p:cNvGrpSpPr/>
          <p:nvPr/>
        </p:nvGrpSpPr>
        <p:grpSpPr>
          <a:xfrm>
            <a:off x="7942611" y="3308537"/>
            <a:ext cx="387661" cy="387661"/>
            <a:chOff x="2869999" y="1687279"/>
            <a:chExt cx="397887" cy="397887"/>
          </a:xfrm>
        </p:grpSpPr>
        <p:sp>
          <p:nvSpPr>
            <p:cNvPr id="9083" name="Google Shape;9083;p60"/>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0"/>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0"/>
          <p:cNvGrpSpPr/>
          <p:nvPr/>
        </p:nvGrpSpPr>
        <p:grpSpPr>
          <a:xfrm>
            <a:off x="2477718" y="3828664"/>
            <a:ext cx="386807" cy="386929"/>
            <a:chOff x="3902887" y="1687655"/>
            <a:chExt cx="397010" cy="397135"/>
          </a:xfrm>
        </p:grpSpPr>
        <p:sp>
          <p:nvSpPr>
            <p:cNvPr id="9086" name="Google Shape;9086;p60"/>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0"/>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60"/>
          <p:cNvGrpSpPr/>
          <p:nvPr/>
        </p:nvGrpSpPr>
        <p:grpSpPr>
          <a:xfrm>
            <a:off x="3515416" y="3828344"/>
            <a:ext cx="387681" cy="387681"/>
            <a:chOff x="4933458" y="1687279"/>
            <a:chExt cx="397907" cy="397907"/>
          </a:xfrm>
        </p:grpSpPr>
        <p:sp>
          <p:nvSpPr>
            <p:cNvPr id="9089" name="Google Shape;9089;p60"/>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0"/>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60"/>
          <p:cNvGrpSpPr/>
          <p:nvPr/>
        </p:nvGrpSpPr>
        <p:grpSpPr>
          <a:xfrm>
            <a:off x="5286246" y="3308537"/>
            <a:ext cx="387681" cy="387661"/>
            <a:chOff x="266768" y="1721375"/>
            <a:chExt cx="397907" cy="397887"/>
          </a:xfrm>
        </p:grpSpPr>
        <p:sp>
          <p:nvSpPr>
            <p:cNvPr id="9092" name="Google Shape;9092;p6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60"/>
          <p:cNvGrpSpPr/>
          <p:nvPr/>
        </p:nvGrpSpPr>
        <p:grpSpPr>
          <a:xfrm>
            <a:off x="7411672" y="3308924"/>
            <a:ext cx="387539" cy="386888"/>
            <a:chOff x="2408992" y="1722875"/>
            <a:chExt cx="397761" cy="397093"/>
          </a:xfrm>
        </p:grpSpPr>
        <p:sp>
          <p:nvSpPr>
            <p:cNvPr id="9095" name="Google Shape;9095;p60"/>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0"/>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60"/>
          <p:cNvGrpSpPr/>
          <p:nvPr/>
        </p:nvGrpSpPr>
        <p:grpSpPr>
          <a:xfrm>
            <a:off x="5592488" y="3828305"/>
            <a:ext cx="387641" cy="387641"/>
            <a:chOff x="7199196" y="1561258"/>
            <a:chExt cx="397866" cy="397866"/>
          </a:xfrm>
        </p:grpSpPr>
        <p:sp>
          <p:nvSpPr>
            <p:cNvPr id="9098" name="Google Shape;9098;p60"/>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0"/>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0"/>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1" name="Google Shape;9101;p60"/>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9102" name="Google Shape;9102;p60"/>
          <p:cNvGrpSpPr/>
          <p:nvPr/>
        </p:nvGrpSpPr>
        <p:grpSpPr>
          <a:xfrm>
            <a:off x="6348367" y="3308537"/>
            <a:ext cx="387661" cy="387661"/>
            <a:chOff x="1379798" y="1723250"/>
            <a:chExt cx="397887" cy="397887"/>
          </a:xfrm>
        </p:grpSpPr>
        <p:sp>
          <p:nvSpPr>
            <p:cNvPr id="9103" name="Google Shape;9103;p6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0"/>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60"/>
          <p:cNvGrpSpPr/>
          <p:nvPr/>
        </p:nvGrpSpPr>
        <p:grpSpPr>
          <a:xfrm>
            <a:off x="5817327" y="3308537"/>
            <a:ext cx="387641" cy="387661"/>
            <a:chOff x="864491" y="1723250"/>
            <a:chExt cx="397866" cy="397887"/>
          </a:xfrm>
        </p:grpSpPr>
        <p:sp>
          <p:nvSpPr>
            <p:cNvPr id="9108" name="Google Shape;9108;p6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1" name="Google Shape;9111;p60"/>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2" name="Google Shape;9112;p60"/>
          <p:cNvGrpSpPr/>
          <p:nvPr/>
        </p:nvGrpSpPr>
        <p:grpSpPr>
          <a:xfrm>
            <a:off x="6584154" y="3827060"/>
            <a:ext cx="388966" cy="388966"/>
            <a:chOff x="1190625" y="238125"/>
            <a:chExt cx="5235075" cy="5235075"/>
          </a:xfrm>
        </p:grpSpPr>
        <p:sp>
          <p:nvSpPr>
            <p:cNvPr id="9113" name="Google Shape;9113;p60"/>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0"/>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18" name="Shape 9118"/>
        <p:cNvGrpSpPr/>
        <p:nvPr/>
      </p:nvGrpSpPr>
      <p:grpSpPr>
        <a:xfrm>
          <a:off x="0" y="0"/>
          <a:ext cx="0" cy="0"/>
          <a:chOff x="0" y="0"/>
          <a:chExt cx="0" cy="0"/>
        </a:xfrm>
      </p:grpSpPr>
      <p:pic>
        <p:nvPicPr>
          <p:cNvPr id="9119" name="Google Shape;9119;p6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
  <a:themeElements>
    <a:clrScheme name="Simple Light">
      <a:dk1>
        <a:srgbClr val="363D23"/>
      </a:dk1>
      <a:lt1>
        <a:srgbClr val="424B2B"/>
      </a:lt1>
      <a:dk2>
        <a:srgbClr val="6C7B46"/>
      </a:dk2>
      <a:lt2>
        <a:srgbClr val="B1C176"/>
      </a:lt2>
      <a:accent1>
        <a:srgbClr val="C2CC9A"/>
      </a:accent1>
      <a:accent2>
        <a:srgbClr val="F39921"/>
      </a:accent2>
      <a:accent3>
        <a:srgbClr val="FEC928"/>
      </a:accent3>
      <a:accent4>
        <a:srgbClr val="FFFFFF"/>
      </a:accent4>
      <a:accent5>
        <a:srgbClr val="FFFFFF"/>
      </a:accent5>
      <a:accent6>
        <a:srgbClr val="FFFFFF"/>
      </a:accent6>
      <a:hlink>
        <a:srgbClr val="C2CC9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