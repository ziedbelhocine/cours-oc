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ed Belhocine" userId="200cc0e2b299676e" providerId="LiveId" clId="{9CBB32D2-05AD-4F34-AFB3-FF7F49026B80}"/>
    <pc:docChg chg="custSel addSld modSld">
      <pc:chgData name="Zied Belhocine" userId="200cc0e2b299676e" providerId="LiveId" clId="{9CBB32D2-05AD-4F34-AFB3-FF7F49026B80}" dt="2026-07-16T08:23:20.629" v="386" actId="20577"/>
      <pc:docMkLst>
        <pc:docMk/>
      </pc:docMkLst>
      <pc:sldChg chg="new">
        <pc:chgData name="Zied Belhocine" userId="200cc0e2b299676e" providerId="LiveId" clId="{9CBB32D2-05AD-4F34-AFB3-FF7F49026B80}" dt="2026-07-16T08:16:30.906" v="0" actId="680"/>
        <pc:sldMkLst>
          <pc:docMk/>
          <pc:sldMk cId="738583573" sldId="256"/>
        </pc:sldMkLst>
      </pc:sldChg>
      <pc:sldChg chg="modSp new mod">
        <pc:chgData name="Zied Belhocine" userId="200cc0e2b299676e" providerId="LiveId" clId="{9CBB32D2-05AD-4F34-AFB3-FF7F49026B80}" dt="2026-07-16T08:16:54.773" v="72" actId="20577"/>
        <pc:sldMkLst>
          <pc:docMk/>
          <pc:sldMk cId="228990892" sldId="257"/>
        </pc:sldMkLst>
        <pc:spChg chg="mod">
          <ac:chgData name="Zied Belhocine" userId="200cc0e2b299676e" providerId="LiveId" clId="{9CBB32D2-05AD-4F34-AFB3-FF7F49026B80}" dt="2026-07-16T08:16:54.773" v="72" actId="20577"/>
          <ac:spMkLst>
            <pc:docMk/>
            <pc:sldMk cId="228990892" sldId="257"/>
            <ac:spMk id="3" creationId="{DF851901-5DFF-9288-B795-11408DF2B7F6}"/>
          </ac:spMkLst>
        </pc:spChg>
      </pc:sldChg>
      <pc:sldChg chg="modSp add mod">
        <pc:chgData name="Zied Belhocine" userId="200cc0e2b299676e" providerId="LiveId" clId="{9CBB32D2-05AD-4F34-AFB3-FF7F49026B80}" dt="2026-07-16T08:23:20.629" v="386" actId="20577"/>
        <pc:sldMkLst>
          <pc:docMk/>
          <pc:sldMk cId="2716251558" sldId="258"/>
        </pc:sldMkLst>
        <pc:spChg chg="mod">
          <ac:chgData name="Zied Belhocine" userId="200cc0e2b299676e" providerId="LiveId" clId="{9CBB32D2-05AD-4F34-AFB3-FF7F49026B80}" dt="2026-07-16T08:23:20.629" v="386" actId="20577"/>
          <ac:spMkLst>
            <pc:docMk/>
            <pc:sldMk cId="2716251558" sldId="258"/>
            <ac:spMk id="3" creationId="{DF851901-5DFF-9288-B795-11408DF2B7F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84C6C4-C606-8B81-121A-AF26CB3FA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92722BC-6D80-E95E-6F9E-BABE18703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36A477-5CDB-8D6F-503C-783690159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37DB2-57B5-46EB-B2B0-A050BB02D9CA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2E8588-4D02-FC4C-C256-A2B9E7FC3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FF1AB1-BEE0-62ED-7A46-4CAD3D0C8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406D-B535-422E-BF05-95EA203880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1011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4745F9-78A2-A26E-3C63-C48CD54CD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CA55E6-7250-A9EF-632F-0E0CDDD4C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EEBC89-9D83-4DDA-0F95-0841E2634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37DB2-57B5-46EB-B2B0-A050BB02D9CA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9BE543-6E3D-0BED-A3EC-AA9087492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602ED4-C31F-B6DB-733D-907599035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406D-B535-422E-BF05-95EA203880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8712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4E3E62-E08F-BEFD-04E5-C1EFFF54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AB8B4D-7C86-2E97-394B-9E0BB520D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354F97-17B2-BA1F-38DB-67E62783A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37DB2-57B5-46EB-B2B0-A050BB02D9CA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127C13-39CC-1F5D-4F21-07EBA56FA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B8E69B-3FB4-4FD6-A0F3-4BB1A796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406D-B535-422E-BF05-95EA203880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0740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40BA0-CD11-EF76-4486-268E16C2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1FFDBF-5FE4-3C8C-2AD4-CC1E94486E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D284009-9B35-8426-4EF3-285FCC6AB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E37808-BCD5-76F1-E715-AE0678BC2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37DB2-57B5-46EB-B2B0-A050BB02D9CA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DC7A0D6-540F-EBDE-EABE-2A448C7A5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832C541-AFD9-78D7-E504-B276FE585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406D-B535-422E-BF05-95EA203880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69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793D40-6D35-CF93-1417-5009BD88C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83D6EBD-FD6E-BEF3-DBAF-B834D1990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9940258-0A82-8640-2CA6-F5D70A032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C1A36C7-0A88-FACE-37F9-EB32D95944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170BA6-C042-535C-E0B8-4A8F0DEFA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A01AF1C-49BB-7AF1-711C-85B951B73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37DB2-57B5-46EB-B2B0-A050BB02D9CA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735CBEB-715D-3F61-C0F9-E4613B7A9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A680E6E-783D-479D-7944-EDC6068DD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406D-B535-422E-BF05-95EA203880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7517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617D95-83C5-109E-0990-DC55BA472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75C4F67-9099-269F-D6BC-AF9A905A1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37DB2-57B5-46EB-B2B0-A050BB02D9CA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E4F8682-CA77-8FBA-1296-04578CB48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F186082-5509-5696-6106-051D756CC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406D-B535-422E-BF05-95EA203880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303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29BFC5D-2145-D5CE-9887-76E0A0849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37DB2-57B5-46EB-B2B0-A050BB02D9CA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DD8E558-C0D7-7C38-D9B2-0791B4A03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D1076A-23A1-B2EE-2573-A1F15FC47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406D-B535-422E-BF05-95EA203880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902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DA6CEB-C8D6-6721-3E3E-A43FB0876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C765B1-3F3C-C5A5-6CC6-CA0E1DAA2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D2273B8-41E7-1E9D-281D-70BFA4962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A190C30-B57C-F868-5EDC-A86FE9B18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37DB2-57B5-46EB-B2B0-A050BB02D9CA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C66DEB5-7AB6-8979-E336-F4F1362C2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2D2ED32-6982-17E6-4602-C91242F32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406D-B535-422E-BF05-95EA203880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0517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52D786-D844-628C-4705-BEFB4A77E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87272FE-39DF-1983-0B77-2A5FE8CB0F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E8DE75A-4715-22BC-BA2F-BA59A3783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2E8611-694D-FD17-BD1C-0BD1E1F7B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37DB2-57B5-46EB-B2B0-A050BB02D9CA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473243C-740D-4B52-B6D6-99498F511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10957E2-DEAE-D8DE-B469-1A1748AFC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406D-B535-422E-BF05-95EA203880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3572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296F6E-C618-F6E3-E7F3-1D4AB226A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E502ECD-A3AC-0D7A-6F9C-6EF11B65B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A2A05B-7460-75D1-5C8E-DD5337C88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37DB2-57B5-46EB-B2B0-A050BB02D9CA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0E14D6-AE4F-29D4-2918-5B658CDC7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5631F9-456C-63D1-4948-401C7759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406D-B535-422E-BF05-95EA203880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0615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0436166-B4E0-046E-6A06-8DF1509C24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A2C1F6D-0ABF-681D-B93D-8A7845CE6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34A38E-F329-87C8-66EE-E17F3329F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37DB2-57B5-46EB-B2B0-A050BB02D9CA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FC8767-D30D-C63D-0FC4-1A417F1B8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BB013C-5C3A-DDCC-806D-F8EBD31C0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A406D-B535-422E-BF05-95EA203880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9009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B2DFFA2-3CB6-97F5-FE9C-513DE3E54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59102AA-6CB9-2B8E-CEEE-01BE97817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CE180A-382C-AEC0-9335-EE6B9B801E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237DB2-57B5-46EB-B2B0-A050BB02D9CA}" type="datetimeFigureOut">
              <a:rPr lang="fr-FR" smtClean="0"/>
              <a:t>16/07/2026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6BC5CF-8501-1DD7-F175-81DF31C83C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35B4BD-1771-361A-581E-291D680C2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3A406D-B535-422E-BF05-95EA203880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0464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AD0E43-F912-7F79-30E7-411A69E3C8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ABAF3EE-EF24-11F8-8769-9E3EFF07AC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8583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530217-E8AA-9E1C-07E0-4AFB67821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851901-5DFF-9288-B795-11408DF2B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Cmt </a:t>
            </a:r>
            <a:r>
              <a:rPr lang="fr-FR" dirty="0" err="1"/>
              <a:t>def</a:t>
            </a:r>
            <a:r>
              <a:rPr lang="fr-FR" dirty="0"/>
              <a:t> le </a:t>
            </a:r>
            <a:r>
              <a:rPr lang="fr-FR" dirty="0" err="1"/>
              <a:t>succes</a:t>
            </a:r>
            <a:r>
              <a:rPr lang="fr-FR" dirty="0"/>
              <a:t> du projet ?</a:t>
            </a:r>
          </a:p>
          <a:p>
            <a:r>
              <a:rPr lang="fr-FR" dirty="0" err="1"/>
              <a:t>CMt</a:t>
            </a:r>
            <a:r>
              <a:rPr lang="fr-FR" dirty="0"/>
              <a:t> mesurer la </a:t>
            </a:r>
            <a:r>
              <a:rPr lang="fr-FR" dirty="0" err="1"/>
              <a:t>pêrf</a:t>
            </a:r>
            <a:r>
              <a:rPr lang="fr-FR" dirty="0"/>
              <a:t> ?</a:t>
            </a:r>
          </a:p>
          <a:p>
            <a:r>
              <a:rPr lang="fr-FR" dirty="0"/>
              <a:t>Quelle métrique ?</a:t>
            </a:r>
          </a:p>
        </p:txBody>
      </p:sp>
    </p:spTree>
    <p:extLst>
      <p:ext uri="{BB962C8B-B14F-4D97-AF65-F5344CB8AC3E}">
        <p14:creationId xmlns:p14="http://schemas.microsoft.com/office/powerpoint/2010/main" val="228990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530217-E8AA-9E1C-07E0-4AFB67821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851901-5DFF-9288-B795-11408DF2B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Des données pertinentes : Analyse et nettoyage data</a:t>
            </a:r>
          </a:p>
          <a:p>
            <a:r>
              <a:rPr lang="fr-FR" dirty="0"/>
              <a:t>Un sujet proprement défini : script </a:t>
            </a:r>
            <a:r>
              <a:rPr lang="fr-FR" dirty="0" err="1"/>
              <a:t>detecteur</a:t>
            </a:r>
            <a:r>
              <a:rPr lang="fr-FR" dirty="0"/>
              <a:t> faux billets</a:t>
            </a:r>
          </a:p>
          <a:p>
            <a:r>
              <a:rPr lang="fr-FR" dirty="0"/>
              <a:t>Démonter avantage ML : </a:t>
            </a:r>
            <a:r>
              <a:rPr lang="fr-FR" dirty="0" err="1"/>
              <a:t>boxplot</a:t>
            </a:r>
            <a:r>
              <a:rPr lang="fr-FR" dirty="0"/>
              <a:t> T/F</a:t>
            </a:r>
          </a:p>
          <a:p>
            <a:r>
              <a:rPr lang="fr-FR" dirty="0"/>
              <a:t>Parler des données (RGPD)</a:t>
            </a:r>
          </a:p>
          <a:p>
            <a:r>
              <a:rPr lang="fr-FR" dirty="0"/>
              <a:t>Produit performant et robuste</a:t>
            </a:r>
          </a:p>
          <a:p>
            <a:r>
              <a:rPr lang="fr-FR" dirty="0"/>
              <a:t>On veut Faire la boucle nettoyage /</a:t>
            </a:r>
            <a:r>
              <a:rPr lang="fr-FR" dirty="0" err="1"/>
              <a:t>prep</a:t>
            </a:r>
            <a:r>
              <a:rPr lang="fr-FR" dirty="0"/>
              <a:t> données / choix modèle / </a:t>
            </a:r>
            <a:r>
              <a:rPr lang="fr-FR" dirty="0" err="1"/>
              <a:t>opti</a:t>
            </a:r>
            <a:r>
              <a:rPr lang="fr-FR" dirty="0"/>
              <a:t> des </a:t>
            </a:r>
            <a:r>
              <a:rPr lang="fr-FR"/>
              <a:t>parametres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1625155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66</Words>
  <Application>Microsoft Office PowerPoint</Application>
  <PresentationFormat>Grand écran</PresentationFormat>
  <Paragraphs>9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Zied Belhocine</dc:creator>
  <cp:lastModifiedBy>Zied Belhocine</cp:lastModifiedBy>
  <cp:revision>1</cp:revision>
  <dcterms:created xsi:type="dcterms:W3CDTF">2026-07-16T08:13:23Z</dcterms:created>
  <dcterms:modified xsi:type="dcterms:W3CDTF">2026-07-16T08:41:50Z</dcterms:modified>
</cp:coreProperties>
</file>