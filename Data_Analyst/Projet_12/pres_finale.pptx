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2" r:id="rId1"/>
  </p:sldMasterIdLst>
  <p:notesMasterIdLst>
    <p:notesMasterId r:id="rId34"/>
  </p:notesMasterIdLst>
  <p:sldIdLst>
    <p:sldId id="256" r:id="rId2"/>
    <p:sldId id="260" r:id="rId3"/>
    <p:sldId id="297" r:id="rId4"/>
    <p:sldId id="258" r:id="rId5"/>
    <p:sldId id="295" r:id="rId6"/>
    <p:sldId id="305" r:id="rId7"/>
    <p:sldId id="306" r:id="rId8"/>
    <p:sldId id="307" r:id="rId9"/>
    <p:sldId id="311" r:id="rId10"/>
    <p:sldId id="312" r:id="rId11"/>
    <p:sldId id="313" r:id="rId12"/>
    <p:sldId id="314" r:id="rId13"/>
    <p:sldId id="303" r:id="rId14"/>
    <p:sldId id="315" r:id="rId15"/>
    <p:sldId id="317" r:id="rId16"/>
    <p:sldId id="321" r:id="rId17"/>
    <p:sldId id="302" r:id="rId18"/>
    <p:sldId id="318" r:id="rId19"/>
    <p:sldId id="323" r:id="rId20"/>
    <p:sldId id="308" r:id="rId21"/>
    <p:sldId id="324" r:id="rId22"/>
    <p:sldId id="326" r:id="rId23"/>
    <p:sldId id="310" r:id="rId24"/>
    <p:sldId id="329" r:id="rId25"/>
    <p:sldId id="327" r:id="rId26"/>
    <p:sldId id="331" r:id="rId27"/>
    <p:sldId id="330" r:id="rId28"/>
    <p:sldId id="328" r:id="rId29"/>
    <p:sldId id="332" r:id="rId30"/>
    <p:sldId id="333" r:id="rId31"/>
    <p:sldId id="264" r:id="rId32"/>
    <p:sldId id="269" r:id="rId3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E6CCB74-BDBD-4918-B460-E7E3B2EF9BA2}">
  <a:tblStyle styleId="{4E6CCB74-BDBD-4918-B460-E7E3B2EF9BA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87" d="100"/>
          <a:sy n="187" d="100"/>
        </p:scale>
        <p:origin x="162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ed Belhocine" userId="200cc0e2b299676e" providerId="LiveId" clId="{BB122B24-ECC9-48DD-9794-D8A7A343B2BD}"/>
    <pc:docChg chg="undo custSel addSld delSld modSld sldOrd delMainMaster">
      <pc:chgData name="Zied Belhocine" userId="200cc0e2b299676e" providerId="LiveId" clId="{BB122B24-ECC9-48DD-9794-D8A7A343B2BD}" dt="2026-07-21T14:18:39.716" v="6012" actId="478"/>
      <pc:docMkLst>
        <pc:docMk/>
      </pc:docMkLst>
      <pc:sldChg chg="delSp modSp mod">
        <pc:chgData name="Zied Belhocine" userId="200cc0e2b299676e" providerId="LiveId" clId="{BB122B24-ECC9-48DD-9794-D8A7A343B2BD}" dt="2026-07-20T13:37:35.305" v="55" actId="478"/>
        <pc:sldMkLst>
          <pc:docMk/>
          <pc:sldMk cId="0" sldId="256"/>
        </pc:sldMkLst>
        <pc:spChg chg="mod">
          <ac:chgData name="Zied Belhocine" userId="200cc0e2b299676e" providerId="LiveId" clId="{BB122B24-ECC9-48DD-9794-D8A7A343B2BD}" dt="2026-07-20T13:37:20.101" v="45" actId="404"/>
          <ac:spMkLst>
            <pc:docMk/>
            <pc:sldMk cId="0" sldId="256"/>
            <ac:spMk id="133" creationId="{00000000-0000-0000-0000-000000000000}"/>
          </ac:spMkLst>
        </pc:spChg>
        <pc:spChg chg="mod">
          <ac:chgData name="Zied Belhocine" userId="200cc0e2b299676e" providerId="LiveId" clId="{BB122B24-ECC9-48DD-9794-D8A7A343B2BD}" dt="2026-07-20T13:37:16.094" v="42" actId="20577"/>
          <ac:spMkLst>
            <pc:docMk/>
            <pc:sldMk cId="0" sldId="256"/>
            <ac:spMk id="134" creationId="{00000000-0000-0000-0000-000000000000}"/>
          </ac:spMkLst>
        </pc:spChg>
        <pc:grpChg chg="del">
          <ac:chgData name="Zied Belhocine" userId="200cc0e2b299676e" providerId="LiveId" clId="{BB122B24-ECC9-48DD-9794-D8A7A343B2BD}" dt="2026-07-20T13:37:33.857" v="52" actId="478"/>
          <ac:grpSpMkLst>
            <pc:docMk/>
            <pc:sldMk cId="0" sldId="256"/>
            <ac:grpSpMk id="168" creationId="{00000000-0000-0000-0000-000000000000}"/>
          </ac:grpSpMkLst>
        </pc:grpChg>
        <pc:grpChg chg="del">
          <ac:chgData name="Zied Belhocine" userId="200cc0e2b299676e" providerId="LiveId" clId="{BB122B24-ECC9-48DD-9794-D8A7A343B2BD}" dt="2026-07-20T13:37:33.116" v="51" actId="478"/>
          <ac:grpSpMkLst>
            <pc:docMk/>
            <pc:sldMk cId="0" sldId="256"/>
            <ac:grpSpMk id="177" creationId="{00000000-0000-0000-0000-000000000000}"/>
          </ac:grpSpMkLst>
        </pc:grpChg>
        <pc:grpChg chg="del">
          <ac:chgData name="Zied Belhocine" userId="200cc0e2b299676e" providerId="LiveId" clId="{BB122B24-ECC9-48DD-9794-D8A7A343B2BD}" dt="2026-07-20T13:37:31.982" v="49" actId="478"/>
          <ac:grpSpMkLst>
            <pc:docMk/>
            <pc:sldMk cId="0" sldId="256"/>
            <ac:grpSpMk id="187" creationId="{00000000-0000-0000-0000-000000000000}"/>
          </ac:grpSpMkLst>
        </pc:grpChg>
        <pc:grpChg chg="del">
          <ac:chgData name="Zied Belhocine" userId="200cc0e2b299676e" providerId="LiveId" clId="{BB122B24-ECC9-48DD-9794-D8A7A343B2BD}" dt="2026-07-20T13:37:32.571" v="50" actId="478"/>
          <ac:grpSpMkLst>
            <pc:docMk/>
            <pc:sldMk cId="0" sldId="256"/>
            <ac:grpSpMk id="196" creationId="{00000000-0000-0000-0000-000000000000}"/>
          </ac:grpSpMkLst>
        </pc:grpChg>
        <pc:grpChg chg="del">
          <ac:chgData name="Zied Belhocine" userId="200cc0e2b299676e" providerId="LiveId" clId="{BB122B24-ECC9-48DD-9794-D8A7A343B2BD}" dt="2026-07-20T13:37:35.305" v="55" actId="478"/>
          <ac:grpSpMkLst>
            <pc:docMk/>
            <pc:sldMk cId="0" sldId="256"/>
            <ac:grpSpMk id="203" creationId="{00000000-0000-0000-0000-000000000000}"/>
          </ac:grpSpMkLst>
        </pc:grpChg>
        <pc:grpChg chg="del">
          <ac:chgData name="Zied Belhocine" userId="200cc0e2b299676e" providerId="LiveId" clId="{BB122B24-ECC9-48DD-9794-D8A7A343B2BD}" dt="2026-07-20T13:37:34.158" v="53" actId="478"/>
          <ac:grpSpMkLst>
            <pc:docMk/>
            <pc:sldMk cId="0" sldId="256"/>
            <ac:grpSpMk id="210" creationId="{00000000-0000-0000-0000-000000000000}"/>
          </ac:grpSpMkLst>
        </pc:grpChg>
        <pc:grpChg chg="del">
          <ac:chgData name="Zied Belhocine" userId="200cc0e2b299676e" providerId="LiveId" clId="{BB122B24-ECC9-48DD-9794-D8A7A343B2BD}" dt="2026-07-20T13:37:34.794" v="54" actId="478"/>
          <ac:grpSpMkLst>
            <pc:docMk/>
            <pc:sldMk cId="0" sldId="256"/>
            <ac:grpSpMk id="220" creationId="{00000000-0000-0000-0000-000000000000}"/>
          </ac:grpSpMkLst>
        </pc:grpChg>
        <pc:grpChg chg="del">
          <ac:chgData name="Zied Belhocine" userId="200cc0e2b299676e" providerId="LiveId" clId="{BB122B24-ECC9-48DD-9794-D8A7A343B2BD}" dt="2026-07-20T13:37:31.426" v="48" actId="478"/>
          <ac:grpSpMkLst>
            <pc:docMk/>
            <pc:sldMk cId="0" sldId="256"/>
            <ac:grpSpMk id="229" creationId="{00000000-0000-0000-0000-000000000000}"/>
          </ac:grpSpMkLst>
        </pc:grpChg>
        <pc:grpChg chg="del">
          <ac:chgData name="Zied Belhocine" userId="200cc0e2b299676e" providerId="LiveId" clId="{BB122B24-ECC9-48DD-9794-D8A7A343B2BD}" dt="2026-07-20T13:37:30.192" v="47" actId="478"/>
          <ac:grpSpMkLst>
            <pc:docMk/>
            <pc:sldMk cId="0" sldId="256"/>
            <ac:grpSpMk id="238" creationId="{00000000-0000-0000-0000-000000000000}"/>
          </ac:grpSpMkLst>
        </pc:grpChg>
        <pc:grpChg chg="del">
          <ac:chgData name="Zied Belhocine" userId="200cc0e2b299676e" providerId="LiveId" clId="{BB122B24-ECC9-48DD-9794-D8A7A343B2BD}" dt="2026-07-20T13:37:29.743" v="46" actId="478"/>
          <ac:grpSpMkLst>
            <pc:docMk/>
            <pc:sldMk cId="0" sldId="256"/>
            <ac:grpSpMk id="248" creationId="{00000000-0000-0000-0000-000000000000}"/>
          </ac:grpSpMkLst>
        </pc:grpChg>
      </pc:sldChg>
      <pc:sldChg chg="del">
        <pc:chgData name="Zied Belhocine" userId="200cc0e2b299676e" providerId="LiveId" clId="{BB122B24-ECC9-48DD-9794-D8A7A343B2BD}" dt="2026-07-20T13:51:24.372" v="505" actId="47"/>
        <pc:sldMkLst>
          <pc:docMk/>
          <pc:sldMk cId="0" sldId="257"/>
        </pc:sldMkLst>
      </pc:sldChg>
      <pc:sldChg chg="addSp delSp modSp mod ord modNotes">
        <pc:chgData name="Zied Belhocine" userId="200cc0e2b299676e" providerId="LiveId" clId="{BB122B24-ECC9-48DD-9794-D8A7A343B2BD}" dt="2026-07-20T13:50:50.470" v="464" actId="20577"/>
        <pc:sldMkLst>
          <pc:docMk/>
          <pc:sldMk cId="0" sldId="258"/>
        </pc:sldMkLst>
        <pc:spChg chg="add del mod">
          <ac:chgData name="Zied Belhocine" userId="200cc0e2b299676e" providerId="LiveId" clId="{BB122B24-ECC9-48DD-9794-D8A7A343B2BD}" dt="2026-07-20T13:48:12.437" v="332" actId="478"/>
          <ac:spMkLst>
            <pc:docMk/>
            <pc:sldMk cId="0" sldId="258"/>
            <ac:spMk id="3" creationId="{3FEA7E7B-23B9-9D12-A7E1-CBAB1538E9AE}"/>
          </ac:spMkLst>
        </pc:spChg>
        <pc:spChg chg="add del mod">
          <ac:chgData name="Zied Belhocine" userId="200cc0e2b299676e" providerId="LiveId" clId="{BB122B24-ECC9-48DD-9794-D8A7A343B2BD}" dt="2026-07-20T13:48:10.897" v="331" actId="478"/>
          <ac:spMkLst>
            <pc:docMk/>
            <pc:sldMk cId="0" sldId="258"/>
            <ac:spMk id="5" creationId="{F91798D1-DB0D-D2B7-2267-8391593D349D}"/>
          </ac:spMkLst>
        </pc:spChg>
        <pc:spChg chg="add del mod">
          <ac:chgData name="Zied Belhocine" userId="200cc0e2b299676e" providerId="LiveId" clId="{BB122B24-ECC9-48DD-9794-D8A7A343B2BD}" dt="2026-07-20T13:48:14.524" v="334" actId="478"/>
          <ac:spMkLst>
            <pc:docMk/>
            <pc:sldMk cId="0" sldId="258"/>
            <ac:spMk id="7" creationId="{F67D7B51-4849-91FF-792A-53C5DABBE1CA}"/>
          </ac:spMkLst>
        </pc:spChg>
        <pc:spChg chg="add del mod">
          <ac:chgData name="Zied Belhocine" userId="200cc0e2b299676e" providerId="LiveId" clId="{BB122B24-ECC9-48DD-9794-D8A7A343B2BD}" dt="2026-07-20T13:50:40.736" v="443" actId="478"/>
          <ac:spMkLst>
            <pc:docMk/>
            <pc:sldMk cId="0" sldId="258"/>
            <ac:spMk id="9" creationId="{844BE3CC-75E5-E3D2-F20B-E1E4BC44A22D}"/>
          </ac:spMkLst>
        </pc:spChg>
        <pc:spChg chg="add del mod">
          <ac:chgData name="Zied Belhocine" userId="200cc0e2b299676e" providerId="LiveId" clId="{BB122B24-ECC9-48DD-9794-D8A7A343B2BD}" dt="2026-07-20T13:50:40.736" v="443" actId="478"/>
          <ac:spMkLst>
            <pc:docMk/>
            <pc:sldMk cId="0" sldId="258"/>
            <ac:spMk id="11" creationId="{C7EF9767-ECA2-BE20-C928-262C7711D878}"/>
          </ac:spMkLst>
        </pc:spChg>
        <pc:spChg chg="add del mod">
          <ac:chgData name="Zied Belhocine" userId="200cc0e2b299676e" providerId="LiveId" clId="{BB122B24-ECC9-48DD-9794-D8A7A343B2BD}" dt="2026-07-20T13:50:40.736" v="443" actId="478"/>
          <ac:spMkLst>
            <pc:docMk/>
            <pc:sldMk cId="0" sldId="258"/>
            <ac:spMk id="13" creationId="{8B0C39B0-CE8C-16E3-CAE7-9F946407E65E}"/>
          </ac:spMkLst>
        </pc:spChg>
        <pc:spChg chg="add del mod">
          <ac:chgData name="Zied Belhocine" userId="200cc0e2b299676e" providerId="LiveId" clId="{BB122B24-ECC9-48DD-9794-D8A7A343B2BD}" dt="2026-07-20T13:50:41.047" v="444" actId="20577"/>
          <ac:spMkLst>
            <pc:docMk/>
            <pc:sldMk cId="0" sldId="258"/>
            <ac:spMk id="355" creationId="{00000000-0000-0000-0000-000000000000}"/>
          </ac:spMkLst>
        </pc:spChg>
        <pc:spChg chg="del mod">
          <ac:chgData name="Zied Belhocine" userId="200cc0e2b299676e" providerId="LiveId" clId="{BB122B24-ECC9-48DD-9794-D8A7A343B2BD}" dt="2026-07-20T13:48:07.307" v="328" actId="478"/>
          <ac:spMkLst>
            <pc:docMk/>
            <pc:sldMk cId="0" sldId="258"/>
            <ac:spMk id="356" creationId="{00000000-0000-0000-0000-000000000000}"/>
          </ac:spMkLst>
        </pc:spChg>
        <pc:spChg chg="add del">
          <ac:chgData name="Zied Belhocine" userId="200cc0e2b299676e" providerId="LiveId" clId="{BB122B24-ECC9-48DD-9794-D8A7A343B2BD}" dt="2026-07-20T13:50:40.736" v="443" actId="478"/>
          <ac:spMkLst>
            <pc:docMk/>
            <pc:sldMk cId="0" sldId="258"/>
            <ac:spMk id="357" creationId="{00000000-0000-0000-0000-000000000000}"/>
          </ac:spMkLst>
        </pc:spChg>
        <pc:spChg chg="del">
          <ac:chgData name="Zied Belhocine" userId="200cc0e2b299676e" providerId="LiveId" clId="{BB122B24-ECC9-48DD-9794-D8A7A343B2BD}" dt="2026-07-20T13:48:08.777" v="329" actId="478"/>
          <ac:spMkLst>
            <pc:docMk/>
            <pc:sldMk cId="0" sldId="258"/>
            <ac:spMk id="358" creationId="{00000000-0000-0000-0000-000000000000}"/>
          </ac:spMkLst>
        </pc:spChg>
        <pc:spChg chg="add del">
          <ac:chgData name="Zied Belhocine" userId="200cc0e2b299676e" providerId="LiveId" clId="{BB122B24-ECC9-48DD-9794-D8A7A343B2BD}" dt="2026-07-20T13:50:40.736" v="443" actId="478"/>
          <ac:spMkLst>
            <pc:docMk/>
            <pc:sldMk cId="0" sldId="258"/>
            <ac:spMk id="359" creationId="{00000000-0000-0000-0000-000000000000}"/>
          </ac:spMkLst>
        </pc:spChg>
        <pc:spChg chg="del">
          <ac:chgData name="Zied Belhocine" userId="200cc0e2b299676e" providerId="LiveId" clId="{BB122B24-ECC9-48DD-9794-D8A7A343B2BD}" dt="2026-07-20T13:48:13.622" v="333" actId="478"/>
          <ac:spMkLst>
            <pc:docMk/>
            <pc:sldMk cId="0" sldId="258"/>
            <ac:spMk id="360" creationId="{00000000-0000-0000-0000-000000000000}"/>
          </ac:spMkLst>
        </pc:spChg>
        <pc:spChg chg="add del">
          <ac:chgData name="Zied Belhocine" userId="200cc0e2b299676e" providerId="LiveId" clId="{BB122B24-ECC9-48DD-9794-D8A7A343B2BD}" dt="2026-07-20T13:50:40.736" v="443" actId="478"/>
          <ac:spMkLst>
            <pc:docMk/>
            <pc:sldMk cId="0" sldId="258"/>
            <ac:spMk id="361" creationId="{00000000-0000-0000-0000-000000000000}"/>
          </ac:spMkLst>
        </pc:spChg>
        <pc:spChg chg="del">
          <ac:chgData name="Zied Belhocine" userId="200cc0e2b299676e" providerId="LiveId" clId="{BB122B24-ECC9-48DD-9794-D8A7A343B2BD}" dt="2026-07-20T13:48:10.339" v="330" actId="478"/>
          <ac:spMkLst>
            <pc:docMk/>
            <pc:sldMk cId="0" sldId="258"/>
            <ac:spMk id="362" creationId="{00000000-0000-0000-0000-000000000000}"/>
          </ac:spMkLst>
        </pc:spChg>
        <pc:spChg chg="mod">
          <ac:chgData name="Zied Belhocine" userId="200cc0e2b299676e" providerId="LiveId" clId="{BB122B24-ECC9-48DD-9794-D8A7A343B2BD}" dt="2026-07-20T13:50:50.470" v="464" actId="20577"/>
          <ac:spMkLst>
            <pc:docMk/>
            <pc:sldMk cId="0" sldId="258"/>
            <ac:spMk id="363" creationId="{00000000-0000-0000-0000-000000000000}"/>
          </ac:spMkLst>
        </pc:spChg>
        <pc:spChg chg="mod">
          <ac:chgData name="Zied Belhocine" userId="200cc0e2b299676e" providerId="LiveId" clId="{BB122B24-ECC9-48DD-9794-D8A7A343B2BD}" dt="2026-07-20T13:48:04.586" v="327" actId="20577"/>
          <ac:spMkLst>
            <pc:docMk/>
            <pc:sldMk cId="0" sldId="258"/>
            <ac:spMk id="364" creationId="{00000000-0000-0000-0000-000000000000}"/>
          </ac:spMkLst>
        </pc:spChg>
        <pc:spChg chg="mod">
          <ac:chgData name="Zied Belhocine" userId="200cc0e2b299676e" providerId="LiveId" clId="{BB122B24-ECC9-48DD-9794-D8A7A343B2BD}" dt="2026-07-20T13:49:44.469" v="370" actId="20577"/>
          <ac:spMkLst>
            <pc:docMk/>
            <pc:sldMk cId="0" sldId="258"/>
            <ac:spMk id="365" creationId="{00000000-0000-0000-0000-000000000000}"/>
          </ac:spMkLst>
        </pc:spChg>
        <pc:spChg chg="mod">
          <ac:chgData name="Zied Belhocine" userId="200cc0e2b299676e" providerId="LiveId" clId="{BB122B24-ECC9-48DD-9794-D8A7A343B2BD}" dt="2026-07-20T13:49:57.511" v="402" actId="20577"/>
          <ac:spMkLst>
            <pc:docMk/>
            <pc:sldMk cId="0" sldId="258"/>
            <ac:spMk id="366" creationId="{00000000-0000-0000-0000-000000000000}"/>
          </ac:spMkLst>
        </pc:spChg>
        <pc:spChg chg="mod">
          <ac:chgData name="Zied Belhocine" userId="200cc0e2b299676e" providerId="LiveId" clId="{BB122B24-ECC9-48DD-9794-D8A7A343B2BD}" dt="2026-07-20T13:50:11.553" v="437" actId="20577"/>
          <ac:spMkLst>
            <pc:docMk/>
            <pc:sldMk cId="0" sldId="258"/>
            <ac:spMk id="367" creationId="{00000000-0000-0000-0000-000000000000}"/>
          </ac:spMkLst>
        </pc:spChg>
      </pc:sldChg>
      <pc:sldChg chg="addSp delSp modSp del mod ord modNotes">
        <pc:chgData name="Zied Belhocine" userId="200cc0e2b299676e" providerId="LiveId" clId="{BB122B24-ECC9-48DD-9794-D8A7A343B2BD}" dt="2026-07-20T13:51:16.912" v="502" actId="47"/>
        <pc:sldMkLst>
          <pc:docMk/>
          <pc:sldMk cId="0" sldId="259"/>
        </pc:sldMkLst>
        <pc:spChg chg="add mod">
          <ac:chgData name="Zied Belhocine" userId="200cc0e2b299676e" providerId="LiveId" clId="{BB122B24-ECC9-48DD-9794-D8A7A343B2BD}" dt="2026-07-20T13:45:00.595" v="200"/>
          <ac:spMkLst>
            <pc:docMk/>
            <pc:sldMk cId="0" sldId="259"/>
            <ac:spMk id="2" creationId="{D2BC99CA-9464-02C8-CCCE-0F4CE97B5AD3}"/>
          </ac:spMkLst>
        </pc:spChg>
        <pc:spChg chg="del mod">
          <ac:chgData name="Zied Belhocine" userId="200cc0e2b299676e" providerId="LiveId" clId="{BB122B24-ECC9-48DD-9794-D8A7A343B2BD}" dt="2026-07-20T13:44:55.699" v="198" actId="478"/>
          <ac:spMkLst>
            <pc:docMk/>
            <pc:sldMk cId="0" sldId="259"/>
            <ac:spMk id="480" creationId="{00000000-0000-0000-0000-000000000000}"/>
          </ac:spMkLst>
        </pc:spChg>
        <pc:spChg chg="mod">
          <ac:chgData name="Zied Belhocine" userId="200cc0e2b299676e" providerId="LiveId" clId="{BB122B24-ECC9-48DD-9794-D8A7A343B2BD}" dt="2026-07-20T13:44:48.217" v="196" actId="20577"/>
          <ac:spMkLst>
            <pc:docMk/>
            <pc:sldMk cId="0" sldId="259"/>
            <ac:spMk id="481" creationId="{00000000-0000-0000-0000-000000000000}"/>
          </ac:spMkLst>
        </pc:spChg>
      </pc:sldChg>
      <pc:sldChg chg="modSp mod ord">
        <pc:chgData name="Zied Belhocine" userId="200cc0e2b299676e" providerId="LiveId" clId="{BB122B24-ECC9-48DD-9794-D8A7A343B2BD}" dt="2026-07-20T13:55:29.367" v="556" actId="20577"/>
        <pc:sldMkLst>
          <pc:docMk/>
          <pc:sldMk cId="0" sldId="260"/>
        </pc:sldMkLst>
        <pc:spChg chg="mod">
          <ac:chgData name="Zied Belhocine" userId="200cc0e2b299676e" providerId="LiveId" clId="{BB122B24-ECC9-48DD-9794-D8A7A343B2BD}" dt="2026-07-20T13:52:06.116" v="519" actId="403"/>
          <ac:spMkLst>
            <pc:docMk/>
            <pc:sldMk cId="0" sldId="260"/>
            <ac:spMk id="575" creationId="{00000000-0000-0000-0000-000000000000}"/>
          </ac:spMkLst>
        </pc:spChg>
        <pc:spChg chg="mod">
          <ac:chgData name="Zied Belhocine" userId="200cc0e2b299676e" providerId="LiveId" clId="{BB122B24-ECC9-48DD-9794-D8A7A343B2BD}" dt="2026-07-20T13:55:29.367" v="556" actId="20577"/>
          <ac:spMkLst>
            <pc:docMk/>
            <pc:sldMk cId="0" sldId="260"/>
            <ac:spMk id="576" creationId="{00000000-0000-0000-0000-000000000000}"/>
          </ac:spMkLst>
        </pc:spChg>
      </pc:sldChg>
      <pc:sldChg chg="addSp modSp del mod ord modNotes">
        <pc:chgData name="Zied Belhocine" userId="200cc0e2b299676e" providerId="LiveId" clId="{BB122B24-ECC9-48DD-9794-D8A7A343B2BD}" dt="2026-07-20T13:55:38.297" v="557" actId="47"/>
        <pc:sldMkLst>
          <pc:docMk/>
          <pc:sldMk cId="0" sldId="261"/>
        </pc:sldMkLst>
        <pc:spChg chg="add">
          <ac:chgData name="Zied Belhocine" userId="200cc0e2b299676e" providerId="LiveId" clId="{BB122B24-ECC9-48DD-9794-D8A7A343B2BD}" dt="2026-07-20T13:37:59.658" v="58"/>
          <ac:spMkLst>
            <pc:docMk/>
            <pc:sldMk cId="0" sldId="261"/>
            <ac:spMk id="2" creationId="{55796F57-CF39-A51C-4C11-F0F206257E72}"/>
          </ac:spMkLst>
        </pc:spChg>
        <pc:spChg chg="mod">
          <ac:chgData name="Zied Belhocine" userId="200cc0e2b299676e" providerId="LiveId" clId="{BB122B24-ECC9-48DD-9794-D8A7A343B2BD}" dt="2026-07-20T13:42:43.879" v="152"/>
          <ac:spMkLst>
            <pc:docMk/>
            <pc:sldMk cId="0" sldId="261"/>
            <ac:spMk id="615" creationId="{00000000-0000-0000-0000-000000000000}"/>
          </ac:spMkLst>
        </pc:spChg>
        <pc:spChg chg="mod">
          <ac:chgData name="Zied Belhocine" userId="200cc0e2b299676e" providerId="LiveId" clId="{BB122B24-ECC9-48DD-9794-D8A7A343B2BD}" dt="2026-07-20T13:51:01.258" v="475" actId="20577"/>
          <ac:spMkLst>
            <pc:docMk/>
            <pc:sldMk cId="0" sldId="261"/>
            <ac:spMk id="616" creationId="{00000000-0000-0000-0000-000000000000}"/>
          </ac:spMkLst>
        </pc:spChg>
        <pc:picChg chg="add">
          <ac:chgData name="Zied Belhocine" userId="200cc0e2b299676e" providerId="LiveId" clId="{BB122B24-ECC9-48DD-9794-D8A7A343B2BD}" dt="2026-07-20T13:37:59.658" v="58"/>
          <ac:picMkLst>
            <pc:docMk/>
            <pc:sldMk cId="0" sldId="261"/>
            <ac:picMk id="1026" creationId="{23CD7E32-85C2-56C2-9557-096D1D081BE9}"/>
          </ac:picMkLst>
        </pc:picChg>
      </pc:sldChg>
      <pc:sldChg chg="del">
        <pc:chgData name="Zied Belhocine" userId="200cc0e2b299676e" providerId="LiveId" clId="{BB122B24-ECC9-48DD-9794-D8A7A343B2BD}" dt="2026-07-21T13:58:40.146" v="4844" actId="47"/>
        <pc:sldMkLst>
          <pc:docMk/>
          <pc:sldMk cId="0" sldId="262"/>
        </pc:sldMkLst>
      </pc:sldChg>
      <pc:sldChg chg="del">
        <pc:chgData name="Zied Belhocine" userId="200cc0e2b299676e" providerId="LiveId" clId="{BB122B24-ECC9-48DD-9794-D8A7A343B2BD}" dt="2026-07-21T13:58:41.199" v="4845" actId="47"/>
        <pc:sldMkLst>
          <pc:docMk/>
          <pc:sldMk cId="0" sldId="263"/>
        </pc:sldMkLst>
      </pc:sldChg>
      <pc:sldChg chg="addSp delSp modSp mod">
        <pc:chgData name="Zied Belhocine" userId="200cc0e2b299676e" providerId="LiveId" clId="{BB122B24-ECC9-48DD-9794-D8A7A343B2BD}" dt="2026-07-21T14:18:39.716" v="6012" actId="478"/>
        <pc:sldMkLst>
          <pc:docMk/>
          <pc:sldMk cId="0" sldId="264"/>
        </pc:sldMkLst>
        <pc:spChg chg="add del mod">
          <ac:chgData name="Zied Belhocine" userId="200cc0e2b299676e" providerId="LiveId" clId="{BB122B24-ECC9-48DD-9794-D8A7A343B2BD}" dt="2026-07-21T14:17:56.840" v="5962" actId="478"/>
          <ac:spMkLst>
            <pc:docMk/>
            <pc:sldMk cId="0" sldId="264"/>
            <ac:spMk id="5" creationId="{2EEE8601-FA14-BF15-F414-B4804916ABD8}"/>
          </ac:spMkLst>
        </pc:spChg>
        <pc:spChg chg="mod">
          <ac:chgData name="Zied Belhocine" userId="200cc0e2b299676e" providerId="LiveId" clId="{BB122B24-ECC9-48DD-9794-D8A7A343B2BD}" dt="2026-07-21T14:18:36.677" v="6011" actId="20577"/>
          <ac:spMkLst>
            <pc:docMk/>
            <pc:sldMk cId="0" sldId="264"/>
            <ac:spMk id="883" creationId="{00000000-0000-0000-0000-000000000000}"/>
          </ac:spMkLst>
        </pc:spChg>
        <pc:spChg chg="add del mod">
          <ac:chgData name="Zied Belhocine" userId="200cc0e2b299676e" providerId="LiveId" clId="{BB122B24-ECC9-48DD-9794-D8A7A343B2BD}" dt="2026-07-21T14:18:39.716" v="6012" actId="478"/>
          <ac:spMkLst>
            <pc:docMk/>
            <pc:sldMk cId="0" sldId="264"/>
            <ac:spMk id="884" creationId="{00000000-0000-0000-0000-000000000000}"/>
          </ac:spMkLst>
        </pc:spChg>
        <pc:grpChg chg="del">
          <ac:chgData name="Zied Belhocine" userId="200cc0e2b299676e" providerId="LiveId" clId="{BB122B24-ECC9-48DD-9794-D8A7A343B2BD}" dt="2026-07-21T14:18:04.387" v="5965" actId="478"/>
          <ac:grpSpMkLst>
            <pc:docMk/>
            <pc:sldMk cId="0" sldId="264"/>
            <ac:grpSpMk id="913" creationId="{00000000-0000-0000-0000-000000000000}"/>
          </ac:grpSpMkLst>
        </pc:grpChg>
        <pc:grpChg chg="del">
          <ac:chgData name="Zied Belhocine" userId="200cc0e2b299676e" providerId="LiveId" clId="{BB122B24-ECC9-48DD-9794-D8A7A343B2BD}" dt="2026-07-21T14:18:06.214" v="5968" actId="478"/>
          <ac:grpSpMkLst>
            <pc:docMk/>
            <pc:sldMk cId="0" sldId="264"/>
            <ac:grpSpMk id="922" creationId="{00000000-0000-0000-0000-000000000000}"/>
          </ac:grpSpMkLst>
        </pc:grpChg>
        <pc:grpChg chg="del">
          <ac:chgData name="Zied Belhocine" userId="200cc0e2b299676e" providerId="LiveId" clId="{BB122B24-ECC9-48DD-9794-D8A7A343B2BD}" dt="2026-07-21T14:18:06.620" v="5969" actId="478"/>
          <ac:grpSpMkLst>
            <pc:docMk/>
            <pc:sldMk cId="0" sldId="264"/>
            <ac:grpSpMk id="929" creationId="{00000000-0000-0000-0000-000000000000}"/>
          </ac:grpSpMkLst>
        </pc:grpChg>
        <pc:grpChg chg="del mod">
          <ac:chgData name="Zied Belhocine" userId="200cc0e2b299676e" providerId="LiveId" clId="{BB122B24-ECC9-48DD-9794-D8A7A343B2BD}" dt="2026-07-21T14:18:05.218" v="5967" actId="478"/>
          <ac:grpSpMkLst>
            <pc:docMk/>
            <pc:sldMk cId="0" sldId="264"/>
            <ac:grpSpMk id="939" creationId="{00000000-0000-0000-0000-000000000000}"/>
          </ac:grpSpMkLst>
        </pc:grpChg>
        <pc:grpChg chg="mod">
          <ac:chgData name="Zied Belhocine" userId="200cc0e2b299676e" providerId="LiveId" clId="{BB122B24-ECC9-48DD-9794-D8A7A343B2BD}" dt="2026-07-21T14:18:22.512" v="5971" actId="1076"/>
          <ac:grpSpMkLst>
            <pc:docMk/>
            <pc:sldMk cId="0" sldId="264"/>
            <ac:grpSpMk id="948" creationId="{00000000-0000-0000-0000-000000000000}"/>
          </ac:grpSpMkLst>
        </pc:grpChg>
        <pc:picChg chg="add del">
          <ac:chgData name="Zied Belhocine" userId="200cc0e2b299676e" providerId="LiveId" clId="{BB122B24-ECC9-48DD-9794-D8A7A343B2BD}" dt="2026-07-21T14:17:42.095" v="5959" actId="478"/>
          <ac:picMkLst>
            <pc:docMk/>
            <pc:sldMk cId="0" sldId="264"/>
            <ac:picMk id="3" creationId="{7B61EF8D-FA7B-C3C6-6861-11E27340E7B4}"/>
          </ac:picMkLst>
        </pc:picChg>
        <pc:picChg chg="add del mod">
          <ac:chgData name="Zied Belhocine" userId="200cc0e2b299676e" providerId="LiveId" clId="{BB122B24-ECC9-48DD-9794-D8A7A343B2BD}" dt="2026-07-21T14:18:17.870" v="5970" actId="14100"/>
          <ac:picMkLst>
            <pc:docMk/>
            <pc:sldMk cId="0" sldId="264"/>
            <ac:picMk id="885" creationId="{00000000-0000-0000-0000-000000000000}"/>
          </ac:picMkLst>
        </pc:picChg>
      </pc:sldChg>
      <pc:sldChg chg="del">
        <pc:chgData name="Zied Belhocine" userId="200cc0e2b299676e" providerId="LiveId" clId="{BB122B24-ECC9-48DD-9794-D8A7A343B2BD}" dt="2026-07-21T13:58:43.435" v="4846" actId="47"/>
        <pc:sldMkLst>
          <pc:docMk/>
          <pc:sldMk cId="0" sldId="265"/>
        </pc:sldMkLst>
      </pc:sldChg>
      <pc:sldChg chg="del">
        <pc:chgData name="Zied Belhocine" userId="200cc0e2b299676e" providerId="LiveId" clId="{BB122B24-ECC9-48DD-9794-D8A7A343B2BD}" dt="2026-07-21T13:58:44.222" v="4847" actId="47"/>
        <pc:sldMkLst>
          <pc:docMk/>
          <pc:sldMk cId="0" sldId="266"/>
        </pc:sldMkLst>
      </pc:sldChg>
      <pc:sldChg chg="del">
        <pc:chgData name="Zied Belhocine" userId="200cc0e2b299676e" providerId="LiveId" clId="{BB122B24-ECC9-48DD-9794-D8A7A343B2BD}" dt="2026-07-21T13:58:45.114" v="4848" actId="47"/>
        <pc:sldMkLst>
          <pc:docMk/>
          <pc:sldMk cId="0" sldId="267"/>
        </pc:sldMkLst>
      </pc:sldChg>
      <pc:sldChg chg="del">
        <pc:chgData name="Zied Belhocine" userId="200cc0e2b299676e" providerId="LiveId" clId="{BB122B24-ECC9-48DD-9794-D8A7A343B2BD}" dt="2026-07-21T13:58:46.095" v="4849" actId="47"/>
        <pc:sldMkLst>
          <pc:docMk/>
          <pc:sldMk cId="0" sldId="268"/>
        </pc:sldMkLst>
      </pc:sldChg>
      <pc:sldChg chg="addSp delSp modSp mod">
        <pc:chgData name="Zied Belhocine" userId="200cc0e2b299676e" providerId="LiveId" clId="{BB122B24-ECC9-48DD-9794-D8A7A343B2BD}" dt="2026-07-21T13:59:39.676" v="4927" actId="2085"/>
        <pc:sldMkLst>
          <pc:docMk/>
          <pc:sldMk cId="0" sldId="269"/>
        </pc:sldMkLst>
        <pc:spChg chg="add mod">
          <ac:chgData name="Zied Belhocine" userId="200cc0e2b299676e" providerId="LiveId" clId="{BB122B24-ECC9-48DD-9794-D8A7A343B2BD}" dt="2026-07-21T13:59:39.676" v="4927" actId="2085"/>
          <ac:spMkLst>
            <pc:docMk/>
            <pc:sldMk cId="0" sldId="269"/>
            <ac:spMk id="2" creationId="{ACCE3197-B709-285F-C98E-732BDABBF91A}"/>
          </ac:spMkLst>
        </pc:spChg>
        <pc:spChg chg="mod">
          <ac:chgData name="Zied Belhocine" userId="200cc0e2b299676e" providerId="LiveId" clId="{BB122B24-ECC9-48DD-9794-D8A7A343B2BD}" dt="2026-07-21T13:58:58.508" v="4877" actId="20577"/>
          <ac:spMkLst>
            <pc:docMk/>
            <pc:sldMk cId="0" sldId="269"/>
            <ac:spMk id="1269" creationId="{00000000-0000-0000-0000-000000000000}"/>
          </ac:spMkLst>
        </pc:spChg>
        <pc:spChg chg="mod">
          <ac:chgData name="Zied Belhocine" userId="200cc0e2b299676e" providerId="LiveId" clId="{BB122B24-ECC9-48DD-9794-D8A7A343B2BD}" dt="2026-07-21T13:59:18.050" v="4919" actId="20577"/>
          <ac:spMkLst>
            <pc:docMk/>
            <pc:sldMk cId="0" sldId="269"/>
            <ac:spMk id="1270" creationId="{00000000-0000-0000-0000-000000000000}"/>
          </ac:spMkLst>
        </pc:spChg>
        <pc:spChg chg="del mod">
          <ac:chgData name="Zied Belhocine" userId="200cc0e2b299676e" providerId="LiveId" clId="{BB122B24-ECC9-48DD-9794-D8A7A343B2BD}" dt="2026-07-21T13:59:20.449" v="4921" actId="478"/>
          <ac:spMkLst>
            <pc:docMk/>
            <pc:sldMk cId="0" sldId="269"/>
            <ac:spMk id="1271" creationId="{00000000-0000-0000-0000-000000000000}"/>
          </ac:spMkLst>
        </pc:spChg>
        <pc:grpChg chg="del">
          <ac:chgData name="Zied Belhocine" userId="200cc0e2b299676e" providerId="LiveId" clId="{BB122B24-ECC9-48DD-9794-D8A7A343B2BD}" dt="2026-07-21T13:59:24.327" v="4922" actId="478"/>
          <ac:grpSpMkLst>
            <pc:docMk/>
            <pc:sldMk cId="0" sldId="269"/>
            <ac:grpSpMk id="1332" creationId="{00000000-0000-0000-0000-000000000000}"/>
          </ac:grpSpMkLst>
        </pc:grpChg>
        <pc:grpChg chg="del">
          <ac:chgData name="Zied Belhocine" userId="200cc0e2b299676e" providerId="LiveId" clId="{BB122B24-ECC9-48DD-9794-D8A7A343B2BD}" dt="2026-07-21T13:59:24.327" v="4922" actId="478"/>
          <ac:grpSpMkLst>
            <pc:docMk/>
            <pc:sldMk cId="0" sldId="269"/>
            <ac:grpSpMk id="1335" creationId="{00000000-0000-0000-0000-000000000000}"/>
          </ac:grpSpMkLst>
        </pc:grpChg>
        <pc:grpChg chg="del mod">
          <ac:chgData name="Zied Belhocine" userId="200cc0e2b299676e" providerId="LiveId" clId="{BB122B24-ECC9-48DD-9794-D8A7A343B2BD}" dt="2026-07-21T13:59:25.677" v="4924" actId="478"/>
          <ac:grpSpMkLst>
            <pc:docMk/>
            <pc:sldMk cId="0" sldId="269"/>
            <ac:grpSpMk id="1339" creationId="{00000000-0000-0000-0000-000000000000}"/>
          </ac:grpSpMkLst>
        </pc:grpChg>
      </pc:sldChg>
      <pc:sldChg chg="del">
        <pc:chgData name="Zied Belhocine" userId="200cc0e2b299676e" providerId="LiveId" clId="{BB122B24-ECC9-48DD-9794-D8A7A343B2BD}" dt="2026-07-21T13:58:47.577" v="4850" actId="47"/>
        <pc:sldMkLst>
          <pc:docMk/>
          <pc:sldMk cId="0" sldId="270"/>
        </pc:sldMkLst>
      </pc:sldChg>
      <pc:sldChg chg="del">
        <pc:chgData name="Zied Belhocine" userId="200cc0e2b299676e" providerId="LiveId" clId="{BB122B24-ECC9-48DD-9794-D8A7A343B2BD}" dt="2026-07-21T13:58:48.106" v="4851" actId="47"/>
        <pc:sldMkLst>
          <pc:docMk/>
          <pc:sldMk cId="0" sldId="271"/>
        </pc:sldMkLst>
      </pc:sldChg>
      <pc:sldChg chg="del">
        <pc:chgData name="Zied Belhocine" userId="200cc0e2b299676e" providerId="LiveId" clId="{BB122B24-ECC9-48DD-9794-D8A7A343B2BD}" dt="2026-07-21T13:58:48.798" v="4852" actId="47"/>
        <pc:sldMkLst>
          <pc:docMk/>
          <pc:sldMk cId="0" sldId="272"/>
        </pc:sldMkLst>
      </pc:sldChg>
      <pc:sldChg chg="del">
        <pc:chgData name="Zied Belhocine" userId="200cc0e2b299676e" providerId="LiveId" clId="{BB122B24-ECC9-48DD-9794-D8A7A343B2BD}" dt="2026-07-21T13:58:49.512" v="4853" actId="47"/>
        <pc:sldMkLst>
          <pc:docMk/>
          <pc:sldMk cId="0" sldId="273"/>
        </pc:sldMkLst>
      </pc:sldChg>
      <pc:sldChg chg="del">
        <pc:chgData name="Zied Belhocine" userId="200cc0e2b299676e" providerId="LiveId" clId="{BB122B24-ECC9-48DD-9794-D8A7A343B2BD}" dt="2026-07-21T13:58:49.743" v="4854" actId="47"/>
        <pc:sldMkLst>
          <pc:docMk/>
          <pc:sldMk cId="0" sldId="274"/>
        </pc:sldMkLst>
      </pc:sldChg>
      <pc:sldChg chg="del">
        <pc:chgData name="Zied Belhocine" userId="200cc0e2b299676e" providerId="LiveId" clId="{BB122B24-ECC9-48DD-9794-D8A7A343B2BD}" dt="2026-07-21T13:58:49.945" v="4855" actId="47"/>
        <pc:sldMkLst>
          <pc:docMk/>
          <pc:sldMk cId="0" sldId="275"/>
        </pc:sldMkLst>
      </pc:sldChg>
      <pc:sldChg chg="del">
        <pc:chgData name="Zied Belhocine" userId="200cc0e2b299676e" providerId="LiveId" clId="{BB122B24-ECC9-48DD-9794-D8A7A343B2BD}" dt="2026-07-21T13:58:50.146" v="4856" actId="47"/>
        <pc:sldMkLst>
          <pc:docMk/>
          <pc:sldMk cId="0" sldId="276"/>
        </pc:sldMkLst>
      </pc:sldChg>
      <pc:sldChg chg="del">
        <pc:chgData name="Zied Belhocine" userId="200cc0e2b299676e" providerId="LiveId" clId="{BB122B24-ECC9-48DD-9794-D8A7A343B2BD}" dt="2026-07-21T13:58:50.442" v="4857" actId="47"/>
        <pc:sldMkLst>
          <pc:docMk/>
          <pc:sldMk cId="0" sldId="277"/>
        </pc:sldMkLst>
      </pc:sldChg>
      <pc:sldChg chg="del">
        <pc:chgData name="Zied Belhocine" userId="200cc0e2b299676e" providerId="LiveId" clId="{BB122B24-ECC9-48DD-9794-D8A7A343B2BD}" dt="2026-07-21T13:58:50.681" v="4858" actId="47"/>
        <pc:sldMkLst>
          <pc:docMk/>
          <pc:sldMk cId="0" sldId="278"/>
        </pc:sldMkLst>
      </pc:sldChg>
      <pc:sldChg chg="del">
        <pc:chgData name="Zied Belhocine" userId="200cc0e2b299676e" providerId="LiveId" clId="{BB122B24-ECC9-48DD-9794-D8A7A343B2BD}" dt="2026-07-21T13:58:50.733" v="4859" actId="47"/>
        <pc:sldMkLst>
          <pc:docMk/>
          <pc:sldMk cId="0" sldId="279"/>
        </pc:sldMkLst>
      </pc:sldChg>
      <pc:sldChg chg="del">
        <pc:chgData name="Zied Belhocine" userId="200cc0e2b299676e" providerId="LiveId" clId="{BB122B24-ECC9-48DD-9794-D8A7A343B2BD}" dt="2026-07-21T13:58:50.907" v="4860" actId="47"/>
        <pc:sldMkLst>
          <pc:docMk/>
          <pc:sldMk cId="0" sldId="280"/>
        </pc:sldMkLst>
      </pc:sldChg>
      <pc:sldChg chg="del">
        <pc:chgData name="Zied Belhocine" userId="200cc0e2b299676e" providerId="LiveId" clId="{BB122B24-ECC9-48DD-9794-D8A7A343B2BD}" dt="2026-07-21T13:58:51.106" v="4861" actId="47"/>
        <pc:sldMkLst>
          <pc:docMk/>
          <pc:sldMk cId="0" sldId="281"/>
        </pc:sldMkLst>
      </pc:sldChg>
      <pc:sldChg chg="del">
        <pc:chgData name="Zied Belhocine" userId="200cc0e2b299676e" providerId="LiveId" clId="{BB122B24-ECC9-48DD-9794-D8A7A343B2BD}" dt="2026-07-21T13:58:51.349" v="4862" actId="47"/>
        <pc:sldMkLst>
          <pc:docMk/>
          <pc:sldMk cId="0" sldId="282"/>
        </pc:sldMkLst>
      </pc:sldChg>
      <pc:sldChg chg="del">
        <pc:chgData name="Zied Belhocine" userId="200cc0e2b299676e" providerId="LiveId" clId="{BB122B24-ECC9-48DD-9794-D8A7A343B2BD}" dt="2026-07-21T13:58:51.618" v="4863" actId="47"/>
        <pc:sldMkLst>
          <pc:docMk/>
          <pc:sldMk cId="0" sldId="283"/>
        </pc:sldMkLst>
      </pc:sldChg>
      <pc:sldChg chg="del">
        <pc:chgData name="Zied Belhocine" userId="200cc0e2b299676e" providerId="LiveId" clId="{BB122B24-ECC9-48DD-9794-D8A7A343B2BD}" dt="2026-07-21T13:58:52.341" v="4864" actId="47"/>
        <pc:sldMkLst>
          <pc:docMk/>
          <pc:sldMk cId="0" sldId="284"/>
        </pc:sldMkLst>
      </pc:sldChg>
      <pc:sldChg chg="del">
        <pc:chgData name="Zied Belhocine" userId="200cc0e2b299676e" providerId="LiveId" clId="{BB122B24-ECC9-48DD-9794-D8A7A343B2BD}" dt="2026-07-21T13:58:52.728" v="4865" actId="47"/>
        <pc:sldMkLst>
          <pc:docMk/>
          <pc:sldMk cId="0" sldId="285"/>
        </pc:sldMkLst>
      </pc:sldChg>
      <pc:sldChg chg="del">
        <pc:chgData name="Zied Belhocine" userId="200cc0e2b299676e" providerId="LiveId" clId="{BB122B24-ECC9-48DD-9794-D8A7A343B2BD}" dt="2026-07-21T13:58:53.200" v="4866" actId="47"/>
        <pc:sldMkLst>
          <pc:docMk/>
          <pc:sldMk cId="0" sldId="286"/>
        </pc:sldMkLst>
      </pc:sldChg>
      <pc:sldChg chg="del">
        <pc:chgData name="Zied Belhocine" userId="200cc0e2b299676e" providerId="LiveId" clId="{BB122B24-ECC9-48DD-9794-D8A7A343B2BD}" dt="2026-07-21T13:58:53.507" v="4867" actId="47"/>
        <pc:sldMkLst>
          <pc:docMk/>
          <pc:sldMk cId="0" sldId="287"/>
        </pc:sldMkLst>
      </pc:sldChg>
      <pc:sldChg chg="del">
        <pc:chgData name="Zied Belhocine" userId="200cc0e2b299676e" providerId="LiveId" clId="{BB122B24-ECC9-48DD-9794-D8A7A343B2BD}" dt="2026-07-21T13:58:53.855" v="4868" actId="47"/>
        <pc:sldMkLst>
          <pc:docMk/>
          <pc:sldMk cId="0" sldId="288"/>
        </pc:sldMkLst>
      </pc:sldChg>
      <pc:sldChg chg="del">
        <pc:chgData name="Zied Belhocine" userId="200cc0e2b299676e" providerId="LiveId" clId="{BB122B24-ECC9-48DD-9794-D8A7A343B2BD}" dt="2026-07-21T13:58:54.112" v="4869" actId="47"/>
        <pc:sldMkLst>
          <pc:docMk/>
          <pc:sldMk cId="0" sldId="289"/>
        </pc:sldMkLst>
      </pc:sldChg>
      <pc:sldChg chg="del">
        <pc:chgData name="Zied Belhocine" userId="200cc0e2b299676e" providerId="LiveId" clId="{BB122B24-ECC9-48DD-9794-D8A7A343B2BD}" dt="2026-07-21T13:58:54.448" v="4870" actId="47"/>
        <pc:sldMkLst>
          <pc:docMk/>
          <pc:sldMk cId="0" sldId="290"/>
        </pc:sldMkLst>
      </pc:sldChg>
      <pc:sldChg chg="add del ord">
        <pc:chgData name="Zied Belhocine" userId="200cc0e2b299676e" providerId="LiveId" clId="{BB122B24-ECC9-48DD-9794-D8A7A343B2BD}" dt="2026-07-20T13:46:01.872" v="236" actId="47"/>
        <pc:sldMkLst>
          <pc:docMk/>
          <pc:sldMk cId="228990892" sldId="291"/>
        </pc:sldMkLst>
      </pc:sldChg>
      <pc:sldChg chg="modSp add del mod ord">
        <pc:chgData name="Zied Belhocine" userId="200cc0e2b299676e" providerId="LiveId" clId="{BB122B24-ECC9-48DD-9794-D8A7A343B2BD}" dt="2026-07-20T14:01:59.372" v="754" actId="47"/>
        <pc:sldMkLst>
          <pc:docMk/>
          <pc:sldMk cId="2716251558" sldId="292"/>
        </pc:sldMkLst>
        <pc:spChg chg="mod">
          <ac:chgData name="Zied Belhocine" userId="200cc0e2b299676e" providerId="LiveId" clId="{BB122B24-ECC9-48DD-9794-D8A7A343B2BD}" dt="2026-07-20T13:51:51.160" v="513" actId="6549"/>
          <ac:spMkLst>
            <pc:docMk/>
            <pc:sldMk cId="2716251558" sldId="292"/>
            <ac:spMk id="3" creationId="{DF851901-5DFF-9288-B795-11408DF2B7F6}"/>
          </ac:spMkLst>
        </pc:spChg>
      </pc:sldChg>
      <pc:sldChg chg="modSp add del mod ord">
        <pc:chgData name="Zied Belhocine" userId="200cc0e2b299676e" providerId="LiveId" clId="{BB122B24-ECC9-48DD-9794-D8A7A343B2BD}" dt="2026-07-20T14:01:45.860" v="750" actId="47"/>
        <pc:sldMkLst>
          <pc:docMk/>
          <pc:sldMk cId="1305178991" sldId="293"/>
        </pc:sldMkLst>
        <pc:spChg chg="mod">
          <ac:chgData name="Zied Belhocine" userId="200cc0e2b299676e" providerId="LiveId" clId="{BB122B24-ECC9-48DD-9794-D8A7A343B2BD}" dt="2026-07-20T13:56:29.048" v="568" actId="20577"/>
          <ac:spMkLst>
            <pc:docMk/>
            <pc:sldMk cId="1305178991" sldId="293"/>
            <ac:spMk id="615" creationId="{00000000-0000-0000-0000-000000000000}"/>
          </ac:spMkLst>
        </pc:spChg>
        <pc:spChg chg="mod">
          <ac:chgData name="Zied Belhocine" userId="200cc0e2b299676e" providerId="LiveId" clId="{BB122B24-ECC9-48DD-9794-D8A7A343B2BD}" dt="2026-07-20T13:51:13.276" v="500" actId="20577"/>
          <ac:spMkLst>
            <pc:docMk/>
            <pc:sldMk cId="1305178991" sldId="293"/>
            <ac:spMk id="616" creationId="{00000000-0000-0000-0000-000000000000}"/>
          </ac:spMkLst>
        </pc:spChg>
      </pc:sldChg>
      <pc:sldChg chg="addSp delSp modSp add del mod ord">
        <pc:chgData name="Zied Belhocine" userId="200cc0e2b299676e" providerId="LiveId" clId="{BB122B24-ECC9-48DD-9794-D8A7A343B2BD}" dt="2026-07-20T13:51:16.357" v="501" actId="47"/>
        <pc:sldMkLst>
          <pc:docMk/>
          <pc:sldMk cId="420925916" sldId="294"/>
        </pc:sldMkLst>
        <pc:spChg chg="add del">
          <ac:chgData name="Zied Belhocine" userId="200cc0e2b299676e" providerId="LiveId" clId="{BB122B24-ECC9-48DD-9794-D8A7A343B2BD}" dt="2026-07-20T13:45:46.743" v="229" actId="22"/>
          <ac:spMkLst>
            <pc:docMk/>
            <pc:sldMk cId="420925916" sldId="294"/>
            <ac:spMk id="3" creationId="{E0A6837A-F79A-491A-6C2A-97024F01E6FC}"/>
          </ac:spMkLst>
        </pc:spChg>
        <pc:spChg chg="mod">
          <ac:chgData name="Zied Belhocine" userId="200cc0e2b299676e" providerId="LiveId" clId="{BB122B24-ECC9-48DD-9794-D8A7A343B2BD}" dt="2026-07-20T13:45:43.598" v="227" actId="20577"/>
          <ac:spMkLst>
            <pc:docMk/>
            <pc:sldMk cId="420925916" sldId="294"/>
            <ac:spMk id="479" creationId="{00000000-0000-0000-0000-000000000000}"/>
          </ac:spMkLst>
        </pc:spChg>
        <pc:spChg chg="mod">
          <ac:chgData name="Zied Belhocine" userId="200cc0e2b299676e" providerId="LiveId" clId="{BB122B24-ECC9-48DD-9794-D8A7A343B2BD}" dt="2026-07-20T13:45:08.203" v="221" actId="20577"/>
          <ac:spMkLst>
            <pc:docMk/>
            <pc:sldMk cId="420925916" sldId="294"/>
            <ac:spMk id="481" creationId="{00000000-0000-0000-0000-000000000000}"/>
          </ac:spMkLst>
        </pc:spChg>
      </pc:sldChg>
      <pc:sldChg chg="modSp add mod ord">
        <pc:chgData name="Zied Belhocine" userId="200cc0e2b299676e" providerId="LiveId" clId="{BB122B24-ECC9-48DD-9794-D8A7A343B2BD}" dt="2026-07-20T13:51:19.968" v="504" actId="20577"/>
        <pc:sldMkLst>
          <pc:docMk/>
          <pc:sldMk cId="655899169" sldId="295"/>
        </pc:sldMkLst>
        <pc:spChg chg="mod">
          <ac:chgData name="Zied Belhocine" userId="200cc0e2b299676e" providerId="LiveId" clId="{BB122B24-ECC9-48DD-9794-D8A7A343B2BD}" dt="2026-07-20T13:51:19.968" v="504" actId="20577"/>
          <ac:spMkLst>
            <pc:docMk/>
            <pc:sldMk cId="655899169" sldId="295"/>
            <ac:spMk id="479" creationId="{00000000-0000-0000-0000-000000000000}"/>
          </ac:spMkLst>
        </pc:spChg>
        <pc:spChg chg="mod">
          <ac:chgData name="Zied Belhocine" userId="200cc0e2b299676e" providerId="LiveId" clId="{BB122B24-ECC9-48DD-9794-D8A7A343B2BD}" dt="2026-07-20T13:47:14.001" v="263" actId="20577"/>
          <ac:spMkLst>
            <pc:docMk/>
            <pc:sldMk cId="655899169" sldId="295"/>
            <ac:spMk id="481" creationId="{00000000-0000-0000-0000-000000000000}"/>
          </ac:spMkLst>
        </pc:spChg>
      </pc:sldChg>
      <pc:sldChg chg="modSp add del mod ord">
        <pc:chgData name="Zied Belhocine" userId="200cc0e2b299676e" providerId="LiveId" clId="{BB122B24-ECC9-48DD-9794-D8A7A343B2BD}" dt="2026-07-20T14:01:54.527" v="753" actId="47"/>
        <pc:sldMkLst>
          <pc:docMk/>
          <pc:sldMk cId="2316170174" sldId="296"/>
        </pc:sldMkLst>
        <pc:spChg chg="mod">
          <ac:chgData name="Zied Belhocine" userId="200cc0e2b299676e" providerId="LiveId" clId="{BB122B24-ECC9-48DD-9794-D8A7A343B2BD}" dt="2026-07-20T13:47:42.321" v="286" actId="20577"/>
          <ac:spMkLst>
            <pc:docMk/>
            <pc:sldMk cId="2316170174" sldId="296"/>
            <ac:spMk id="481" creationId="{00000000-0000-0000-0000-000000000000}"/>
          </ac:spMkLst>
        </pc:spChg>
      </pc:sldChg>
      <pc:sldChg chg="addSp delSp modSp add mod ord">
        <pc:chgData name="Zied Belhocine" userId="200cc0e2b299676e" providerId="LiveId" clId="{BB122B24-ECC9-48DD-9794-D8A7A343B2BD}" dt="2026-07-20T14:03:29.078" v="914" actId="20577"/>
        <pc:sldMkLst>
          <pc:docMk/>
          <pc:sldMk cId="194057881" sldId="297"/>
        </pc:sldMkLst>
        <pc:spChg chg="add del">
          <ac:chgData name="Zied Belhocine" userId="200cc0e2b299676e" providerId="LiveId" clId="{BB122B24-ECC9-48DD-9794-D8A7A343B2BD}" dt="2026-07-20T14:02:50.023" v="863" actId="22"/>
          <ac:spMkLst>
            <pc:docMk/>
            <pc:sldMk cId="194057881" sldId="297"/>
            <ac:spMk id="3" creationId="{85246779-CDEA-C446-BCA6-A0939CD3C852}"/>
          </ac:spMkLst>
        </pc:spChg>
        <pc:spChg chg="add mod">
          <ac:chgData name="Zied Belhocine" userId="200cc0e2b299676e" providerId="LiveId" clId="{BB122B24-ECC9-48DD-9794-D8A7A343B2BD}" dt="2026-07-20T14:03:29.078" v="914" actId="20577"/>
          <ac:spMkLst>
            <pc:docMk/>
            <pc:sldMk cId="194057881" sldId="297"/>
            <ac:spMk id="5" creationId="{9841D063-AFB0-1517-100F-1DFA8A54CF0B}"/>
          </ac:spMkLst>
        </pc:spChg>
        <pc:spChg chg="mod">
          <ac:chgData name="Zied Belhocine" userId="200cc0e2b299676e" providerId="LiveId" clId="{BB122B24-ECC9-48DD-9794-D8A7A343B2BD}" dt="2026-07-20T14:02:47.032" v="861" actId="21"/>
          <ac:spMkLst>
            <pc:docMk/>
            <pc:sldMk cId="194057881" sldId="297"/>
            <ac:spMk id="576" creationId="{00000000-0000-0000-0000-000000000000}"/>
          </ac:spMkLst>
        </pc:spChg>
        <pc:grpChg chg="mod">
          <ac:chgData name="Zied Belhocine" userId="200cc0e2b299676e" providerId="LiveId" clId="{BB122B24-ECC9-48DD-9794-D8A7A343B2BD}" dt="2026-07-20T14:00:53.655" v="720" actId="1076"/>
          <ac:grpSpMkLst>
            <pc:docMk/>
            <pc:sldMk cId="194057881" sldId="297"/>
            <ac:grpSpMk id="593" creationId="{00000000-0000-0000-0000-000000000000}"/>
          </ac:grpSpMkLst>
        </pc:grpChg>
        <pc:grpChg chg="mod">
          <ac:chgData name="Zied Belhocine" userId="200cc0e2b299676e" providerId="LiveId" clId="{BB122B24-ECC9-48DD-9794-D8A7A343B2BD}" dt="2026-07-20T14:00:52.285" v="719" actId="1076"/>
          <ac:grpSpMkLst>
            <pc:docMk/>
            <pc:sldMk cId="194057881" sldId="297"/>
            <ac:grpSpMk id="602" creationId="{00000000-0000-0000-0000-000000000000}"/>
          </ac:grpSpMkLst>
        </pc:grpChg>
        <pc:picChg chg="mod">
          <ac:chgData name="Zied Belhocine" userId="200cc0e2b299676e" providerId="LiveId" clId="{BB122B24-ECC9-48DD-9794-D8A7A343B2BD}" dt="2026-07-20T14:00:47.011" v="718" actId="339"/>
          <ac:picMkLst>
            <pc:docMk/>
            <pc:sldMk cId="194057881" sldId="297"/>
            <ac:picMk id="574" creationId="{00000000-0000-0000-0000-000000000000}"/>
          </ac:picMkLst>
        </pc:picChg>
      </pc:sldChg>
      <pc:sldChg chg="addSp modSp add del mod">
        <pc:chgData name="Zied Belhocine" userId="200cc0e2b299676e" providerId="LiveId" clId="{BB122B24-ECC9-48DD-9794-D8A7A343B2BD}" dt="2026-07-20T15:30:29.367" v="2671" actId="47"/>
        <pc:sldMkLst>
          <pc:docMk/>
          <pc:sldMk cId="2548899765" sldId="298"/>
        </pc:sldMkLst>
        <pc:spChg chg="add mod">
          <ac:chgData name="Zied Belhocine" userId="200cc0e2b299676e" providerId="LiveId" clId="{BB122B24-ECC9-48DD-9794-D8A7A343B2BD}" dt="2026-07-20T14:53:00.232" v="1715" actId="404"/>
          <ac:spMkLst>
            <pc:docMk/>
            <pc:sldMk cId="2548899765" sldId="298"/>
            <ac:spMk id="2" creationId="{99C5A4A1-6821-AC00-100F-78EABC467FB8}"/>
          </ac:spMkLst>
        </pc:spChg>
        <pc:spChg chg="mod">
          <ac:chgData name="Zied Belhocine" userId="200cc0e2b299676e" providerId="LiveId" clId="{BB122B24-ECC9-48DD-9794-D8A7A343B2BD}" dt="2026-07-20T14:04:52.546" v="933" actId="20577"/>
          <ac:spMkLst>
            <pc:docMk/>
            <pc:sldMk cId="2548899765" sldId="298"/>
            <ac:spMk id="479" creationId="{00000000-0000-0000-0000-000000000000}"/>
          </ac:spMkLst>
        </pc:spChg>
        <pc:spChg chg="mod">
          <ac:chgData name="Zied Belhocine" userId="200cc0e2b299676e" providerId="LiveId" clId="{BB122B24-ECC9-48DD-9794-D8A7A343B2BD}" dt="2026-07-20T14:05:03.057" v="956" actId="20577"/>
          <ac:spMkLst>
            <pc:docMk/>
            <pc:sldMk cId="2548899765" sldId="298"/>
            <ac:spMk id="481" creationId="{00000000-0000-0000-0000-000000000000}"/>
          </ac:spMkLst>
        </pc:spChg>
      </pc:sldChg>
      <pc:sldChg chg="add del">
        <pc:chgData name="Zied Belhocine" userId="200cc0e2b299676e" providerId="LiveId" clId="{BB122B24-ECC9-48DD-9794-D8A7A343B2BD}" dt="2026-07-20T14:53:23.533" v="1727" actId="47"/>
        <pc:sldMkLst>
          <pc:docMk/>
          <pc:sldMk cId="1105331440" sldId="299"/>
        </pc:sldMkLst>
      </pc:sldChg>
      <pc:sldChg chg="add del">
        <pc:chgData name="Zied Belhocine" userId="200cc0e2b299676e" providerId="LiveId" clId="{BB122B24-ECC9-48DD-9794-D8A7A343B2BD}" dt="2026-07-20T14:53:24.483" v="1728" actId="47"/>
        <pc:sldMkLst>
          <pc:docMk/>
          <pc:sldMk cId="2805794513" sldId="300"/>
        </pc:sldMkLst>
      </pc:sldChg>
      <pc:sldChg chg="add del">
        <pc:chgData name="Zied Belhocine" userId="200cc0e2b299676e" providerId="LiveId" clId="{BB122B24-ECC9-48DD-9794-D8A7A343B2BD}" dt="2026-07-20T14:52:36.589" v="1685" actId="47"/>
        <pc:sldMkLst>
          <pc:docMk/>
          <pc:sldMk cId="3113651174" sldId="301"/>
        </pc:sldMkLst>
      </pc:sldChg>
      <pc:sldChg chg="modSp add mod">
        <pc:chgData name="Zied Belhocine" userId="200cc0e2b299676e" providerId="LiveId" clId="{BB122B24-ECC9-48DD-9794-D8A7A343B2BD}" dt="2026-07-20T14:53:17.728" v="1726" actId="404"/>
        <pc:sldMkLst>
          <pc:docMk/>
          <pc:sldMk cId="3516006698" sldId="302"/>
        </pc:sldMkLst>
        <pc:spChg chg="mod">
          <ac:chgData name="Zied Belhocine" userId="200cc0e2b299676e" providerId="LiveId" clId="{BB122B24-ECC9-48DD-9794-D8A7A343B2BD}" dt="2026-07-20T14:53:17.728" v="1726" actId="404"/>
          <ac:spMkLst>
            <pc:docMk/>
            <pc:sldMk cId="3516006698" sldId="302"/>
            <ac:spMk id="2" creationId="{99C5A4A1-6821-AC00-100F-78EABC467FB8}"/>
          </ac:spMkLst>
        </pc:spChg>
      </pc:sldChg>
      <pc:sldChg chg="modSp add mod ord">
        <pc:chgData name="Zied Belhocine" userId="200cc0e2b299676e" providerId="LiveId" clId="{BB122B24-ECC9-48DD-9794-D8A7A343B2BD}" dt="2026-07-20T14:53:07.995" v="1721" actId="313"/>
        <pc:sldMkLst>
          <pc:docMk/>
          <pc:sldMk cId="1558735294" sldId="303"/>
        </pc:sldMkLst>
        <pc:spChg chg="mod">
          <ac:chgData name="Zied Belhocine" userId="200cc0e2b299676e" providerId="LiveId" clId="{BB122B24-ECC9-48DD-9794-D8A7A343B2BD}" dt="2026-07-20T14:53:07.995" v="1721" actId="313"/>
          <ac:spMkLst>
            <pc:docMk/>
            <pc:sldMk cId="1558735294" sldId="303"/>
            <ac:spMk id="2" creationId="{99C5A4A1-6821-AC00-100F-78EABC467FB8}"/>
          </ac:spMkLst>
        </pc:spChg>
      </pc:sldChg>
      <pc:sldChg chg="add del">
        <pc:chgData name="Zied Belhocine" userId="200cc0e2b299676e" providerId="LiveId" clId="{BB122B24-ECC9-48DD-9794-D8A7A343B2BD}" dt="2026-07-20T14:53:30.681" v="1730" actId="47"/>
        <pc:sldMkLst>
          <pc:docMk/>
          <pc:sldMk cId="1976091002" sldId="304"/>
        </pc:sldMkLst>
      </pc:sldChg>
      <pc:sldChg chg="addSp modSp new mod">
        <pc:chgData name="Zied Belhocine" userId="200cc0e2b299676e" providerId="LiveId" clId="{BB122B24-ECC9-48DD-9794-D8A7A343B2BD}" dt="2026-07-20T15:30:13.966" v="2669" actId="1076"/>
        <pc:sldMkLst>
          <pc:docMk/>
          <pc:sldMk cId="590164754" sldId="305"/>
        </pc:sldMkLst>
        <pc:spChg chg="mod">
          <ac:chgData name="Zied Belhocine" userId="200cc0e2b299676e" providerId="LiveId" clId="{BB122B24-ECC9-48DD-9794-D8A7A343B2BD}" dt="2026-07-20T15:30:13.966" v="2669" actId="1076"/>
          <ac:spMkLst>
            <pc:docMk/>
            <pc:sldMk cId="590164754" sldId="305"/>
            <ac:spMk id="2" creationId="{2F650689-5612-EBC9-7DDE-FA102943789E}"/>
          </ac:spMkLst>
        </pc:spChg>
        <pc:spChg chg="mod">
          <ac:chgData name="Zied Belhocine" userId="200cc0e2b299676e" providerId="LiveId" clId="{BB122B24-ECC9-48DD-9794-D8A7A343B2BD}" dt="2026-07-20T14:45:37.876" v="1291" actId="20577"/>
          <ac:spMkLst>
            <pc:docMk/>
            <pc:sldMk cId="590164754" sldId="305"/>
            <ac:spMk id="3" creationId="{3A5461C0-447A-C73A-C51C-BFE8704B7518}"/>
          </ac:spMkLst>
        </pc:spChg>
        <pc:spChg chg="add mod">
          <ac:chgData name="Zied Belhocine" userId="200cc0e2b299676e" providerId="LiveId" clId="{BB122B24-ECC9-48DD-9794-D8A7A343B2BD}" dt="2026-07-20T14:21:32.660" v="1200" actId="14100"/>
          <ac:spMkLst>
            <pc:docMk/>
            <pc:sldMk cId="590164754" sldId="305"/>
            <ac:spMk id="7" creationId="{E447382A-58FC-9E20-8CA0-6164E64E45D6}"/>
          </ac:spMkLst>
        </pc:spChg>
        <pc:picChg chg="add mod">
          <ac:chgData name="Zied Belhocine" userId="200cc0e2b299676e" providerId="LiveId" clId="{BB122B24-ECC9-48DD-9794-D8A7A343B2BD}" dt="2026-07-20T14:21:26.816" v="1198" actId="1076"/>
          <ac:picMkLst>
            <pc:docMk/>
            <pc:sldMk cId="590164754" sldId="305"/>
            <ac:picMk id="6" creationId="{96A89782-1529-8D0C-0859-BD0A7EA51DCD}"/>
          </ac:picMkLst>
        </pc:picChg>
        <pc:picChg chg="add mod">
          <ac:chgData name="Zied Belhocine" userId="200cc0e2b299676e" providerId="LiveId" clId="{BB122B24-ECC9-48DD-9794-D8A7A343B2BD}" dt="2026-07-20T14:13:32.302" v="1169" actId="1076"/>
          <ac:picMkLst>
            <pc:docMk/>
            <pc:sldMk cId="590164754" sldId="305"/>
            <ac:picMk id="9" creationId="{6288FC25-CC0F-337A-FB7C-3AD50A9806C5}"/>
          </ac:picMkLst>
        </pc:picChg>
        <pc:cxnChg chg="add mod">
          <ac:chgData name="Zied Belhocine" userId="200cc0e2b299676e" providerId="LiveId" clId="{BB122B24-ECC9-48DD-9794-D8A7A343B2BD}" dt="2026-07-20T14:21:32.660" v="1200" actId="14100"/>
          <ac:cxnSpMkLst>
            <pc:docMk/>
            <pc:sldMk cId="590164754" sldId="305"/>
            <ac:cxnSpMk id="11" creationId="{3248C5F1-837D-0007-C39A-4C7D33E06806}"/>
          </ac:cxnSpMkLst>
        </pc:cxnChg>
      </pc:sldChg>
      <pc:sldChg chg="addSp delSp modSp add mod">
        <pc:chgData name="Zied Belhocine" userId="200cc0e2b299676e" providerId="LiveId" clId="{BB122B24-ECC9-48DD-9794-D8A7A343B2BD}" dt="2026-07-20T14:49:01.540" v="1492" actId="1076"/>
        <pc:sldMkLst>
          <pc:docMk/>
          <pc:sldMk cId="3555403621" sldId="306"/>
        </pc:sldMkLst>
        <pc:spChg chg="mod">
          <ac:chgData name="Zied Belhocine" userId="200cc0e2b299676e" providerId="LiveId" clId="{BB122B24-ECC9-48DD-9794-D8A7A343B2BD}" dt="2026-07-20T14:44:43.837" v="1240" actId="1076"/>
          <ac:spMkLst>
            <pc:docMk/>
            <pc:sldMk cId="3555403621" sldId="306"/>
            <ac:spMk id="2" creationId="{2F650689-5612-EBC9-7DDE-FA102943789E}"/>
          </ac:spMkLst>
        </pc:spChg>
        <pc:spChg chg="del mod">
          <ac:chgData name="Zied Belhocine" userId="200cc0e2b299676e" providerId="LiveId" clId="{BB122B24-ECC9-48DD-9794-D8A7A343B2BD}" dt="2026-07-20T14:46:02.221" v="1294" actId="478"/>
          <ac:spMkLst>
            <pc:docMk/>
            <pc:sldMk cId="3555403621" sldId="306"/>
            <ac:spMk id="3" creationId="{3A5461C0-447A-C73A-C51C-BFE8704B7518}"/>
          </ac:spMkLst>
        </pc:spChg>
        <pc:spChg chg="del">
          <ac:chgData name="Zied Belhocine" userId="200cc0e2b299676e" providerId="LiveId" clId="{BB122B24-ECC9-48DD-9794-D8A7A343B2BD}" dt="2026-07-20T14:12:02.184" v="1151" actId="478"/>
          <ac:spMkLst>
            <pc:docMk/>
            <pc:sldMk cId="3555403621" sldId="306"/>
            <ac:spMk id="7" creationId="{E447382A-58FC-9E20-8CA0-6164E64E45D6}"/>
          </ac:spMkLst>
        </pc:spChg>
        <pc:spChg chg="add mod">
          <ac:chgData name="Zied Belhocine" userId="200cc0e2b299676e" providerId="LiveId" clId="{BB122B24-ECC9-48DD-9794-D8A7A343B2BD}" dt="2026-07-20T14:47:39.185" v="1480" actId="20577"/>
          <ac:spMkLst>
            <pc:docMk/>
            <pc:sldMk cId="3555403621" sldId="306"/>
            <ac:spMk id="19" creationId="{284BC8CE-0C27-A91C-EE9E-669CB132B306}"/>
          </ac:spMkLst>
        </pc:spChg>
        <pc:spChg chg="add del mod">
          <ac:chgData name="Zied Belhocine" userId="200cc0e2b299676e" providerId="LiveId" clId="{BB122B24-ECC9-48DD-9794-D8A7A343B2BD}" dt="2026-07-20T14:46:55.083" v="1405" actId="478"/>
          <ac:spMkLst>
            <pc:docMk/>
            <pc:sldMk cId="3555403621" sldId="306"/>
            <ac:spMk id="21" creationId="{10F16F52-B087-5B60-E853-D54A14B16026}"/>
          </ac:spMkLst>
        </pc:spChg>
        <pc:picChg chg="del">
          <ac:chgData name="Zied Belhocine" userId="200cc0e2b299676e" providerId="LiveId" clId="{BB122B24-ECC9-48DD-9794-D8A7A343B2BD}" dt="2026-07-20T14:12:00.541" v="1150" actId="478"/>
          <ac:picMkLst>
            <pc:docMk/>
            <pc:sldMk cId="3555403621" sldId="306"/>
            <ac:picMk id="6" creationId="{96A89782-1529-8D0C-0859-BD0A7EA51DCD}"/>
          </ac:picMkLst>
        </pc:picChg>
        <pc:picChg chg="add del mod">
          <ac:chgData name="Zied Belhocine" userId="200cc0e2b299676e" providerId="LiveId" clId="{BB122B24-ECC9-48DD-9794-D8A7A343B2BD}" dt="2026-07-20T14:21:10.372" v="1171" actId="478"/>
          <ac:picMkLst>
            <pc:docMk/>
            <pc:sldMk cId="3555403621" sldId="306"/>
            <ac:picMk id="8" creationId="{C626EF92-FAC6-7FF7-66AE-ED137B514909}"/>
          </ac:picMkLst>
        </pc:picChg>
        <pc:picChg chg="del">
          <ac:chgData name="Zied Belhocine" userId="200cc0e2b299676e" providerId="LiveId" clId="{BB122B24-ECC9-48DD-9794-D8A7A343B2BD}" dt="2026-07-20T14:12:04.454" v="1153" actId="478"/>
          <ac:picMkLst>
            <pc:docMk/>
            <pc:sldMk cId="3555403621" sldId="306"/>
            <ac:picMk id="9" creationId="{6288FC25-CC0F-337A-FB7C-3AD50A9806C5}"/>
          </ac:picMkLst>
        </pc:picChg>
        <pc:picChg chg="add del mod">
          <ac:chgData name="Zied Belhocine" userId="200cc0e2b299676e" providerId="LiveId" clId="{BB122B24-ECC9-48DD-9794-D8A7A343B2BD}" dt="2026-07-20T14:21:10.940" v="1172" actId="478"/>
          <ac:picMkLst>
            <pc:docMk/>
            <pc:sldMk cId="3555403621" sldId="306"/>
            <ac:picMk id="12" creationId="{20D094F7-03DF-1104-A19B-51185F09D431}"/>
          </ac:picMkLst>
        </pc:picChg>
        <pc:picChg chg="add del mod">
          <ac:chgData name="Zied Belhocine" userId="200cc0e2b299676e" providerId="LiveId" clId="{BB122B24-ECC9-48DD-9794-D8A7A343B2BD}" dt="2026-07-20T14:44:33.196" v="1235" actId="478"/>
          <ac:picMkLst>
            <pc:docMk/>
            <pc:sldMk cId="3555403621" sldId="306"/>
            <ac:picMk id="14" creationId="{C767D411-1718-50BD-21B7-D4790E293933}"/>
          </ac:picMkLst>
        </pc:picChg>
        <pc:picChg chg="add del mod">
          <ac:chgData name="Zied Belhocine" userId="200cc0e2b299676e" providerId="LiveId" clId="{BB122B24-ECC9-48DD-9794-D8A7A343B2BD}" dt="2026-07-20T14:44:34.546" v="1236" actId="478"/>
          <ac:picMkLst>
            <pc:docMk/>
            <pc:sldMk cId="3555403621" sldId="306"/>
            <ac:picMk id="16" creationId="{8B86D1B2-DA6A-27DC-F821-DB81E863C864}"/>
          </ac:picMkLst>
        </pc:picChg>
        <pc:picChg chg="add mod">
          <ac:chgData name="Zied Belhocine" userId="200cc0e2b299676e" providerId="LiveId" clId="{BB122B24-ECC9-48DD-9794-D8A7A343B2BD}" dt="2026-07-20T14:49:01.540" v="1492" actId="1076"/>
          <ac:picMkLst>
            <pc:docMk/>
            <pc:sldMk cId="3555403621" sldId="306"/>
            <ac:picMk id="18" creationId="{C4DD27A7-3ACA-6D41-1953-27D7401806EE}"/>
          </ac:picMkLst>
        </pc:picChg>
        <pc:picChg chg="add del mod">
          <ac:chgData name="Zied Belhocine" userId="200cc0e2b299676e" providerId="LiveId" clId="{BB122B24-ECC9-48DD-9794-D8A7A343B2BD}" dt="2026-07-20T14:48:58.818" v="1491" actId="478"/>
          <ac:picMkLst>
            <pc:docMk/>
            <pc:sldMk cId="3555403621" sldId="306"/>
            <ac:picMk id="23" creationId="{4B96090F-7816-0F5F-9AF8-6F514C5A90BA}"/>
          </ac:picMkLst>
        </pc:picChg>
        <pc:cxnChg chg="del mod">
          <ac:chgData name="Zied Belhocine" userId="200cc0e2b299676e" providerId="LiveId" clId="{BB122B24-ECC9-48DD-9794-D8A7A343B2BD}" dt="2026-07-20T14:12:04.133" v="1152" actId="478"/>
          <ac:cxnSpMkLst>
            <pc:docMk/>
            <pc:sldMk cId="3555403621" sldId="306"/>
            <ac:cxnSpMk id="11" creationId="{3248C5F1-837D-0007-C39A-4C7D33E06806}"/>
          </ac:cxnSpMkLst>
        </pc:cxnChg>
      </pc:sldChg>
      <pc:sldChg chg="delSp modSp add mod">
        <pc:chgData name="Zied Belhocine" userId="200cc0e2b299676e" providerId="LiveId" clId="{BB122B24-ECC9-48DD-9794-D8A7A343B2BD}" dt="2026-07-20T15:30:19.889" v="2670" actId="14100"/>
        <pc:sldMkLst>
          <pc:docMk/>
          <pc:sldMk cId="650459705" sldId="307"/>
        </pc:sldMkLst>
        <pc:spChg chg="mod">
          <ac:chgData name="Zied Belhocine" userId="200cc0e2b299676e" providerId="LiveId" clId="{BB122B24-ECC9-48DD-9794-D8A7A343B2BD}" dt="2026-07-20T15:30:07.151" v="2668" actId="20577"/>
          <ac:spMkLst>
            <pc:docMk/>
            <pc:sldMk cId="650459705" sldId="307"/>
            <ac:spMk id="2" creationId="{2F650689-5612-EBC9-7DDE-FA102943789E}"/>
          </ac:spMkLst>
        </pc:spChg>
        <pc:spChg chg="mod">
          <ac:chgData name="Zied Belhocine" userId="200cc0e2b299676e" providerId="LiveId" clId="{BB122B24-ECC9-48DD-9794-D8A7A343B2BD}" dt="2026-07-20T14:51:51.958" v="1684" actId="120"/>
          <ac:spMkLst>
            <pc:docMk/>
            <pc:sldMk cId="650459705" sldId="307"/>
            <ac:spMk id="19" creationId="{284BC8CE-0C27-A91C-EE9E-669CB132B306}"/>
          </ac:spMkLst>
        </pc:spChg>
        <pc:picChg chg="mod">
          <ac:chgData name="Zied Belhocine" userId="200cc0e2b299676e" providerId="LiveId" clId="{BB122B24-ECC9-48DD-9794-D8A7A343B2BD}" dt="2026-07-20T15:30:19.889" v="2670" actId="14100"/>
          <ac:picMkLst>
            <pc:docMk/>
            <pc:sldMk cId="650459705" sldId="307"/>
            <ac:picMk id="18" creationId="{C4DD27A7-3ACA-6D41-1953-27D7401806EE}"/>
          </ac:picMkLst>
        </pc:picChg>
        <pc:picChg chg="del">
          <ac:chgData name="Zied Belhocine" userId="200cc0e2b299676e" providerId="LiveId" clId="{BB122B24-ECC9-48DD-9794-D8A7A343B2BD}" dt="2026-07-20T14:48:49.956" v="1488" actId="21"/>
          <ac:picMkLst>
            <pc:docMk/>
            <pc:sldMk cId="650459705" sldId="307"/>
            <ac:picMk id="23" creationId="{4B96090F-7816-0F5F-9AF8-6F514C5A90BA}"/>
          </ac:picMkLst>
        </pc:picChg>
      </pc:sldChg>
      <pc:sldChg chg="new del">
        <pc:chgData name="Zied Belhocine" userId="200cc0e2b299676e" providerId="LiveId" clId="{BB122B24-ECC9-48DD-9794-D8A7A343B2BD}" dt="2026-07-20T14:47:43.823" v="1482" actId="47"/>
        <pc:sldMkLst>
          <pc:docMk/>
          <pc:sldMk cId="1708750962" sldId="307"/>
        </pc:sldMkLst>
      </pc:sldChg>
      <pc:sldChg chg="modSp add mod">
        <pc:chgData name="Zied Belhocine" userId="200cc0e2b299676e" providerId="LiveId" clId="{BB122B24-ECC9-48DD-9794-D8A7A343B2BD}" dt="2026-07-20T14:53:37.688" v="1744" actId="20577"/>
        <pc:sldMkLst>
          <pc:docMk/>
          <pc:sldMk cId="2916617773" sldId="308"/>
        </pc:sldMkLst>
        <pc:spChg chg="mod">
          <ac:chgData name="Zied Belhocine" userId="200cc0e2b299676e" providerId="LiveId" clId="{BB122B24-ECC9-48DD-9794-D8A7A343B2BD}" dt="2026-07-20T14:53:37.688" v="1744" actId="20577"/>
          <ac:spMkLst>
            <pc:docMk/>
            <pc:sldMk cId="2916617773" sldId="308"/>
            <ac:spMk id="2" creationId="{99C5A4A1-6821-AC00-100F-78EABC467FB8}"/>
          </ac:spMkLst>
        </pc:spChg>
      </pc:sldChg>
      <pc:sldChg chg="new del">
        <pc:chgData name="Zied Belhocine" userId="200cc0e2b299676e" providerId="LiveId" clId="{BB122B24-ECC9-48DD-9794-D8A7A343B2BD}" dt="2026-07-21T13:13:55.560" v="4112" actId="47"/>
        <pc:sldMkLst>
          <pc:docMk/>
          <pc:sldMk cId="948611046" sldId="309"/>
        </pc:sldMkLst>
      </pc:sldChg>
      <pc:sldChg chg="modSp add mod">
        <pc:chgData name="Zied Belhocine" userId="200cc0e2b299676e" providerId="LiveId" clId="{BB122B24-ECC9-48DD-9794-D8A7A343B2BD}" dt="2026-07-20T14:54:18.865" v="1795" actId="14100"/>
        <pc:sldMkLst>
          <pc:docMk/>
          <pc:sldMk cId="2316677408" sldId="310"/>
        </pc:sldMkLst>
        <pc:spChg chg="mod">
          <ac:chgData name="Zied Belhocine" userId="200cc0e2b299676e" providerId="LiveId" clId="{BB122B24-ECC9-48DD-9794-D8A7A343B2BD}" dt="2026-07-20T14:54:18.865" v="1795" actId="14100"/>
          <ac:spMkLst>
            <pc:docMk/>
            <pc:sldMk cId="2316677408" sldId="310"/>
            <ac:spMk id="2" creationId="{99C5A4A1-6821-AC00-100F-78EABC467FB8}"/>
          </ac:spMkLst>
        </pc:spChg>
      </pc:sldChg>
      <pc:sldChg chg="add">
        <pc:chgData name="Zied Belhocine" userId="200cc0e2b299676e" providerId="LiveId" clId="{BB122B24-ECC9-48DD-9794-D8A7A343B2BD}" dt="2026-07-20T14:54:26.903" v="1796"/>
        <pc:sldMkLst>
          <pc:docMk/>
          <pc:sldMk cId="3829625437" sldId="311"/>
        </pc:sldMkLst>
      </pc:sldChg>
      <pc:sldChg chg="addSp delSp modSp add mod ord">
        <pc:chgData name="Zied Belhocine" userId="200cc0e2b299676e" providerId="LiveId" clId="{BB122B24-ECC9-48DD-9794-D8A7A343B2BD}" dt="2026-07-20T15:00:26.069" v="2218" actId="20577"/>
        <pc:sldMkLst>
          <pc:docMk/>
          <pc:sldMk cId="1002240307" sldId="312"/>
        </pc:sldMkLst>
        <pc:spChg chg="mod">
          <ac:chgData name="Zied Belhocine" userId="200cc0e2b299676e" providerId="LiveId" clId="{BB122B24-ECC9-48DD-9794-D8A7A343B2BD}" dt="2026-07-20T14:56:47.950" v="1830" actId="1076"/>
          <ac:spMkLst>
            <pc:docMk/>
            <pc:sldMk cId="1002240307" sldId="312"/>
            <ac:spMk id="2" creationId="{2F650689-5612-EBC9-7DDE-FA102943789E}"/>
          </ac:spMkLst>
        </pc:spChg>
        <pc:spChg chg="mod">
          <ac:chgData name="Zied Belhocine" userId="200cc0e2b299676e" providerId="LiveId" clId="{BB122B24-ECC9-48DD-9794-D8A7A343B2BD}" dt="2026-07-20T15:00:26.069" v="2218" actId="20577"/>
          <ac:spMkLst>
            <pc:docMk/>
            <pc:sldMk cId="1002240307" sldId="312"/>
            <ac:spMk id="3" creationId="{3A5461C0-447A-C73A-C51C-BFE8704B7518}"/>
          </ac:spMkLst>
        </pc:spChg>
        <pc:spChg chg="del">
          <ac:chgData name="Zied Belhocine" userId="200cc0e2b299676e" providerId="LiveId" clId="{BB122B24-ECC9-48DD-9794-D8A7A343B2BD}" dt="2026-07-20T14:54:47.794" v="1824" actId="478"/>
          <ac:spMkLst>
            <pc:docMk/>
            <pc:sldMk cId="1002240307" sldId="312"/>
            <ac:spMk id="7" creationId="{E447382A-58FC-9E20-8CA0-6164E64E45D6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12" creationId="{78A42C9B-FAB3-7CA8-2795-6308243870E0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13" creationId="{D50D3045-A2D3-5CBD-71BE-E266103B6705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14" creationId="{3BE3AAA6-D75E-AD1A-8C16-19088B761C21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15" creationId="{8AE4A25A-0F5B-E9E8-AAFF-0DE90275B4E2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16" creationId="{086E6C0C-135A-03CB-5E0A-33DB3AA2DA1C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17" creationId="{602AACBE-9A3D-C8FE-4B16-1D47D2F855DA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18" creationId="{10A98BC0-43EC-534B-E623-4EB680F8363A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20" creationId="{53DE07AC-DCA8-49BC-0CB7-6F69A58E6870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21" creationId="{FDDF68AE-1369-6102-BECA-611AE7097014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22" creationId="{92412262-EF24-1FA6-BCCF-43349E99184D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23" creationId="{B40C7CBB-3906-5C79-BD73-A3CF8CCE2FD1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24" creationId="{56A3A213-AF2C-62B2-EB62-B0042691DA2D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25" creationId="{85B3848B-3AF8-FD2E-9A31-E2D7E164D472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26" creationId="{8AB24BD1-7846-2173-8A12-0BADD29ABB11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28" creationId="{2B2A00BF-4D2F-614A-5264-9442133F5AC7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29" creationId="{A93EE696-709E-E45E-0268-52CC78EA22CB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30" creationId="{39E30784-56C9-36F0-3DFA-96F6B0742519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31" creationId="{28C7E46C-AF9F-4E38-0EC4-D6F834564C0C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32" creationId="{562049D2-473F-3DC0-6147-480ACDA8173B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33" creationId="{E4732822-740C-0C5F-3639-E1F156BDB16C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35" creationId="{E9AA12AD-E43B-4F49-A70D-E1AAD5108D2E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36" creationId="{B8DEF38F-8920-3F27-612A-C9B32C63706F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37" creationId="{C56BFF1C-F192-596D-A111-19B0E429C221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38" creationId="{7A6A2E8C-47C8-792F-D7BC-01F11E114C4F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39" creationId="{93826350-91E9-3BA4-9FD7-41F751B08941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40" creationId="{8D52E464-B5BE-3B76-FCCA-0D68FF0248B5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41" creationId="{A0330DCB-88C0-1792-F4B8-AB6D472819DA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42" creationId="{F233C604-1225-C3C9-D0FD-118E16669DF0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44" creationId="{A7F9C08E-3103-04CC-4EE2-4B388B6EC4FB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45" creationId="{8F6965CD-16B4-61BB-E0D7-B0BF0237DF1B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46" creationId="{B9E97159-F379-6D0C-B3A8-7743D51FD214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47" creationId="{C10EA4A7-7BA2-9F2F-82D4-5892A46F76FF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48" creationId="{59F0DB3B-ABDF-96EF-98B0-3EB395BD79E0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49" creationId="{A0D154CD-D7D5-B01C-2A21-1291F8F34610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50" creationId="{BA0C5A17-1516-B601-BAB7-E7FE0A8A8A49}"/>
          </ac:spMkLst>
        </pc:spChg>
        <pc:spChg chg="mod">
          <ac:chgData name="Zied Belhocine" userId="200cc0e2b299676e" providerId="LiveId" clId="{BB122B24-ECC9-48DD-9794-D8A7A343B2BD}" dt="2026-07-20T14:59:15.469" v="2073"/>
          <ac:spMkLst>
            <pc:docMk/>
            <pc:sldMk cId="1002240307" sldId="312"/>
            <ac:spMk id="52" creationId="{BB4FEF4C-06EC-5A06-FFA3-BC09AA1A27E9}"/>
          </ac:spMkLst>
        </pc:spChg>
        <pc:spChg chg="mod">
          <ac:chgData name="Zied Belhocine" userId="200cc0e2b299676e" providerId="LiveId" clId="{BB122B24-ECC9-48DD-9794-D8A7A343B2BD}" dt="2026-07-20T14:59:15.469" v="2073"/>
          <ac:spMkLst>
            <pc:docMk/>
            <pc:sldMk cId="1002240307" sldId="312"/>
            <ac:spMk id="53" creationId="{8D337423-2DC0-DEBF-C970-AA5B5A32EB1B}"/>
          </ac:spMkLst>
        </pc:spChg>
        <pc:spChg chg="mod">
          <ac:chgData name="Zied Belhocine" userId="200cc0e2b299676e" providerId="LiveId" clId="{BB122B24-ECC9-48DD-9794-D8A7A343B2BD}" dt="2026-07-20T14:59:15.469" v="2073"/>
          <ac:spMkLst>
            <pc:docMk/>
            <pc:sldMk cId="1002240307" sldId="312"/>
            <ac:spMk id="54" creationId="{1C6377BA-4CD4-2F6F-54CA-E84C34131C08}"/>
          </ac:spMkLst>
        </pc:spChg>
        <pc:spChg chg="mod">
          <ac:chgData name="Zied Belhocine" userId="200cc0e2b299676e" providerId="LiveId" clId="{BB122B24-ECC9-48DD-9794-D8A7A343B2BD}" dt="2026-07-20T14:59:15.469" v="2073"/>
          <ac:spMkLst>
            <pc:docMk/>
            <pc:sldMk cId="1002240307" sldId="312"/>
            <ac:spMk id="55" creationId="{3753B526-7628-CE7A-BEC1-ABA52864AD0B}"/>
          </ac:spMkLst>
        </pc:spChg>
        <pc:spChg chg="mod">
          <ac:chgData name="Zied Belhocine" userId="200cc0e2b299676e" providerId="LiveId" clId="{BB122B24-ECC9-48DD-9794-D8A7A343B2BD}" dt="2026-07-20T14:59:15.469" v="2073"/>
          <ac:spMkLst>
            <pc:docMk/>
            <pc:sldMk cId="1002240307" sldId="312"/>
            <ac:spMk id="56" creationId="{084A68E0-26C4-EAAE-010F-1AA30458B7B2}"/>
          </ac:spMkLst>
        </pc:spChg>
        <pc:spChg chg="mod">
          <ac:chgData name="Zied Belhocine" userId="200cc0e2b299676e" providerId="LiveId" clId="{BB122B24-ECC9-48DD-9794-D8A7A343B2BD}" dt="2026-07-20T14:59:15.469" v="2073"/>
          <ac:spMkLst>
            <pc:docMk/>
            <pc:sldMk cId="1002240307" sldId="312"/>
            <ac:spMk id="57" creationId="{6C48F1F3-1214-6158-625A-E457BBF084CF}"/>
          </ac:spMkLst>
        </pc:spChg>
        <pc:spChg chg="mod">
          <ac:chgData name="Zied Belhocine" userId="200cc0e2b299676e" providerId="LiveId" clId="{BB122B24-ECC9-48DD-9794-D8A7A343B2BD}" dt="2026-07-20T14:59:15.469" v="2073"/>
          <ac:spMkLst>
            <pc:docMk/>
            <pc:sldMk cId="1002240307" sldId="312"/>
            <ac:spMk id="58" creationId="{9F9903FB-2186-BB3B-3783-E84D520D315D}"/>
          </ac:spMkLst>
        </pc:spChg>
        <pc:spChg chg="mod">
          <ac:chgData name="Zied Belhocine" userId="200cc0e2b299676e" providerId="LiveId" clId="{BB122B24-ECC9-48DD-9794-D8A7A343B2BD}" dt="2026-07-20T14:59:17.114" v="2075"/>
          <ac:spMkLst>
            <pc:docMk/>
            <pc:sldMk cId="1002240307" sldId="312"/>
            <ac:spMk id="60" creationId="{213F7F6C-736C-1C58-9758-A25D20E475BA}"/>
          </ac:spMkLst>
        </pc:spChg>
        <pc:spChg chg="mod">
          <ac:chgData name="Zied Belhocine" userId="200cc0e2b299676e" providerId="LiveId" clId="{BB122B24-ECC9-48DD-9794-D8A7A343B2BD}" dt="2026-07-20T14:59:17.114" v="2075"/>
          <ac:spMkLst>
            <pc:docMk/>
            <pc:sldMk cId="1002240307" sldId="312"/>
            <ac:spMk id="61" creationId="{A62120F8-D04A-4B46-0B20-E942450732ED}"/>
          </ac:spMkLst>
        </pc:spChg>
        <pc:spChg chg="mod">
          <ac:chgData name="Zied Belhocine" userId="200cc0e2b299676e" providerId="LiveId" clId="{BB122B24-ECC9-48DD-9794-D8A7A343B2BD}" dt="2026-07-20T14:59:17.114" v="2075"/>
          <ac:spMkLst>
            <pc:docMk/>
            <pc:sldMk cId="1002240307" sldId="312"/>
            <ac:spMk id="62" creationId="{F38013EC-A66F-B470-ADD2-B84ABF1226B4}"/>
          </ac:spMkLst>
        </pc:spChg>
        <pc:spChg chg="mod">
          <ac:chgData name="Zied Belhocine" userId="200cc0e2b299676e" providerId="LiveId" clId="{BB122B24-ECC9-48DD-9794-D8A7A343B2BD}" dt="2026-07-20T14:59:17.114" v="2075"/>
          <ac:spMkLst>
            <pc:docMk/>
            <pc:sldMk cId="1002240307" sldId="312"/>
            <ac:spMk id="63" creationId="{9F5396A2-6CB3-3CE9-F65D-F66C961EAA75}"/>
          </ac:spMkLst>
        </pc:spChg>
        <pc:spChg chg="mod">
          <ac:chgData name="Zied Belhocine" userId="200cc0e2b299676e" providerId="LiveId" clId="{BB122B24-ECC9-48DD-9794-D8A7A343B2BD}" dt="2026-07-20T14:59:17.114" v="2075"/>
          <ac:spMkLst>
            <pc:docMk/>
            <pc:sldMk cId="1002240307" sldId="312"/>
            <ac:spMk id="64" creationId="{6E7846C5-3F32-3AEE-A230-983431BFB8B7}"/>
          </ac:spMkLst>
        </pc:spChg>
        <pc:spChg chg="mod">
          <ac:chgData name="Zied Belhocine" userId="200cc0e2b299676e" providerId="LiveId" clId="{BB122B24-ECC9-48DD-9794-D8A7A343B2BD}" dt="2026-07-20T14:59:17.114" v="2075"/>
          <ac:spMkLst>
            <pc:docMk/>
            <pc:sldMk cId="1002240307" sldId="312"/>
            <ac:spMk id="65" creationId="{9391A5C8-73B3-F406-62CC-CF5F402D2BCD}"/>
          </ac:spMkLst>
        </pc:spChg>
        <pc:spChg chg="mod">
          <ac:chgData name="Zied Belhocine" userId="200cc0e2b299676e" providerId="LiveId" clId="{BB122B24-ECC9-48DD-9794-D8A7A343B2BD}" dt="2026-07-20T14:59:17.114" v="2075"/>
          <ac:spMkLst>
            <pc:docMk/>
            <pc:sldMk cId="1002240307" sldId="312"/>
            <ac:spMk id="66" creationId="{1F784655-C804-3E80-8A9B-1C4B457402EE}"/>
          </ac:spMkLst>
        </pc:spChg>
        <pc:grpChg chg="add del mod">
          <ac:chgData name="Zied Belhocine" userId="200cc0e2b299676e" providerId="LiveId" clId="{BB122B24-ECC9-48DD-9794-D8A7A343B2BD}" dt="2026-07-20T14:59:27.202" v="2079" actId="478"/>
          <ac:grpSpMkLst>
            <pc:docMk/>
            <pc:sldMk cId="1002240307" sldId="312"/>
            <ac:grpSpMk id="10" creationId="{A23FC25A-935F-48A8-D717-3427C35DF604}"/>
          </ac:grpSpMkLst>
        </pc:grpChg>
        <pc:grpChg chg="add mod">
          <ac:chgData name="Zied Belhocine" userId="200cc0e2b299676e" providerId="LiveId" clId="{BB122B24-ECC9-48DD-9794-D8A7A343B2BD}" dt="2026-07-20T14:59:30.054" v="2082" actId="1076"/>
          <ac:grpSpMkLst>
            <pc:docMk/>
            <pc:sldMk cId="1002240307" sldId="312"/>
            <ac:grpSpMk id="19" creationId="{9CE0DC9D-9550-6AA7-1637-504AA18DCE4C}"/>
          </ac:grpSpMkLst>
        </pc:grpChg>
        <pc:grpChg chg="add del mod">
          <ac:chgData name="Zied Belhocine" userId="200cc0e2b299676e" providerId="LiveId" clId="{BB122B24-ECC9-48DD-9794-D8A7A343B2BD}" dt="2026-07-20T14:59:27.886" v="2080" actId="478"/>
          <ac:grpSpMkLst>
            <pc:docMk/>
            <pc:sldMk cId="1002240307" sldId="312"/>
            <ac:grpSpMk id="27" creationId="{329A5CA4-FD84-0D40-F868-9DBD1BB96FCF}"/>
          </ac:grpSpMkLst>
        </pc:grpChg>
        <pc:grpChg chg="add del mod">
          <ac:chgData name="Zied Belhocine" userId="200cc0e2b299676e" providerId="LiveId" clId="{BB122B24-ECC9-48DD-9794-D8A7A343B2BD}" dt="2026-07-20T14:59:28.231" v="2081" actId="478"/>
          <ac:grpSpMkLst>
            <pc:docMk/>
            <pc:sldMk cId="1002240307" sldId="312"/>
            <ac:grpSpMk id="34" creationId="{BD2CB2C7-B259-6B25-CB31-12963F747B5F}"/>
          </ac:grpSpMkLst>
        </pc:grpChg>
        <pc:grpChg chg="add mod">
          <ac:chgData name="Zied Belhocine" userId="200cc0e2b299676e" providerId="LiveId" clId="{BB122B24-ECC9-48DD-9794-D8A7A343B2BD}" dt="2026-07-20T14:59:10.285" v="2071" actId="1076"/>
          <ac:grpSpMkLst>
            <pc:docMk/>
            <pc:sldMk cId="1002240307" sldId="312"/>
            <ac:grpSpMk id="43" creationId="{A7543A7F-985C-7216-A3FD-0708542CC476}"/>
          </ac:grpSpMkLst>
        </pc:grpChg>
        <pc:grpChg chg="add mod">
          <ac:chgData name="Zied Belhocine" userId="200cc0e2b299676e" providerId="LiveId" clId="{BB122B24-ECC9-48DD-9794-D8A7A343B2BD}" dt="2026-07-20T14:59:23.706" v="2077" actId="1076"/>
          <ac:grpSpMkLst>
            <pc:docMk/>
            <pc:sldMk cId="1002240307" sldId="312"/>
            <ac:grpSpMk id="51" creationId="{8488AC6B-B645-98CF-F5BE-960A2395D162}"/>
          </ac:grpSpMkLst>
        </pc:grpChg>
        <pc:grpChg chg="add del mod">
          <ac:chgData name="Zied Belhocine" userId="200cc0e2b299676e" providerId="LiveId" clId="{BB122B24-ECC9-48DD-9794-D8A7A343B2BD}" dt="2026-07-20T14:59:35.276" v="2083" actId="478"/>
          <ac:grpSpMkLst>
            <pc:docMk/>
            <pc:sldMk cId="1002240307" sldId="312"/>
            <ac:grpSpMk id="59" creationId="{33CD1EB6-9C02-383C-7517-3211CC856BD8}"/>
          </ac:grpSpMkLst>
        </pc:grpChg>
        <pc:picChg chg="del">
          <ac:chgData name="Zied Belhocine" userId="200cc0e2b299676e" providerId="LiveId" clId="{BB122B24-ECC9-48DD-9794-D8A7A343B2BD}" dt="2026-07-20T14:54:47.081" v="1823" actId="478"/>
          <ac:picMkLst>
            <pc:docMk/>
            <pc:sldMk cId="1002240307" sldId="312"/>
            <ac:picMk id="6" creationId="{96A89782-1529-8D0C-0859-BD0A7EA51DCD}"/>
          </ac:picMkLst>
        </pc:picChg>
        <pc:picChg chg="add mod">
          <ac:chgData name="Zied Belhocine" userId="200cc0e2b299676e" providerId="LiveId" clId="{BB122B24-ECC9-48DD-9794-D8A7A343B2BD}" dt="2026-07-20T14:57:45.621" v="1834" actId="1076"/>
          <ac:picMkLst>
            <pc:docMk/>
            <pc:sldMk cId="1002240307" sldId="312"/>
            <ac:picMk id="8" creationId="{A7021706-6C50-6B38-C19C-F0BEEE124951}"/>
          </ac:picMkLst>
        </pc:picChg>
        <pc:picChg chg="del">
          <ac:chgData name="Zied Belhocine" userId="200cc0e2b299676e" providerId="LiveId" clId="{BB122B24-ECC9-48DD-9794-D8A7A343B2BD}" dt="2026-07-20T14:54:49.069" v="1826" actId="478"/>
          <ac:picMkLst>
            <pc:docMk/>
            <pc:sldMk cId="1002240307" sldId="312"/>
            <ac:picMk id="9" creationId="{6288FC25-CC0F-337A-FB7C-3AD50A9806C5}"/>
          </ac:picMkLst>
        </pc:picChg>
        <pc:cxnChg chg="del mod">
          <ac:chgData name="Zied Belhocine" userId="200cc0e2b299676e" providerId="LiveId" clId="{BB122B24-ECC9-48DD-9794-D8A7A343B2BD}" dt="2026-07-20T14:54:48.680" v="1825" actId="478"/>
          <ac:cxnSpMkLst>
            <pc:docMk/>
            <pc:sldMk cId="1002240307" sldId="312"/>
            <ac:cxnSpMk id="11" creationId="{3248C5F1-837D-0007-C39A-4C7D33E06806}"/>
          </ac:cxnSpMkLst>
        </pc:cxnChg>
      </pc:sldChg>
      <pc:sldChg chg="addSp delSp modSp add mod">
        <pc:chgData name="Zied Belhocine" userId="200cc0e2b299676e" providerId="LiveId" clId="{BB122B24-ECC9-48DD-9794-D8A7A343B2BD}" dt="2026-07-20T15:04:36.255" v="2508" actId="20577"/>
        <pc:sldMkLst>
          <pc:docMk/>
          <pc:sldMk cId="2141724054" sldId="313"/>
        </pc:sldMkLst>
        <pc:spChg chg="mod">
          <ac:chgData name="Zied Belhocine" userId="200cc0e2b299676e" providerId="LiveId" clId="{BB122B24-ECC9-48DD-9794-D8A7A343B2BD}" dt="2026-07-20T15:00:37.986" v="2228" actId="20577"/>
          <ac:spMkLst>
            <pc:docMk/>
            <pc:sldMk cId="2141724054" sldId="313"/>
            <ac:spMk id="2" creationId="{2F650689-5612-EBC9-7DDE-FA102943789E}"/>
          </ac:spMkLst>
        </pc:spChg>
        <pc:spChg chg="mod">
          <ac:chgData name="Zied Belhocine" userId="200cc0e2b299676e" providerId="LiveId" clId="{BB122B24-ECC9-48DD-9794-D8A7A343B2BD}" dt="2026-07-20T15:04:36.255" v="2508" actId="20577"/>
          <ac:spMkLst>
            <pc:docMk/>
            <pc:sldMk cId="2141724054" sldId="313"/>
            <ac:spMk id="3" creationId="{3A5461C0-447A-C73A-C51C-BFE8704B7518}"/>
          </ac:spMkLst>
        </pc:spChg>
        <pc:grpChg chg="mod">
          <ac:chgData name="Zied Belhocine" userId="200cc0e2b299676e" providerId="LiveId" clId="{BB122B24-ECC9-48DD-9794-D8A7A343B2BD}" dt="2026-07-20T15:01:11.003" v="2235" actId="1076"/>
          <ac:grpSpMkLst>
            <pc:docMk/>
            <pc:sldMk cId="2141724054" sldId="313"/>
            <ac:grpSpMk id="51" creationId="{8488AC6B-B645-98CF-F5BE-960A2395D162}"/>
          </ac:grpSpMkLst>
        </pc:grpChg>
        <pc:picChg chg="add mod">
          <ac:chgData name="Zied Belhocine" userId="200cc0e2b299676e" providerId="LiveId" clId="{BB122B24-ECC9-48DD-9794-D8A7A343B2BD}" dt="2026-07-20T15:01:08.620" v="2234" actId="1076"/>
          <ac:picMkLst>
            <pc:docMk/>
            <pc:sldMk cId="2141724054" sldId="313"/>
            <ac:picMk id="6" creationId="{70F0B7D5-6782-F0ED-0F94-7104835946F7}"/>
          </ac:picMkLst>
        </pc:picChg>
        <pc:picChg chg="del">
          <ac:chgData name="Zied Belhocine" userId="200cc0e2b299676e" providerId="LiveId" clId="{BB122B24-ECC9-48DD-9794-D8A7A343B2BD}" dt="2026-07-20T15:00:53.373" v="2229" actId="478"/>
          <ac:picMkLst>
            <pc:docMk/>
            <pc:sldMk cId="2141724054" sldId="313"/>
            <ac:picMk id="8" creationId="{A7021706-6C50-6B38-C19C-F0BEEE124951}"/>
          </ac:picMkLst>
        </pc:picChg>
      </pc:sldChg>
      <pc:sldChg chg="addSp delSp modSp add mod">
        <pc:chgData name="Zied Belhocine" userId="200cc0e2b299676e" providerId="LiveId" clId="{BB122B24-ECC9-48DD-9794-D8A7A343B2BD}" dt="2026-07-20T15:54:19.309" v="3101" actId="1076"/>
        <pc:sldMkLst>
          <pc:docMk/>
          <pc:sldMk cId="1213900119" sldId="314"/>
        </pc:sldMkLst>
        <pc:spChg chg="mod">
          <ac:chgData name="Zied Belhocine" userId="200cc0e2b299676e" providerId="LiveId" clId="{BB122B24-ECC9-48DD-9794-D8A7A343B2BD}" dt="2026-07-20T15:04:50.275" v="2520" actId="20577"/>
          <ac:spMkLst>
            <pc:docMk/>
            <pc:sldMk cId="1213900119" sldId="314"/>
            <ac:spMk id="2" creationId="{2F650689-5612-EBC9-7DDE-FA102943789E}"/>
          </ac:spMkLst>
        </pc:spChg>
        <pc:spChg chg="mod">
          <ac:chgData name="Zied Belhocine" userId="200cc0e2b299676e" providerId="LiveId" clId="{BB122B24-ECC9-48DD-9794-D8A7A343B2BD}" dt="2026-07-20T15:54:15.800" v="3099" actId="1076"/>
          <ac:spMkLst>
            <pc:docMk/>
            <pc:sldMk cId="1213900119" sldId="314"/>
            <ac:spMk id="3" creationId="{3A5461C0-447A-C73A-C51C-BFE8704B7518}"/>
          </ac:spMkLst>
        </pc:spChg>
        <pc:picChg chg="del">
          <ac:chgData name="Zied Belhocine" userId="200cc0e2b299676e" providerId="LiveId" clId="{BB122B24-ECC9-48DD-9794-D8A7A343B2BD}" dt="2026-07-20T15:05:05.215" v="2524" actId="478"/>
          <ac:picMkLst>
            <pc:docMk/>
            <pc:sldMk cId="1213900119" sldId="314"/>
            <ac:picMk id="6" creationId="{70F0B7D5-6782-F0ED-0F94-7104835946F7}"/>
          </ac:picMkLst>
        </pc:picChg>
        <pc:picChg chg="add mod">
          <ac:chgData name="Zied Belhocine" userId="200cc0e2b299676e" providerId="LiveId" clId="{BB122B24-ECC9-48DD-9794-D8A7A343B2BD}" dt="2026-07-20T15:53:54.789" v="3093" actId="1076"/>
          <ac:picMkLst>
            <pc:docMk/>
            <pc:sldMk cId="1213900119" sldId="314"/>
            <ac:picMk id="7" creationId="{4E63F56D-EA01-BBC4-1F5A-0C61E56E00FF}"/>
          </ac:picMkLst>
        </pc:picChg>
        <pc:picChg chg="add mod">
          <ac:chgData name="Zied Belhocine" userId="200cc0e2b299676e" providerId="LiveId" clId="{BB122B24-ECC9-48DD-9794-D8A7A343B2BD}" dt="2026-07-20T15:53:59.995" v="3095" actId="14100"/>
          <ac:picMkLst>
            <pc:docMk/>
            <pc:sldMk cId="1213900119" sldId="314"/>
            <ac:picMk id="9" creationId="{C63C8C8F-B861-8343-3924-FA301FAAB567}"/>
          </ac:picMkLst>
        </pc:picChg>
        <pc:picChg chg="add mod">
          <ac:chgData name="Zied Belhocine" userId="200cc0e2b299676e" providerId="LiveId" clId="{BB122B24-ECC9-48DD-9794-D8A7A343B2BD}" dt="2026-07-20T15:54:19.309" v="3101" actId="1076"/>
          <ac:picMkLst>
            <pc:docMk/>
            <pc:sldMk cId="1213900119" sldId="314"/>
            <ac:picMk id="11" creationId="{0C8DED0F-30E4-E593-D764-71882A5D0109}"/>
          </ac:picMkLst>
        </pc:picChg>
      </pc:sldChg>
      <pc:sldChg chg="addSp delSp modSp add mod ord">
        <pc:chgData name="Zied Belhocine" userId="200cc0e2b299676e" providerId="LiveId" clId="{BB122B24-ECC9-48DD-9794-D8A7A343B2BD}" dt="2026-07-20T15:52:25.360" v="3081" actId="1076"/>
        <pc:sldMkLst>
          <pc:docMk/>
          <pc:sldMk cId="651699553" sldId="315"/>
        </pc:sldMkLst>
        <pc:spChg chg="mod">
          <ac:chgData name="Zied Belhocine" userId="200cc0e2b299676e" providerId="LiveId" clId="{BB122B24-ECC9-48DD-9794-D8A7A343B2BD}" dt="2026-07-20T15:48:09.390" v="2719" actId="1076"/>
          <ac:spMkLst>
            <pc:docMk/>
            <pc:sldMk cId="651699553" sldId="315"/>
            <ac:spMk id="2" creationId="{2F650689-5612-EBC9-7DDE-FA102943789E}"/>
          </ac:spMkLst>
        </pc:spChg>
        <pc:spChg chg="mod">
          <ac:chgData name="Zied Belhocine" userId="200cc0e2b299676e" providerId="LiveId" clId="{BB122B24-ECC9-48DD-9794-D8A7A343B2BD}" dt="2026-07-20T15:52:25.360" v="3081" actId="1076"/>
          <ac:spMkLst>
            <pc:docMk/>
            <pc:sldMk cId="651699553" sldId="315"/>
            <ac:spMk id="3" creationId="{3A5461C0-447A-C73A-C51C-BFE8704B7518}"/>
          </ac:spMkLst>
        </pc:spChg>
        <pc:grpChg chg="mod">
          <ac:chgData name="Zied Belhocine" userId="200cc0e2b299676e" providerId="LiveId" clId="{BB122B24-ECC9-48DD-9794-D8A7A343B2BD}" dt="2026-07-20T15:48:10.854" v="2720" actId="1076"/>
          <ac:grpSpMkLst>
            <pc:docMk/>
            <pc:sldMk cId="651699553" sldId="315"/>
            <ac:grpSpMk id="19" creationId="{9CE0DC9D-9550-6AA7-1637-504AA18DCE4C}"/>
          </ac:grpSpMkLst>
        </pc:grpChg>
        <pc:grpChg chg="del">
          <ac:chgData name="Zied Belhocine" userId="200cc0e2b299676e" providerId="LiveId" clId="{BB122B24-ECC9-48DD-9794-D8A7A343B2BD}" dt="2026-07-20T15:47:42.771" v="2686" actId="478"/>
          <ac:grpSpMkLst>
            <pc:docMk/>
            <pc:sldMk cId="651699553" sldId="315"/>
            <ac:grpSpMk id="43" creationId="{A7543A7F-985C-7216-A3FD-0708542CC476}"/>
          </ac:grpSpMkLst>
        </pc:grpChg>
        <pc:grpChg chg="mod">
          <ac:chgData name="Zied Belhocine" userId="200cc0e2b299676e" providerId="LiveId" clId="{BB122B24-ECC9-48DD-9794-D8A7A343B2BD}" dt="2026-07-20T15:48:07.400" v="2717" actId="1076"/>
          <ac:grpSpMkLst>
            <pc:docMk/>
            <pc:sldMk cId="651699553" sldId="315"/>
            <ac:grpSpMk id="51" creationId="{8488AC6B-B645-98CF-F5BE-960A2395D162}"/>
          </ac:grpSpMkLst>
        </pc:grpChg>
        <pc:picChg chg="add mod">
          <ac:chgData name="Zied Belhocine" userId="200cc0e2b299676e" providerId="LiveId" clId="{BB122B24-ECC9-48DD-9794-D8A7A343B2BD}" dt="2026-07-20T15:52:00.719" v="3075" actId="1076"/>
          <ac:picMkLst>
            <pc:docMk/>
            <pc:sldMk cId="651699553" sldId="315"/>
            <ac:picMk id="5" creationId="{9A5852C6-7ED4-3A96-6911-E9F03F8894CF}"/>
          </ac:picMkLst>
        </pc:picChg>
        <pc:picChg chg="add mod">
          <ac:chgData name="Zied Belhocine" userId="200cc0e2b299676e" providerId="LiveId" clId="{BB122B24-ECC9-48DD-9794-D8A7A343B2BD}" dt="2026-07-20T15:52:00.719" v="3075" actId="1076"/>
          <ac:picMkLst>
            <pc:docMk/>
            <pc:sldMk cId="651699553" sldId="315"/>
            <ac:picMk id="7" creationId="{E4872112-6CE1-4C99-0F42-A32EA29D161C}"/>
          </ac:picMkLst>
        </pc:picChg>
        <pc:picChg chg="del">
          <ac:chgData name="Zied Belhocine" userId="200cc0e2b299676e" providerId="LiveId" clId="{BB122B24-ECC9-48DD-9794-D8A7A343B2BD}" dt="2026-07-20T15:46:26.309" v="2672" actId="478"/>
          <ac:picMkLst>
            <pc:docMk/>
            <pc:sldMk cId="651699553" sldId="315"/>
            <ac:picMk id="8" creationId="{A7021706-6C50-6B38-C19C-F0BEEE124951}"/>
          </ac:picMkLst>
        </pc:picChg>
        <pc:picChg chg="add del">
          <ac:chgData name="Zied Belhocine" userId="200cc0e2b299676e" providerId="LiveId" clId="{BB122B24-ECC9-48DD-9794-D8A7A343B2BD}" dt="2026-07-20T15:51:32.855" v="3067" actId="478"/>
          <ac:picMkLst>
            <pc:docMk/>
            <pc:sldMk cId="651699553" sldId="315"/>
            <ac:picMk id="10" creationId="{3A410F10-431D-7B6A-D8DD-7EC1C6BB0890}"/>
          </ac:picMkLst>
        </pc:picChg>
      </pc:sldChg>
      <pc:sldChg chg="add del">
        <pc:chgData name="Zied Belhocine" userId="200cc0e2b299676e" providerId="LiveId" clId="{BB122B24-ECC9-48DD-9794-D8A7A343B2BD}" dt="2026-07-20T15:53:10.544" v="3082" actId="47"/>
        <pc:sldMkLst>
          <pc:docMk/>
          <pc:sldMk cId="2813881711" sldId="316"/>
        </pc:sldMkLst>
      </pc:sldChg>
      <pc:sldChg chg="addSp delSp modSp add mod">
        <pc:chgData name="Zied Belhocine" userId="200cc0e2b299676e" providerId="LiveId" clId="{BB122B24-ECC9-48DD-9794-D8A7A343B2BD}" dt="2026-07-20T19:02:27.375" v="3551" actId="1076"/>
        <pc:sldMkLst>
          <pc:docMk/>
          <pc:sldMk cId="1188718620" sldId="317"/>
        </pc:sldMkLst>
        <pc:spChg chg="mod">
          <ac:chgData name="Zied Belhocine" userId="200cc0e2b299676e" providerId="LiveId" clId="{BB122B24-ECC9-48DD-9794-D8A7A343B2BD}" dt="2026-07-20T15:53:19.771" v="3083"/>
          <ac:spMkLst>
            <pc:docMk/>
            <pc:sldMk cId="1188718620" sldId="317"/>
            <ac:spMk id="2" creationId="{2F650689-5612-EBC9-7DDE-FA102943789E}"/>
          </ac:spMkLst>
        </pc:spChg>
        <pc:spChg chg="mod">
          <ac:chgData name="Zied Belhocine" userId="200cc0e2b299676e" providerId="LiveId" clId="{BB122B24-ECC9-48DD-9794-D8A7A343B2BD}" dt="2026-07-20T19:02:27.375" v="3551" actId="1076"/>
          <ac:spMkLst>
            <pc:docMk/>
            <pc:sldMk cId="1188718620" sldId="317"/>
            <ac:spMk id="3" creationId="{3A5461C0-447A-C73A-C51C-BFE8704B7518}"/>
          </ac:spMkLst>
        </pc:spChg>
        <pc:picChg chg="add mod">
          <ac:chgData name="Zied Belhocine" userId="200cc0e2b299676e" providerId="LiveId" clId="{BB122B24-ECC9-48DD-9794-D8A7A343B2BD}" dt="2026-07-20T18:43:08.412" v="3113" actId="1076"/>
          <ac:picMkLst>
            <pc:docMk/>
            <pc:sldMk cId="1188718620" sldId="317"/>
            <ac:picMk id="6" creationId="{6B633425-0643-FBBA-D1DF-B6B160D4CE2E}"/>
          </ac:picMkLst>
        </pc:picChg>
        <pc:picChg chg="del">
          <ac:chgData name="Zied Belhocine" userId="200cc0e2b299676e" providerId="LiveId" clId="{BB122B24-ECC9-48DD-9794-D8A7A343B2BD}" dt="2026-07-20T15:53:22.809" v="3086" actId="478"/>
          <ac:picMkLst>
            <pc:docMk/>
            <pc:sldMk cId="1188718620" sldId="317"/>
            <ac:picMk id="7" creationId="{4E63F56D-EA01-BBC4-1F5A-0C61E56E00FF}"/>
          </ac:picMkLst>
        </pc:picChg>
        <pc:picChg chg="del">
          <ac:chgData name="Zied Belhocine" userId="200cc0e2b299676e" providerId="LiveId" clId="{BB122B24-ECC9-48DD-9794-D8A7A343B2BD}" dt="2026-07-20T15:53:21.639" v="3084" actId="478"/>
          <ac:picMkLst>
            <pc:docMk/>
            <pc:sldMk cId="1188718620" sldId="317"/>
            <ac:picMk id="9" creationId="{C63C8C8F-B861-8343-3924-FA301FAAB567}"/>
          </ac:picMkLst>
        </pc:picChg>
        <pc:picChg chg="add mod">
          <ac:chgData name="Zied Belhocine" userId="200cc0e2b299676e" providerId="LiveId" clId="{BB122B24-ECC9-48DD-9794-D8A7A343B2BD}" dt="2026-07-20T18:43:12.565" v="3126" actId="1037"/>
          <ac:picMkLst>
            <pc:docMk/>
            <pc:sldMk cId="1188718620" sldId="317"/>
            <ac:picMk id="10" creationId="{1E3B4B64-7266-6783-B84F-29C336C57A5C}"/>
          </ac:picMkLst>
        </pc:picChg>
        <pc:picChg chg="del">
          <ac:chgData name="Zied Belhocine" userId="200cc0e2b299676e" providerId="LiveId" clId="{BB122B24-ECC9-48DD-9794-D8A7A343B2BD}" dt="2026-07-20T15:53:22.229" v="3085" actId="478"/>
          <ac:picMkLst>
            <pc:docMk/>
            <pc:sldMk cId="1188718620" sldId="317"/>
            <ac:picMk id="11" creationId="{0C8DED0F-30E4-E593-D764-71882A5D0109}"/>
          </ac:picMkLst>
        </pc:picChg>
      </pc:sldChg>
      <pc:sldChg chg="addSp modSp add mod">
        <pc:chgData name="Zied Belhocine" userId="200cc0e2b299676e" providerId="LiveId" clId="{BB122B24-ECC9-48DD-9794-D8A7A343B2BD}" dt="2026-07-21T13:11:34.031" v="3902" actId="313"/>
        <pc:sldMkLst>
          <pc:docMk/>
          <pc:sldMk cId="2098935919" sldId="318"/>
        </pc:sldMkLst>
        <pc:spChg chg="mod">
          <ac:chgData name="Zied Belhocine" userId="200cc0e2b299676e" providerId="LiveId" clId="{BB122B24-ECC9-48DD-9794-D8A7A343B2BD}" dt="2026-07-21T13:05:26.277" v="3554" actId="20577"/>
          <ac:spMkLst>
            <pc:docMk/>
            <pc:sldMk cId="2098935919" sldId="318"/>
            <ac:spMk id="2" creationId="{2F650689-5612-EBC9-7DDE-FA102943789E}"/>
          </ac:spMkLst>
        </pc:spChg>
        <pc:spChg chg="mod">
          <ac:chgData name="Zied Belhocine" userId="200cc0e2b299676e" providerId="LiveId" clId="{BB122B24-ECC9-48DD-9794-D8A7A343B2BD}" dt="2026-07-21T13:11:34.031" v="3902" actId="313"/>
          <ac:spMkLst>
            <pc:docMk/>
            <pc:sldMk cId="2098935919" sldId="318"/>
            <ac:spMk id="3" creationId="{3A5461C0-447A-C73A-C51C-BFE8704B7518}"/>
          </ac:spMkLst>
        </pc:spChg>
        <pc:picChg chg="add mod">
          <ac:chgData name="Zied Belhocine" userId="200cc0e2b299676e" providerId="LiveId" clId="{BB122B24-ECC9-48DD-9794-D8A7A343B2BD}" dt="2026-07-21T13:11:07.946" v="3817" actId="1076"/>
          <ac:picMkLst>
            <pc:docMk/>
            <pc:sldMk cId="2098935919" sldId="318"/>
            <ac:picMk id="6" creationId="{7B78A994-9FB5-87EF-D1FD-DE240E11B444}"/>
          </ac:picMkLst>
        </pc:picChg>
        <pc:picChg chg="mod">
          <ac:chgData name="Zied Belhocine" userId="200cc0e2b299676e" providerId="LiveId" clId="{BB122B24-ECC9-48DD-9794-D8A7A343B2BD}" dt="2026-07-21T13:11:04.717" v="3816" actId="1076"/>
          <ac:picMkLst>
            <pc:docMk/>
            <pc:sldMk cId="2098935919" sldId="318"/>
            <ac:picMk id="8" creationId="{A7021706-6C50-6B38-C19C-F0BEEE124951}"/>
          </ac:picMkLst>
        </pc:picChg>
      </pc:sldChg>
      <pc:sldChg chg="add del">
        <pc:chgData name="Zied Belhocine" userId="200cc0e2b299676e" providerId="LiveId" clId="{BB122B24-ECC9-48DD-9794-D8A7A343B2BD}" dt="2026-07-21T13:11:40.653" v="3903" actId="47"/>
        <pc:sldMkLst>
          <pc:docMk/>
          <pc:sldMk cId="1870618701" sldId="319"/>
        </pc:sldMkLst>
      </pc:sldChg>
      <pc:sldChg chg="add del">
        <pc:chgData name="Zied Belhocine" userId="200cc0e2b299676e" providerId="LiveId" clId="{BB122B24-ECC9-48DD-9794-D8A7A343B2BD}" dt="2026-07-21T13:12:08.747" v="3904" actId="47"/>
        <pc:sldMkLst>
          <pc:docMk/>
          <pc:sldMk cId="4114877479" sldId="320"/>
        </pc:sldMkLst>
      </pc:sldChg>
      <pc:sldChg chg="addSp delSp modSp add mod">
        <pc:chgData name="Zied Belhocine" userId="200cc0e2b299676e" providerId="LiveId" clId="{BB122B24-ECC9-48DD-9794-D8A7A343B2BD}" dt="2026-07-20T19:01:32.284" v="3550" actId="20577"/>
        <pc:sldMkLst>
          <pc:docMk/>
          <pc:sldMk cId="673675580" sldId="321"/>
        </pc:sldMkLst>
        <pc:spChg chg="mod">
          <ac:chgData name="Zied Belhocine" userId="200cc0e2b299676e" providerId="LiveId" clId="{BB122B24-ECC9-48DD-9794-D8A7A343B2BD}" dt="2026-07-20T19:01:32.284" v="3550" actId="20577"/>
          <ac:spMkLst>
            <pc:docMk/>
            <pc:sldMk cId="673675580" sldId="321"/>
            <ac:spMk id="3" creationId="{3A5461C0-447A-C73A-C51C-BFE8704B7518}"/>
          </ac:spMkLst>
        </pc:spChg>
        <pc:picChg chg="del">
          <ac:chgData name="Zied Belhocine" userId="200cc0e2b299676e" providerId="LiveId" clId="{BB122B24-ECC9-48DD-9794-D8A7A343B2BD}" dt="2026-07-20T18:59:48.570" v="3347" actId="478"/>
          <ac:picMkLst>
            <pc:docMk/>
            <pc:sldMk cId="673675580" sldId="321"/>
            <ac:picMk id="6" creationId="{6B633425-0643-FBBA-D1DF-B6B160D4CE2E}"/>
          </ac:picMkLst>
        </pc:picChg>
        <pc:picChg chg="add mod">
          <ac:chgData name="Zied Belhocine" userId="200cc0e2b299676e" providerId="LiveId" clId="{BB122B24-ECC9-48DD-9794-D8A7A343B2BD}" dt="2026-07-20T19:00:02.590" v="3357" actId="1076"/>
          <ac:picMkLst>
            <pc:docMk/>
            <pc:sldMk cId="673675580" sldId="321"/>
            <ac:picMk id="7" creationId="{13EB465F-BE9A-6F07-DF07-5CB18D74A218}"/>
          </ac:picMkLst>
        </pc:picChg>
        <pc:picChg chg="del">
          <ac:chgData name="Zied Belhocine" userId="200cc0e2b299676e" providerId="LiveId" clId="{BB122B24-ECC9-48DD-9794-D8A7A343B2BD}" dt="2026-07-20T18:59:50.350" v="3350" actId="478"/>
          <ac:picMkLst>
            <pc:docMk/>
            <pc:sldMk cId="673675580" sldId="321"/>
            <ac:picMk id="10" creationId="{1E3B4B64-7266-6783-B84F-29C336C57A5C}"/>
          </ac:picMkLst>
        </pc:picChg>
      </pc:sldChg>
      <pc:sldChg chg="addSp add del mod">
        <pc:chgData name="Zied Belhocine" userId="200cc0e2b299676e" providerId="LiveId" clId="{BB122B24-ECC9-48DD-9794-D8A7A343B2BD}" dt="2026-07-21T13:14:57.614" v="4113" actId="47"/>
        <pc:sldMkLst>
          <pc:docMk/>
          <pc:sldMk cId="1012263342" sldId="322"/>
        </pc:sldMkLst>
        <pc:picChg chg="add">
          <ac:chgData name="Zied Belhocine" userId="200cc0e2b299676e" providerId="LiveId" clId="{BB122B24-ECC9-48DD-9794-D8A7A343B2BD}" dt="2026-07-21T13:12:32.818" v="3906" actId="22"/>
          <ac:picMkLst>
            <pc:docMk/>
            <pc:sldMk cId="1012263342" sldId="322"/>
            <ac:picMk id="7" creationId="{5548CFD8-9772-1F5B-BD95-07824FDF09F5}"/>
          </ac:picMkLst>
        </pc:picChg>
      </pc:sldChg>
      <pc:sldChg chg="addSp modSp add mod ord">
        <pc:chgData name="Zied Belhocine" userId="200cc0e2b299676e" providerId="LiveId" clId="{BB122B24-ECC9-48DD-9794-D8A7A343B2BD}" dt="2026-07-21T13:17:12.308" v="4305" actId="20577"/>
        <pc:sldMkLst>
          <pc:docMk/>
          <pc:sldMk cId="2613949627" sldId="323"/>
        </pc:sldMkLst>
        <pc:spChg chg="mod">
          <ac:chgData name="Zied Belhocine" userId="200cc0e2b299676e" providerId="LiveId" clId="{BB122B24-ECC9-48DD-9794-D8A7A343B2BD}" dt="2026-07-21T13:15:02.413" v="4119" actId="20577"/>
          <ac:spMkLst>
            <pc:docMk/>
            <pc:sldMk cId="2613949627" sldId="323"/>
            <ac:spMk id="2" creationId="{2F650689-5612-EBC9-7DDE-FA102943789E}"/>
          </ac:spMkLst>
        </pc:spChg>
        <pc:spChg chg="mod">
          <ac:chgData name="Zied Belhocine" userId="200cc0e2b299676e" providerId="LiveId" clId="{BB122B24-ECC9-48DD-9794-D8A7A343B2BD}" dt="2026-07-21T13:17:12.308" v="4305" actId="20577"/>
          <ac:spMkLst>
            <pc:docMk/>
            <pc:sldMk cId="2613949627" sldId="323"/>
            <ac:spMk id="3" creationId="{3A5461C0-447A-C73A-C51C-BFE8704B7518}"/>
          </ac:spMkLst>
        </pc:spChg>
        <pc:grpChg chg="mod">
          <ac:chgData name="Zied Belhocine" userId="200cc0e2b299676e" providerId="LiveId" clId="{BB122B24-ECC9-48DD-9794-D8A7A343B2BD}" dt="2026-07-21T13:15:39.633" v="4130" actId="1076"/>
          <ac:grpSpMkLst>
            <pc:docMk/>
            <pc:sldMk cId="2613949627" sldId="323"/>
            <ac:grpSpMk id="19" creationId="{9CE0DC9D-9550-6AA7-1637-504AA18DCE4C}"/>
          </ac:grpSpMkLst>
        </pc:grpChg>
        <pc:picChg chg="add">
          <ac:chgData name="Zied Belhocine" userId="200cc0e2b299676e" providerId="LiveId" clId="{BB122B24-ECC9-48DD-9794-D8A7A343B2BD}" dt="2026-07-21T13:12:40.854" v="3910"/>
          <ac:picMkLst>
            <pc:docMk/>
            <pc:sldMk cId="2613949627" sldId="323"/>
            <ac:picMk id="5" creationId="{2654945A-6A2C-7DFF-CDFC-AB28D2DD8AF8}"/>
          </ac:picMkLst>
        </pc:picChg>
        <pc:picChg chg="mod">
          <ac:chgData name="Zied Belhocine" userId="200cc0e2b299676e" providerId="LiveId" clId="{BB122B24-ECC9-48DD-9794-D8A7A343B2BD}" dt="2026-07-21T13:15:32.514" v="4127" actId="1076"/>
          <ac:picMkLst>
            <pc:docMk/>
            <pc:sldMk cId="2613949627" sldId="323"/>
            <ac:picMk id="7" creationId="{13EB465F-BE9A-6F07-DF07-5CB18D74A218}"/>
          </ac:picMkLst>
        </pc:picChg>
      </pc:sldChg>
      <pc:sldChg chg="addSp delSp modSp add mod">
        <pc:chgData name="Zied Belhocine" userId="200cc0e2b299676e" providerId="LiveId" clId="{BB122B24-ECC9-48DD-9794-D8A7A343B2BD}" dt="2026-07-21T13:24:07.093" v="4586" actId="20577"/>
        <pc:sldMkLst>
          <pc:docMk/>
          <pc:sldMk cId="269850918" sldId="324"/>
        </pc:sldMkLst>
        <pc:spChg chg="mod">
          <ac:chgData name="Zied Belhocine" userId="200cc0e2b299676e" providerId="LiveId" clId="{BB122B24-ECC9-48DD-9794-D8A7A343B2BD}" dt="2026-07-21T13:17:37.590" v="4322" actId="20577"/>
          <ac:spMkLst>
            <pc:docMk/>
            <pc:sldMk cId="269850918" sldId="324"/>
            <ac:spMk id="2" creationId="{2F650689-5612-EBC9-7DDE-FA102943789E}"/>
          </ac:spMkLst>
        </pc:spChg>
        <pc:spChg chg="mod">
          <ac:chgData name="Zied Belhocine" userId="200cc0e2b299676e" providerId="LiveId" clId="{BB122B24-ECC9-48DD-9794-D8A7A343B2BD}" dt="2026-07-21T13:24:07.093" v="4586" actId="20577"/>
          <ac:spMkLst>
            <pc:docMk/>
            <pc:sldMk cId="269850918" sldId="324"/>
            <ac:spMk id="3" creationId="{3A5461C0-447A-C73A-C51C-BFE8704B7518}"/>
          </ac:spMkLst>
        </pc:spChg>
        <pc:grpChg chg="mod">
          <ac:chgData name="Zied Belhocine" userId="200cc0e2b299676e" providerId="LiveId" clId="{BB122B24-ECC9-48DD-9794-D8A7A343B2BD}" dt="2026-07-21T13:23:35.934" v="4570" actId="1076"/>
          <ac:grpSpMkLst>
            <pc:docMk/>
            <pc:sldMk cId="269850918" sldId="324"/>
            <ac:grpSpMk id="19" creationId="{9CE0DC9D-9550-6AA7-1637-504AA18DCE4C}"/>
          </ac:grpSpMkLst>
        </pc:grpChg>
        <pc:grpChg chg="mod">
          <ac:chgData name="Zied Belhocine" userId="200cc0e2b299676e" providerId="LiveId" clId="{BB122B24-ECC9-48DD-9794-D8A7A343B2BD}" dt="2026-07-21T13:23:37.805" v="4571" actId="1076"/>
          <ac:grpSpMkLst>
            <pc:docMk/>
            <pc:sldMk cId="269850918" sldId="324"/>
            <ac:grpSpMk id="43" creationId="{A7543A7F-985C-7216-A3FD-0708542CC476}"/>
          </ac:grpSpMkLst>
        </pc:grpChg>
        <pc:picChg chg="add mod">
          <ac:chgData name="Zied Belhocine" userId="200cc0e2b299676e" providerId="LiveId" clId="{BB122B24-ECC9-48DD-9794-D8A7A343B2BD}" dt="2026-07-21T13:22:11.278" v="4414" actId="1038"/>
          <ac:picMkLst>
            <pc:docMk/>
            <pc:sldMk cId="269850918" sldId="324"/>
            <ac:picMk id="5" creationId="{AA0D23E6-491D-935F-485E-0CA7F1CA4AAD}"/>
          </ac:picMkLst>
        </pc:picChg>
        <pc:picChg chg="del mod">
          <ac:chgData name="Zied Belhocine" userId="200cc0e2b299676e" providerId="LiveId" clId="{BB122B24-ECC9-48DD-9794-D8A7A343B2BD}" dt="2026-07-21T13:20:29.425" v="4325" actId="478"/>
          <ac:picMkLst>
            <pc:docMk/>
            <pc:sldMk cId="269850918" sldId="324"/>
            <ac:picMk id="6" creationId="{7B78A994-9FB5-87EF-D1FD-DE240E11B444}"/>
          </ac:picMkLst>
        </pc:picChg>
        <pc:picChg chg="del">
          <ac:chgData name="Zied Belhocine" userId="200cc0e2b299676e" providerId="LiveId" clId="{BB122B24-ECC9-48DD-9794-D8A7A343B2BD}" dt="2026-07-21T13:20:29.023" v="4323" actId="478"/>
          <ac:picMkLst>
            <pc:docMk/>
            <pc:sldMk cId="269850918" sldId="324"/>
            <ac:picMk id="8" creationId="{A7021706-6C50-6B38-C19C-F0BEEE124951}"/>
          </ac:picMkLst>
        </pc:picChg>
      </pc:sldChg>
      <pc:sldChg chg="add del">
        <pc:chgData name="Zied Belhocine" userId="200cc0e2b299676e" providerId="LiveId" clId="{BB122B24-ECC9-48DD-9794-D8A7A343B2BD}" dt="2026-07-21T13:25:02.548" v="4590" actId="47"/>
        <pc:sldMkLst>
          <pc:docMk/>
          <pc:sldMk cId="1585372184" sldId="325"/>
        </pc:sldMkLst>
      </pc:sldChg>
      <pc:sldChg chg="modSp add mod ord">
        <pc:chgData name="Zied Belhocine" userId="200cc0e2b299676e" providerId="LiveId" clId="{BB122B24-ECC9-48DD-9794-D8A7A343B2BD}" dt="2026-07-21T13:26:56.140" v="4678"/>
        <pc:sldMkLst>
          <pc:docMk/>
          <pc:sldMk cId="3222605159" sldId="326"/>
        </pc:sldMkLst>
        <pc:spChg chg="mod">
          <ac:chgData name="Zied Belhocine" userId="200cc0e2b299676e" providerId="LiveId" clId="{BB122B24-ECC9-48DD-9794-D8A7A343B2BD}" dt="2026-07-21T13:26:56.140" v="4678"/>
          <ac:spMkLst>
            <pc:docMk/>
            <pc:sldMk cId="3222605159" sldId="326"/>
            <ac:spMk id="2" creationId="{2F650689-5612-EBC9-7DDE-FA102943789E}"/>
          </ac:spMkLst>
        </pc:spChg>
        <pc:spChg chg="mod">
          <ac:chgData name="Zied Belhocine" userId="200cc0e2b299676e" providerId="LiveId" clId="{BB122B24-ECC9-48DD-9794-D8A7A343B2BD}" dt="2026-07-21T13:25:52.547" v="4677" actId="20577"/>
          <ac:spMkLst>
            <pc:docMk/>
            <pc:sldMk cId="3222605159" sldId="326"/>
            <ac:spMk id="3" creationId="{3A5461C0-447A-C73A-C51C-BFE8704B7518}"/>
          </ac:spMkLst>
        </pc:spChg>
        <pc:picChg chg="mod">
          <ac:chgData name="Zied Belhocine" userId="200cc0e2b299676e" providerId="LiveId" clId="{BB122B24-ECC9-48DD-9794-D8A7A343B2BD}" dt="2026-07-21T13:25:05.546" v="4591" actId="14826"/>
          <ac:picMkLst>
            <pc:docMk/>
            <pc:sldMk cId="3222605159" sldId="326"/>
            <ac:picMk id="7" creationId="{13EB465F-BE9A-6F07-DF07-5CB18D74A218}"/>
          </ac:picMkLst>
        </pc:picChg>
      </pc:sldChg>
      <pc:sldChg chg="modSp add mod">
        <pc:chgData name="Zied Belhocine" userId="200cc0e2b299676e" providerId="LiveId" clId="{BB122B24-ECC9-48DD-9794-D8A7A343B2BD}" dt="2026-07-21T14:09:22.171" v="5333" actId="20577"/>
        <pc:sldMkLst>
          <pc:docMk/>
          <pc:sldMk cId="2085506998" sldId="327"/>
        </pc:sldMkLst>
        <pc:spChg chg="mod">
          <ac:chgData name="Zied Belhocine" userId="200cc0e2b299676e" providerId="LiveId" clId="{BB122B24-ECC9-48DD-9794-D8A7A343B2BD}" dt="2026-07-21T14:09:22.171" v="5333" actId="20577"/>
          <ac:spMkLst>
            <pc:docMk/>
            <pc:sldMk cId="2085506998" sldId="327"/>
            <ac:spMk id="2" creationId="{2F650689-5612-EBC9-7DDE-FA102943789E}"/>
          </ac:spMkLst>
        </pc:spChg>
      </pc:sldChg>
      <pc:sldChg chg="modSp add mod">
        <pc:chgData name="Zied Belhocine" userId="200cc0e2b299676e" providerId="LiveId" clId="{BB122B24-ECC9-48DD-9794-D8A7A343B2BD}" dt="2026-07-21T13:31:06.470" v="4691" actId="14100"/>
        <pc:sldMkLst>
          <pc:docMk/>
          <pc:sldMk cId="275594593" sldId="328"/>
        </pc:sldMkLst>
        <pc:spChg chg="mod">
          <ac:chgData name="Zied Belhocine" userId="200cc0e2b299676e" providerId="LiveId" clId="{BB122B24-ECC9-48DD-9794-D8A7A343B2BD}" dt="2026-07-21T13:31:06.470" v="4691" actId="14100"/>
          <ac:spMkLst>
            <pc:docMk/>
            <pc:sldMk cId="275594593" sldId="328"/>
            <ac:spMk id="2" creationId="{99C5A4A1-6821-AC00-100F-78EABC467FB8}"/>
          </ac:spMkLst>
        </pc:spChg>
      </pc:sldChg>
      <pc:sldChg chg="addSp delSp modSp add mod">
        <pc:chgData name="Zied Belhocine" userId="200cc0e2b299676e" providerId="LiveId" clId="{BB122B24-ECC9-48DD-9794-D8A7A343B2BD}" dt="2026-07-21T14:09:18.695" v="5331" actId="478"/>
        <pc:sldMkLst>
          <pc:docMk/>
          <pc:sldMk cId="2897477748" sldId="329"/>
        </pc:sldMkLst>
        <pc:spChg chg="mod">
          <ac:chgData name="Zied Belhocine" userId="200cc0e2b299676e" providerId="LiveId" clId="{BB122B24-ECC9-48DD-9794-D8A7A343B2BD}" dt="2026-07-21T14:09:16.917" v="5330" actId="20577"/>
          <ac:spMkLst>
            <pc:docMk/>
            <pc:sldMk cId="2897477748" sldId="329"/>
            <ac:spMk id="2" creationId="{2F650689-5612-EBC9-7DDE-FA102943789E}"/>
          </ac:spMkLst>
        </pc:spChg>
        <pc:spChg chg="mod">
          <ac:chgData name="Zied Belhocine" userId="200cc0e2b299676e" providerId="LiveId" clId="{BB122B24-ECC9-48DD-9794-D8A7A343B2BD}" dt="2026-07-21T13:40:19.166" v="4818" actId="20577"/>
          <ac:spMkLst>
            <pc:docMk/>
            <pc:sldMk cId="2897477748" sldId="329"/>
            <ac:spMk id="3" creationId="{3A5461C0-447A-C73A-C51C-BFE8704B7518}"/>
          </ac:spMkLst>
        </pc:spChg>
        <pc:spChg chg="add">
          <ac:chgData name="Zied Belhocine" userId="200cc0e2b299676e" providerId="LiveId" clId="{BB122B24-ECC9-48DD-9794-D8A7A343B2BD}" dt="2026-07-21T13:37:39.245" v="4699"/>
          <ac:spMkLst>
            <pc:docMk/>
            <pc:sldMk cId="2897477748" sldId="329"/>
            <ac:spMk id="6" creationId="{D638235B-88B9-3BA0-4E72-F1B45D76F103}"/>
          </ac:spMkLst>
        </pc:spChg>
        <pc:spChg chg="add">
          <ac:chgData name="Zied Belhocine" userId="200cc0e2b299676e" providerId="LiveId" clId="{BB122B24-ECC9-48DD-9794-D8A7A343B2BD}" dt="2026-07-21T13:37:49.883" v="4703"/>
          <ac:spMkLst>
            <pc:docMk/>
            <pc:sldMk cId="2897477748" sldId="329"/>
            <ac:spMk id="7" creationId="{C98BE710-910C-9BE6-1EA6-CADCDCAD8ABB}"/>
          </ac:spMkLst>
        </pc:spChg>
        <pc:grpChg chg="mod">
          <ac:chgData name="Zied Belhocine" userId="200cc0e2b299676e" providerId="LiveId" clId="{BB122B24-ECC9-48DD-9794-D8A7A343B2BD}" dt="2026-07-21T13:41:13.056" v="4819" actId="1076"/>
          <ac:grpSpMkLst>
            <pc:docMk/>
            <pc:sldMk cId="2897477748" sldId="329"/>
            <ac:grpSpMk id="19" creationId="{9CE0DC9D-9550-6AA7-1637-504AA18DCE4C}"/>
          </ac:grpSpMkLst>
        </pc:grpChg>
        <pc:grpChg chg="del">
          <ac:chgData name="Zied Belhocine" userId="200cc0e2b299676e" providerId="LiveId" clId="{BB122B24-ECC9-48DD-9794-D8A7A343B2BD}" dt="2026-07-21T14:09:18.695" v="5331" actId="478"/>
          <ac:grpSpMkLst>
            <pc:docMk/>
            <pc:sldMk cId="2897477748" sldId="329"/>
            <ac:grpSpMk id="51" creationId="{8488AC6B-B645-98CF-F5BE-960A2395D162}"/>
          </ac:grpSpMkLst>
        </pc:grpChg>
        <pc:picChg chg="del">
          <ac:chgData name="Zied Belhocine" userId="200cc0e2b299676e" providerId="LiveId" clId="{BB122B24-ECC9-48DD-9794-D8A7A343B2BD}" dt="2026-07-21T13:38:39.606" v="4725" actId="478"/>
          <ac:picMkLst>
            <pc:docMk/>
            <pc:sldMk cId="2897477748" sldId="329"/>
            <ac:picMk id="5" creationId="{AA0D23E6-491D-935F-485E-0CA7F1CA4AAD}"/>
          </ac:picMkLst>
        </pc:picChg>
      </pc:sldChg>
      <pc:sldChg chg="addSp delSp modSp add mod">
        <pc:chgData name="Zied Belhocine" userId="200cc0e2b299676e" providerId="LiveId" clId="{BB122B24-ECC9-48DD-9794-D8A7A343B2BD}" dt="2026-07-21T14:08:54.165" v="5326" actId="1076"/>
        <pc:sldMkLst>
          <pc:docMk/>
          <pc:sldMk cId="2040245159" sldId="330"/>
        </pc:sldMkLst>
        <pc:spChg chg="mod">
          <ac:chgData name="Zied Belhocine" userId="200cc0e2b299676e" providerId="LiveId" clId="{BB122B24-ECC9-48DD-9794-D8A7A343B2BD}" dt="2026-07-21T14:01:29.996" v="4956" actId="20577"/>
          <ac:spMkLst>
            <pc:docMk/>
            <pc:sldMk cId="2040245159" sldId="330"/>
            <ac:spMk id="2" creationId="{2F650689-5612-EBC9-7DDE-FA102943789E}"/>
          </ac:spMkLst>
        </pc:spChg>
        <pc:spChg chg="mod">
          <ac:chgData name="Zied Belhocine" userId="200cc0e2b299676e" providerId="LiveId" clId="{BB122B24-ECC9-48DD-9794-D8A7A343B2BD}" dt="2026-07-21T14:08:52.771" v="5325" actId="1076"/>
          <ac:spMkLst>
            <pc:docMk/>
            <pc:sldMk cId="2040245159" sldId="330"/>
            <ac:spMk id="3" creationId="{3A5461C0-447A-C73A-C51C-BFE8704B7518}"/>
          </ac:spMkLst>
        </pc:spChg>
        <pc:spChg chg="add del mod">
          <ac:chgData name="Zied Belhocine" userId="200cc0e2b299676e" providerId="LiveId" clId="{BB122B24-ECC9-48DD-9794-D8A7A343B2BD}" dt="2026-07-21T14:06:38.080" v="5209" actId="478"/>
          <ac:spMkLst>
            <pc:docMk/>
            <pc:sldMk cId="2040245159" sldId="330"/>
            <ac:spMk id="11" creationId="{E1A5B1E5-8C40-D2B3-3032-C0573CF1364A}"/>
          </ac:spMkLst>
        </pc:spChg>
        <pc:spChg chg="add del mod">
          <ac:chgData name="Zied Belhocine" userId="200cc0e2b299676e" providerId="LiveId" clId="{BB122B24-ECC9-48DD-9794-D8A7A343B2BD}" dt="2026-07-21T14:06:21.738" v="5206" actId="478"/>
          <ac:spMkLst>
            <pc:docMk/>
            <pc:sldMk cId="2040245159" sldId="330"/>
            <ac:spMk id="12" creationId="{26578227-FF0B-693C-087A-10706291B62F}"/>
          </ac:spMkLst>
        </pc:spChg>
        <pc:spChg chg="add mod">
          <ac:chgData name="Zied Belhocine" userId="200cc0e2b299676e" providerId="LiveId" clId="{BB122B24-ECC9-48DD-9794-D8A7A343B2BD}" dt="2026-07-21T14:08:25.380" v="5295" actId="1076"/>
          <ac:spMkLst>
            <pc:docMk/>
            <pc:sldMk cId="2040245159" sldId="330"/>
            <ac:spMk id="13" creationId="{D060CA07-321E-5C0E-CEFD-9E5BE16D40DB}"/>
          </ac:spMkLst>
        </pc:spChg>
        <pc:picChg chg="add del mod">
          <ac:chgData name="Zied Belhocine" userId="200cc0e2b299676e" providerId="LiveId" clId="{BB122B24-ECC9-48DD-9794-D8A7A343B2BD}" dt="2026-07-21T14:01:22.127" v="4931" actId="478"/>
          <ac:picMkLst>
            <pc:docMk/>
            <pc:sldMk cId="2040245159" sldId="330"/>
            <ac:picMk id="6" creationId="{370466B1-1D17-1907-3BC1-69E7383BFC44}"/>
          </ac:picMkLst>
        </pc:picChg>
        <pc:picChg chg="del">
          <ac:chgData name="Zied Belhocine" userId="200cc0e2b299676e" providerId="LiveId" clId="{BB122B24-ECC9-48DD-9794-D8A7A343B2BD}" dt="2026-07-21T13:48:42.433" v="4839" actId="478"/>
          <ac:picMkLst>
            <pc:docMk/>
            <pc:sldMk cId="2040245159" sldId="330"/>
            <ac:picMk id="7" creationId="{13EB465F-BE9A-6F07-DF07-5CB18D74A218}"/>
          </ac:picMkLst>
        </pc:picChg>
        <pc:picChg chg="add mod">
          <ac:chgData name="Zied Belhocine" userId="200cc0e2b299676e" providerId="LiveId" clId="{BB122B24-ECC9-48DD-9794-D8A7A343B2BD}" dt="2026-07-21T14:08:54.165" v="5326" actId="1076"/>
          <ac:picMkLst>
            <pc:docMk/>
            <pc:sldMk cId="2040245159" sldId="330"/>
            <ac:picMk id="9" creationId="{B98E042F-515B-5D43-CB53-C6F13AE1E2C9}"/>
          </ac:picMkLst>
        </pc:picChg>
      </pc:sldChg>
      <pc:sldChg chg="modSp add mod ord">
        <pc:chgData name="Zied Belhocine" userId="200cc0e2b299676e" providerId="LiveId" clId="{BB122B24-ECC9-48DD-9794-D8A7A343B2BD}" dt="2026-07-21T14:09:02.149" v="5328" actId="20577"/>
        <pc:sldMkLst>
          <pc:docMk/>
          <pc:sldMk cId="2613096546" sldId="331"/>
        </pc:sldMkLst>
        <pc:spChg chg="mod">
          <ac:chgData name="Zied Belhocine" userId="200cc0e2b299676e" providerId="LiveId" clId="{BB122B24-ECC9-48DD-9794-D8A7A343B2BD}" dt="2026-07-21T14:09:02.149" v="5328" actId="20577"/>
          <ac:spMkLst>
            <pc:docMk/>
            <pc:sldMk cId="2613096546" sldId="331"/>
            <ac:spMk id="2" creationId="{99C5A4A1-6821-AC00-100F-78EABC467FB8}"/>
          </ac:spMkLst>
        </pc:spChg>
      </pc:sldChg>
      <pc:sldChg chg="addSp delSp modSp add mod ord">
        <pc:chgData name="Zied Belhocine" userId="200cc0e2b299676e" providerId="LiveId" clId="{BB122B24-ECC9-48DD-9794-D8A7A343B2BD}" dt="2026-07-21T14:12:53.604" v="5700" actId="20577"/>
        <pc:sldMkLst>
          <pc:docMk/>
          <pc:sldMk cId="4155697042" sldId="332"/>
        </pc:sldMkLst>
        <pc:spChg chg="mod">
          <ac:chgData name="Zied Belhocine" userId="200cc0e2b299676e" providerId="LiveId" clId="{BB122B24-ECC9-48DD-9794-D8A7A343B2BD}" dt="2026-07-21T14:12:04.494" v="5576" actId="20577"/>
          <ac:spMkLst>
            <pc:docMk/>
            <pc:sldMk cId="4155697042" sldId="332"/>
            <ac:spMk id="2" creationId="{2F650689-5612-EBC9-7DDE-FA102943789E}"/>
          </ac:spMkLst>
        </pc:spChg>
        <pc:spChg chg="mod">
          <ac:chgData name="Zied Belhocine" userId="200cc0e2b299676e" providerId="LiveId" clId="{BB122B24-ECC9-48DD-9794-D8A7A343B2BD}" dt="2026-07-21T14:12:53.604" v="5700" actId="20577"/>
          <ac:spMkLst>
            <pc:docMk/>
            <pc:sldMk cId="4155697042" sldId="332"/>
            <ac:spMk id="3" creationId="{3A5461C0-447A-C73A-C51C-BFE8704B7518}"/>
          </ac:spMkLst>
        </pc:spChg>
        <pc:spChg chg="add mod">
          <ac:chgData name="Zied Belhocine" userId="200cc0e2b299676e" providerId="LiveId" clId="{BB122B24-ECC9-48DD-9794-D8A7A343B2BD}" dt="2026-07-21T14:10:54.561" v="5413" actId="207"/>
          <ac:spMkLst>
            <pc:docMk/>
            <pc:sldMk cId="4155697042" sldId="332"/>
            <ac:spMk id="8" creationId="{ED618A39-E023-7C55-4004-03DFD9AE8401}"/>
          </ac:spMkLst>
        </pc:spChg>
        <pc:picChg chg="add mod">
          <ac:chgData name="Zied Belhocine" userId="200cc0e2b299676e" providerId="LiveId" clId="{BB122B24-ECC9-48DD-9794-D8A7A343B2BD}" dt="2026-07-21T14:10:18.393" v="5340" actId="1076"/>
          <ac:picMkLst>
            <pc:docMk/>
            <pc:sldMk cId="4155697042" sldId="332"/>
            <ac:picMk id="6" creationId="{448604BD-3EB0-67D0-5263-EEA1DB08BAD2}"/>
          </ac:picMkLst>
        </pc:picChg>
        <pc:picChg chg="del">
          <ac:chgData name="Zied Belhocine" userId="200cc0e2b299676e" providerId="LiveId" clId="{BB122B24-ECC9-48DD-9794-D8A7A343B2BD}" dt="2026-07-21T14:10:05.044" v="5334" actId="478"/>
          <ac:picMkLst>
            <pc:docMk/>
            <pc:sldMk cId="4155697042" sldId="332"/>
            <ac:picMk id="7" creationId="{13EB465F-BE9A-6F07-DF07-5CB18D74A218}"/>
          </ac:picMkLst>
        </pc:picChg>
      </pc:sldChg>
      <pc:sldChg chg="addSp delSp modSp add mod">
        <pc:chgData name="Zied Belhocine" userId="200cc0e2b299676e" providerId="LiveId" clId="{BB122B24-ECC9-48DD-9794-D8A7A343B2BD}" dt="2026-07-21T14:16:51.351" v="5957" actId="20577"/>
        <pc:sldMkLst>
          <pc:docMk/>
          <pc:sldMk cId="3622410835" sldId="333"/>
        </pc:sldMkLst>
        <pc:spChg chg="mod">
          <ac:chgData name="Zied Belhocine" userId="200cc0e2b299676e" providerId="LiveId" clId="{BB122B24-ECC9-48DD-9794-D8A7A343B2BD}" dt="2026-07-21T14:13:30.489" v="5758" actId="14100"/>
          <ac:spMkLst>
            <pc:docMk/>
            <pc:sldMk cId="3622410835" sldId="333"/>
            <ac:spMk id="2" creationId="{2F650689-5612-EBC9-7DDE-FA102943789E}"/>
          </ac:spMkLst>
        </pc:spChg>
        <pc:spChg chg="mod">
          <ac:chgData name="Zied Belhocine" userId="200cc0e2b299676e" providerId="LiveId" clId="{BB122B24-ECC9-48DD-9794-D8A7A343B2BD}" dt="2026-07-21T14:16:51.351" v="5957" actId="20577"/>
          <ac:spMkLst>
            <pc:docMk/>
            <pc:sldMk cId="3622410835" sldId="333"/>
            <ac:spMk id="3" creationId="{3A5461C0-447A-C73A-C51C-BFE8704B7518}"/>
          </ac:spMkLst>
        </pc:spChg>
        <pc:spChg chg="del">
          <ac:chgData name="Zied Belhocine" userId="200cc0e2b299676e" providerId="LiveId" clId="{BB122B24-ECC9-48DD-9794-D8A7A343B2BD}" dt="2026-07-21T14:13:33.111" v="5760" actId="478"/>
          <ac:spMkLst>
            <pc:docMk/>
            <pc:sldMk cId="3622410835" sldId="333"/>
            <ac:spMk id="8" creationId="{ED618A39-E023-7C55-4004-03DFD9AE8401}"/>
          </ac:spMkLst>
        </pc:spChg>
        <pc:picChg chg="del">
          <ac:chgData name="Zied Belhocine" userId="200cc0e2b299676e" providerId="LiveId" clId="{BB122B24-ECC9-48DD-9794-D8A7A343B2BD}" dt="2026-07-21T14:13:32.593" v="5759" actId="478"/>
          <ac:picMkLst>
            <pc:docMk/>
            <pc:sldMk cId="3622410835" sldId="333"/>
            <ac:picMk id="6" creationId="{448604BD-3EB0-67D0-5263-EEA1DB08BAD2}"/>
          </ac:picMkLst>
        </pc:picChg>
        <pc:picChg chg="add mod">
          <ac:chgData name="Zied Belhocine" userId="200cc0e2b299676e" providerId="LiveId" clId="{BB122B24-ECC9-48DD-9794-D8A7A343B2BD}" dt="2026-07-21T14:15:04.117" v="5763" actId="1076"/>
          <ac:picMkLst>
            <pc:docMk/>
            <pc:sldMk cId="3622410835" sldId="333"/>
            <ac:picMk id="7" creationId="{8546145A-36C6-AF4E-5CFF-06BCCD6926F4}"/>
          </ac:picMkLst>
        </pc:picChg>
      </pc:sldChg>
      <pc:sldMasterChg chg="delSldLayout">
        <pc:chgData name="Zied Belhocine" userId="200cc0e2b299676e" providerId="LiveId" clId="{BB122B24-ECC9-48DD-9794-D8A7A343B2BD}" dt="2026-07-21T13:58:48.106" v="4851" actId="47"/>
        <pc:sldMasterMkLst>
          <pc:docMk/>
          <pc:sldMasterMk cId="0" sldId="2147483672"/>
        </pc:sldMasterMkLst>
        <pc:sldLayoutChg chg="del">
          <pc:chgData name="Zied Belhocine" userId="200cc0e2b299676e" providerId="LiveId" clId="{BB122B24-ECC9-48DD-9794-D8A7A343B2BD}" dt="2026-07-21T13:58:40.146" v="4844" actId="47"/>
          <pc:sldLayoutMkLst>
            <pc:docMk/>
            <pc:sldMasterMk cId="0" sldId="2147483672"/>
            <pc:sldLayoutMk cId="0" sldId="2147483651"/>
          </pc:sldLayoutMkLst>
        </pc:sldLayoutChg>
        <pc:sldLayoutChg chg="del">
          <pc:chgData name="Zied Belhocine" userId="200cc0e2b299676e" providerId="LiveId" clId="{BB122B24-ECC9-48DD-9794-D8A7A343B2BD}" dt="2026-07-20T13:51:24.372" v="505" actId="47"/>
          <pc:sldLayoutMkLst>
            <pc:docMk/>
            <pc:sldMasterMk cId="0" sldId="2147483672"/>
            <pc:sldLayoutMk cId="0" sldId="2147483652"/>
          </pc:sldLayoutMkLst>
        </pc:sldLayoutChg>
        <pc:sldLayoutChg chg="del">
          <pc:chgData name="Zied Belhocine" userId="200cc0e2b299676e" providerId="LiveId" clId="{BB122B24-ECC9-48DD-9794-D8A7A343B2BD}" dt="2026-07-21T13:58:48.106" v="4851" actId="47"/>
          <pc:sldLayoutMkLst>
            <pc:docMk/>
            <pc:sldMasterMk cId="0" sldId="2147483672"/>
            <pc:sldLayoutMk cId="0" sldId="2147483660"/>
          </pc:sldLayoutMkLst>
        </pc:sldLayoutChg>
        <pc:sldLayoutChg chg="del">
          <pc:chgData name="Zied Belhocine" userId="200cc0e2b299676e" providerId="LiveId" clId="{BB122B24-ECC9-48DD-9794-D8A7A343B2BD}" dt="2026-07-21T13:58:44.222" v="4847" actId="47"/>
          <pc:sldLayoutMkLst>
            <pc:docMk/>
            <pc:sldMasterMk cId="0" sldId="2147483672"/>
            <pc:sldLayoutMk cId="0" sldId="2147483661"/>
          </pc:sldLayoutMkLst>
        </pc:sldLayoutChg>
        <pc:sldLayoutChg chg="del">
          <pc:chgData name="Zied Belhocine" userId="200cc0e2b299676e" providerId="LiveId" clId="{BB122B24-ECC9-48DD-9794-D8A7A343B2BD}" dt="2026-07-21T13:58:45.114" v="4848" actId="47"/>
          <pc:sldLayoutMkLst>
            <pc:docMk/>
            <pc:sldMasterMk cId="0" sldId="2147483672"/>
            <pc:sldLayoutMk cId="0" sldId="2147483662"/>
          </pc:sldLayoutMkLst>
        </pc:sldLayoutChg>
        <pc:sldLayoutChg chg="del">
          <pc:chgData name="Zied Belhocine" userId="200cc0e2b299676e" providerId="LiveId" clId="{BB122B24-ECC9-48DD-9794-D8A7A343B2BD}" dt="2026-07-21T13:58:47.577" v="4850" actId="47"/>
          <pc:sldLayoutMkLst>
            <pc:docMk/>
            <pc:sldMasterMk cId="0" sldId="2147483672"/>
            <pc:sldLayoutMk cId="0" sldId="2147483663"/>
          </pc:sldLayoutMkLst>
        </pc:sldLayoutChg>
        <pc:sldLayoutChg chg="del">
          <pc:chgData name="Zied Belhocine" userId="200cc0e2b299676e" providerId="LiveId" clId="{BB122B24-ECC9-48DD-9794-D8A7A343B2BD}" dt="2026-07-20T14:01:45.860" v="750" actId="47"/>
          <pc:sldLayoutMkLst>
            <pc:docMk/>
            <pc:sldMasterMk cId="0" sldId="2147483672"/>
            <pc:sldLayoutMk cId="0" sldId="2147483665"/>
          </pc:sldLayoutMkLst>
        </pc:sldLayoutChg>
        <pc:sldLayoutChg chg="del">
          <pc:chgData name="Zied Belhocine" userId="200cc0e2b299676e" providerId="LiveId" clId="{BB122B24-ECC9-48DD-9794-D8A7A343B2BD}" dt="2026-07-21T13:58:41.199" v="4845" actId="47"/>
          <pc:sldLayoutMkLst>
            <pc:docMk/>
            <pc:sldMasterMk cId="0" sldId="2147483672"/>
            <pc:sldLayoutMk cId="0" sldId="2147483667"/>
          </pc:sldLayoutMkLst>
        </pc:sldLayoutChg>
        <pc:sldLayoutChg chg="del">
          <pc:chgData name="Zied Belhocine" userId="200cc0e2b299676e" providerId="LiveId" clId="{BB122B24-ECC9-48DD-9794-D8A7A343B2BD}" dt="2026-07-20T14:01:59.372" v="754" actId="47"/>
          <pc:sldLayoutMkLst>
            <pc:docMk/>
            <pc:sldMasterMk cId="0" sldId="2147483672"/>
            <pc:sldLayoutMk cId="2547829938" sldId="2147483674"/>
          </pc:sldLayoutMkLst>
        </pc:sldLayoutChg>
      </pc:sldMasterChg>
      <pc:sldMasterChg chg="del delSldLayout">
        <pc:chgData name="Zied Belhocine" userId="200cc0e2b299676e" providerId="LiveId" clId="{BB122B24-ECC9-48DD-9794-D8A7A343B2BD}" dt="2026-07-21T13:58:54.448" v="4870" actId="47"/>
        <pc:sldMasterMkLst>
          <pc:docMk/>
          <pc:sldMasterMk cId="0" sldId="2147483673"/>
        </pc:sldMasterMkLst>
        <pc:sldLayoutChg chg="del">
          <pc:chgData name="Zied Belhocine" userId="200cc0e2b299676e" providerId="LiveId" clId="{BB122B24-ECC9-48DD-9794-D8A7A343B2BD}" dt="2026-07-21T13:58:54.448" v="4870" actId="47"/>
          <pc:sldLayoutMkLst>
            <pc:docMk/>
            <pc:sldMasterMk cId="0" sldId="2147483673"/>
            <pc:sldLayoutMk cId="0" sldId="2147483670"/>
          </pc:sldLayoutMkLst>
        </pc:sldLayoutChg>
        <pc:sldLayoutChg chg="del">
          <pc:chgData name="Zied Belhocine" userId="200cc0e2b299676e" providerId="LiveId" clId="{BB122B24-ECC9-48DD-9794-D8A7A343B2BD}" dt="2026-07-21T13:58:51.618" v="4863" actId="47"/>
          <pc:sldLayoutMkLst>
            <pc:docMk/>
            <pc:sldMasterMk cId="0" sldId="2147483673"/>
            <pc:sldLayoutMk cId="0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12ee790b234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12ee790b234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12ee790b234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12ee790b234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6482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12ee790b2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12ee790b2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2ee790b234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2ee790b234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1270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2ee790b234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2ee790b234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54249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2ee790b234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2ee790b234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01556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2ee790b234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2ee790b234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78720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2ee790b234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2ee790b234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16445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2ee790b234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2ee790b234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71317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2ee790b234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2ee790b234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22273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2ee790b234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2ee790b234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42850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12ee790b234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12ee790b234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g12ee790b234_0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7" name="Google Shape;1257;g12ee790b234_0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267025" y="1108775"/>
            <a:ext cx="6609900" cy="175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447800" y="3135450"/>
            <a:ext cx="6268800" cy="7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Aft>
                <a:spcPts val="0"/>
              </a:spcAft>
              <a:buNone/>
              <a:defRPr/>
            </a:lvl1pPr>
            <a:lvl2pPr lvl="1" rtl="0">
              <a:spcAft>
                <a:spcPts val="0"/>
              </a:spcAft>
              <a:buNone/>
              <a:defRPr/>
            </a:lvl2pPr>
            <a:lvl3pPr lvl="2" rtl="0">
              <a:spcAft>
                <a:spcPts val="0"/>
              </a:spcAft>
              <a:buNone/>
              <a:defRPr/>
            </a:lvl3pPr>
            <a:lvl4pPr lvl="3" rtl="0">
              <a:spcAft>
                <a:spcPts val="0"/>
              </a:spcAft>
              <a:buNone/>
              <a:defRPr/>
            </a:lvl4pPr>
            <a:lvl5pPr lvl="4" rtl="0">
              <a:spcAft>
                <a:spcPts val="0"/>
              </a:spcAft>
              <a:buNone/>
              <a:defRPr/>
            </a:lvl5pPr>
            <a:lvl6pPr lvl="5" rtl="0">
              <a:spcAft>
                <a:spcPts val="0"/>
              </a:spcAft>
              <a:buNone/>
              <a:defRPr/>
            </a:lvl6pPr>
            <a:lvl7pPr lvl="6" rtl="0">
              <a:spcAft>
                <a:spcPts val="0"/>
              </a:spcAft>
              <a:buNone/>
              <a:defRPr/>
            </a:lvl7pPr>
            <a:lvl8pPr lvl="7" rtl="0">
              <a:spcAft>
                <a:spcPts val="0"/>
              </a:spcAft>
              <a:buNone/>
              <a:defRPr/>
            </a:lvl8pPr>
            <a:lvl9pPr lvl="8" rtl="0">
              <a:spcAft>
                <a:spcPts val="0"/>
              </a:spcAft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12" name="Google Shape;12;p2"/>
          <p:cNvSpPr/>
          <p:nvPr/>
        </p:nvSpPr>
        <p:spPr>
          <a:xfrm flipH="1">
            <a:off x="6936600" y="1413950"/>
            <a:ext cx="2207400" cy="37287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10800000">
            <a:off x="25" y="0"/>
            <a:ext cx="1444675" cy="4077925"/>
          </a:xfrm>
          <a:prstGeom prst="flowChartManualInpu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1924800" y="2171625"/>
            <a:ext cx="5294400" cy="146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2996550" y="846766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990725" y="3574125"/>
            <a:ext cx="5060400" cy="10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Aft>
                <a:spcPts val="0"/>
              </a:spcAft>
              <a:buNone/>
              <a:defRPr/>
            </a:lvl1pPr>
            <a:lvl2pPr lvl="1" rtl="0">
              <a:spcAft>
                <a:spcPts val="0"/>
              </a:spcAft>
              <a:buNone/>
              <a:defRPr/>
            </a:lvl2pPr>
            <a:lvl3pPr lvl="2" rtl="0">
              <a:spcAft>
                <a:spcPts val="0"/>
              </a:spcAft>
              <a:buNone/>
              <a:defRPr/>
            </a:lvl3pPr>
            <a:lvl4pPr lvl="3" rtl="0">
              <a:spcAft>
                <a:spcPts val="0"/>
              </a:spcAft>
              <a:buNone/>
              <a:defRPr/>
            </a:lvl4pPr>
            <a:lvl5pPr lvl="4" rtl="0">
              <a:spcAft>
                <a:spcPts val="0"/>
              </a:spcAft>
              <a:buNone/>
              <a:defRPr/>
            </a:lvl5pPr>
            <a:lvl6pPr lvl="5" rtl="0">
              <a:spcAft>
                <a:spcPts val="0"/>
              </a:spcAft>
              <a:buNone/>
              <a:defRPr/>
            </a:lvl6pPr>
            <a:lvl7pPr lvl="6" rtl="0">
              <a:spcAft>
                <a:spcPts val="0"/>
              </a:spcAft>
              <a:buNone/>
              <a:defRPr/>
            </a:lvl7pPr>
            <a:lvl8pPr lvl="7" rtl="0">
              <a:spcAft>
                <a:spcPts val="0"/>
              </a:spcAft>
              <a:buNone/>
              <a:defRPr/>
            </a:lvl8pPr>
            <a:lvl9pPr lvl="8" rtl="0">
              <a:spcAft>
                <a:spcPts val="0"/>
              </a:spcAft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 flipH="1">
            <a:off x="0" y="0"/>
            <a:ext cx="2223300" cy="37287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7274675" y="1065575"/>
            <a:ext cx="1869325" cy="4077925"/>
          </a:xfrm>
          <a:prstGeom prst="flowChartManualInpu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720000" y="58623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Aft>
                <a:spcPts val="0"/>
              </a:spcAft>
              <a:buNone/>
              <a:defRPr>
                <a:solidFill>
                  <a:srgbClr val="434343"/>
                </a:solidFill>
                <a:latin typeface="Josefin Slab SemiBold"/>
                <a:ea typeface="Josefin Slab SemiBold"/>
                <a:cs typeface="Josefin Slab SemiBold"/>
                <a:sym typeface="Josefin Slab SemiBold"/>
              </a:defRPr>
            </a:lvl1pPr>
            <a:lvl2pPr lvl="1" rtl="0">
              <a:spcAft>
                <a:spcPts val="0"/>
              </a:spcAft>
              <a:buNone/>
              <a:defRPr>
                <a:solidFill>
                  <a:srgbClr val="434343"/>
                </a:solidFill>
                <a:latin typeface="Josefin Slab SemiBold"/>
                <a:ea typeface="Josefin Slab SemiBold"/>
                <a:cs typeface="Josefin Slab SemiBold"/>
                <a:sym typeface="Josefin Slab SemiBold"/>
              </a:defRPr>
            </a:lvl2pPr>
            <a:lvl3pPr lvl="2" rtl="0">
              <a:spcAft>
                <a:spcPts val="0"/>
              </a:spcAft>
              <a:buNone/>
              <a:defRPr>
                <a:solidFill>
                  <a:srgbClr val="434343"/>
                </a:solidFill>
                <a:latin typeface="Josefin Slab SemiBold"/>
                <a:ea typeface="Josefin Slab SemiBold"/>
                <a:cs typeface="Josefin Slab SemiBold"/>
                <a:sym typeface="Josefin Slab SemiBold"/>
              </a:defRPr>
            </a:lvl3pPr>
            <a:lvl4pPr lvl="3" rtl="0">
              <a:spcAft>
                <a:spcPts val="0"/>
              </a:spcAft>
              <a:buNone/>
              <a:defRPr>
                <a:solidFill>
                  <a:srgbClr val="434343"/>
                </a:solidFill>
                <a:latin typeface="Josefin Slab SemiBold"/>
                <a:ea typeface="Josefin Slab SemiBold"/>
                <a:cs typeface="Josefin Slab SemiBold"/>
                <a:sym typeface="Josefin Slab SemiBold"/>
              </a:defRPr>
            </a:lvl4pPr>
            <a:lvl5pPr lvl="4" rtl="0">
              <a:spcAft>
                <a:spcPts val="0"/>
              </a:spcAft>
              <a:buNone/>
              <a:defRPr>
                <a:solidFill>
                  <a:srgbClr val="434343"/>
                </a:solidFill>
                <a:latin typeface="Josefin Slab SemiBold"/>
                <a:ea typeface="Josefin Slab SemiBold"/>
                <a:cs typeface="Josefin Slab SemiBold"/>
                <a:sym typeface="Josefin Slab SemiBold"/>
              </a:defRPr>
            </a:lvl5pPr>
            <a:lvl6pPr lvl="5" rtl="0">
              <a:spcAft>
                <a:spcPts val="0"/>
              </a:spcAft>
              <a:buNone/>
              <a:defRPr>
                <a:solidFill>
                  <a:srgbClr val="434343"/>
                </a:solidFill>
                <a:latin typeface="Josefin Slab SemiBold"/>
                <a:ea typeface="Josefin Slab SemiBold"/>
                <a:cs typeface="Josefin Slab SemiBold"/>
                <a:sym typeface="Josefin Slab SemiBold"/>
              </a:defRPr>
            </a:lvl6pPr>
            <a:lvl7pPr lvl="6" rtl="0">
              <a:spcAft>
                <a:spcPts val="0"/>
              </a:spcAft>
              <a:buNone/>
              <a:defRPr>
                <a:solidFill>
                  <a:srgbClr val="434343"/>
                </a:solidFill>
                <a:latin typeface="Josefin Slab SemiBold"/>
                <a:ea typeface="Josefin Slab SemiBold"/>
                <a:cs typeface="Josefin Slab SemiBold"/>
                <a:sym typeface="Josefin Slab SemiBold"/>
              </a:defRPr>
            </a:lvl7pPr>
            <a:lvl8pPr lvl="7" rtl="0">
              <a:spcAft>
                <a:spcPts val="0"/>
              </a:spcAft>
              <a:buNone/>
              <a:defRPr>
                <a:solidFill>
                  <a:srgbClr val="434343"/>
                </a:solidFill>
                <a:latin typeface="Josefin Slab SemiBold"/>
                <a:ea typeface="Josefin Slab SemiBold"/>
                <a:cs typeface="Josefin Slab SemiBold"/>
                <a:sym typeface="Josefin Slab SemiBold"/>
              </a:defRPr>
            </a:lvl8pPr>
            <a:lvl9pPr lvl="8" rtl="0">
              <a:spcAft>
                <a:spcPts val="0"/>
              </a:spcAft>
              <a:buNone/>
              <a:defRPr>
                <a:solidFill>
                  <a:srgbClr val="434343"/>
                </a:solidFill>
                <a:latin typeface="Josefin Slab SemiBold"/>
                <a:ea typeface="Josefin Slab SemiBold"/>
                <a:cs typeface="Josefin Slab SemiBold"/>
                <a:sym typeface="Josefin Slab SemiBol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4435550" y="1067850"/>
            <a:ext cx="3792600" cy="107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4434250" y="2255751"/>
            <a:ext cx="3915000" cy="21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/>
          <p:nvPr/>
        </p:nvSpPr>
        <p:spPr>
          <a:xfrm rot="10800000">
            <a:off x="6936600" y="0"/>
            <a:ext cx="2207400" cy="37287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Aft>
                <a:spcPts val="0"/>
              </a:spcAft>
              <a:buNone/>
              <a:defRPr/>
            </a:lvl1pPr>
            <a:lvl2pPr lvl="1" rtl="0">
              <a:spcAft>
                <a:spcPts val="0"/>
              </a:spcAft>
              <a:buNone/>
              <a:defRPr/>
            </a:lvl2pPr>
            <a:lvl3pPr lvl="2" rtl="0">
              <a:spcAft>
                <a:spcPts val="0"/>
              </a:spcAft>
              <a:buNone/>
              <a:defRPr/>
            </a:lvl3pPr>
            <a:lvl4pPr lvl="3" rtl="0">
              <a:spcAft>
                <a:spcPts val="0"/>
              </a:spcAft>
              <a:buNone/>
              <a:defRPr/>
            </a:lvl4pPr>
            <a:lvl5pPr lvl="4" rtl="0">
              <a:spcAft>
                <a:spcPts val="0"/>
              </a:spcAft>
              <a:buNone/>
              <a:defRPr/>
            </a:lvl5pPr>
            <a:lvl6pPr lvl="5" rtl="0">
              <a:spcAft>
                <a:spcPts val="0"/>
              </a:spcAft>
              <a:buNone/>
              <a:defRPr/>
            </a:lvl6pPr>
            <a:lvl7pPr lvl="6" rtl="0">
              <a:spcAft>
                <a:spcPts val="0"/>
              </a:spcAft>
              <a:buNone/>
              <a:defRPr/>
            </a:lvl7pPr>
            <a:lvl8pPr lvl="7" rtl="0">
              <a:spcAft>
                <a:spcPts val="0"/>
              </a:spcAft>
              <a:buNone/>
              <a:defRPr/>
            </a:lvl8pPr>
            <a:lvl9pPr lvl="8" rtl="0">
              <a:spcAft>
                <a:spcPts val="0"/>
              </a:spcAft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Aft>
                <a:spcPts val="0"/>
              </a:spcAft>
              <a:buNone/>
              <a:defRPr/>
            </a:lvl1pPr>
            <a:lvl2pPr lvl="1" rtl="0">
              <a:spcAft>
                <a:spcPts val="0"/>
              </a:spcAft>
              <a:buNone/>
              <a:defRPr/>
            </a:lvl2pPr>
            <a:lvl3pPr lvl="2" rtl="0">
              <a:spcAft>
                <a:spcPts val="0"/>
              </a:spcAft>
              <a:buNone/>
              <a:defRPr/>
            </a:lvl3pPr>
            <a:lvl4pPr lvl="3" rtl="0">
              <a:spcAft>
                <a:spcPts val="0"/>
              </a:spcAft>
              <a:buNone/>
              <a:defRPr/>
            </a:lvl4pPr>
            <a:lvl5pPr lvl="4" rtl="0">
              <a:spcAft>
                <a:spcPts val="0"/>
              </a:spcAft>
              <a:buNone/>
              <a:defRPr/>
            </a:lvl5pPr>
            <a:lvl6pPr lvl="5" rtl="0">
              <a:spcAft>
                <a:spcPts val="0"/>
              </a:spcAft>
              <a:buNone/>
              <a:defRPr/>
            </a:lvl6pPr>
            <a:lvl7pPr lvl="6" rtl="0">
              <a:spcAft>
                <a:spcPts val="0"/>
              </a:spcAft>
              <a:buNone/>
              <a:defRPr/>
            </a:lvl7pPr>
            <a:lvl8pPr lvl="7" rtl="0">
              <a:spcAft>
                <a:spcPts val="0"/>
              </a:spcAft>
              <a:buNone/>
              <a:defRPr/>
            </a:lvl8pPr>
            <a:lvl9pPr lvl="8" rtl="0">
              <a:spcAft>
                <a:spcPts val="0"/>
              </a:spcAft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912950" y="921300"/>
            <a:ext cx="3789900" cy="20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912962" y="2967232"/>
            <a:ext cx="3122400" cy="133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/>
          <p:nvPr/>
        </p:nvSpPr>
        <p:spPr>
          <a:xfrm rot="10800000">
            <a:off x="25" y="0"/>
            <a:ext cx="1444675" cy="4047175"/>
          </a:xfrm>
          <a:prstGeom prst="flowChartManualInpu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9"/>
          <p:cNvSpPr/>
          <p:nvPr/>
        </p:nvSpPr>
        <p:spPr>
          <a:xfrm flipH="1">
            <a:off x="6916200" y="1413950"/>
            <a:ext cx="2227800" cy="37287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Aft>
                <a:spcPts val="0"/>
              </a:spcAft>
              <a:buNone/>
              <a:defRPr/>
            </a:lvl1pPr>
            <a:lvl2pPr lvl="1" rtl="0">
              <a:spcAft>
                <a:spcPts val="0"/>
              </a:spcAft>
              <a:buNone/>
              <a:defRPr/>
            </a:lvl2pPr>
            <a:lvl3pPr lvl="2" rtl="0">
              <a:spcAft>
                <a:spcPts val="0"/>
              </a:spcAft>
              <a:buNone/>
              <a:defRPr/>
            </a:lvl3pPr>
            <a:lvl4pPr lvl="3" rtl="0">
              <a:spcAft>
                <a:spcPts val="0"/>
              </a:spcAft>
              <a:buNone/>
              <a:defRPr/>
            </a:lvl4pPr>
            <a:lvl5pPr lvl="4" rtl="0">
              <a:spcAft>
                <a:spcPts val="0"/>
              </a:spcAft>
              <a:buNone/>
              <a:defRPr/>
            </a:lvl5pPr>
            <a:lvl6pPr lvl="5" rtl="0">
              <a:spcAft>
                <a:spcPts val="0"/>
              </a:spcAft>
              <a:buNone/>
              <a:defRPr/>
            </a:lvl6pPr>
            <a:lvl7pPr lvl="6" rtl="0">
              <a:spcAft>
                <a:spcPts val="0"/>
              </a:spcAft>
              <a:buNone/>
              <a:defRPr/>
            </a:lvl7pPr>
            <a:lvl8pPr lvl="7" rtl="0">
              <a:spcAft>
                <a:spcPts val="0"/>
              </a:spcAft>
              <a:buNone/>
              <a:defRPr/>
            </a:lvl8pPr>
            <a:lvl9pPr lvl="8" rtl="0">
              <a:spcAft>
                <a:spcPts val="0"/>
              </a:spcAft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Aft>
                <a:spcPts val="0"/>
              </a:spcAft>
              <a:buNone/>
              <a:defRPr/>
            </a:lvl1pPr>
            <a:lvl2pPr lvl="1" rtl="0">
              <a:spcAft>
                <a:spcPts val="0"/>
              </a:spcAft>
              <a:buNone/>
              <a:defRPr/>
            </a:lvl2pPr>
            <a:lvl3pPr lvl="2" rtl="0">
              <a:spcAft>
                <a:spcPts val="0"/>
              </a:spcAft>
              <a:buNone/>
              <a:defRPr/>
            </a:lvl3pPr>
            <a:lvl4pPr lvl="3" rtl="0">
              <a:spcAft>
                <a:spcPts val="0"/>
              </a:spcAft>
              <a:buNone/>
              <a:defRPr/>
            </a:lvl4pPr>
            <a:lvl5pPr lvl="4" rtl="0">
              <a:spcAft>
                <a:spcPts val="0"/>
              </a:spcAft>
              <a:buNone/>
              <a:defRPr/>
            </a:lvl5pPr>
            <a:lvl6pPr lvl="5" rtl="0">
              <a:spcAft>
                <a:spcPts val="0"/>
              </a:spcAft>
              <a:buNone/>
              <a:defRPr/>
            </a:lvl6pPr>
            <a:lvl7pPr lvl="6" rtl="0">
              <a:spcAft>
                <a:spcPts val="0"/>
              </a:spcAft>
              <a:buNone/>
              <a:defRPr/>
            </a:lvl7pPr>
            <a:lvl8pPr lvl="7" rtl="0">
              <a:spcAft>
                <a:spcPts val="0"/>
              </a:spcAft>
              <a:buNone/>
              <a:defRPr/>
            </a:lvl8pPr>
            <a:lvl9pPr lvl="8" rtl="0">
              <a:spcAft>
                <a:spcPts val="0"/>
              </a:spcAft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title" hasCustomPrompt="1"/>
          </p:nvPr>
        </p:nvSpPr>
        <p:spPr>
          <a:xfrm>
            <a:off x="796513" y="1558750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1888675" y="2110400"/>
            <a:ext cx="21585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2" hasCustomPrompt="1"/>
          </p:nvPr>
        </p:nvSpPr>
        <p:spPr>
          <a:xfrm>
            <a:off x="4562895" y="1567706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3"/>
          </p:nvPr>
        </p:nvSpPr>
        <p:spPr>
          <a:xfrm>
            <a:off x="5644774" y="2110405"/>
            <a:ext cx="2143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4" hasCustomPrompt="1"/>
          </p:nvPr>
        </p:nvSpPr>
        <p:spPr>
          <a:xfrm>
            <a:off x="6087600" y="1149600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5"/>
          </p:nvPr>
        </p:nvSpPr>
        <p:spPr>
          <a:xfrm>
            <a:off x="6087600" y="2382311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6" hasCustomPrompt="1"/>
          </p:nvPr>
        </p:nvSpPr>
        <p:spPr>
          <a:xfrm>
            <a:off x="781789" y="3027336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7"/>
          </p:nvPr>
        </p:nvSpPr>
        <p:spPr>
          <a:xfrm>
            <a:off x="1882901" y="3560613"/>
            <a:ext cx="21585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8" hasCustomPrompt="1"/>
          </p:nvPr>
        </p:nvSpPr>
        <p:spPr>
          <a:xfrm>
            <a:off x="4562895" y="3043350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9"/>
          </p:nvPr>
        </p:nvSpPr>
        <p:spPr>
          <a:xfrm>
            <a:off x="5660818" y="3560613"/>
            <a:ext cx="2143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13" hasCustomPrompt="1"/>
          </p:nvPr>
        </p:nvSpPr>
        <p:spPr>
          <a:xfrm>
            <a:off x="6087600" y="2939000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14"/>
          </p:nvPr>
        </p:nvSpPr>
        <p:spPr>
          <a:xfrm>
            <a:off x="6087600" y="4193028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Aft>
                <a:spcPts val="0"/>
              </a:spcAft>
              <a:buNone/>
              <a:defRPr/>
            </a:lvl1pPr>
            <a:lvl2pPr lvl="1" rtl="0">
              <a:spcAft>
                <a:spcPts val="0"/>
              </a:spcAft>
              <a:buNone/>
              <a:defRPr/>
            </a:lvl2pPr>
            <a:lvl3pPr lvl="2" rtl="0">
              <a:spcAft>
                <a:spcPts val="0"/>
              </a:spcAft>
              <a:buNone/>
              <a:defRPr/>
            </a:lvl3pPr>
            <a:lvl4pPr lvl="3" rtl="0">
              <a:spcAft>
                <a:spcPts val="0"/>
              </a:spcAft>
              <a:buNone/>
              <a:defRPr/>
            </a:lvl4pPr>
            <a:lvl5pPr lvl="4" rtl="0">
              <a:spcAft>
                <a:spcPts val="0"/>
              </a:spcAft>
              <a:buNone/>
              <a:defRPr/>
            </a:lvl5pPr>
            <a:lvl6pPr lvl="5" rtl="0">
              <a:spcAft>
                <a:spcPts val="0"/>
              </a:spcAft>
              <a:buNone/>
              <a:defRPr/>
            </a:lvl6pPr>
            <a:lvl7pPr lvl="6" rtl="0">
              <a:spcAft>
                <a:spcPts val="0"/>
              </a:spcAft>
              <a:buNone/>
              <a:defRPr/>
            </a:lvl7pPr>
            <a:lvl8pPr lvl="7" rtl="0">
              <a:spcAft>
                <a:spcPts val="0"/>
              </a:spcAft>
              <a:buNone/>
              <a:defRPr/>
            </a:lvl8pPr>
            <a:lvl9pPr lvl="8" rtl="0">
              <a:spcAft>
                <a:spcPts val="0"/>
              </a:spcAft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title" idx="15"/>
          </p:nvPr>
        </p:nvSpPr>
        <p:spPr>
          <a:xfrm>
            <a:off x="720000" y="58717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6"/>
          </p:nvPr>
        </p:nvSpPr>
        <p:spPr>
          <a:xfrm>
            <a:off x="1873529" y="1655442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5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17"/>
          </p:nvPr>
        </p:nvSpPr>
        <p:spPr>
          <a:xfrm>
            <a:off x="5656347" y="1645196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5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8"/>
          </p:nvPr>
        </p:nvSpPr>
        <p:spPr>
          <a:xfrm>
            <a:off x="6092500" y="1671350"/>
            <a:ext cx="23364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19"/>
          </p:nvPr>
        </p:nvSpPr>
        <p:spPr>
          <a:xfrm>
            <a:off x="1878007" y="3111355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5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20"/>
          </p:nvPr>
        </p:nvSpPr>
        <p:spPr>
          <a:xfrm>
            <a:off x="5640333" y="3111355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5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21"/>
          </p:nvPr>
        </p:nvSpPr>
        <p:spPr>
          <a:xfrm>
            <a:off x="6092500" y="3477525"/>
            <a:ext cx="23364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79" name="Google Shape;79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767600"/>
            <a:ext cx="5737775" cy="13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543300" y="466725"/>
            <a:ext cx="4806000" cy="156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543300" y="2027450"/>
            <a:ext cx="4806000" cy="26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6" name="Google Shape;96;p18"/>
          <p:cNvSpPr/>
          <p:nvPr/>
        </p:nvSpPr>
        <p:spPr>
          <a:xfrm rot="10800000">
            <a:off x="6936600" y="0"/>
            <a:ext cx="2207400" cy="37287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8"/>
          <p:cNvSpPr>
            <a:spLocks noGrp="1"/>
          </p:cNvSpPr>
          <p:nvPr>
            <p:ph type="pic" idx="2"/>
          </p:nvPr>
        </p:nvSpPr>
        <p:spPr>
          <a:xfrm flipH="1">
            <a:off x="392475" y="1249550"/>
            <a:ext cx="2912700" cy="26589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2290025" y="3392700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subTitle" idx="1"/>
          </p:nvPr>
        </p:nvSpPr>
        <p:spPr>
          <a:xfrm>
            <a:off x="1458125" y="1188100"/>
            <a:ext cx="6227700" cy="174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Aft>
                <a:spcPts val="0"/>
              </a:spcAft>
              <a:buNone/>
              <a:defRPr/>
            </a:lvl1pPr>
            <a:lvl2pPr lvl="1" rtl="0">
              <a:spcAft>
                <a:spcPts val="0"/>
              </a:spcAft>
              <a:buNone/>
              <a:defRPr/>
            </a:lvl2pPr>
            <a:lvl3pPr lvl="2" rtl="0">
              <a:spcAft>
                <a:spcPts val="0"/>
              </a:spcAft>
              <a:buNone/>
              <a:defRPr/>
            </a:lvl3pPr>
            <a:lvl4pPr lvl="3" rtl="0">
              <a:spcAft>
                <a:spcPts val="0"/>
              </a:spcAft>
              <a:buNone/>
              <a:defRPr/>
            </a:lvl4pPr>
            <a:lvl5pPr lvl="4" rtl="0">
              <a:spcAft>
                <a:spcPts val="0"/>
              </a:spcAft>
              <a:buNone/>
              <a:defRPr/>
            </a:lvl5pPr>
            <a:lvl6pPr lvl="5" rtl="0">
              <a:spcAft>
                <a:spcPts val="0"/>
              </a:spcAft>
              <a:buNone/>
              <a:defRPr/>
            </a:lvl6pPr>
            <a:lvl7pPr lvl="6" rtl="0">
              <a:spcAft>
                <a:spcPts val="0"/>
              </a:spcAft>
              <a:buNone/>
              <a:defRPr/>
            </a:lvl7pPr>
            <a:lvl8pPr lvl="7" rtl="0">
              <a:spcAft>
                <a:spcPts val="0"/>
              </a:spcAft>
              <a:buNone/>
              <a:defRPr/>
            </a:lvl8pPr>
            <a:lvl9pPr lvl="8" rtl="0">
              <a:spcAft>
                <a:spcPts val="0"/>
              </a:spcAft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>
            <a:spLocks noGrp="1"/>
          </p:cNvSpPr>
          <p:nvPr>
            <p:ph type="ctrTitle"/>
          </p:nvPr>
        </p:nvSpPr>
        <p:spPr>
          <a:xfrm>
            <a:off x="1623321" y="466195"/>
            <a:ext cx="59178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subTitle" idx="1"/>
          </p:nvPr>
        </p:nvSpPr>
        <p:spPr>
          <a:xfrm>
            <a:off x="2425075" y="1566566"/>
            <a:ext cx="4293900" cy="13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8" name="Google Shape;118;p22"/>
          <p:cNvSpPr/>
          <p:nvPr/>
        </p:nvSpPr>
        <p:spPr>
          <a:xfrm rot="10800000" flipH="1">
            <a:off x="7694753" y="0"/>
            <a:ext cx="1446250" cy="4077925"/>
          </a:xfrm>
          <a:prstGeom prst="flowChartManualInpu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2"/>
          <p:cNvSpPr/>
          <p:nvPr/>
        </p:nvSpPr>
        <p:spPr>
          <a:xfrm>
            <a:off x="0" y="1413950"/>
            <a:ext cx="2244000" cy="37287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2"/>
          <p:cNvSpPr txBox="1"/>
          <p:nvPr/>
        </p:nvSpPr>
        <p:spPr>
          <a:xfrm>
            <a:off x="2114925" y="3844578"/>
            <a:ext cx="4914000" cy="3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rPr>
              <a:t>CREDITS: This presentation template was created by </a:t>
            </a:r>
            <a:r>
              <a:rPr lang="en" sz="1000" b="1">
                <a:solidFill>
                  <a:schemeClr val="accent1"/>
                </a:solidFill>
                <a:uFill>
                  <a:noFill/>
                </a:uFill>
                <a:latin typeface="Cabin"/>
                <a:ea typeface="Cabin"/>
                <a:cs typeface="Cabin"/>
                <a:sym typeface="Cabi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rPr>
              <a:t>, and includes icons, infographics &amp; images by </a:t>
            </a:r>
            <a:r>
              <a:rPr lang="en" sz="1000" b="1">
                <a:solidFill>
                  <a:schemeClr val="accent1"/>
                </a:solidFill>
                <a:uFill>
                  <a:noFill/>
                </a:uFill>
                <a:latin typeface="Cabin"/>
                <a:ea typeface="Cabin"/>
                <a:cs typeface="Cabin"/>
                <a:sym typeface="Cabi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>
              <a:solidFill>
                <a:schemeClr val="accent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00"/>
              <a:buFont typeface="Doppio One"/>
              <a:buNone/>
              <a:defRPr sz="2900">
                <a:solidFill>
                  <a:schemeClr val="accent1"/>
                </a:solidFill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00"/>
              <a:buFont typeface="Bebas Neue"/>
              <a:buNone/>
              <a:defRPr sz="2900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00"/>
              <a:buFont typeface="Bebas Neue"/>
              <a:buNone/>
              <a:defRPr sz="2900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00"/>
              <a:buFont typeface="Bebas Neue"/>
              <a:buNone/>
              <a:defRPr sz="2900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00"/>
              <a:buFont typeface="Bebas Neue"/>
              <a:buNone/>
              <a:defRPr sz="2900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00"/>
              <a:buFont typeface="Bebas Neue"/>
              <a:buNone/>
              <a:defRPr sz="2900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00"/>
              <a:buFont typeface="Bebas Neue"/>
              <a:buNone/>
              <a:defRPr sz="2900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00"/>
              <a:buFont typeface="Bebas Neue"/>
              <a:buNone/>
              <a:defRPr sz="2900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00"/>
              <a:buFont typeface="Bebas Neue"/>
              <a:buNone/>
              <a:defRPr sz="2900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●"/>
              <a:defRPr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○"/>
              <a:defRPr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■"/>
              <a:defRPr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●"/>
              <a:defRPr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○"/>
              <a:defRPr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■"/>
              <a:defRPr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●"/>
              <a:defRPr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○"/>
              <a:defRPr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Cabin"/>
              <a:buChar char="■"/>
              <a:defRPr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4" r:id="rId11"/>
    <p:sldLayoutId id="2147483666" r:id="rId12"/>
    <p:sldLayoutId id="2147483668" r:id="rId13"/>
    <p:sldLayoutId id="2147483669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 txBox="1">
            <a:spLocks noGrp="1"/>
          </p:cNvSpPr>
          <p:nvPr>
            <p:ph type="ctrTitle"/>
          </p:nvPr>
        </p:nvSpPr>
        <p:spPr>
          <a:xfrm>
            <a:off x="1267025" y="1108775"/>
            <a:ext cx="6609900" cy="175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000" dirty="0"/>
              <a:t>Projet 12</a:t>
            </a:r>
            <a:br>
              <a:rPr lang="fr-FR" sz="4000" dirty="0"/>
            </a:br>
            <a:r>
              <a:rPr lang="fr-FR" sz="4000" dirty="0"/>
              <a:t>Détectez des faux billets avec R ou Python</a:t>
            </a:r>
            <a:endParaRPr lang="fr-FR" sz="2400" dirty="0">
              <a:solidFill>
                <a:schemeClr val="accent1"/>
              </a:solidFill>
            </a:endParaRPr>
          </a:p>
        </p:txBody>
      </p:sp>
      <p:sp>
        <p:nvSpPr>
          <p:cNvPr id="134" name="Google Shape;134;p27"/>
          <p:cNvSpPr txBox="1">
            <a:spLocks noGrp="1"/>
          </p:cNvSpPr>
          <p:nvPr>
            <p:ph type="subTitle" idx="1"/>
          </p:nvPr>
        </p:nvSpPr>
        <p:spPr>
          <a:xfrm>
            <a:off x="1447800" y="3135450"/>
            <a:ext cx="6268800" cy="7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Zied Belhocine 07/2026</a:t>
            </a:r>
            <a:endParaRPr dirty="0"/>
          </a:p>
        </p:txBody>
      </p:sp>
      <p:cxnSp>
        <p:nvCxnSpPr>
          <p:cNvPr id="135" name="Google Shape;135;p27"/>
          <p:cNvCxnSpPr/>
          <p:nvPr/>
        </p:nvCxnSpPr>
        <p:spPr>
          <a:xfrm>
            <a:off x="1711075" y="2936725"/>
            <a:ext cx="57513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" name="Google Shape;136;p27"/>
          <p:cNvGrpSpPr/>
          <p:nvPr/>
        </p:nvGrpSpPr>
        <p:grpSpPr>
          <a:xfrm>
            <a:off x="1834123" y="-9"/>
            <a:ext cx="933806" cy="1011808"/>
            <a:chOff x="2761250" y="617875"/>
            <a:chExt cx="1222900" cy="1325050"/>
          </a:xfrm>
        </p:grpSpPr>
        <p:sp>
          <p:nvSpPr>
            <p:cNvPr id="137" name="Google Shape;137;p27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7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7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7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7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7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7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" name="Google Shape;144;p27"/>
          <p:cNvGrpSpPr/>
          <p:nvPr/>
        </p:nvGrpSpPr>
        <p:grpSpPr>
          <a:xfrm rot="1790401">
            <a:off x="7085508" y="173551"/>
            <a:ext cx="701869" cy="1011948"/>
            <a:chOff x="1705850" y="434250"/>
            <a:chExt cx="978800" cy="1411225"/>
          </a:xfrm>
        </p:grpSpPr>
        <p:sp>
          <p:nvSpPr>
            <p:cNvPr id="145" name="Google Shape;145;p27"/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7"/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7"/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7"/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7"/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7"/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7"/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" name="Google Shape;152;p27"/>
          <p:cNvGrpSpPr/>
          <p:nvPr/>
        </p:nvGrpSpPr>
        <p:grpSpPr>
          <a:xfrm>
            <a:off x="7908496" y="3841635"/>
            <a:ext cx="873884" cy="946881"/>
            <a:chOff x="2761250" y="617875"/>
            <a:chExt cx="1222900" cy="1325050"/>
          </a:xfrm>
        </p:grpSpPr>
        <p:sp>
          <p:nvSpPr>
            <p:cNvPr id="153" name="Google Shape;153;p27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7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7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7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7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7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7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" name="Google Shape;160;p27"/>
          <p:cNvGrpSpPr/>
          <p:nvPr/>
        </p:nvGrpSpPr>
        <p:grpSpPr>
          <a:xfrm flipH="1">
            <a:off x="363547" y="3138367"/>
            <a:ext cx="819954" cy="888446"/>
            <a:chOff x="2761250" y="617875"/>
            <a:chExt cx="1222900" cy="1325050"/>
          </a:xfrm>
        </p:grpSpPr>
        <p:sp>
          <p:nvSpPr>
            <p:cNvPr id="161" name="Google Shape;161;p27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7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7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7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7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7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7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Google Shape;574;p31" title="covid-19-global-economic-crisis.jp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1195" r="6241"/>
          <a:stretch/>
        </p:blipFill>
        <p:spPr>
          <a:xfrm flipH="1">
            <a:off x="392475" y="1249550"/>
            <a:ext cx="2912700" cy="2658900"/>
          </a:xfrm>
          <a:prstGeom prst="snip1Rect">
            <a:avLst>
              <a:gd name="adj" fmla="val 29498"/>
            </a:avLst>
          </a:prstGeom>
        </p:spPr>
      </p:pic>
      <p:sp>
        <p:nvSpPr>
          <p:cNvPr id="575" name="Google Shape;575;p31"/>
          <p:cNvSpPr txBox="1">
            <a:spLocks noGrp="1"/>
          </p:cNvSpPr>
          <p:nvPr>
            <p:ph type="title"/>
          </p:nvPr>
        </p:nvSpPr>
        <p:spPr>
          <a:xfrm>
            <a:off x="3543300" y="466725"/>
            <a:ext cx="4806000" cy="8199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Le contexte</a:t>
            </a:r>
            <a:endParaRPr sz="4400" dirty="0"/>
          </a:p>
        </p:txBody>
      </p:sp>
      <p:sp>
        <p:nvSpPr>
          <p:cNvPr id="576" name="Google Shape;576;p31"/>
          <p:cNvSpPr txBox="1">
            <a:spLocks noGrp="1"/>
          </p:cNvSpPr>
          <p:nvPr>
            <p:ph type="body" idx="1"/>
          </p:nvPr>
        </p:nvSpPr>
        <p:spPr>
          <a:xfrm>
            <a:off x="3584703" y="1242300"/>
            <a:ext cx="4806000" cy="26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L’Organisation nationale de lutte contre le faux-monnayage (ONCFM) a pour objectif de mettre en place des méthodes d’identification des contrefaçons des billets en euros. 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Pour aller plus vite dans cette lutte, nous devons mettre à disposition des équipes une application de machine </a:t>
            </a:r>
            <a:r>
              <a:rPr lang="fr-FR" dirty="0" err="1"/>
              <a:t>learning</a:t>
            </a:r>
            <a:r>
              <a:rPr lang="fr-FR" dirty="0"/>
              <a:t> qui permettra, après avoir scanné des billets (longueur, hauteur, largeur, etc.), de faire une prédiction sur la nature des billets (vrai billet ou faux billet). </a:t>
            </a:r>
          </a:p>
        </p:txBody>
      </p:sp>
      <p:grpSp>
        <p:nvGrpSpPr>
          <p:cNvPr id="577" name="Google Shape;577;p31"/>
          <p:cNvGrpSpPr/>
          <p:nvPr/>
        </p:nvGrpSpPr>
        <p:grpSpPr>
          <a:xfrm rot="-1836903">
            <a:off x="1681185" y="100786"/>
            <a:ext cx="933863" cy="1011869"/>
            <a:chOff x="2761250" y="617875"/>
            <a:chExt cx="1222900" cy="1325050"/>
          </a:xfrm>
        </p:grpSpPr>
        <p:sp>
          <p:nvSpPr>
            <p:cNvPr id="578" name="Google Shape;578;p31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1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1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1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1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1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1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5" name="Google Shape;585;p31"/>
          <p:cNvGrpSpPr/>
          <p:nvPr/>
        </p:nvGrpSpPr>
        <p:grpSpPr>
          <a:xfrm rot="1169986" flipH="1">
            <a:off x="488284" y="4197108"/>
            <a:ext cx="819900" cy="888387"/>
            <a:chOff x="2761250" y="617875"/>
            <a:chExt cx="1222900" cy="1325050"/>
          </a:xfrm>
        </p:grpSpPr>
        <p:sp>
          <p:nvSpPr>
            <p:cNvPr id="586" name="Google Shape;586;p31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1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1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1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1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1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1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3" name="Google Shape;593;p31"/>
          <p:cNvGrpSpPr/>
          <p:nvPr/>
        </p:nvGrpSpPr>
        <p:grpSpPr>
          <a:xfrm rot="1135194">
            <a:off x="497120" y="866686"/>
            <a:ext cx="435970" cy="536160"/>
            <a:chOff x="4081850" y="3204400"/>
            <a:chExt cx="743225" cy="914025"/>
          </a:xfrm>
        </p:grpSpPr>
        <p:sp>
          <p:nvSpPr>
            <p:cNvPr id="594" name="Google Shape;594;p31"/>
            <p:cNvSpPr/>
            <p:nvPr/>
          </p:nvSpPr>
          <p:spPr>
            <a:xfrm>
              <a:off x="4106625" y="3204400"/>
              <a:ext cx="718450" cy="914025"/>
            </a:xfrm>
            <a:custGeom>
              <a:avLst/>
              <a:gdLst/>
              <a:ahLst/>
              <a:cxnLst/>
              <a:rect l="l" t="t" r="r" b="b"/>
              <a:pathLst>
                <a:path w="28738" h="36561" extrusionOk="0">
                  <a:moveTo>
                    <a:pt x="14832" y="0"/>
                  </a:moveTo>
                  <a:cubicBezTo>
                    <a:pt x="12888" y="0"/>
                    <a:pt x="11529" y="569"/>
                    <a:pt x="11529" y="569"/>
                  </a:cubicBezTo>
                  <a:cubicBezTo>
                    <a:pt x="11529" y="569"/>
                    <a:pt x="27955" y="2714"/>
                    <a:pt x="10506" y="29792"/>
                  </a:cubicBezTo>
                  <a:cubicBezTo>
                    <a:pt x="8291" y="33228"/>
                    <a:pt x="6253" y="34299"/>
                    <a:pt x="4573" y="34299"/>
                  </a:cubicBezTo>
                  <a:cubicBezTo>
                    <a:pt x="1798" y="34299"/>
                    <a:pt x="1" y="31378"/>
                    <a:pt x="0" y="31378"/>
                  </a:cubicBezTo>
                  <a:lnTo>
                    <a:pt x="0" y="31378"/>
                  </a:lnTo>
                  <a:cubicBezTo>
                    <a:pt x="0" y="31378"/>
                    <a:pt x="361" y="35656"/>
                    <a:pt x="6396" y="36372"/>
                  </a:cubicBezTo>
                  <a:cubicBezTo>
                    <a:pt x="7105" y="36457"/>
                    <a:pt x="7880" y="36561"/>
                    <a:pt x="8720" y="36561"/>
                  </a:cubicBezTo>
                  <a:cubicBezTo>
                    <a:pt x="11282" y="36561"/>
                    <a:pt x="14450" y="35596"/>
                    <a:pt x="18190" y="30193"/>
                  </a:cubicBezTo>
                  <a:cubicBezTo>
                    <a:pt x="21421" y="25527"/>
                    <a:pt x="28738" y="8230"/>
                    <a:pt x="20691" y="2014"/>
                  </a:cubicBezTo>
                  <a:cubicBezTo>
                    <a:pt x="18635" y="426"/>
                    <a:pt x="16515" y="0"/>
                    <a:pt x="14832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1"/>
            <p:cNvSpPr/>
            <p:nvPr/>
          </p:nvSpPr>
          <p:spPr>
            <a:xfrm>
              <a:off x="4081975" y="3206200"/>
              <a:ext cx="497850" cy="882300"/>
            </a:xfrm>
            <a:custGeom>
              <a:avLst/>
              <a:gdLst/>
              <a:ahLst/>
              <a:cxnLst/>
              <a:rect l="l" t="t" r="r" b="b"/>
              <a:pathLst>
                <a:path w="19914" h="35292" extrusionOk="0">
                  <a:moveTo>
                    <a:pt x="14683" y="1"/>
                  </a:moveTo>
                  <a:cubicBezTo>
                    <a:pt x="14676" y="1"/>
                    <a:pt x="14669" y="1"/>
                    <a:pt x="14662" y="1"/>
                  </a:cubicBezTo>
                  <a:cubicBezTo>
                    <a:pt x="12598" y="1"/>
                    <a:pt x="10190" y="1490"/>
                    <a:pt x="7886" y="4191"/>
                  </a:cubicBezTo>
                  <a:cubicBezTo>
                    <a:pt x="5553" y="6925"/>
                    <a:pt x="3475" y="10730"/>
                    <a:pt x="2032" y="14912"/>
                  </a:cubicBezTo>
                  <a:cubicBezTo>
                    <a:pt x="1843" y="15459"/>
                    <a:pt x="1679" y="15967"/>
                    <a:pt x="1531" y="16464"/>
                  </a:cubicBezTo>
                  <a:lnTo>
                    <a:pt x="1531" y="16466"/>
                  </a:lnTo>
                  <a:cubicBezTo>
                    <a:pt x="545" y="19731"/>
                    <a:pt x="19" y="22996"/>
                    <a:pt x="7" y="25907"/>
                  </a:cubicBezTo>
                  <a:cubicBezTo>
                    <a:pt x="0" y="26681"/>
                    <a:pt x="37" y="27454"/>
                    <a:pt x="116" y="28223"/>
                  </a:cubicBezTo>
                  <a:cubicBezTo>
                    <a:pt x="261" y="29600"/>
                    <a:pt x="541" y="30814"/>
                    <a:pt x="949" y="31830"/>
                  </a:cubicBezTo>
                  <a:cubicBezTo>
                    <a:pt x="1284" y="32661"/>
                    <a:pt x="1704" y="33356"/>
                    <a:pt x="2196" y="33899"/>
                  </a:cubicBezTo>
                  <a:cubicBezTo>
                    <a:pt x="2702" y="34455"/>
                    <a:pt x="3286" y="34852"/>
                    <a:pt x="3935" y="35076"/>
                  </a:cubicBezTo>
                  <a:cubicBezTo>
                    <a:pt x="4351" y="35217"/>
                    <a:pt x="4787" y="35291"/>
                    <a:pt x="5226" y="35291"/>
                  </a:cubicBezTo>
                  <a:cubicBezTo>
                    <a:pt x="5233" y="35291"/>
                    <a:pt x="5240" y="35291"/>
                    <a:pt x="5246" y="35291"/>
                  </a:cubicBezTo>
                  <a:cubicBezTo>
                    <a:pt x="7311" y="35291"/>
                    <a:pt x="9717" y="33802"/>
                    <a:pt x="12023" y="31100"/>
                  </a:cubicBezTo>
                  <a:cubicBezTo>
                    <a:pt x="14353" y="28369"/>
                    <a:pt x="16431" y="24561"/>
                    <a:pt x="17874" y="20384"/>
                  </a:cubicBezTo>
                  <a:cubicBezTo>
                    <a:pt x="18334" y="19061"/>
                    <a:pt x="18722" y="17715"/>
                    <a:pt x="19036" y="16351"/>
                  </a:cubicBezTo>
                  <a:cubicBezTo>
                    <a:pt x="19435" y="14635"/>
                    <a:pt x="19698" y="12956"/>
                    <a:pt x="19818" y="11359"/>
                  </a:cubicBezTo>
                  <a:cubicBezTo>
                    <a:pt x="19888" y="10502"/>
                    <a:pt x="19913" y="9668"/>
                    <a:pt x="19899" y="8879"/>
                  </a:cubicBezTo>
                  <a:cubicBezTo>
                    <a:pt x="19851" y="6022"/>
                    <a:pt x="19290" y="3688"/>
                    <a:pt x="18276" y="2129"/>
                  </a:cubicBezTo>
                  <a:cubicBezTo>
                    <a:pt x="17657" y="1174"/>
                    <a:pt x="16881" y="529"/>
                    <a:pt x="15972" y="215"/>
                  </a:cubicBezTo>
                  <a:cubicBezTo>
                    <a:pt x="15558" y="74"/>
                    <a:pt x="15121" y="1"/>
                    <a:pt x="14683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1"/>
            <p:cNvSpPr/>
            <p:nvPr/>
          </p:nvSpPr>
          <p:spPr>
            <a:xfrm>
              <a:off x="4081850" y="3206025"/>
              <a:ext cx="498125" cy="882575"/>
            </a:xfrm>
            <a:custGeom>
              <a:avLst/>
              <a:gdLst/>
              <a:ahLst/>
              <a:cxnLst/>
              <a:rect l="l" t="t" r="r" b="b"/>
              <a:pathLst>
                <a:path w="19925" h="35303" extrusionOk="0">
                  <a:moveTo>
                    <a:pt x="14667" y="12"/>
                  </a:moveTo>
                  <a:cubicBezTo>
                    <a:pt x="15113" y="12"/>
                    <a:pt x="15554" y="84"/>
                    <a:pt x="15977" y="229"/>
                  </a:cubicBezTo>
                  <a:cubicBezTo>
                    <a:pt x="16884" y="541"/>
                    <a:pt x="17660" y="1185"/>
                    <a:pt x="18279" y="2141"/>
                  </a:cubicBezTo>
                  <a:cubicBezTo>
                    <a:pt x="19288" y="3700"/>
                    <a:pt x="19851" y="6032"/>
                    <a:pt x="19900" y="8886"/>
                  </a:cubicBezTo>
                  <a:cubicBezTo>
                    <a:pt x="19913" y="9675"/>
                    <a:pt x="19888" y="10509"/>
                    <a:pt x="19819" y="11366"/>
                  </a:cubicBezTo>
                  <a:cubicBezTo>
                    <a:pt x="19699" y="12963"/>
                    <a:pt x="19435" y="14642"/>
                    <a:pt x="19036" y="16355"/>
                  </a:cubicBezTo>
                  <a:cubicBezTo>
                    <a:pt x="18722" y="17720"/>
                    <a:pt x="18334" y="19066"/>
                    <a:pt x="17877" y="20389"/>
                  </a:cubicBezTo>
                  <a:cubicBezTo>
                    <a:pt x="17140" y="22516"/>
                    <a:pt x="16251" y="24534"/>
                    <a:pt x="15231" y="26388"/>
                  </a:cubicBezTo>
                  <a:cubicBezTo>
                    <a:pt x="14245" y="28177"/>
                    <a:pt x="13167" y="29764"/>
                    <a:pt x="12024" y="31103"/>
                  </a:cubicBezTo>
                  <a:cubicBezTo>
                    <a:pt x="10890" y="32433"/>
                    <a:pt x="9733" y="33469"/>
                    <a:pt x="8588" y="34188"/>
                  </a:cubicBezTo>
                  <a:cubicBezTo>
                    <a:pt x="7415" y="34922"/>
                    <a:pt x="6293" y="35294"/>
                    <a:pt x="5251" y="35294"/>
                  </a:cubicBezTo>
                  <a:cubicBezTo>
                    <a:pt x="4806" y="35294"/>
                    <a:pt x="4365" y="35222"/>
                    <a:pt x="3942" y="35077"/>
                  </a:cubicBezTo>
                  <a:cubicBezTo>
                    <a:pt x="3296" y="34853"/>
                    <a:pt x="2709" y="34458"/>
                    <a:pt x="2204" y="33901"/>
                  </a:cubicBezTo>
                  <a:cubicBezTo>
                    <a:pt x="1714" y="33361"/>
                    <a:pt x="1294" y="32666"/>
                    <a:pt x="959" y="31837"/>
                  </a:cubicBezTo>
                  <a:cubicBezTo>
                    <a:pt x="553" y="30821"/>
                    <a:pt x="271" y="29607"/>
                    <a:pt x="128" y="28230"/>
                  </a:cubicBezTo>
                  <a:cubicBezTo>
                    <a:pt x="49" y="27459"/>
                    <a:pt x="12" y="26686"/>
                    <a:pt x="17" y="25914"/>
                  </a:cubicBezTo>
                  <a:cubicBezTo>
                    <a:pt x="28" y="23003"/>
                    <a:pt x="555" y="19738"/>
                    <a:pt x="1541" y="16475"/>
                  </a:cubicBezTo>
                  <a:lnTo>
                    <a:pt x="1543" y="16473"/>
                  </a:lnTo>
                  <a:cubicBezTo>
                    <a:pt x="1689" y="15977"/>
                    <a:pt x="1853" y="15469"/>
                    <a:pt x="2042" y="14921"/>
                  </a:cubicBezTo>
                  <a:cubicBezTo>
                    <a:pt x="2776" y="12792"/>
                    <a:pt x="3667" y="10774"/>
                    <a:pt x="4688" y="8920"/>
                  </a:cubicBezTo>
                  <a:cubicBezTo>
                    <a:pt x="5674" y="7129"/>
                    <a:pt x="6752" y="5542"/>
                    <a:pt x="7895" y="4203"/>
                  </a:cubicBezTo>
                  <a:cubicBezTo>
                    <a:pt x="9029" y="2873"/>
                    <a:pt x="10186" y="1834"/>
                    <a:pt x="11333" y="1118"/>
                  </a:cubicBezTo>
                  <a:cubicBezTo>
                    <a:pt x="12504" y="384"/>
                    <a:pt x="13626" y="12"/>
                    <a:pt x="14667" y="12"/>
                  </a:cubicBezTo>
                  <a:close/>
                  <a:moveTo>
                    <a:pt x="14667" y="1"/>
                  </a:moveTo>
                  <a:cubicBezTo>
                    <a:pt x="10426" y="1"/>
                    <a:pt x="5037" y="6214"/>
                    <a:pt x="2033" y="14917"/>
                  </a:cubicBezTo>
                  <a:cubicBezTo>
                    <a:pt x="1853" y="15439"/>
                    <a:pt x="1686" y="15953"/>
                    <a:pt x="1532" y="16468"/>
                  </a:cubicBezTo>
                  <a:lnTo>
                    <a:pt x="1532" y="16473"/>
                  </a:lnTo>
                  <a:cubicBezTo>
                    <a:pt x="513" y="19840"/>
                    <a:pt x="17" y="23091"/>
                    <a:pt x="8" y="25912"/>
                  </a:cubicBezTo>
                  <a:cubicBezTo>
                    <a:pt x="1" y="26688"/>
                    <a:pt x="38" y="27461"/>
                    <a:pt x="116" y="28230"/>
                  </a:cubicBezTo>
                  <a:cubicBezTo>
                    <a:pt x="262" y="29595"/>
                    <a:pt x="539" y="30816"/>
                    <a:pt x="950" y="31839"/>
                  </a:cubicBezTo>
                  <a:cubicBezTo>
                    <a:pt x="1615" y="33486"/>
                    <a:pt x="2615" y="34631"/>
                    <a:pt x="3940" y="35088"/>
                  </a:cubicBezTo>
                  <a:cubicBezTo>
                    <a:pt x="4356" y="35229"/>
                    <a:pt x="4792" y="35303"/>
                    <a:pt x="5231" y="35303"/>
                  </a:cubicBezTo>
                  <a:cubicBezTo>
                    <a:pt x="5238" y="35303"/>
                    <a:pt x="5245" y="35303"/>
                    <a:pt x="5251" y="35303"/>
                  </a:cubicBezTo>
                  <a:cubicBezTo>
                    <a:pt x="9493" y="35303"/>
                    <a:pt x="14882" y="29092"/>
                    <a:pt x="17886" y="20391"/>
                  </a:cubicBezTo>
                  <a:cubicBezTo>
                    <a:pt x="18346" y="19068"/>
                    <a:pt x="18734" y="17724"/>
                    <a:pt x="19048" y="16360"/>
                  </a:cubicBezTo>
                  <a:cubicBezTo>
                    <a:pt x="19449" y="14628"/>
                    <a:pt x="19713" y="12947"/>
                    <a:pt x="19830" y="11368"/>
                  </a:cubicBezTo>
                  <a:cubicBezTo>
                    <a:pt x="19897" y="10509"/>
                    <a:pt x="19925" y="9680"/>
                    <a:pt x="19911" y="8888"/>
                  </a:cubicBezTo>
                  <a:cubicBezTo>
                    <a:pt x="19863" y="6073"/>
                    <a:pt x="19311" y="3714"/>
                    <a:pt x="18288" y="2136"/>
                  </a:cubicBezTo>
                  <a:cubicBezTo>
                    <a:pt x="17681" y="1201"/>
                    <a:pt x="16912" y="541"/>
                    <a:pt x="15979" y="220"/>
                  </a:cubicBezTo>
                  <a:cubicBezTo>
                    <a:pt x="15563" y="77"/>
                    <a:pt x="15126" y="3"/>
                    <a:pt x="14688" y="3"/>
                  </a:cubicBezTo>
                  <a:cubicBezTo>
                    <a:pt x="14681" y="3"/>
                    <a:pt x="14674" y="3"/>
                    <a:pt x="14667" y="3"/>
                  </a:cubicBezTo>
                  <a:lnTo>
                    <a:pt x="14667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1"/>
            <p:cNvSpPr/>
            <p:nvPr/>
          </p:nvSpPr>
          <p:spPr>
            <a:xfrm>
              <a:off x="4152175" y="3329225"/>
              <a:ext cx="347700" cy="635150"/>
            </a:xfrm>
            <a:custGeom>
              <a:avLst/>
              <a:gdLst/>
              <a:ahLst/>
              <a:cxnLst/>
              <a:rect l="l" t="t" r="r" b="b"/>
              <a:pathLst>
                <a:path w="13908" h="25406" extrusionOk="0">
                  <a:moveTo>
                    <a:pt x="10494" y="0"/>
                  </a:moveTo>
                  <a:cubicBezTo>
                    <a:pt x="9111" y="0"/>
                    <a:pt x="7463" y="1090"/>
                    <a:pt x="5853" y="3071"/>
                  </a:cubicBezTo>
                  <a:cubicBezTo>
                    <a:pt x="4228" y="5071"/>
                    <a:pt x="2755" y="7848"/>
                    <a:pt x="1704" y="10889"/>
                  </a:cubicBezTo>
                  <a:cubicBezTo>
                    <a:pt x="545" y="14249"/>
                    <a:pt x="0" y="17595"/>
                    <a:pt x="173" y="20312"/>
                  </a:cubicBezTo>
                  <a:cubicBezTo>
                    <a:pt x="256" y="21633"/>
                    <a:pt x="506" y="22732"/>
                    <a:pt x="912" y="23582"/>
                  </a:cubicBezTo>
                  <a:cubicBezTo>
                    <a:pt x="1332" y="24459"/>
                    <a:pt x="1905" y="25030"/>
                    <a:pt x="2612" y="25272"/>
                  </a:cubicBezTo>
                  <a:cubicBezTo>
                    <a:pt x="2870" y="25362"/>
                    <a:pt x="3140" y="25406"/>
                    <a:pt x="3413" y="25406"/>
                  </a:cubicBezTo>
                  <a:cubicBezTo>
                    <a:pt x="4796" y="25406"/>
                    <a:pt x="6444" y="24314"/>
                    <a:pt x="8052" y="22335"/>
                  </a:cubicBezTo>
                  <a:cubicBezTo>
                    <a:pt x="9677" y="20333"/>
                    <a:pt x="11152" y="17558"/>
                    <a:pt x="12203" y="14514"/>
                  </a:cubicBezTo>
                  <a:cubicBezTo>
                    <a:pt x="13362" y="11157"/>
                    <a:pt x="13907" y="7811"/>
                    <a:pt x="13734" y="5094"/>
                  </a:cubicBezTo>
                  <a:cubicBezTo>
                    <a:pt x="13651" y="3773"/>
                    <a:pt x="13401" y="2672"/>
                    <a:pt x="12995" y="1824"/>
                  </a:cubicBezTo>
                  <a:cubicBezTo>
                    <a:pt x="12575" y="944"/>
                    <a:pt x="12002" y="376"/>
                    <a:pt x="11293" y="132"/>
                  </a:cubicBezTo>
                  <a:cubicBezTo>
                    <a:pt x="11037" y="44"/>
                    <a:pt x="10767" y="0"/>
                    <a:pt x="1049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1"/>
            <p:cNvSpPr/>
            <p:nvPr/>
          </p:nvSpPr>
          <p:spPr>
            <a:xfrm>
              <a:off x="4134675" y="3329050"/>
              <a:ext cx="382675" cy="635450"/>
            </a:xfrm>
            <a:custGeom>
              <a:avLst/>
              <a:gdLst/>
              <a:ahLst/>
              <a:cxnLst/>
              <a:rect l="l" t="t" r="r" b="b"/>
              <a:pathLst>
                <a:path w="15307" h="25418" extrusionOk="0">
                  <a:moveTo>
                    <a:pt x="11217" y="14"/>
                  </a:moveTo>
                  <a:cubicBezTo>
                    <a:pt x="11480" y="14"/>
                    <a:pt x="11743" y="58"/>
                    <a:pt x="11993" y="143"/>
                  </a:cubicBezTo>
                  <a:cubicBezTo>
                    <a:pt x="12700" y="388"/>
                    <a:pt x="13270" y="956"/>
                    <a:pt x="13690" y="1833"/>
                  </a:cubicBezTo>
                  <a:cubicBezTo>
                    <a:pt x="14097" y="2681"/>
                    <a:pt x="14346" y="3780"/>
                    <a:pt x="14429" y="5101"/>
                  </a:cubicBezTo>
                  <a:cubicBezTo>
                    <a:pt x="14512" y="6421"/>
                    <a:pt x="14427" y="7897"/>
                    <a:pt x="14175" y="9483"/>
                  </a:cubicBezTo>
                  <a:cubicBezTo>
                    <a:pt x="13912" y="11129"/>
                    <a:pt x="13483" y="12822"/>
                    <a:pt x="12898" y="14519"/>
                  </a:cubicBezTo>
                  <a:cubicBezTo>
                    <a:pt x="11848" y="17562"/>
                    <a:pt x="10375" y="20338"/>
                    <a:pt x="8749" y="22337"/>
                  </a:cubicBezTo>
                  <a:cubicBezTo>
                    <a:pt x="7142" y="24316"/>
                    <a:pt x="5496" y="25406"/>
                    <a:pt x="4113" y="25406"/>
                  </a:cubicBezTo>
                  <a:cubicBezTo>
                    <a:pt x="3843" y="25406"/>
                    <a:pt x="3572" y="25362"/>
                    <a:pt x="3316" y="25274"/>
                  </a:cubicBezTo>
                  <a:cubicBezTo>
                    <a:pt x="2610" y="25032"/>
                    <a:pt x="2037" y="24464"/>
                    <a:pt x="1619" y="23586"/>
                  </a:cubicBezTo>
                  <a:cubicBezTo>
                    <a:pt x="1213" y="22737"/>
                    <a:pt x="963" y="21638"/>
                    <a:pt x="880" y="20319"/>
                  </a:cubicBezTo>
                  <a:cubicBezTo>
                    <a:pt x="797" y="18999"/>
                    <a:pt x="883" y="17523"/>
                    <a:pt x="1134" y="15934"/>
                  </a:cubicBezTo>
                  <a:cubicBezTo>
                    <a:pt x="1395" y="14290"/>
                    <a:pt x="1825" y="12596"/>
                    <a:pt x="2411" y="10899"/>
                  </a:cubicBezTo>
                  <a:cubicBezTo>
                    <a:pt x="3462" y="7858"/>
                    <a:pt x="4935" y="5082"/>
                    <a:pt x="6558" y="3083"/>
                  </a:cubicBezTo>
                  <a:cubicBezTo>
                    <a:pt x="8167" y="1104"/>
                    <a:pt x="9814" y="14"/>
                    <a:pt x="11197" y="14"/>
                  </a:cubicBezTo>
                  <a:cubicBezTo>
                    <a:pt x="11203" y="14"/>
                    <a:pt x="11210" y="14"/>
                    <a:pt x="11217" y="14"/>
                  </a:cubicBezTo>
                  <a:close/>
                  <a:moveTo>
                    <a:pt x="11197" y="0"/>
                  </a:moveTo>
                  <a:cubicBezTo>
                    <a:pt x="8350" y="0"/>
                    <a:pt x="4586" y="4565"/>
                    <a:pt x="2400" y="10894"/>
                  </a:cubicBezTo>
                  <a:cubicBezTo>
                    <a:pt x="1" y="17842"/>
                    <a:pt x="409" y="24284"/>
                    <a:pt x="3312" y="25286"/>
                  </a:cubicBezTo>
                  <a:cubicBezTo>
                    <a:pt x="3570" y="25374"/>
                    <a:pt x="3840" y="25417"/>
                    <a:pt x="4113" y="25417"/>
                  </a:cubicBezTo>
                  <a:cubicBezTo>
                    <a:pt x="6960" y="25417"/>
                    <a:pt x="10723" y="20855"/>
                    <a:pt x="12910" y="14524"/>
                  </a:cubicBezTo>
                  <a:cubicBezTo>
                    <a:pt x="15307" y="7578"/>
                    <a:pt x="14900" y="1136"/>
                    <a:pt x="11998" y="134"/>
                  </a:cubicBezTo>
                  <a:cubicBezTo>
                    <a:pt x="11739" y="44"/>
                    <a:pt x="11469" y="0"/>
                    <a:pt x="11197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1"/>
            <p:cNvSpPr/>
            <p:nvPr/>
          </p:nvSpPr>
          <p:spPr>
            <a:xfrm>
              <a:off x="4120125" y="3272825"/>
              <a:ext cx="418300" cy="747900"/>
            </a:xfrm>
            <a:custGeom>
              <a:avLst/>
              <a:gdLst/>
              <a:ahLst/>
              <a:cxnLst/>
              <a:rect l="l" t="t" r="r" b="b"/>
              <a:pathLst>
                <a:path w="16732" h="29916" fill="none" extrusionOk="0">
                  <a:moveTo>
                    <a:pt x="13326" y="591"/>
                  </a:moveTo>
                  <a:cubicBezTo>
                    <a:pt x="15041" y="1185"/>
                    <a:pt x="16166" y="3267"/>
                    <a:pt x="16447" y="6380"/>
                  </a:cubicBezTo>
                  <a:cubicBezTo>
                    <a:pt x="16731" y="9492"/>
                    <a:pt x="16152" y="13381"/>
                    <a:pt x="14836" y="17193"/>
                  </a:cubicBezTo>
                  <a:cubicBezTo>
                    <a:pt x="13520" y="21003"/>
                    <a:pt x="11578" y="24420"/>
                    <a:pt x="9433" y="26694"/>
                  </a:cubicBezTo>
                  <a:cubicBezTo>
                    <a:pt x="7290" y="28971"/>
                    <a:pt x="5122" y="29915"/>
                    <a:pt x="3404" y="29322"/>
                  </a:cubicBezTo>
                  <a:cubicBezTo>
                    <a:pt x="1689" y="28731"/>
                    <a:pt x="566" y="26648"/>
                    <a:pt x="282" y="23536"/>
                  </a:cubicBezTo>
                  <a:cubicBezTo>
                    <a:pt x="1" y="20423"/>
                    <a:pt x="580" y="16533"/>
                    <a:pt x="1896" y="12723"/>
                  </a:cubicBezTo>
                  <a:cubicBezTo>
                    <a:pt x="3210" y="8913"/>
                    <a:pt x="5154" y="5496"/>
                    <a:pt x="7297" y="3219"/>
                  </a:cubicBezTo>
                  <a:cubicBezTo>
                    <a:pt x="9442" y="945"/>
                    <a:pt x="11610" y="0"/>
                    <a:pt x="13326" y="591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1"/>
            <p:cNvSpPr/>
            <p:nvPr/>
          </p:nvSpPr>
          <p:spPr>
            <a:xfrm>
              <a:off x="4081975" y="3231825"/>
              <a:ext cx="608550" cy="622075"/>
            </a:xfrm>
            <a:custGeom>
              <a:avLst/>
              <a:gdLst/>
              <a:ahLst/>
              <a:cxnLst/>
              <a:rect l="l" t="t" r="r" b="b"/>
              <a:pathLst>
                <a:path w="24342" h="24883" extrusionOk="0">
                  <a:moveTo>
                    <a:pt x="20008" y="1"/>
                  </a:moveTo>
                  <a:lnTo>
                    <a:pt x="18283" y="1102"/>
                  </a:lnTo>
                  <a:lnTo>
                    <a:pt x="16073" y="2993"/>
                  </a:lnTo>
                  <a:lnTo>
                    <a:pt x="14593" y="4256"/>
                  </a:lnTo>
                  <a:lnTo>
                    <a:pt x="5669" y="11892"/>
                  </a:lnTo>
                  <a:lnTo>
                    <a:pt x="3709" y="13571"/>
                  </a:lnTo>
                  <a:lnTo>
                    <a:pt x="3709" y="13573"/>
                  </a:lnTo>
                  <a:lnTo>
                    <a:pt x="1527" y="15436"/>
                  </a:lnTo>
                  <a:lnTo>
                    <a:pt x="1527" y="15441"/>
                  </a:lnTo>
                  <a:cubicBezTo>
                    <a:pt x="508" y="18808"/>
                    <a:pt x="12" y="22059"/>
                    <a:pt x="0" y="24882"/>
                  </a:cubicBezTo>
                  <a:lnTo>
                    <a:pt x="1737" y="23395"/>
                  </a:lnTo>
                  <a:lnTo>
                    <a:pt x="2967" y="22345"/>
                  </a:lnTo>
                  <a:lnTo>
                    <a:pt x="8389" y="17706"/>
                  </a:lnTo>
                  <a:lnTo>
                    <a:pt x="8491" y="17618"/>
                  </a:lnTo>
                  <a:lnTo>
                    <a:pt x="9463" y="16789"/>
                  </a:lnTo>
                  <a:lnTo>
                    <a:pt x="9463" y="16787"/>
                  </a:lnTo>
                  <a:lnTo>
                    <a:pt x="11862" y="14734"/>
                  </a:lnTo>
                  <a:lnTo>
                    <a:pt x="16563" y="10717"/>
                  </a:lnTo>
                  <a:lnTo>
                    <a:pt x="18043" y="9449"/>
                  </a:lnTo>
                  <a:lnTo>
                    <a:pt x="19906" y="7856"/>
                  </a:lnTo>
                  <a:lnTo>
                    <a:pt x="24342" y="4420"/>
                  </a:lnTo>
                  <a:cubicBezTo>
                    <a:pt x="23266" y="2321"/>
                    <a:pt x="21829" y="832"/>
                    <a:pt x="20008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1"/>
            <p:cNvSpPr/>
            <p:nvPr/>
          </p:nvSpPr>
          <p:spPr>
            <a:xfrm>
              <a:off x="4084750" y="3382550"/>
              <a:ext cx="630250" cy="619525"/>
            </a:xfrm>
            <a:custGeom>
              <a:avLst/>
              <a:gdLst/>
              <a:ahLst/>
              <a:cxnLst/>
              <a:rect l="l" t="t" r="r" b="b"/>
              <a:pathLst>
                <a:path w="25210" h="24781" extrusionOk="0">
                  <a:moveTo>
                    <a:pt x="24769" y="1"/>
                  </a:moveTo>
                  <a:lnTo>
                    <a:pt x="19712" y="4305"/>
                  </a:lnTo>
                  <a:lnTo>
                    <a:pt x="17807" y="5937"/>
                  </a:lnTo>
                  <a:lnTo>
                    <a:pt x="16182" y="7327"/>
                  </a:lnTo>
                  <a:lnTo>
                    <a:pt x="10388" y="12282"/>
                  </a:lnTo>
                  <a:lnTo>
                    <a:pt x="9158" y="13335"/>
                  </a:lnTo>
                  <a:lnTo>
                    <a:pt x="8694" y="13734"/>
                  </a:lnTo>
                  <a:lnTo>
                    <a:pt x="8694" y="13739"/>
                  </a:lnTo>
                  <a:lnTo>
                    <a:pt x="8068" y="14270"/>
                  </a:lnTo>
                  <a:lnTo>
                    <a:pt x="2905" y="18687"/>
                  </a:lnTo>
                  <a:lnTo>
                    <a:pt x="1755" y="19671"/>
                  </a:lnTo>
                  <a:lnTo>
                    <a:pt x="0" y="21169"/>
                  </a:lnTo>
                  <a:cubicBezTo>
                    <a:pt x="143" y="22534"/>
                    <a:pt x="423" y="23755"/>
                    <a:pt x="834" y="24781"/>
                  </a:cubicBezTo>
                  <a:lnTo>
                    <a:pt x="2787" y="23111"/>
                  </a:lnTo>
                  <a:lnTo>
                    <a:pt x="3979" y="22093"/>
                  </a:lnTo>
                  <a:lnTo>
                    <a:pt x="14718" y="12903"/>
                  </a:lnTo>
                  <a:lnTo>
                    <a:pt x="14718" y="12901"/>
                  </a:lnTo>
                  <a:lnTo>
                    <a:pt x="16777" y="11144"/>
                  </a:lnTo>
                  <a:lnTo>
                    <a:pt x="18932" y="9299"/>
                  </a:lnTo>
                  <a:lnTo>
                    <a:pt x="25210" y="3365"/>
                  </a:lnTo>
                  <a:cubicBezTo>
                    <a:pt x="25157" y="2233"/>
                    <a:pt x="25009" y="1107"/>
                    <a:pt x="24769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2" name="Google Shape;602;p31"/>
          <p:cNvGrpSpPr/>
          <p:nvPr/>
        </p:nvGrpSpPr>
        <p:grpSpPr>
          <a:xfrm rot="1439146">
            <a:off x="799429" y="1379203"/>
            <a:ext cx="549215" cy="531497"/>
            <a:chOff x="1785750" y="3413025"/>
            <a:chExt cx="785025" cy="759700"/>
          </a:xfrm>
        </p:grpSpPr>
        <p:sp>
          <p:nvSpPr>
            <p:cNvPr id="603" name="Google Shape;603;p31"/>
            <p:cNvSpPr/>
            <p:nvPr/>
          </p:nvSpPr>
          <p:spPr>
            <a:xfrm>
              <a:off x="1785750" y="3414125"/>
              <a:ext cx="739475" cy="758125"/>
            </a:xfrm>
            <a:custGeom>
              <a:avLst/>
              <a:gdLst/>
              <a:ahLst/>
              <a:cxnLst/>
              <a:rect l="l" t="t" r="r" b="b"/>
              <a:pathLst>
                <a:path w="29579" h="30325" extrusionOk="0">
                  <a:moveTo>
                    <a:pt x="9020" y="1"/>
                  </a:moveTo>
                  <a:cubicBezTo>
                    <a:pt x="7692" y="1"/>
                    <a:pt x="5740" y="539"/>
                    <a:pt x="3861" y="3055"/>
                  </a:cubicBezTo>
                  <a:cubicBezTo>
                    <a:pt x="2298" y="5150"/>
                    <a:pt x="1" y="7953"/>
                    <a:pt x="3376" y="15081"/>
                  </a:cubicBezTo>
                  <a:cubicBezTo>
                    <a:pt x="5324" y="19195"/>
                    <a:pt x="13615" y="30324"/>
                    <a:pt x="21398" y="30324"/>
                  </a:cubicBezTo>
                  <a:cubicBezTo>
                    <a:pt x="22382" y="30324"/>
                    <a:pt x="23358" y="30147"/>
                    <a:pt x="24312" y="29754"/>
                  </a:cubicBezTo>
                  <a:cubicBezTo>
                    <a:pt x="28992" y="27831"/>
                    <a:pt x="29579" y="23234"/>
                    <a:pt x="29579" y="23234"/>
                  </a:cubicBezTo>
                  <a:lnTo>
                    <a:pt x="29579" y="23234"/>
                  </a:lnTo>
                  <a:cubicBezTo>
                    <a:pt x="29578" y="23234"/>
                    <a:pt x="27493" y="25961"/>
                    <a:pt x="23856" y="25961"/>
                  </a:cubicBezTo>
                  <a:cubicBezTo>
                    <a:pt x="19899" y="25961"/>
                    <a:pt x="14105" y="22732"/>
                    <a:pt x="7161" y="9243"/>
                  </a:cubicBezTo>
                  <a:cubicBezTo>
                    <a:pt x="2674" y="532"/>
                    <a:pt x="10659" y="303"/>
                    <a:pt x="10659" y="303"/>
                  </a:cubicBezTo>
                  <a:cubicBezTo>
                    <a:pt x="10659" y="303"/>
                    <a:pt x="10015" y="1"/>
                    <a:pt x="9020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1"/>
            <p:cNvSpPr/>
            <p:nvPr/>
          </p:nvSpPr>
          <p:spPr>
            <a:xfrm>
              <a:off x="1907725" y="3413150"/>
              <a:ext cx="621375" cy="676450"/>
            </a:xfrm>
            <a:custGeom>
              <a:avLst/>
              <a:gdLst/>
              <a:ahLst/>
              <a:cxnLst/>
              <a:rect l="l" t="t" r="r" b="b"/>
              <a:pathLst>
                <a:path w="24855" h="27058" extrusionOk="0">
                  <a:moveTo>
                    <a:pt x="4358" y="0"/>
                  </a:moveTo>
                  <a:cubicBezTo>
                    <a:pt x="3185" y="0"/>
                    <a:pt x="2222" y="319"/>
                    <a:pt x="1497" y="949"/>
                  </a:cubicBezTo>
                  <a:cubicBezTo>
                    <a:pt x="725" y="1619"/>
                    <a:pt x="266" y="2603"/>
                    <a:pt x="132" y="3870"/>
                  </a:cubicBezTo>
                  <a:cubicBezTo>
                    <a:pt x="0" y="5094"/>
                    <a:pt x="176" y="6532"/>
                    <a:pt x="656" y="8144"/>
                  </a:cubicBezTo>
                  <a:cubicBezTo>
                    <a:pt x="1640" y="11460"/>
                    <a:pt x="3789" y="15136"/>
                    <a:pt x="6710" y="18495"/>
                  </a:cubicBezTo>
                  <a:cubicBezTo>
                    <a:pt x="7537" y="19451"/>
                    <a:pt x="8417" y="20361"/>
                    <a:pt x="9343" y="21225"/>
                  </a:cubicBezTo>
                  <a:cubicBezTo>
                    <a:pt x="10504" y="22310"/>
                    <a:pt x="11700" y="23275"/>
                    <a:pt x="12898" y="24090"/>
                  </a:cubicBezTo>
                  <a:cubicBezTo>
                    <a:pt x="13538" y="24529"/>
                    <a:pt x="14178" y="24928"/>
                    <a:pt x="14803" y="25272"/>
                  </a:cubicBezTo>
                  <a:cubicBezTo>
                    <a:pt x="16911" y="26438"/>
                    <a:pt x="18881" y="27057"/>
                    <a:pt x="20497" y="27057"/>
                  </a:cubicBezTo>
                  <a:cubicBezTo>
                    <a:pt x="20606" y="27057"/>
                    <a:pt x="20714" y="27052"/>
                    <a:pt x="20818" y="27048"/>
                  </a:cubicBezTo>
                  <a:cubicBezTo>
                    <a:pt x="21848" y="26995"/>
                    <a:pt x="22702" y="26678"/>
                    <a:pt x="23358" y="26108"/>
                  </a:cubicBezTo>
                  <a:cubicBezTo>
                    <a:pt x="24129" y="25438"/>
                    <a:pt x="24589" y="24455"/>
                    <a:pt x="24723" y="23187"/>
                  </a:cubicBezTo>
                  <a:cubicBezTo>
                    <a:pt x="24854" y="21961"/>
                    <a:pt x="24677" y="20525"/>
                    <a:pt x="24199" y="18911"/>
                  </a:cubicBezTo>
                  <a:cubicBezTo>
                    <a:pt x="23215" y="15598"/>
                    <a:pt x="21063" y="11922"/>
                    <a:pt x="18144" y="8560"/>
                  </a:cubicBezTo>
                  <a:cubicBezTo>
                    <a:pt x="17800" y="8165"/>
                    <a:pt x="17477" y="7807"/>
                    <a:pt x="17154" y="7468"/>
                  </a:cubicBezTo>
                  <a:lnTo>
                    <a:pt x="17152" y="7465"/>
                  </a:lnTo>
                  <a:cubicBezTo>
                    <a:pt x="15041" y="5219"/>
                    <a:pt x="12723" y="3332"/>
                    <a:pt x="10449" y="2011"/>
                  </a:cubicBezTo>
                  <a:cubicBezTo>
                    <a:pt x="9846" y="1658"/>
                    <a:pt x="9223" y="1337"/>
                    <a:pt x="8585" y="1051"/>
                  </a:cubicBezTo>
                  <a:cubicBezTo>
                    <a:pt x="7442" y="543"/>
                    <a:pt x="6364" y="215"/>
                    <a:pt x="5385" y="74"/>
                  </a:cubicBezTo>
                  <a:cubicBezTo>
                    <a:pt x="5046" y="26"/>
                    <a:pt x="4702" y="0"/>
                    <a:pt x="4358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1"/>
            <p:cNvSpPr/>
            <p:nvPr/>
          </p:nvSpPr>
          <p:spPr>
            <a:xfrm>
              <a:off x="1866050" y="3413025"/>
              <a:ext cx="704725" cy="676675"/>
            </a:xfrm>
            <a:custGeom>
              <a:avLst/>
              <a:gdLst/>
              <a:ahLst/>
              <a:cxnLst/>
              <a:rect l="l" t="t" r="r" b="b"/>
              <a:pathLst>
                <a:path w="28189" h="27067" extrusionOk="0">
                  <a:moveTo>
                    <a:pt x="6022" y="1"/>
                  </a:moveTo>
                  <a:cubicBezTo>
                    <a:pt x="6022" y="1"/>
                    <a:pt x="6022" y="1"/>
                    <a:pt x="6022" y="1"/>
                  </a:cubicBezTo>
                  <a:lnTo>
                    <a:pt x="6022" y="1"/>
                  </a:lnTo>
                  <a:cubicBezTo>
                    <a:pt x="6023" y="1"/>
                    <a:pt x="6024" y="1"/>
                    <a:pt x="6025" y="1"/>
                  </a:cubicBezTo>
                  <a:close/>
                  <a:moveTo>
                    <a:pt x="6025" y="12"/>
                  </a:moveTo>
                  <a:cubicBezTo>
                    <a:pt x="6369" y="12"/>
                    <a:pt x="6710" y="38"/>
                    <a:pt x="7052" y="86"/>
                  </a:cubicBezTo>
                  <a:cubicBezTo>
                    <a:pt x="8031" y="227"/>
                    <a:pt x="9107" y="555"/>
                    <a:pt x="10250" y="1063"/>
                  </a:cubicBezTo>
                  <a:cubicBezTo>
                    <a:pt x="10887" y="1349"/>
                    <a:pt x="11511" y="1668"/>
                    <a:pt x="12113" y="2021"/>
                  </a:cubicBezTo>
                  <a:cubicBezTo>
                    <a:pt x="14388" y="3344"/>
                    <a:pt x="16706" y="5231"/>
                    <a:pt x="18814" y="7475"/>
                  </a:cubicBezTo>
                  <a:lnTo>
                    <a:pt x="18816" y="7477"/>
                  </a:lnTo>
                  <a:cubicBezTo>
                    <a:pt x="19139" y="7817"/>
                    <a:pt x="19463" y="8172"/>
                    <a:pt x="19807" y="8569"/>
                  </a:cubicBezTo>
                  <a:cubicBezTo>
                    <a:pt x="21282" y="10266"/>
                    <a:pt x="22561" y="12047"/>
                    <a:pt x="23612" y="13855"/>
                  </a:cubicBezTo>
                  <a:cubicBezTo>
                    <a:pt x="24626" y="15605"/>
                    <a:pt x="25381" y="17307"/>
                    <a:pt x="25861" y="18918"/>
                  </a:cubicBezTo>
                  <a:cubicBezTo>
                    <a:pt x="26339" y="20530"/>
                    <a:pt x="26514" y="21966"/>
                    <a:pt x="26385" y="23190"/>
                  </a:cubicBezTo>
                  <a:cubicBezTo>
                    <a:pt x="26251" y="24458"/>
                    <a:pt x="25792" y="25439"/>
                    <a:pt x="25020" y="26108"/>
                  </a:cubicBezTo>
                  <a:cubicBezTo>
                    <a:pt x="24365" y="26676"/>
                    <a:pt x="23513" y="26993"/>
                    <a:pt x="22485" y="27046"/>
                  </a:cubicBezTo>
                  <a:cubicBezTo>
                    <a:pt x="22381" y="27051"/>
                    <a:pt x="22273" y="27055"/>
                    <a:pt x="22164" y="27055"/>
                  </a:cubicBezTo>
                  <a:cubicBezTo>
                    <a:pt x="20548" y="27055"/>
                    <a:pt x="18578" y="26439"/>
                    <a:pt x="16473" y="25270"/>
                  </a:cubicBezTo>
                  <a:cubicBezTo>
                    <a:pt x="15847" y="24926"/>
                    <a:pt x="15207" y="24529"/>
                    <a:pt x="14568" y="24088"/>
                  </a:cubicBezTo>
                  <a:cubicBezTo>
                    <a:pt x="13369" y="23273"/>
                    <a:pt x="12173" y="22310"/>
                    <a:pt x="11012" y="21225"/>
                  </a:cubicBezTo>
                  <a:cubicBezTo>
                    <a:pt x="10086" y="20361"/>
                    <a:pt x="9209" y="19452"/>
                    <a:pt x="8380" y="18496"/>
                  </a:cubicBezTo>
                  <a:cubicBezTo>
                    <a:pt x="6904" y="16799"/>
                    <a:pt x="5625" y="15018"/>
                    <a:pt x="4574" y="13210"/>
                  </a:cubicBezTo>
                  <a:cubicBezTo>
                    <a:pt x="3561" y="11463"/>
                    <a:pt x="2806" y="9759"/>
                    <a:pt x="2326" y="8147"/>
                  </a:cubicBezTo>
                  <a:cubicBezTo>
                    <a:pt x="1848" y="6535"/>
                    <a:pt x="1672" y="5099"/>
                    <a:pt x="1801" y="3875"/>
                  </a:cubicBezTo>
                  <a:cubicBezTo>
                    <a:pt x="1938" y="2610"/>
                    <a:pt x="2397" y="1629"/>
                    <a:pt x="3166" y="959"/>
                  </a:cubicBezTo>
                  <a:cubicBezTo>
                    <a:pt x="3889" y="331"/>
                    <a:pt x="4852" y="12"/>
                    <a:pt x="6025" y="12"/>
                  </a:cubicBezTo>
                  <a:close/>
                  <a:moveTo>
                    <a:pt x="6022" y="1"/>
                  </a:moveTo>
                  <a:lnTo>
                    <a:pt x="6022" y="1"/>
                  </a:lnTo>
                  <a:cubicBezTo>
                    <a:pt x="4880" y="1"/>
                    <a:pt x="3902" y="306"/>
                    <a:pt x="3159" y="950"/>
                  </a:cubicBezTo>
                  <a:cubicBezTo>
                    <a:pt x="0" y="3695"/>
                    <a:pt x="2335" y="11555"/>
                    <a:pt x="8370" y="18503"/>
                  </a:cubicBezTo>
                  <a:cubicBezTo>
                    <a:pt x="9199" y="19461"/>
                    <a:pt x="10079" y="20371"/>
                    <a:pt x="11005" y="21234"/>
                  </a:cubicBezTo>
                  <a:cubicBezTo>
                    <a:pt x="12180" y="22331"/>
                    <a:pt x="13379" y="23291"/>
                    <a:pt x="14561" y="24100"/>
                  </a:cubicBezTo>
                  <a:cubicBezTo>
                    <a:pt x="15203" y="24541"/>
                    <a:pt x="15840" y="24935"/>
                    <a:pt x="16466" y="25282"/>
                  </a:cubicBezTo>
                  <a:cubicBezTo>
                    <a:pt x="18553" y="26436"/>
                    <a:pt x="20527" y="27067"/>
                    <a:pt x="22162" y="27067"/>
                  </a:cubicBezTo>
                  <a:cubicBezTo>
                    <a:pt x="22273" y="27067"/>
                    <a:pt x="22379" y="27064"/>
                    <a:pt x="22485" y="27060"/>
                  </a:cubicBezTo>
                  <a:cubicBezTo>
                    <a:pt x="23490" y="27007"/>
                    <a:pt x="24355" y="26702"/>
                    <a:pt x="25027" y="26118"/>
                  </a:cubicBezTo>
                  <a:cubicBezTo>
                    <a:pt x="28188" y="23372"/>
                    <a:pt x="25854" y="15513"/>
                    <a:pt x="19814" y="8562"/>
                  </a:cubicBezTo>
                  <a:cubicBezTo>
                    <a:pt x="19486" y="8186"/>
                    <a:pt x="19160" y="7824"/>
                    <a:pt x="18825" y="7470"/>
                  </a:cubicBezTo>
                  <a:lnTo>
                    <a:pt x="18823" y="7468"/>
                  </a:lnTo>
                  <a:cubicBezTo>
                    <a:pt x="16643" y="5150"/>
                    <a:pt x="14323" y="3296"/>
                    <a:pt x="12118" y="2012"/>
                  </a:cubicBezTo>
                  <a:cubicBezTo>
                    <a:pt x="11515" y="1659"/>
                    <a:pt x="10892" y="1340"/>
                    <a:pt x="10255" y="1054"/>
                  </a:cubicBezTo>
                  <a:cubicBezTo>
                    <a:pt x="9121" y="550"/>
                    <a:pt x="8038" y="215"/>
                    <a:pt x="7050" y="77"/>
                  </a:cubicBezTo>
                  <a:cubicBezTo>
                    <a:pt x="6710" y="28"/>
                    <a:pt x="6366" y="3"/>
                    <a:pt x="6022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1"/>
            <p:cNvSpPr/>
            <p:nvPr/>
          </p:nvSpPr>
          <p:spPr>
            <a:xfrm>
              <a:off x="1995350" y="3506475"/>
              <a:ext cx="474975" cy="482675"/>
            </a:xfrm>
            <a:custGeom>
              <a:avLst/>
              <a:gdLst/>
              <a:ahLst/>
              <a:cxnLst/>
              <a:rect l="l" t="t" r="r" b="b"/>
              <a:pathLst>
                <a:path w="18999" h="19307" extrusionOk="0">
                  <a:moveTo>
                    <a:pt x="2905" y="1"/>
                  </a:moveTo>
                  <a:cubicBezTo>
                    <a:pt x="2180" y="1"/>
                    <a:pt x="1587" y="197"/>
                    <a:pt x="1143" y="583"/>
                  </a:cubicBezTo>
                  <a:cubicBezTo>
                    <a:pt x="132" y="1460"/>
                    <a:pt x="0" y="3229"/>
                    <a:pt x="774" y="5566"/>
                  </a:cubicBezTo>
                  <a:cubicBezTo>
                    <a:pt x="1548" y="7900"/>
                    <a:pt x="3134" y="10521"/>
                    <a:pt x="5240" y="12945"/>
                  </a:cubicBezTo>
                  <a:cubicBezTo>
                    <a:pt x="6893" y="14848"/>
                    <a:pt x="8715" y="16455"/>
                    <a:pt x="10516" y="17598"/>
                  </a:cubicBezTo>
                  <a:cubicBezTo>
                    <a:pt x="12275" y="18715"/>
                    <a:pt x="13880" y="19306"/>
                    <a:pt x="15150" y="19306"/>
                  </a:cubicBezTo>
                  <a:cubicBezTo>
                    <a:pt x="15875" y="19306"/>
                    <a:pt x="16468" y="19112"/>
                    <a:pt x="16909" y="18727"/>
                  </a:cubicBezTo>
                  <a:cubicBezTo>
                    <a:pt x="18999" y="16912"/>
                    <a:pt x="17161" y="11366"/>
                    <a:pt x="12813" y="6362"/>
                  </a:cubicBezTo>
                  <a:cubicBezTo>
                    <a:pt x="11162" y="4462"/>
                    <a:pt x="9338" y="2853"/>
                    <a:pt x="7539" y="1710"/>
                  </a:cubicBezTo>
                  <a:cubicBezTo>
                    <a:pt x="5778" y="592"/>
                    <a:pt x="4175" y="1"/>
                    <a:pt x="2905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1"/>
            <p:cNvSpPr/>
            <p:nvPr/>
          </p:nvSpPr>
          <p:spPr>
            <a:xfrm>
              <a:off x="1971500" y="3506375"/>
              <a:ext cx="499050" cy="482950"/>
            </a:xfrm>
            <a:custGeom>
              <a:avLst/>
              <a:gdLst/>
              <a:ahLst/>
              <a:cxnLst/>
              <a:rect l="l" t="t" r="r" b="b"/>
              <a:pathLst>
                <a:path w="19962" h="19318" extrusionOk="0">
                  <a:moveTo>
                    <a:pt x="3859" y="12"/>
                  </a:moveTo>
                  <a:cubicBezTo>
                    <a:pt x="4492" y="12"/>
                    <a:pt x="5212" y="160"/>
                    <a:pt x="6004" y="453"/>
                  </a:cubicBezTo>
                  <a:cubicBezTo>
                    <a:pt x="6787" y="744"/>
                    <a:pt x="7625" y="1169"/>
                    <a:pt x="8491" y="1721"/>
                  </a:cubicBezTo>
                  <a:cubicBezTo>
                    <a:pt x="10290" y="2861"/>
                    <a:pt x="12114" y="4471"/>
                    <a:pt x="13765" y="6371"/>
                  </a:cubicBezTo>
                  <a:cubicBezTo>
                    <a:pt x="14829" y="7595"/>
                    <a:pt x="15762" y="8871"/>
                    <a:pt x="16535" y="10160"/>
                  </a:cubicBezTo>
                  <a:cubicBezTo>
                    <a:pt x="17284" y="11407"/>
                    <a:pt x="17854" y="12614"/>
                    <a:pt x="18228" y="13750"/>
                  </a:cubicBezTo>
                  <a:cubicBezTo>
                    <a:pt x="18604" y="14886"/>
                    <a:pt x="18768" y="15891"/>
                    <a:pt x="18713" y="16738"/>
                  </a:cubicBezTo>
                  <a:cubicBezTo>
                    <a:pt x="18657" y="17613"/>
                    <a:pt x="18371" y="18283"/>
                    <a:pt x="17861" y="18726"/>
                  </a:cubicBezTo>
                  <a:cubicBezTo>
                    <a:pt x="17418" y="19110"/>
                    <a:pt x="16826" y="19306"/>
                    <a:pt x="16104" y="19306"/>
                  </a:cubicBezTo>
                  <a:cubicBezTo>
                    <a:pt x="15471" y="19306"/>
                    <a:pt x="14751" y="19156"/>
                    <a:pt x="13959" y="18862"/>
                  </a:cubicBezTo>
                  <a:cubicBezTo>
                    <a:pt x="13176" y="18574"/>
                    <a:pt x="12338" y="18147"/>
                    <a:pt x="11472" y="17597"/>
                  </a:cubicBezTo>
                  <a:cubicBezTo>
                    <a:pt x="9673" y="16454"/>
                    <a:pt x="7849" y="14847"/>
                    <a:pt x="6198" y="12947"/>
                  </a:cubicBezTo>
                  <a:cubicBezTo>
                    <a:pt x="5134" y="11721"/>
                    <a:pt x="4201" y="10446"/>
                    <a:pt x="3427" y="9155"/>
                  </a:cubicBezTo>
                  <a:cubicBezTo>
                    <a:pt x="2679" y="7909"/>
                    <a:pt x="2109" y="6703"/>
                    <a:pt x="1735" y="5567"/>
                  </a:cubicBezTo>
                  <a:cubicBezTo>
                    <a:pt x="1359" y="4431"/>
                    <a:pt x="1195" y="3427"/>
                    <a:pt x="1250" y="2579"/>
                  </a:cubicBezTo>
                  <a:cubicBezTo>
                    <a:pt x="1305" y="1702"/>
                    <a:pt x="1592" y="1035"/>
                    <a:pt x="2102" y="591"/>
                  </a:cubicBezTo>
                  <a:cubicBezTo>
                    <a:pt x="2545" y="206"/>
                    <a:pt x="3136" y="12"/>
                    <a:pt x="3859" y="12"/>
                  </a:cubicBezTo>
                  <a:close/>
                  <a:moveTo>
                    <a:pt x="3859" y="0"/>
                  </a:moveTo>
                  <a:cubicBezTo>
                    <a:pt x="3150" y="0"/>
                    <a:pt x="2548" y="187"/>
                    <a:pt x="2095" y="582"/>
                  </a:cubicBezTo>
                  <a:cubicBezTo>
                    <a:pt x="1" y="2402"/>
                    <a:pt x="1834" y="7941"/>
                    <a:pt x="6189" y="12954"/>
                  </a:cubicBezTo>
                  <a:cubicBezTo>
                    <a:pt x="9599" y="16879"/>
                    <a:pt x="13545" y="19317"/>
                    <a:pt x="16104" y="19317"/>
                  </a:cubicBezTo>
                  <a:cubicBezTo>
                    <a:pt x="16813" y="19317"/>
                    <a:pt x="17415" y="19130"/>
                    <a:pt x="17868" y="18735"/>
                  </a:cubicBezTo>
                  <a:cubicBezTo>
                    <a:pt x="19962" y="16914"/>
                    <a:pt x="18129" y="11374"/>
                    <a:pt x="13774" y="6364"/>
                  </a:cubicBezTo>
                  <a:cubicBezTo>
                    <a:pt x="10364" y="2439"/>
                    <a:pt x="6418" y="0"/>
                    <a:pt x="385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1"/>
            <p:cNvSpPr/>
            <p:nvPr/>
          </p:nvSpPr>
          <p:spPr>
            <a:xfrm>
              <a:off x="1957425" y="3464225"/>
              <a:ext cx="524275" cy="572250"/>
            </a:xfrm>
            <a:custGeom>
              <a:avLst/>
              <a:gdLst/>
              <a:ahLst/>
              <a:cxnLst/>
              <a:rect l="l" t="t" r="r" b="b"/>
              <a:pathLst>
                <a:path w="20971" h="22890" fill="none" extrusionOk="0">
                  <a:moveTo>
                    <a:pt x="15154" y="7387"/>
                  </a:moveTo>
                  <a:cubicBezTo>
                    <a:pt x="17544" y="10137"/>
                    <a:pt x="19343" y="13201"/>
                    <a:pt x="20158" y="15907"/>
                  </a:cubicBezTo>
                  <a:cubicBezTo>
                    <a:pt x="20971" y="18614"/>
                    <a:pt x="20733" y="20738"/>
                    <a:pt x="19495" y="21814"/>
                  </a:cubicBezTo>
                  <a:cubicBezTo>
                    <a:pt x="18255" y="22890"/>
                    <a:pt x="16119" y="22830"/>
                    <a:pt x="13554" y="21645"/>
                  </a:cubicBezTo>
                  <a:cubicBezTo>
                    <a:pt x="10989" y="20463"/>
                    <a:pt x="8204" y="18253"/>
                    <a:pt x="5817" y="15503"/>
                  </a:cubicBezTo>
                  <a:cubicBezTo>
                    <a:pt x="3427" y="12753"/>
                    <a:pt x="1626" y="9689"/>
                    <a:pt x="813" y="6983"/>
                  </a:cubicBezTo>
                  <a:cubicBezTo>
                    <a:pt x="0" y="4279"/>
                    <a:pt x="238" y="2155"/>
                    <a:pt x="1476" y="1077"/>
                  </a:cubicBezTo>
                  <a:cubicBezTo>
                    <a:pt x="2714" y="1"/>
                    <a:pt x="4852" y="63"/>
                    <a:pt x="7417" y="1245"/>
                  </a:cubicBezTo>
                  <a:cubicBezTo>
                    <a:pt x="9982" y="2428"/>
                    <a:pt x="12765" y="4637"/>
                    <a:pt x="15154" y="7387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1"/>
            <p:cNvSpPr/>
            <p:nvPr/>
          </p:nvSpPr>
          <p:spPr>
            <a:xfrm>
              <a:off x="2169050" y="3463300"/>
              <a:ext cx="263475" cy="709425"/>
            </a:xfrm>
            <a:custGeom>
              <a:avLst/>
              <a:gdLst/>
              <a:ahLst/>
              <a:cxnLst/>
              <a:rect l="l" t="t" r="r" b="b"/>
              <a:pathLst>
                <a:path w="10539" h="28377" extrusionOk="0">
                  <a:moveTo>
                    <a:pt x="0" y="1"/>
                  </a:moveTo>
                  <a:lnTo>
                    <a:pt x="379" y="2030"/>
                  </a:lnTo>
                  <a:lnTo>
                    <a:pt x="644" y="3467"/>
                  </a:lnTo>
                  <a:lnTo>
                    <a:pt x="1831" y="9805"/>
                  </a:lnTo>
                  <a:lnTo>
                    <a:pt x="1854" y="9925"/>
                  </a:lnTo>
                  <a:lnTo>
                    <a:pt x="2064" y="11061"/>
                  </a:lnTo>
                  <a:lnTo>
                    <a:pt x="2067" y="11063"/>
                  </a:lnTo>
                  <a:lnTo>
                    <a:pt x="2591" y="13866"/>
                  </a:lnTo>
                  <a:lnTo>
                    <a:pt x="3616" y="19364"/>
                  </a:lnTo>
                  <a:lnTo>
                    <a:pt x="3939" y="21093"/>
                  </a:lnTo>
                  <a:lnTo>
                    <a:pt x="4348" y="23271"/>
                  </a:lnTo>
                  <a:lnTo>
                    <a:pt x="5285" y="28358"/>
                  </a:lnTo>
                  <a:cubicBezTo>
                    <a:pt x="5482" y="28370"/>
                    <a:pt x="5677" y="28376"/>
                    <a:pt x="5870" y="28376"/>
                  </a:cubicBezTo>
                  <a:cubicBezTo>
                    <a:pt x="7557" y="28376"/>
                    <a:pt x="9113" y="27897"/>
                    <a:pt x="10538" y="26940"/>
                  </a:cubicBezTo>
                  <a:lnTo>
                    <a:pt x="10365" y="25046"/>
                  </a:lnTo>
                  <a:lnTo>
                    <a:pt x="9885" y="22465"/>
                  </a:lnTo>
                  <a:lnTo>
                    <a:pt x="9562" y="20736"/>
                  </a:lnTo>
                  <a:lnTo>
                    <a:pt x="7611" y="10301"/>
                  </a:lnTo>
                  <a:lnTo>
                    <a:pt x="7181" y="8011"/>
                  </a:lnTo>
                  <a:lnTo>
                    <a:pt x="7179" y="8008"/>
                  </a:lnTo>
                  <a:lnTo>
                    <a:pt x="6705" y="5459"/>
                  </a:lnTo>
                  <a:lnTo>
                    <a:pt x="6703" y="5457"/>
                  </a:lnTo>
                  <a:cubicBezTo>
                    <a:pt x="4526" y="3139"/>
                    <a:pt x="2205" y="1285"/>
                    <a:pt x="0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1"/>
            <p:cNvSpPr/>
            <p:nvPr/>
          </p:nvSpPr>
          <p:spPr>
            <a:xfrm>
              <a:off x="2042325" y="3414925"/>
              <a:ext cx="215000" cy="748150"/>
            </a:xfrm>
            <a:custGeom>
              <a:avLst/>
              <a:gdLst/>
              <a:ahLst/>
              <a:cxnLst/>
              <a:rect l="l" t="t" r="r" b="b"/>
              <a:pathLst>
                <a:path w="8600" h="29926" extrusionOk="0">
                  <a:moveTo>
                    <a:pt x="1" y="1"/>
                  </a:moveTo>
                  <a:lnTo>
                    <a:pt x="428" y="2282"/>
                  </a:lnTo>
                  <a:lnTo>
                    <a:pt x="687" y="3675"/>
                  </a:lnTo>
                  <a:lnTo>
                    <a:pt x="3035" y="16231"/>
                  </a:lnTo>
                  <a:lnTo>
                    <a:pt x="3035" y="16233"/>
                  </a:lnTo>
                  <a:lnTo>
                    <a:pt x="3483" y="18637"/>
                  </a:lnTo>
                  <a:lnTo>
                    <a:pt x="3954" y="21158"/>
                  </a:lnTo>
                  <a:lnTo>
                    <a:pt x="5069" y="28346"/>
                  </a:lnTo>
                  <a:lnTo>
                    <a:pt x="8600" y="29925"/>
                  </a:lnTo>
                  <a:lnTo>
                    <a:pt x="7512" y="24024"/>
                  </a:lnTo>
                  <a:lnTo>
                    <a:pt x="7094" y="21795"/>
                  </a:lnTo>
                  <a:lnTo>
                    <a:pt x="6739" y="19895"/>
                  </a:lnTo>
                  <a:lnTo>
                    <a:pt x="5473" y="13123"/>
                  </a:lnTo>
                  <a:lnTo>
                    <a:pt x="5205" y="11684"/>
                  </a:lnTo>
                  <a:lnTo>
                    <a:pt x="5102" y="11139"/>
                  </a:lnTo>
                  <a:lnTo>
                    <a:pt x="5099" y="11137"/>
                  </a:lnTo>
                  <a:lnTo>
                    <a:pt x="4965" y="10408"/>
                  </a:lnTo>
                  <a:lnTo>
                    <a:pt x="3836" y="4372"/>
                  </a:lnTo>
                  <a:lnTo>
                    <a:pt x="3585" y="3028"/>
                  </a:lnTo>
                  <a:lnTo>
                    <a:pt x="3204" y="975"/>
                  </a:lnTo>
                  <a:cubicBezTo>
                    <a:pt x="2070" y="472"/>
                    <a:pt x="989" y="139"/>
                    <a:pt x="1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Google Shape;574;p3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/>
          <a:srcRect l="13452" r="13452"/>
          <a:stretch/>
        </p:blipFill>
        <p:spPr>
          <a:xfrm flipH="1">
            <a:off x="5679458" y="1310492"/>
            <a:ext cx="2912700" cy="2658900"/>
          </a:xfrm>
          <a:prstGeom prst="snip1Rect">
            <a:avLst>
              <a:gd name="adj" fmla="val 29498"/>
            </a:avLst>
          </a:prstGeom>
          <a:scene3d>
            <a:camera prst="orthographicFront">
              <a:rot lat="0" lon="10500000" rev="0"/>
            </a:camera>
            <a:lightRig rig="threePt" dir="t"/>
          </a:scene3d>
        </p:spPr>
      </p:pic>
      <p:sp>
        <p:nvSpPr>
          <p:cNvPr id="575" name="Google Shape;575;p31"/>
          <p:cNvSpPr txBox="1">
            <a:spLocks noGrp="1"/>
          </p:cNvSpPr>
          <p:nvPr>
            <p:ph type="title"/>
          </p:nvPr>
        </p:nvSpPr>
        <p:spPr>
          <a:xfrm>
            <a:off x="3543300" y="466725"/>
            <a:ext cx="4806000" cy="8199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Le contexte</a:t>
            </a:r>
            <a:endParaRPr sz="4400" dirty="0"/>
          </a:p>
        </p:txBody>
      </p:sp>
      <p:sp>
        <p:nvSpPr>
          <p:cNvPr id="576" name="Google Shape;576;p31"/>
          <p:cNvSpPr txBox="1">
            <a:spLocks noGrp="1"/>
          </p:cNvSpPr>
          <p:nvPr>
            <p:ph type="body" idx="1"/>
          </p:nvPr>
        </p:nvSpPr>
        <p:spPr>
          <a:xfrm>
            <a:off x="392475" y="1246813"/>
            <a:ext cx="4806000" cy="26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/>
              <a:t>Nous allons disposer d’un jeu de données de 1500 billets </a:t>
            </a:r>
            <a:r>
              <a:rPr lang="fr-FR" dirty="0"/>
              <a:t>: 1000 vrais et 500 faux.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L’agence européenne EMV (</a:t>
            </a:r>
            <a:r>
              <a:rPr lang="fr-FR" dirty="0" err="1"/>
              <a:t>European</a:t>
            </a:r>
            <a:r>
              <a:rPr lang="fr-FR" dirty="0"/>
              <a:t> </a:t>
            </a:r>
            <a:r>
              <a:rPr lang="fr-FR" dirty="0" err="1"/>
              <a:t>Monetary</a:t>
            </a:r>
            <a:r>
              <a:rPr lang="fr-FR" dirty="0"/>
              <a:t> </a:t>
            </a:r>
            <a:r>
              <a:rPr lang="fr-FR" dirty="0" err="1"/>
              <a:t>Verification</a:t>
            </a:r>
            <a:r>
              <a:rPr lang="fr-FR" dirty="0"/>
              <a:t>), en charge du faux monnayage, nous a recommandé de tester 4 algorithmes :</a:t>
            </a:r>
          </a:p>
          <a:p>
            <a:pPr marL="285750" indent="-285750"/>
            <a:r>
              <a:rPr lang="fr-FR" dirty="0"/>
              <a:t>K-</a:t>
            </a:r>
            <a:r>
              <a:rPr lang="fr-FR" dirty="0" err="1"/>
              <a:t>means</a:t>
            </a:r>
            <a:endParaRPr lang="fr-FR" dirty="0"/>
          </a:p>
          <a:p>
            <a:pPr marL="285750" indent="-285750"/>
            <a:r>
              <a:rPr lang="fr-FR" dirty="0"/>
              <a:t>Régression logistique</a:t>
            </a:r>
          </a:p>
          <a:p>
            <a:pPr marL="285750" indent="-285750"/>
            <a:r>
              <a:rPr lang="fr-FR" dirty="0"/>
              <a:t>KNN</a:t>
            </a:r>
          </a:p>
          <a:p>
            <a:pPr marL="285750" indent="-285750"/>
            <a:r>
              <a:rPr lang="fr-FR" dirty="0" err="1"/>
              <a:t>Random</a:t>
            </a:r>
            <a:r>
              <a:rPr lang="fr-FR" dirty="0"/>
              <a:t> Forest</a:t>
            </a:r>
          </a:p>
          <a:p>
            <a:pPr marL="0" indent="0">
              <a:buNone/>
            </a:pPr>
            <a:endParaRPr lang="fr-FR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</p:txBody>
      </p:sp>
      <p:grpSp>
        <p:nvGrpSpPr>
          <p:cNvPr id="577" name="Google Shape;577;p31"/>
          <p:cNvGrpSpPr/>
          <p:nvPr/>
        </p:nvGrpSpPr>
        <p:grpSpPr>
          <a:xfrm rot="-1836903">
            <a:off x="1681185" y="100786"/>
            <a:ext cx="933863" cy="1011869"/>
            <a:chOff x="2761250" y="617875"/>
            <a:chExt cx="1222900" cy="1325050"/>
          </a:xfrm>
        </p:grpSpPr>
        <p:sp>
          <p:nvSpPr>
            <p:cNvPr id="578" name="Google Shape;578;p31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1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1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1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1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1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1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5" name="Google Shape;585;p31"/>
          <p:cNvGrpSpPr/>
          <p:nvPr/>
        </p:nvGrpSpPr>
        <p:grpSpPr>
          <a:xfrm rot="1169986" flipH="1">
            <a:off x="488284" y="4197108"/>
            <a:ext cx="819900" cy="888387"/>
            <a:chOff x="2761250" y="617875"/>
            <a:chExt cx="1222900" cy="1325050"/>
          </a:xfrm>
        </p:grpSpPr>
        <p:sp>
          <p:nvSpPr>
            <p:cNvPr id="586" name="Google Shape;586;p31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1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1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1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1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1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1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3" name="Google Shape;593;p31"/>
          <p:cNvGrpSpPr/>
          <p:nvPr/>
        </p:nvGrpSpPr>
        <p:grpSpPr>
          <a:xfrm rot="1135194">
            <a:off x="491845" y="443622"/>
            <a:ext cx="435970" cy="536160"/>
            <a:chOff x="4081850" y="3204400"/>
            <a:chExt cx="743225" cy="914025"/>
          </a:xfrm>
        </p:grpSpPr>
        <p:sp>
          <p:nvSpPr>
            <p:cNvPr id="594" name="Google Shape;594;p31"/>
            <p:cNvSpPr/>
            <p:nvPr/>
          </p:nvSpPr>
          <p:spPr>
            <a:xfrm>
              <a:off x="4106625" y="3204400"/>
              <a:ext cx="718450" cy="914025"/>
            </a:xfrm>
            <a:custGeom>
              <a:avLst/>
              <a:gdLst/>
              <a:ahLst/>
              <a:cxnLst/>
              <a:rect l="l" t="t" r="r" b="b"/>
              <a:pathLst>
                <a:path w="28738" h="36561" extrusionOk="0">
                  <a:moveTo>
                    <a:pt x="14832" y="0"/>
                  </a:moveTo>
                  <a:cubicBezTo>
                    <a:pt x="12888" y="0"/>
                    <a:pt x="11529" y="569"/>
                    <a:pt x="11529" y="569"/>
                  </a:cubicBezTo>
                  <a:cubicBezTo>
                    <a:pt x="11529" y="569"/>
                    <a:pt x="27955" y="2714"/>
                    <a:pt x="10506" y="29792"/>
                  </a:cubicBezTo>
                  <a:cubicBezTo>
                    <a:pt x="8291" y="33228"/>
                    <a:pt x="6253" y="34299"/>
                    <a:pt x="4573" y="34299"/>
                  </a:cubicBezTo>
                  <a:cubicBezTo>
                    <a:pt x="1798" y="34299"/>
                    <a:pt x="1" y="31378"/>
                    <a:pt x="0" y="31378"/>
                  </a:cubicBezTo>
                  <a:lnTo>
                    <a:pt x="0" y="31378"/>
                  </a:lnTo>
                  <a:cubicBezTo>
                    <a:pt x="0" y="31378"/>
                    <a:pt x="361" y="35656"/>
                    <a:pt x="6396" y="36372"/>
                  </a:cubicBezTo>
                  <a:cubicBezTo>
                    <a:pt x="7105" y="36457"/>
                    <a:pt x="7880" y="36561"/>
                    <a:pt x="8720" y="36561"/>
                  </a:cubicBezTo>
                  <a:cubicBezTo>
                    <a:pt x="11282" y="36561"/>
                    <a:pt x="14450" y="35596"/>
                    <a:pt x="18190" y="30193"/>
                  </a:cubicBezTo>
                  <a:cubicBezTo>
                    <a:pt x="21421" y="25527"/>
                    <a:pt x="28738" y="8230"/>
                    <a:pt x="20691" y="2014"/>
                  </a:cubicBezTo>
                  <a:cubicBezTo>
                    <a:pt x="18635" y="426"/>
                    <a:pt x="16515" y="0"/>
                    <a:pt x="14832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1"/>
            <p:cNvSpPr/>
            <p:nvPr/>
          </p:nvSpPr>
          <p:spPr>
            <a:xfrm>
              <a:off x="4081975" y="3206200"/>
              <a:ext cx="497850" cy="882300"/>
            </a:xfrm>
            <a:custGeom>
              <a:avLst/>
              <a:gdLst/>
              <a:ahLst/>
              <a:cxnLst/>
              <a:rect l="l" t="t" r="r" b="b"/>
              <a:pathLst>
                <a:path w="19914" h="35292" extrusionOk="0">
                  <a:moveTo>
                    <a:pt x="14683" y="1"/>
                  </a:moveTo>
                  <a:cubicBezTo>
                    <a:pt x="14676" y="1"/>
                    <a:pt x="14669" y="1"/>
                    <a:pt x="14662" y="1"/>
                  </a:cubicBezTo>
                  <a:cubicBezTo>
                    <a:pt x="12598" y="1"/>
                    <a:pt x="10190" y="1490"/>
                    <a:pt x="7886" y="4191"/>
                  </a:cubicBezTo>
                  <a:cubicBezTo>
                    <a:pt x="5553" y="6925"/>
                    <a:pt x="3475" y="10730"/>
                    <a:pt x="2032" y="14912"/>
                  </a:cubicBezTo>
                  <a:cubicBezTo>
                    <a:pt x="1843" y="15459"/>
                    <a:pt x="1679" y="15967"/>
                    <a:pt x="1531" y="16464"/>
                  </a:cubicBezTo>
                  <a:lnTo>
                    <a:pt x="1531" y="16466"/>
                  </a:lnTo>
                  <a:cubicBezTo>
                    <a:pt x="545" y="19731"/>
                    <a:pt x="19" y="22996"/>
                    <a:pt x="7" y="25907"/>
                  </a:cubicBezTo>
                  <a:cubicBezTo>
                    <a:pt x="0" y="26681"/>
                    <a:pt x="37" y="27454"/>
                    <a:pt x="116" y="28223"/>
                  </a:cubicBezTo>
                  <a:cubicBezTo>
                    <a:pt x="261" y="29600"/>
                    <a:pt x="541" y="30814"/>
                    <a:pt x="949" y="31830"/>
                  </a:cubicBezTo>
                  <a:cubicBezTo>
                    <a:pt x="1284" y="32661"/>
                    <a:pt x="1704" y="33356"/>
                    <a:pt x="2196" y="33899"/>
                  </a:cubicBezTo>
                  <a:cubicBezTo>
                    <a:pt x="2702" y="34455"/>
                    <a:pt x="3286" y="34852"/>
                    <a:pt x="3935" y="35076"/>
                  </a:cubicBezTo>
                  <a:cubicBezTo>
                    <a:pt x="4351" y="35217"/>
                    <a:pt x="4787" y="35291"/>
                    <a:pt x="5226" y="35291"/>
                  </a:cubicBezTo>
                  <a:cubicBezTo>
                    <a:pt x="5233" y="35291"/>
                    <a:pt x="5240" y="35291"/>
                    <a:pt x="5246" y="35291"/>
                  </a:cubicBezTo>
                  <a:cubicBezTo>
                    <a:pt x="7311" y="35291"/>
                    <a:pt x="9717" y="33802"/>
                    <a:pt x="12023" y="31100"/>
                  </a:cubicBezTo>
                  <a:cubicBezTo>
                    <a:pt x="14353" y="28369"/>
                    <a:pt x="16431" y="24561"/>
                    <a:pt x="17874" y="20384"/>
                  </a:cubicBezTo>
                  <a:cubicBezTo>
                    <a:pt x="18334" y="19061"/>
                    <a:pt x="18722" y="17715"/>
                    <a:pt x="19036" y="16351"/>
                  </a:cubicBezTo>
                  <a:cubicBezTo>
                    <a:pt x="19435" y="14635"/>
                    <a:pt x="19698" y="12956"/>
                    <a:pt x="19818" y="11359"/>
                  </a:cubicBezTo>
                  <a:cubicBezTo>
                    <a:pt x="19888" y="10502"/>
                    <a:pt x="19913" y="9668"/>
                    <a:pt x="19899" y="8879"/>
                  </a:cubicBezTo>
                  <a:cubicBezTo>
                    <a:pt x="19851" y="6022"/>
                    <a:pt x="19290" y="3688"/>
                    <a:pt x="18276" y="2129"/>
                  </a:cubicBezTo>
                  <a:cubicBezTo>
                    <a:pt x="17657" y="1174"/>
                    <a:pt x="16881" y="529"/>
                    <a:pt x="15972" y="215"/>
                  </a:cubicBezTo>
                  <a:cubicBezTo>
                    <a:pt x="15558" y="74"/>
                    <a:pt x="15121" y="1"/>
                    <a:pt x="14683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1"/>
            <p:cNvSpPr/>
            <p:nvPr/>
          </p:nvSpPr>
          <p:spPr>
            <a:xfrm>
              <a:off x="4081850" y="3206025"/>
              <a:ext cx="498125" cy="882575"/>
            </a:xfrm>
            <a:custGeom>
              <a:avLst/>
              <a:gdLst/>
              <a:ahLst/>
              <a:cxnLst/>
              <a:rect l="l" t="t" r="r" b="b"/>
              <a:pathLst>
                <a:path w="19925" h="35303" extrusionOk="0">
                  <a:moveTo>
                    <a:pt x="14667" y="12"/>
                  </a:moveTo>
                  <a:cubicBezTo>
                    <a:pt x="15113" y="12"/>
                    <a:pt x="15554" y="84"/>
                    <a:pt x="15977" y="229"/>
                  </a:cubicBezTo>
                  <a:cubicBezTo>
                    <a:pt x="16884" y="541"/>
                    <a:pt x="17660" y="1185"/>
                    <a:pt x="18279" y="2141"/>
                  </a:cubicBezTo>
                  <a:cubicBezTo>
                    <a:pt x="19288" y="3700"/>
                    <a:pt x="19851" y="6032"/>
                    <a:pt x="19900" y="8886"/>
                  </a:cubicBezTo>
                  <a:cubicBezTo>
                    <a:pt x="19913" y="9675"/>
                    <a:pt x="19888" y="10509"/>
                    <a:pt x="19819" y="11366"/>
                  </a:cubicBezTo>
                  <a:cubicBezTo>
                    <a:pt x="19699" y="12963"/>
                    <a:pt x="19435" y="14642"/>
                    <a:pt x="19036" y="16355"/>
                  </a:cubicBezTo>
                  <a:cubicBezTo>
                    <a:pt x="18722" y="17720"/>
                    <a:pt x="18334" y="19066"/>
                    <a:pt x="17877" y="20389"/>
                  </a:cubicBezTo>
                  <a:cubicBezTo>
                    <a:pt x="17140" y="22516"/>
                    <a:pt x="16251" y="24534"/>
                    <a:pt x="15231" y="26388"/>
                  </a:cubicBezTo>
                  <a:cubicBezTo>
                    <a:pt x="14245" y="28177"/>
                    <a:pt x="13167" y="29764"/>
                    <a:pt x="12024" y="31103"/>
                  </a:cubicBezTo>
                  <a:cubicBezTo>
                    <a:pt x="10890" y="32433"/>
                    <a:pt x="9733" y="33469"/>
                    <a:pt x="8588" y="34188"/>
                  </a:cubicBezTo>
                  <a:cubicBezTo>
                    <a:pt x="7415" y="34922"/>
                    <a:pt x="6293" y="35294"/>
                    <a:pt x="5251" y="35294"/>
                  </a:cubicBezTo>
                  <a:cubicBezTo>
                    <a:pt x="4806" y="35294"/>
                    <a:pt x="4365" y="35222"/>
                    <a:pt x="3942" y="35077"/>
                  </a:cubicBezTo>
                  <a:cubicBezTo>
                    <a:pt x="3296" y="34853"/>
                    <a:pt x="2709" y="34458"/>
                    <a:pt x="2204" y="33901"/>
                  </a:cubicBezTo>
                  <a:cubicBezTo>
                    <a:pt x="1714" y="33361"/>
                    <a:pt x="1294" y="32666"/>
                    <a:pt x="959" y="31837"/>
                  </a:cubicBezTo>
                  <a:cubicBezTo>
                    <a:pt x="553" y="30821"/>
                    <a:pt x="271" y="29607"/>
                    <a:pt x="128" y="28230"/>
                  </a:cubicBezTo>
                  <a:cubicBezTo>
                    <a:pt x="49" y="27459"/>
                    <a:pt x="12" y="26686"/>
                    <a:pt x="17" y="25914"/>
                  </a:cubicBezTo>
                  <a:cubicBezTo>
                    <a:pt x="28" y="23003"/>
                    <a:pt x="555" y="19738"/>
                    <a:pt x="1541" y="16475"/>
                  </a:cubicBezTo>
                  <a:lnTo>
                    <a:pt x="1543" y="16473"/>
                  </a:lnTo>
                  <a:cubicBezTo>
                    <a:pt x="1689" y="15977"/>
                    <a:pt x="1853" y="15469"/>
                    <a:pt x="2042" y="14921"/>
                  </a:cubicBezTo>
                  <a:cubicBezTo>
                    <a:pt x="2776" y="12792"/>
                    <a:pt x="3667" y="10774"/>
                    <a:pt x="4688" y="8920"/>
                  </a:cubicBezTo>
                  <a:cubicBezTo>
                    <a:pt x="5674" y="7129"/>
                    <a:pt x="6752" y="5542"/>
                    <a:pt x="7895" y="4203"/>
                  </a:cubicBezTo>
                  <a:cubicBezTo>
                    <a:pt x="9029" y="2873"/>
                    <a:pt x="10186" y="1834"/>
                    <a:pt x="11333" y="1118"/>
                  </a:cubicBezTo>
                  <a:cubicBezTo>
                    <a:pt x="12504" y="384"/>
                    <a:pt x="13626" y="12"/>
                    <a:pt x="14667" y="12"/>
                  </a:cubicBezTo>
                  <a:close/>
                  <a:moveTo>
                    <a:pt x="14667" y="1"/>
                  </a:moveTo>
                  <a:cubicBezTo>
                    <a:pt x="10426" y="1"/>
                    <a:pt x="5037" y="6214"/>
                    <a:pt x="2033" y="14917"/>
                  </a:cubicBezTo>
                  <a:cubicBezTo>
                    <a:pt x="1853" y="15439"/>
                    <a:pt x="1686" y="15953"/>
                    <a:pt x="1532" y="16468"/>
                  </a:cubicBezTo>
                  <a:lnTo>
                    <a:pt x="1532" y="16473"/>
                  </a:lnTo>
                  <a:cubicBezTo>
                    <a:pt x="513" y="19840"/>
                    <a:pt x="17" y="23091"/>
                    <a:pt x="8" y="25912"/>
                  </a:cubicBezTo>
                  <a:cubicBezTo>
                    <a:pt x="1" y="26688"/>
                    <a:pt x="38" y="27461"/>
                    <a:pt x="116" y="28230"/>
                  </a:cubicBezTo>
                  <a:cubicBezTo>
                    <a:pt x="262" y="29595"/>
                    <a:pt x="539" y="30816"/>
                    <a:pt x="950" y="31839"/>
                  </a:cubicBezTo>
                  <a:cubicBezTo>
                    <a:pt x="1615" y="33486"/>
                    <a:pt x="2615" y="34631"/>
                    <a:pt x="3940" y="35088"/>
                  </a:cubicBezTo>
                  <a:cubicBezTo>
                    <a:pt x="4356" y="35229"/>
                    <a:pt x="4792" y="35303"/>
                    <a:pt x="5231" y="35303"/>
                  </a:cubicBezTo>
                  <a:cubicBezTo>
                    <a:pt x="5238" y="35303"/>
                    <a:pt x="5245" y="35303"/>
                    <a:pt x="5251" y="35303"/>
                  </a:cubicBezTo>
                  <a:cubicBezTo>
                    <a:pt x="9493" y="35303"/>
                    <a:pt x="14882" y="29092"/>
                    <a:pt x="17886" y="20391"/>
                  </a:cubicBezTo>
                  <a:cubicBezTo>
                    <a:pt x="18346" y="19068"/>
                    <a:pt x="18734" y="17724"/>
                    <a:pt x="19048" y="16360"/>
                  </a:cubicBezTo>
                  <a:cubicBezTo>
                    <a:pt x="19449" y="14628"/>
                    <a:pt x="19713" y="12947"/>
                    <a:pt x="19830" y="11368"/>
                  </a:cubicBezTo>
                  <a:cubicBezTo>
                    <a:pt x="19897" y="10509"/>
                    <a:pt x="19925" y="9680"/>
                    <a:pt x="19911" y="8888"/>
                  </a:cubicBezTo>
                  <a:cubicBezTo>
                    <a:pt x="19863" y="6073"/>
                    <a:pt x="19311" y="3714"/>
                    <a:pt x="18288" y="2136"/>
                  </a:cubicBezTo>
                  <a:cubicBezTo>
                    <a:pt x="17681" y="1201"/>
                    <a:pt x="16912" y="541"/>
                    <a:pt x="15979" y="220"/>
                  </a:cubicBezTo>
                  <a:cubicBezTo>
                    <a:pt x="15563" y="77"/>
                    <a:pt x="15126" y="3"/>
                    <a:pt x="14688" y="3"/>
                  </a:cubicBezTo>
                  <a:cubicBezTo>
                    <a:pt x="14681" y="3"/>
                    <a:pt x="14674" y="3"/>
                    <a:pt x="14667" y="3"/>
                  </a:cubicBezTo>
                  <a:lnTo>
                    <a:pt x="14667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1"/>
            <p:cNvSpPr/>
            <p:nvPr/>
          </p:nvSpPr>
          <p:spPr>
            <a:xfrm>
              <a:off x="4152175" y="3329225"/>
              <a:ext cx="347700" cy="635150"/>
            </a:xfrm>
            <a:custGeom>
              <a:avLst/>
              <a:gdLst/>
              <a:ahLst/>
              <a:cxnLst/>
              <a:rect l="l" t="t" r="r" b="b"/>
              <a:pathLst>
                <a:path w="13908" h="25406" extrusionOk="0">
                  <a:moveTo>
                    <a:pt x="10494" y="0"/>
                  </a:moveTo>
                  <a:cubicBezTo>
                    <a:pt x="9111" y="0"/>
                    <a:pt x="7463" y="1090"/>
                    <a:pt x="5853" y="3071"/>
                  </a:cubicBezTo>
                  <a:cubicBezTo>
                    <a:pt x="4228" y="5071"/>
                    <a:pt x="2755" y="7848"/>
                    <a:pt x="1704" y="10889"/>
                  </a:cubicBezTo>
                  <a:cubicBezTo>
                    <a:pt x="545" y="14249"/>
                    <a:pt x="0" y="17595"/>
                    <a:pt x="173" y="20312"/>
                  </a:cubicBezTo>
                  <a:cubicBezTo>
                    <a:pt x="256" y="21633"/>
                    <a:pt x="506" y="22732"/>
                    <a:pt x="912" y="23582"/>
                  </a:cubicBezTo>
                  <a:cubicBezTo>
                    <a:pt x="1332" y="24459"/>
                    <a:pt x="1905" y="25030"/>
                    <a:pt x="2612" y="25272"/>
                  </a:cubicBezTo>
                  <a:cubicBezTo>
                    <a:pt x="2870" y="25362"/>
                    <a:pt x="3140" y="25406"/>
                    <a:pt x="3413" y="25406"/>
                  </a:cubicBezTo>
                  <a:cubicBezTo>
                    <a:pt x="4796" y="25406"/>
                    <a:pt x="6444" y="24314"/>
                    <a:pt x="8052" y="22335"/>
                  </a:cubicBezTo>
                  <a:cubicBezTo>
                    <a:pt x="9677" y="20333"/>
                    <a:pt x="11152" y="17558"/>
                    <a:pt x="12203" y="14514"/>
                  </a:cubicBezTo>
                  <a:cubicBezTo>
                    <a:pt x="13362" y="11157"/>
                    <a:pt x="13907" y="7811"/>
                    <a:pt x="13734" y="5094"/>
                  </a:cubicBezTo>
                  <a:cubicBezTo>
                    <a:pt x="13651" y="3773"/>
                    <a:pt x="13401" y="2672"/>
                    <a:pt x="12995" y="1824"/>
                  </a:cubicBezTo>
                  <a:cubicBezTo>
                    <a:pt x="12575" y="944"/>
                    <a:pt x="12002" y="376"/>
                    <a:pt x="11293" y="132"/>
                  </a:cubicBezTo>
                  <a:cubicBezTo>
                    <a:pt x="11037" y="44"/>
                    <a:pt x="10767" y="0"/>
                    <a:pt x="1049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1"/>
            <p:cNvSpPr/>
            <p:nvPr/>
          </p:nvSpPr>
          <p:spPr>
            <a:xfrm>
              <a:off x="4134675" y="3329050"/>
              <a:ext cx="382675" cy="635450"/>
            </a:xfrm>
            <a:custGeom>
              <a:avLst/>
              <a:gdLst/>
              <a:ahLst/>
              <a:cxnLst/>
              <a:rect l="l" t="t" r="r" b="b"/>
              <a:pathLst>
                <a:path w="15307" h="25418" extrusionOk="0">
                  <a:moveTo>
                    <a:pt x="11217" y="14"/>
                  </a:moveTo>
                  <a:cubicBezTo>
                    <a:pt x="11480" y="14"/>
                    <a:pt x="11743" y="58"/>
                    <a:pt x="11993" y="143"/>
                  </a:cubicBezTo>
                  <a:cubicBezTo>
                    <a:pt x="12700" y="388"/>
                    <a:pt x="13270" y="956"/>
                    <a:pt x="13690" y="1833"/>
                  </a:cubicBezTo>
                  <a:cubicBezTo>
                    <a:pt x="14097" y="2681"/>
                    <a:pt x="14346" y="3780"/>
                    <a:pt x="14429" y="5101"/>
                  </a:cubicBezTo>
                  <a:cubicBezTo>
                    <a:pt x="14512" y="6421"/>
                    <a:pt x="14427" y="7897"/>
                    <a:pt x="14175" y="9483"/>
                  </a:cubicBezTo>
                  <a:cubicBezTo>
                    <a:pt x="13912" y="11129"/>
                    <a:pt x="13483" y="12822"/>
                    <a:pt x="12898" y="14519"/>
                  </a:cubicBezTo>
                  <a:cubicBezTo>
                    <a:pt x="11848" y="17562"/>
                    <a:pt x="10375" y="20338"/>
                    <a:pt x="8749" y="22337"/>
                  </a:cubicBezTo>
                  <a:cubicBezTo>
                    <a:pt x="7142" y="24316"/>
                    <a:pt x="5496" y="25406"/>
                    <a:pt x="4113" y="25406"/>
                  </a:cubicBezTo>
                  <a:cubicBezTo>
                    <a:pt x="3843" y="25406"/>
                    <a:pt x="3572" y="25362"/>
                    <a:pt x="3316" y="25274"/>
                  </a:cubicBezTo>
                  <a:cubicBezTo>
                    <a:pt x="2610" y="25032"/>
                    <a:pt x="2037" y="24464"/>
                    <a:pt x="1619" y="23586"/>
                  </a:cubicBezTo>
                  <a:cubicBezTo>
                    <a:pt x="1213" y="22737"/>
                    <a:pt x="963" y="21638"/>
                    <a:pt x="880" y="20319"/>
                  </a:cubicBezTo>
                  <a:cubicBezTo>
                    <a:pt x="797" y="18999"/>
                    <a:pt x="883" y="17523"/>
                    <a:pt x="1134" y="15934"/>
                  </a:cubicBezTo>
                  <a:cubicBezTo>
                    <a:pt x="1395" y="14290"/>
                    <a:pt x="1825" y="12596"/>
                    <a:pt x="2411" y="10899"/>
                  </a:cubicBezTo>
                  <a:cubicBezTo>
                    <a:pt x="3462" y="7858"/>
                    <a:pt x="4935" y="5082"/>
                    <a:pt x="6558" y="3083"/>
                  </a:cubicBezTo>
                  <a:cubicBezTo>
                    <a:pt x="8167" y="1104"/>
                    <a:pt x="9814" y="14"/>
                    <a:pt x="11197" y="14"/>
                  </a:cubicBezTo>
                  <a:cubicBezTo>
                    <a:pt x="11203" y="14"/>
                    <a:pt x="11210" y="14"/>
                    <a:pt x="11217" y="14"/>
                  </a:cubicBezTo>
                  <a:close/>
                  <a:moveTo>
                    <a:pt x="11197" y="0"/>
                  </a:moveTo>
                  <a:cubicBezTo>
                    <a:pt x="8350" y="0"/>
                    <a:pt x="4586" y="4565"/>
                    <a:pt x="2400" y="10894"/>
                  </a:cubicBezTo>
                  <a:cubicBezTo>
                    <a:pt x="1" y="17842"/>
                    <a:pt x="409" y="24284"/>
                    <a:pt x="3312" y="25286"/>
                  </a:cubicBezTo>
                  <a:cubicBezTo>
                    <a:pt x="3570" y="25374"/>
                    <a:pt x="3840" y="25417"/>
                    <a:pt x="4113" y="25417"/>
                  </a:cubicBezTo>
                  <a:cubicBezTo>
                    <a:pt x="6960" y="25417"/>
                    <a:pt x="10723" y="20855"/>
                    <a:pt x="12910" y="14524"/>
                  </a:cubicBezTo>
                  <a:cubicBezTo>
                    <a:pt x="15307" y="7578"/>
                    <a:pt x="14900" y="1136"/>
                    <a:pt x="11998" y="134"/>
                  </a:cubicBezTo>
                  <a:cubicBezTo>
                    <a:pt x="11739" y="44"/>
                    <a:pt x="11469" y="0"/>
                    <a:pt x="11197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1"/>
            <p:cNvSpPr/>
            <p:nvPr/>
          </p:nvSpPr>
          <p:spPr>
            <a:xfrm>
              <a:off x="4120125" y="3272825"/>
              <a:ext cx="418300" cy="747900"/>
            </a:xfrm>
            <a:custGeom>
              <a:avLst/>
              <a:gdLst/>
              <a:ahLst/>
              <a:cxnLst/>
              <a:rect l="l" t="t" r="r" b="b"/>
              <a:pathLst>
                <a:path w="16732" h="29916" fill="none" extrusionOk="0">
                  <a:moveTo>
                    <a:pt x="13326" y="591"/>
                  </a:moveTo>
                  <a:cubicBezTo>
                    <a:pt x="15041" y="1185"/>
                    <a:pt x="16166" y="3267"/>
                    <a:pt x="16447" y="6380"/>
                  </a:cubicBezTo>
                  <a:cubicBezTo>
                    <a:pt x="16731" y="9492"/>
                    <a:pt x="16152" y="13381"/>
                    <a:pt x="14836" y="17193"/>
                  </a:cubicBezTo>
                  <a:cubicBezTo>
                    <a:pt x="13520" y="21003"/>
                    <a:pt x="11578" y="24420"/>
                    <a:pt x="9433" y="26694"/>
                  </a:cubicBezTo>
                  <a:cubicBezTo>
                    <a:pt x="7290" y="28971"/>
                    <a:pt x="5122" y="29915"/>
                    <a:pt x="3404" y="29322"/>
                  </a:cubicBezTo>
                  <a:cubicBezTo>
                    <a:pt x="1689" y="28731"/>
                    <a:pt x="566" y="26648"/>
                    <a:pt x="282" y="23536"/>
                  </a:cubicBezTo>
                  <a:cubicBezTo>
                    <a:pt x="1" y="20423"/>
                    <a:pt x="580" y="16533"/>
                    <a:pt x="1896" y="12723"/>
                  </a:cubicBezTo>
                  <a:cubicBezTo>
                    <a:pt x="3210" y="8913"/>
                    <a:pt x="5154" y="5496"/>
                    <a:pt x="7297" y="3219"/>
                  </a:cubicBezTo>
                  <a:cubicBezTo>
                    <a:pt x="9442" y="945"/>
                    <a:pt x="11610" y="0"/>
                    <a:pt x="13326" y="591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1"/>
            <p:cNvSpPr/>
            <p:nvPr/>
          </p:nvSpPr>
          <p:spPr>
            <a:xfrm>
              <a:off x="4081975" y="3231825"/>
              <a:ext cx="608550" cy="622075"/>
            </a:xfrm>
            <a:custGeom>
              <a:avLst/>
              <a:gdLst/>
              <a:ahLst/>
              <a:cxnLst/>
              <a:rect l="l" t="t" r="r" b="b"/>
              <a:pathLst>
                <a:path w="24342" h="24883" extrusionOk="0">
                  <a:moveTo>
                    <a:pt x="20008" y="1"/>
                  </a:moveTo>
                  <a:lnTo>
                    <a:pt x="18283" y="1102"/>
                  </a:lnTo>
                  <a:lnTo>
                    <a:pt x="16073" y="2993"/>
                  </a:lnTo>
                  <a:lnTo>
                    <a:pt x="14593" y="4256"/>
                  </a:lnTo>
                  <a:lnTo>
                    <a:pt x="5669" y="11892"/>
                  </a:lnTo>
                  <a:lnTo>
                    <a:pt x="3709" y="13571"/>
                  </a:lnTo>
                  <a:lnTo>
                    <a:pt x="3709" y="13573"/>
                  </a:lnTo>
                  <a:lnTo>
                    <a:pt x="1527" y="15436"/>
                  </a:lnTo>
                  <a:lnTo>
                    <a:pt x="1527" y="15441"/>
                  </a:lnTo>
                  <a:cubicBezTo>
                    <a:pt x="508" y="18808"/>
                    <a:pt x="12" y="22059"/>
                    <a:pt x="0" y="24882"/>
                  </a:cubicBezTo>
                  <a:lnTo>
                    <a:pt x="1737" y="23395"/>
                  </a:lnTo>
                  <a:lnTo>
                    <a:pt x="2967" y="22345"/>
                  </a:lnTo>
                  <a:lnTo>
                    <a:pt x="8389" y="17706"/>
                  </a:lnTo>
                  <a:lnTo>
                    <a:pt x="8491" y="17618"/>
                  </a:lnTo>
                  <a:lnTo>
                    <a:pt x="9463" y="16789"/>
                  </a:lnTo>
                  <a:lnTo>
                    <a:pt x="9463" y="16787"/>
                  </a:lnTo>
                  <a:lnTo>
                    <a:pt x="11862" y="14734"/>
                  </a:lnTo>
                  <a:lnTo>
                    <a:pt x="16563" y="10717"/>
                  </a:lnTo>
                  <a:lnTo>
                    <a:pt x="18043" y="9449"/>
                  </a:lnTo>
                  <a:lnTo>
                    <a:pt x="19906" y="7856"/>
                  </a:lnTo>
                  <a:lnTo>
                    <a:pt x="24342" y="4420"/>
                  </a:lnTo>
                  <a:cubicBezTo>
                    <a:pt x="23266" y="2321"/>
                    <a:pt x="21829" y="832"/>
                    <a:pt x="20008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1"/>
            <p:cNvSpPr/>
            <p:nvPr/>
          </p:nvSpPr>
          <p:spPr>
            <a:xfrm>
              <a:off x="4084750" y="3382550"/>
              <a:ext cx="630250" cy="619525"/>
            </a:xfrm>
            <a:custGeom>
              <a:avLst/>
              <a:gdLst/>
              <a:ahLst/>
              <a:cxnLst/>
              <a:rect l="l" t="t" r="r" b="b"/>
              <a:pathLst>
                <a:path w="25210" h="24781" extrusionOk="0">
                  <a:moveTo>
                    <a:pt x="24769" y="1"/>
                  </a:moveTo>
                  <a:lnTo>
                    <a:pt x="19712" y="4305"/>
                  </a:lnTo>
                  <a:lnTo>
                    <a:pt x="17807" y="5937"/>
                  </a:lnTo>
                  <a:lnTo>
                    <a:pt x="16182" y="7327"/>
                  </a:lnTo>
                  <a:lnTo>
                    <a:pt x="10388" y="12282"/>
                  </a:lnTo>
                  <a:lnTo>
                    <a:pt x="9158" y="13335"/>
                  </a:lnTo>
                  <a:lnTo>
                    <a:pt x="8694" y="13734"/>
                  </a:lnTo>
                  <a:lnTo>
                    <a:pt x="8694" y="13739"/>
                  </a:lnTo>
                  <a:lnTo>
                    <a:pt x="8068" y="14270"/>
                  </a:lnTo>
                  <a:lnTo>
                    <a:pt x="2905" y="18687"/>
                  </a:lnTo>
                  <a:lnTo>
                    <a:pt x="1755" y="19671"/>
                  </a:lnTo>
                  <a:lnTo>
                    <a:pt x="0" y="21169"/>
                  </a:lnTo>
                  <a:cubicBezTo>
                    <a:pt x="143" y="22534"/>
                    <a:pt x="423" y="23755"/>
                    <a:pt x="834" y="24781"/>
                  </a:cubicBezTo>
                  <a:lnTo>
                    <a:pt x="2787" y="23111"/>
                  </a:lnTo>
                  <a:lnTo>
                    <a:pt x="3979" y="22093"/>
                  </a:lnTo>
                  <a:lnTo>
                    <a:pt x="14718" y="12903"/>
                  </a:lnTo>
                  <a:lnTo>
                    <a:pt x="14718" y="12901"/>
                  </a:lnTo>
                  <a:lnTo>
                    <a:pt x="16777" y="11144"/>
                  </a:lnTo>
                  <a:lnTo>
                    <a:pt x="18932" y="9299"/>
                  </a:lnTo>
                  <a:lnTo>
                    <a:pt x="25210" y="3365"/>
                  </a:lnTo>
                  <a:cubicBezTo>
                    <a:pt x="25157" y="2233"/>
                    <a:pt x="25009" y="1107"/>
                    <a:pt x="24769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2" name="Google Shape;602;p31"/>
          <p:cNvGrpSpPr/>
          <p:nvPr/>
        </p:nvGrpSpPr>
        <p:grpSpPr>
          <a:xfrm rot="1439146">
            <a:off x="7259544" y="356765"/>
            <a:ext cx="549215" cy="531497"/>
            <a:chOff x="1785750" y="3413025"/>
            <a:chExt cx="785025" cy="759700"/>
          </a:xfrm>
        </p:grpSpPr>
        <p:sp>
          <p:nvSpPr>
            <p:cNvPr id="603" name="Google Shape;603;p31"/>
            <p:cNvSpPr/>
            <p:nvPr/>
          </p:nvSpPr>
          <p:spPr>
            <a:xfrm>
              <a:off x="1785750" y="3414125"/>
              <a:ext cx="739475" cy="758125"/>
            </a:xfrm>
            <a:custGeom>
              <a:avLst/>
              <a:gdLst/>
              <a:ahLst/>
              <a:cxnLst/>
              <a:rect l="l" t="t" r="r" b="b"/>
              <a:pathLst>
                <a:path w="29579" h="30325" extrusionOk="0">
                  <a:moveTo>
                    <a:pt x="9020" y="1"/>
                  </a:moveTo>
                  <a:cubicBezTo>
                    <a:pt x="7692" y="1"/>
                    <a:pt x="5740" y="539"/>
                    <a:pt x="3861" y="3055"/>
                  </a:cubicBezTo>
                  <a:cubicBezTo>
                    <a:pt x="2298" y="5150"/>
                    <a:pt x="1" y="7953"/>
                    <a:pt x="3376" y="15081"/>
                  </a:cubicBezTo>
                  <a:cubicBezTo>
                    <a:pt x="5324" y="19195"/>
                    <a:pt x="13615" y="30324"/>
                    <a:pt x="21398" y="30324"/>
                  </a:cubicBezTo>
                  <a:cubicBezTo>
                    <a:pt x="22382" y="30324"/>
                    <a:pt x="23358" y="30147"/>
                    <a:pt x="24312" y="29754"/>
                  </a:cubicBezTo>
                  <a:cubicBezTo>
                    <a:pt x="28992" y="27831"/>
                    <a:pt x="29579" y="23234"/>
                    <a:pt x="29579" y="23234"/>
                  </a:cubicBezTo>
                  <a:lnTo>
                    <a:pt x="29579" y="23234"/>
                  </a:lnTo>
                  <a:cubicBezTo>
                    <a:pt x="29578" y="23234"/>
                    <a:pt x="27493" y="25961"/>
                    <a:pt x="23856" y="25961"/>
                  </a:cubicBezTo>
                  <a:cubicBezTo>
                    <a:pt x="19899" y="25961"/>
                    <a:pt x="14105" y="22732"/>
                    <a:pt x="7161" y="9243"/>
                  </a:cubicBezTo>
                  <a:cubicBezTo>
                    <a:pt x="2674" y="532"/>
                    <a:pt x="10659" y="303"/>
                    <a:pt x="10659" y="303"/>
                  </a:cubicBezTo>
                  <a:cubicBezTo>
                    <a:pt x="10659" y="303"/>
                    <a:pt x="10015" y="1"/>
                    <a:pt x="9020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1"/>
            <p:cNvSpPr/>
            <p:nvPr/>
          </p:nvSpPr>
          <p:spPr>
            <a:xfrm>
              <a:off x="1907725" y="3413150"/>
              <a:ext cx="621375" cy="676450"/>
            </a:xfrm>
            <a:custGeom>
              <a:avLst/>
              <a:gdLst/>
              <a:ahLst/>
              <a:cxnLst/>
              <a:rect l="l" t="t" r="r" b="b"/>
              <a:pathLst>
                <a:path w="24855" h="27058" extrusionOk="0">
                  <a:moveTo>
                    <a:pt x="4358" y="0"/>
                  </a:moveTo>
                  <a:cubicBezTo>
                    <a:pt x="3185" y="0"/>
                    <a:pt x="2222" y="319"/>
                    <a:pt x="1497" y="949"/>
                  </a:cubicBezTo>
                  <a:cubicBezTo>
                    <a:pt x="725" y="1619"/>
                    <a:pt x="266" y="2603"/>
                    <a:pt x="132" y="3870"/>
                  </a:cubicBezTo>
                  <a:cubicBezTo>
                    <a:pt x="0" y="5094"/>
                    <a:pt x="176" y="6532"/>
                    <a:pt x="656" y="8144"/>
                  </a:cubicBezTo>
                  <a:cubicBezTo>
                    <a:pt x="1640" y="11460"/>
                    <a:pt x="3789" y="15136"/>
                    <a:pt x="6710" y="18495"/>
                  </a:cubicBezTo>
                  <a:cubicBezTo>
                    <a:pt x="7537" y="19451"/>
                    <a:pt x="8417" y="20361"/>
                    <a:pt x="9343" y="21225"/>
                  </a:cubicBezTo>
                  <a:cubicBezTo>
                    <a:pt x="10504" y="22310"/>
                    <a:pt x="11700" y="23275"/>
                    <a:pt x="12898" y="24090"/>
                  </a:cubicBezTo>
                  <a:cubicBezTo>
                    <a:pt x="13538" y="24529"/>
                    <a:pt x="14178" y="24928"/>
                    <a:pt x="14803" y="25272"/>
                  </a:cubicBezTo>
                  <a:cubicBezTo>
                    <a:pt x="16911" y="26438"/>
                    <a:pt x="18881" y="27057"/>
                    <a:pt x="20497" y="27057"/>
                  </a:cubicBezTo>
                  <a:cubicBezTo>
                    <a:pt x="20606" y="27057"/>
                    <a:pt x="20714" y="27052"/>
                    <a:pt x="20818" y="27048"/>
                  </a:cubicBezTo>
                  <a:cubicBezTo>
                    <a:pt x="21848" y="26995"/>
                    <a:pt x="22702" y="26678"/>
                    <a:pt x="23358" y="26108"/>
                  </a:cubicBezTo>
                  <a:cubicBezTo>
                    <a:pt x="24129" y="25438"/>
                    <a:pt x="24589" y="24455"/>
                    <a:pt x="24723" y="23187"/>
                  </a:cubicBezTo>
                  <a:cubicBezTo>
                    <a:pt x="24854" y="21961"/>
                    <a:pt x="24677" y="20525"/>
                    <a:pt x="24199" y="18911"/>
                  </a:cubicBezTo>
                  <a:cubicBezTo>
                    <a:pt x="23215" y="15598"/>
                    <a:pt x="21063" y="11922"/>
                    <a:pt x="18144" y="8560"/>
                  </a:cubicBezTo>
                  <a:cubicBezTo>
                    <a:pt x="17800" y="8165"/>
                    <a:pt x="17477" y="7807"/>
                    <a:pt x="17154" y="7468"/>
                  </a:cubicBezTo>
                  <a:lnTo>
                    <a:pt x="17152" y="7465"/>
                  </a:lnTo>
                  <a:cubicBezTo>
                    <a:pt x="15041" y="5219"/>
                    <a:pt x="12723" y="3332"/>
                    <a:pt x="10449" y="2011"/>
                  </a:cubicBezTo>
                  <a:cubicBezTo>
                    <a:pt x="9846" y="1658"/>
                    <a:pt x="9223" y="1337"/>
                    <a:pt x="8585" y="1051"/>
                  </a:cubicBezTo>
                  <a:cubicBezTo>
                    <a:pt x="7442" y="543"/>
                    <a:pt x="6364" y="215"/>
                    <a:pt x="5385" y="74"/>
                  </a:cubicBezTo>
                  <a:cubicBezTo>
                    <a:pt x="5046" y="26"/>
                    <a:pt x="4702" y="0"/>
                    <a:pt x="4358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1"/>
            <p:cNvSpPr/>
            <p:nvPr/>
          </p:nvSpPr>
          <p:spPr>
            <a:xfrm>
              <a:off x="1866050" y="3413025"/>
              <a:ext cx="704725" cy="676675"/>
            </a:xfrm>
            <a:custGeom>
              <a:avLst/>
              <a:gdLst/>
              <a:ahLst/>
              <a:cxnLst/>
              <a:rect l="l" t="t" r="r" b="b"/>
              <a:pathLst>
                <a:path w="28189" h="27067" extrusionOk="0">
                  <a:moveTo>
                    <a:pt x="6022" y="1"/>
                  </a:moveTo>
                  <a:cubicBezTo>
                    <a:pt x="6022" y="1"/>
                    <a:pt x="6022" y="1"/>
                    <a:pt x="6022" y="1"/>
                  </a:cubicBezTo>
                  <a:lnTo>
                    <a:pt x="6022" y="1"/>
                  </a:lnTo>
                  <a:cubicBezTo>
                    <a:pt x="6023" y="1"/>
                    <a:pt x="6024" y="1"/>
                    <a:pt x="6025" y="1"/>
                  </a:cubicBezTo>
                  <a:close/>
                  <a:moveTo>
                    <a:pt x="6025" y="12"/>
                  </a:moveTo>
                  <a:cubicBezTo>
                    <a:pt x="6369" y="12"/>
                    <a:pt x="6710" y="38"/>
                    <a:pt x="7052" y="86"/>
                  </a:cubicBezTo>
                  <a:cubicBezTo>
                    <a:pt x="8031" y="227"/>
                    <a:pt x="9107" y="555"/>
                    <a:pt x="10250" y="1063"/>
                  </a:cubicBezTo>
                  <a:cubicBezTo>
                    <a:pt x="10887" y="1349"/>
                    <a:pt x="11511" y="1668"/>
                    <a:pt x="12113" y="2021"/>
                  </a:cubicBezTo>
                  <a:cubicBezTo>
                    <a:pt x="14388" y="3344"/>
                    <a:pt x="16706" y="5231"/>
                    <a:pt x="18814" y="7475"/>
                  </a:cubicBezTo>
                  <a:lnTo>
                    <a:pt x="18816" y="7477"/>
                  </a:lnTo>
                  <a:cubicBezTo>
                    <a:pt x="19139" y="7817"/>
                    <a:pt x="19463" y="8172"/>
                    <a:pt x="19807" y="8569"/>
                  </a:cubicBezTo>
                  <a:cubicBezTo>
                    <a:pt x="21282" y="10266"/>
                    <a:pt x="22561" y="12047"/>
                    <a:pt x="23612" y="13855"/>
                  </a:cubicBezTo>
                  <a:cubicBezTo>
                    <a:pt x="24626" y="15605"/>
                    <a:pt x="25381" y="17307"/>
                    <a:pt x="25861" y="18918"/>
                  </a:cubicBezTo>
                  <a:cubicBezTo>
                    <a:pt x="26339" y="20530"/>
                    <a:pt x="26514" y="21966"/>
                    <a:pt x="26385" y="23190"/>
                  </a:cubicBezTo>
                  <a:cubicBezTo>
                    <a:pt x="26251" y="24458"/>
                    <a:pt x="25792" y="25439"/>
                    <a:pt x="25020" y="26108"/>
                  </a:cubicBezTo>
                  <a:cubicBezTo>
                    <a:pt x="24365" y="26676"/>
                    <a:pt x="23513" y="26993"/>
                    <a:pt x="22485" y="27046"/>
                  </a:cubicBezTo>
                  <a:cubicBezTo>
                    <a:pt x="22381" y="27051"/>
                    <a:pt x="22273" y="27055"/>
                    <a:pt x="22164" y="27055"/>
                  </a:cubicBezTo>
                  <a:cubicBezTo>
                    <a:pt x="20548" y="27055"/>
                    <a:pt x="18578" y="26439"/>
                    <a:pt x="16473" y="25270"/>
                  </a:cubicBezTo>
                  <a:cubicBezTo>
                    <a:pt x="15847" y="24926"/>
                    <a:pt x="15207" y="24529"/>
                    <a:pt x="14568" y="24088"/>
                  </a:cubicBezTo>
                  <a:cubicBezTo>
                    <a:pt x="13369" y="23273"/>
                    <a:pt x="12173" y="22310"/>
                    <a:pt x="11012" y="21225"/>
                  </a:cubicBezTo>
                  <a:cubicBezTo>
                    <a:pt x="10086" y="20361"/>
                    <a:pt x="9209" y="19452"/>
                    <a:pt x="8380" y="18496"/>
                  </a:cubicBezTo>
                  <a:cubicBezTo>
                    <a:pt x="6904" y="16799"/>
                    <a:pt x="5625" y="15018"/>
                    <a:pt x="4574" y="13210"/>
                  </a:cubicBezTo>
                  <a:cubicBezTo>
                    <a:pt x="3561" y="11463"/>
                    <a:pt x="2806" y="9759"/>
                    <a:pt x="2326" y="8147"/>
                  </a:cubicBezTo>
                  <a:cubicBezTo>
                    <a:pt x="1848" y="6535"/>
                    <a:pt x="1672" y="5099"/>
                    <a:pt x="1801" y="3875"/>
                  </a:cubicBezTo>
                  <a:cubicBezTo>
                    <a:pt x="1938" y="2610"/>
                    <a:pt x="2397" y="1629"/>
                    <a:pt x="3166" y="959"/>
                  </a:cubicBezTo>
                  <a:cubicBezTo>
                    <a:pt x="3889" y="331"/>
                    <a:pt x="4852" y="12"/>
                    <a:pt x="6025" y="12"/>
                  </a:cubicBezTo>
                  <a:close/>
                  <a:moveTo>
                    <a:pt x="6022" y="1"/>
                  </a:moveTo>
                  <a:lnTo>
                    <a:pt x="6022" y="1"/>
                  </a:lnTo>
                  <a:cubicBezTo>
                    <a:pt x="4880" y="1"/>
                    <a:pt x="3902" y="306"/>
                    <a:pt x="3159" y="950"/>
                  </a:cubicBezTo>
                  <a:cubicBezTo>
                    <a:pt x="0" y="3695"/>
                    <a:pt x="2335" y="11555"/>
                    <a:pt x="8370" y="18503"/>
                  </a:cubicBezTo>
                  <a:cubicBezTo>
                    <a:pt x="9199" y="19461"/>
                    <a:pt x="10079" y="20371"/>
                    <a:pt x="11005" y="21234"/>
                  </a:cubicBezTo>
                  <a:cubicBezTo>
                    <a:pt x="12180" y="22331"/>
                    <a:pt x="13379" y="23291"/>
                    <a:pt x="14561" y="24100"/>
                  </a:cubicBezTo>
                  <a:cubicBezTo>
                    <a:pt x="15203" y="24541"/>
                    <a:pt x="15840" y="24935"/>
                    <a:pt x="16466" y="25282"/>
                  </a:cubicBezTo>
                  <a:cubicBezTo>
                    <a:pt x="18553" y="26436"/>
                    <a:pt x="20527" y="27067"/>
                    <a:pt x="22162" y="27067"/>
                  </a:cubicBezTo>
                  <a:cubicBezTo>
                    <a:pt x="22273" y="27067"/>
                    <a:pt x="22379" y="27064"/>
                    <a:pt x="22485" y="27060"/>
                  </a:cubicBezTo>
                  <a:cubicBezTo>
                    <a:pt x="23490" y="27007"/>
                    <a:pt x="24355" y="26702"/>
                    <a:pt x="25027" y="26118"/>
                  </a:cubicBezTo>
                  <a:cubicBezTo>
                    <a:pt x="28188" y="23372"/>
                    <a:pt x="25854" y="15513"/>
                    <a:pt x="19814" y="8562"/>
                  </a:cubicBezTo>
                  <a:cubicBezTo>
                    <a:pt x="19486" y="8186"/>
                    <a:pt x="19160" y="7824"/>
                    <a:pt x="18825" y="7470"/>
                  </a:cubicBezTo>
                  <a:lnTo>
                    <a:pt x="18823" y="7468"/>
                  </a:lnTo>
                  <a:cubicBezTo>
                    <a:pt x="16643" y="5150"/>
                    <a:pt x="14323" y="3296"/>
                    <a:pt x="12118" y="2012"/>
                  </a:cubicBezTo>
                  <a:cubicBezTo>
                    <a:pt x="11515" y="1659"/>
                    <a:pt x="10892" y="1340"/>
                    <a:pt x="10255" y="1054"/>
                  </a:cubicBezTo>
                  <a:cubicBezTo>
                    <a:pt x="9121" y="550"/>
                    <a:pt x="8038" y="215"/>
                    <a:pt x="7050" y="77"/>
                  </a:cubicBezTo>
                  <a:cubicBezTo>
                    <a:pt x="6710" y="28"/>
                    <a:pt x="6366" y="3"/>
                    <a:pt x="6022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1"/>
            <p:cNvSpPr/>
            <p:nvPr/>
          </p:nvSpPr>
          <p:spPr>
            <a:xfrm>
              <a:off x="1995350" y="3506475"/>
              <a:ext cx="474975" cy="482675"/>
            </a:xfrm>
            <a:custGeom>
              <a:avLst/>
              <a:gdLst/>
              <a:ahLst/>
              <a:cxnLst/>
              <a:rect l="l" t="t" r="r" b="b"/>
              <a:pathLst>
                <a:path w="18999" h="19307" extrusionOk="0">
                  <a:moveTo>
                    <a:pt x="2905" y="1"/>
                  </a:moveTo>
                  <a:cubicBezTo>
                    <a:pt x="2180" y="1"/>
                    <a:pt x="1587" y="197"/>
                    <a:pt x="1143" y="583"/>
                  </a:cubicBezTo>
                  <a:cubicBezTo>
                    <a:pt x="132" y="1460"/>
                    <a:pt x="0" y="3229"/>
                    <a:pt x="774" y="5566"/>
                  </a:cubicBezTo>
                  <a:cubicBezTo>
                    <a:pt x="1548" y="7900"/>
                    <a:pt x="3134" y="10521"/>
                    <a:pt x="5240" y="12945"/>
                  </a:cubicBezTo>
                  <a:cubicBezTo>
                    <a:pt x="6893" y="14848"/>
                    <a:pt x="8715" y="16455"/>
                    <a:pt x="10516" y="17598"/>
                  </a:cubicBezTo>
                  <a:cubicBezTo>
                    <a:pt x="12275" y="18715"/>
                    <a:pt x="13880" y="19306"/>
                    <a:pt x="15150" y="19306"/>
                  </a:cubicBezTo>
                  <a:cubicBezTo>
                    <a:pt x="15875" y="19306"/>
                    <a:pt x="16468" y="19112"/>
                    <a:pt x="16909" y="18727"/>
                  </a:cubicBezTo>
                  <a:cubicBezTo>
                    <a:pt x="18999" y="16912"/>
                    <a:pt x="17161" y="11366"/>
                    <a:pt x="12813" y="6362"/>
                  </a:cubicBezTo>
                  <a:cubicBezTo>
                    <a:pt x="11162" y="4462"/>
                    <a:pt x="9338" y="2853"/>
                    <a:pt x="7539" y="1710"/>
                  </a:cubicBezTo>
                  <a:cubicBezTo>
                    <a:pt x="5778" y="592"/>
                    <a:pt x="4175" y="1"/>
                    <a:pt x="2905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1"/>
            <p:cNvSpPr/>
            <p:nvPr/>
          </p:nvSpPr>
          <p:spPr>
            <a:xfrm>
              <a:off x="1971500" y="3506375"/>
              <a:ext cx="499050" cy="482950"/>
            </a:xfrm>
            <a:custGeom>
              <a:avLst/>
              <a:gdLst/>
              <a:ahLst/>
              <a:cxnLst/>
              <a:rect l="l" t="t" r="r" b="b"/>
              <a:pathLst>
                <a:path w="19962" h="19318" extrusionOk="0">
                  <a:moveTo>
                    <a:pt x="3859" y="12"/>
                  </a:moveTo>
                  <a:cubicBezTo>
                    <a:pt x="4492" y="12"/>
                    <a:pt x="5212" y="160"/>
                    <a:pt x="6004" y="453"/>
                  </a:cubicBezTo>
                  <a:cubicBezTo>
                    <a:pt x="6787" y="744"/>
                    <a:pt x="7625" y="1169"/>
                    <a:pt x="8491" y="1721"/>
                  </a:cubicBezTo>
                  <a:cubicBezTo>
                    <a:pt x="10290" y="2861"/>
                    <a:pt x="12114" y="4471"/>
                    <a:pt x="13765" y="6371"/>
                  </a:cubicBezTo>
                  <a:cubicBezTo>
                    <a:pt x="14829" y="7595"/>
                    <a:pt x="15762" y="8871"/>
                    <a:pt x="16535" y="10160"/>
                  </a:cubicBezTo>
                  <a:cubicBezTo>
                    <a:pt x="17284" y="11407"/>
                    <a:pt x="17854" y="12614"/>
                    <a:pt x="18228" y="13750"/>
                  </a:cubicBezTo>
                  <a:cubicBezTo>
                    <a:pt x="18604" y="14886"/>
                    <a:pt x="18768" y="15891"/>
                    <a:pt x="18713" y="16738"/>
                  </a:cubicBezTo>
                  <a:cubicBezTo>
                    <a:pt x="18657" y="17613"/>
                    <a:pt x="18371" y="18283"/>
                    <a:pt x="17861" y="18726"/>
                  </a:cubicBezTo>
                  <a:cubicBezTo>
                    <a:pt x="17418" y="19110"/>
                    <a:pt x="16826" y="19306"/>
                    <a:pt x="16104" y="19306"/>
                  </a:cubicBezTo>
                  <a:cubicBezTo>
                    <a:pt x="15471" y="19306"/>
                    <a:pt x="14751" y="19156"/>
                    <a:pt x="13959" y="18862"/>
                  </a:cubicBezTo>
                  <a:cubicBezTo>
                    <a:pt x="13176" y="18574"/>
                    <a:pt x="12338" y="18147"/>
                    <a:pt x="11472" y="17597"/>
                  </a:cubicBezTo>
                  <a:cubicBezTo>
                    <a:pt x="9673" y="16454"/>
                    <a:pt x="7849" y="14847"/>
                    <a:pt x="6198" y="12947"/>
                  </a:cubicBezTo>
                  <a:cubicBezTo>
                    <a:pt x="5134" y="11721"/>
                    <a:pt x="4201" y="10446"/>
                    <a:pt x="3427" y="9155"/>
                  </a:cubicBezTo>
                  <a:cubicBezTo>
                    <a:pt x="2679" y="7909"/>
                    <a:pt x="2109" y="6703"/>
                    <a:pt x="1735" y="5567"/>
                  </a:cubicBezTo>
                  <a:cubicBezTo>
                    <a:pt x="1359" y="4431"/>
                    <a:pt x="1195" y="3427"/>
                    <a:pt x="1250" y="2579"/>
                  </a:cubicBezTo>
                  <a:cubicBezTo>
                    <a:pt x="1305" y="1702"/>
                    <a:pt x="1592" y="1035"/>
                    <a:pt x="2102" y="591"/>
                  </a:cubicBezTo>
                  <a:cubicBezTo>
                    <a:pt x="2545" y="206"/>
                    <a:pt x="3136" y="12"/>
                    <a:pt x="3859" y="12"/>
                  </a:cubicBezTo>
                  <a:close/>
                  <a:moveTo>
                    <a:pt x="3859" y="0"/>
                  </a:moveTo>
                  <a:cubicBezTo>
                    <a:pt x="3150" y="0"/>
                    <a:pt x="2548" y="187"/>
                    <a:pt x="2095" y="582"/>
                  </a:cubicBezTo>
                  <a:cubicBezTo>
                    <a:pt x="1" y="2402"/>
                    <a:pt x="1834" y="7941"/>
                    <a:pt x="6189" y="12954"/>
                  </a:cubicBezTo>
                  <a:cubicBezTo>
                    <a:pt x="9599" y="16879"/>
                    <a:pt x="13545" y="19317"/>
                    <a:pt x="16104" y="19317"/>
                  </a:cubicBezTo>
                  <a:cubicBezTo>
                    <a:pt x="16813" y="19317"/>
                    <a:pt x="17415" y="19130"/>
                    <a:pt x="17868" y="18735"/>
                  </a:cubicBezTo>
                  <a:cubicBezTo>
                    <a:pt x="19962" y="16914"/>
                    <a:pt x="18129" y="11374"/>
                    <a:pt x="13774" y="6364"/>
                  </a:cubicBezTo>
                  <a:cubicBezTo>
                    <a:pt x="10364" y="2439"/>
                    <a:pt x="6418" y="0"/>
                    <a:pt x="385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1"/>
            <p:cNvSpPr/>
            <p:nvPr/>
          </p:nvSpPr>
          <p:spPr>
            <a:xfrm>
              <a:off x="1957425" y="3464225"/>
              <a:ext cx="524275" cy="572250"/>
            </a:xfrm>
            <a:custGeom>
              <a:avLst/>
              <a:gdLst/>
              <a:ahLst/>
              <a:cxnLst/>
              <a:rect l="l" t="t" r="r" b="b"/>
              <a:pathLst>
                <a:path w="20971" h="22890" fill="none" extrusionOk="0">
                  <a:moveTo>
                    <a:pt x="15154" y="7387"/>
                  </a:moveTo>
                  <a:cubicBezTo>
                    <a:pt x="17544" y="10137"/>
                    <a:pt x="19343" y="13201"/>
                    <a:pt x="20158" y="15907"/>
                  </a:cubicBezTo>
                  <a:cubicBezTo>
                    <a:pt x="20971" y="18614"/>
                    <a:pt x="20733" y="20738"/>
                    <a:pt x="19495" y="21814"/>
                  </a:cubicBezTo>
                  <a:cubicBezTo>
                    <a:pt x="18255" y="22890"/>
                    <a:pt x="16119" y="22830"/>
                    <a:pt x="13554" y="21645"/>
                  </a:cubicBezTo>
                  <a:cubicBezTo>
                    <a:pt x="10989" y="20463"/>
                    <a:pt x="8204" y="18253"/>
                    <a:pt x="5817" y="15503"/>
                  </a:cubicBezTo>
                  <a:cubicBezTo>
                    <a:pt x="3427" y="12753"/>
                    <a:pt x="1626" y="9689"/>
                    <a:pt x="813" y="6983"/>
                  </a:cubicBezTo>
                  <a:cubicBezTo>
                    <a:pt x="0" y="4279"/>
                    <a:pt x="238" y="2155"/>
                    <a:pt x="1476" y="1077"/>
                  </a:cubicBezTo>
                  <a:cubicBezTo>
                    <a:pt x="2714" y="1"/>
                    <a:pt x="4852" y="63"/>
                    <a:pt x="7417" y="1245"/>
                  </a:cubicBezTo>
                  <a:cubicBezTo>
                    <a:pt x="9982" y="2428"/>
                    <a:pt x="12765" y="4637"/>
                    <a:pt x="15154" y="7387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1"/>
            <p:cNvSpPr/>
            <p:nvPr/>
          </p:nvSpPr>
          <p:spPr>
            <a:xfrm>
              <a:off x="2169050" y="3463300"/>
              <a:ext cx="263475" cy="709425"/>
            </a:xfrm>
            <a:custGeom>
              <a:avLst/>
              <a:gdLst/>
              <a:ahLst/>
              <a:cxnLst/>
              <a:rect l="l" t="t" r="r" b="b"/>
              <a:pathLst>
                <a:path w="10539" h="28377" extrusionOk="0">
                  <a:moveTo>
                    <a:pt x="0" y="1"/>
                  </a:moveTo>
                  <a:lnTo>
                    <a:pt x="379" y="2030"/>
                  </a:lnTo>
                  <a:lnTo>
                    <a:pt x="644" y="3467"/>
                  </a:lnTo>
                  <a:lnTo>
                    <a:pt x="1831" y="9805"/>
                  </a:lnTo>
                  <a:lnTo>
                    <a:pt x="1854" y="9925"/>
                  </a:lnTo>
                  <a:lnTo>
                    <a:pt x="2064" y="11061"/>
                  </a:lnTo>
                  <a:lnTo>
                    <a:pt x="2067" y="11063"/>
                  </a:lnTo>
                  <a:lnTo>
                    <a:pt x="2591" y="13866"/>
                  </a:lnTo>
                  <a:lnTo>
                    <a:pt x="3616" y="19364"/>
                  </a:lnTo>
                  <a:lnTo>
                    <a:pt x="3939" y="21093"/>
                  </a:lnTo>
                  <a:lnTo>
                    <a:pt x="4348" y="23271"/>
                  </a:lnTo>
                  <a:lnTo>
                    <a:pt x="5285" y="28358"/>
                  </a:lnTo>
                  <a:cubicBezTo>
                    <a:pt x="5482" y="28370"/>
                    <a:pt x="5677" y="28376"/>
                    <a:pt x="5870" y="28376"/>
                  </a:cubicBezTo>
                  <a:cubicBezTo>
                    <a:pt x="7557" y="28376"/>
                    <a:pt x="9113" y="27897"/>
                    <a:pt x="10538" y="26940"/>
                  </a:cubicBezTo>
                  <a:lnTo>
                    <a:pt x="10365" y="25046"/>
                  </a:lnTo>
                  <a:lnTo>
                    <a:pt x="9885" y="22465"/>
                  </a:lnTo>
                  <a:lnTo>
                    <a:pt x="9562" y="20736"/>
                  </a:lnTo>
                  <a:lnTo>
                    <a:pt x="7611" y="10301"/>
                  </a:lnTo>
                  <a:lnTo>
                    <a:pt x="7181" y="8011"/>
                  </a:lnTo>
                  <a:lnTo>
                    <a:pt x="7179" y="8008"/>
                  </a:lnTo>
                  <a:lnTo>
                    <a:pt x="6705" y="5459"/>
                  </a:lnTo>
                  <a:lnTo>
                    <a:pt x="6703" y="5457"/>
                  </a:lnTo>
                  <a:cubicBezTo>
                    <a:pt x="4526" y="3139"/>
                    <a:pt x="2205" y="1285"/>
                    <a:pt x="0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1"/>
            <p:cNvSpPr/>
            <p:nvPr/>
          </p:nvSpPr>
          <p:spPr>
            <a:xfrm>
              <a:off x="2042325" y="3414925"/>
              <a:ext cx="215000" cy="748150"/>
            </a:xfrm>
            <a:custGeom>
              <a:avLst/>
              <a:gdLst/>
              <a:ahLst/>
              <a:cxnLst/>
              <a:rect l="l" t="t" r="r" b="b"/>
              <a:pathLst>
                <a:path w="8600" h="29926" extrusionOk="0">
                  <a:moveTo>
                    <a:pt x="1" y="1"/>
                  </a:moveTo>
                  <a:lnTo>
                    <a:pt x="428" y="2282"/>
                  </a:lnTo>
                  <a:lnTo>
                    <a:pt x="687" y="3675"/>
                  </a:lnTo>
                  <a:lnTo>
                    <a:pt x="3035" y="16231"/>
                  </a:lnTo>
                  <a:lnTo>
                    <a:pt x="3035" y="16233"/>
                  </a:lnTo>
                  <a:lnTo>
                    <a:pt x="3483" y="18637"/>
                  </a:lnTo>
                  <a:lnTo>
                    <a:pt x="3954" y="21158"/>
                  </a:lnTo>
                  <a:lnTo>
                    <a:pt x="5069" y="28346"/>
                  </a:lnTo>
                  <a:lnTo>
                    <a:pt x="8600" y="29925"/>
                  </a:lnTo>
                  <a:lnTo>
                    <a:pt x="7512" y="24024"/>
                  </a:lnTo>
                  <a:lnTo>
                    <a:pt x="7094" y="21795"/>
                  </a:lnTo>
                  <a:lnTo>
                    <a:pt x="6739" y="19895"/>
                  </a:lnTo>
                  <a:lnTo>
                    <a:pt x="5473" y="13123"/>
                  </a:lnTo>
                  <a:lnTo>
                    <a:pt x="5205" y="11684"/>
                  </a:lnTo>
                  <a:lnTo>
                    <a:pt x="5102" y="11139"/>
                  </a:lnTo>
                  <a:lnTo>
                    <a:pt x="5099" y="11137"/>
                  </a:lnTo>
                  <a:lnTo>
                    <a:pt x="4965" y="10408"/>
                  </a:lnTo>
                  <a:lnTo>
                    <a:pt x="3836" y="4372"/>
                  </a:lnTo>
                  <a:lnTo>
                    <a:pt x="3585" y="3028"/>
                  </a:lnTo>
                  <a:lnTo>
                    <a:pt x="3204" y="975"/>
                  </a:lnTo>
                  <a:cubicBezTo>
                    <a:pt x="2070" y="472"/>
                    <a:pt x="989" y="139"/>
                    <a:pt x="1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ZoneTexte 4">
            <a:extLst>
              <a:ext uri="{FF2B5EF4-FFF2-40B4-BE49-F238E27FC236}">
                <a16:creationId xmlns:a16="http://schemas.microsoft.com/office/drawing/2014/main" id="{9841D063-AFB0-1517-100F-1DFA8A54CF0B}"/>
              </a:ext>
            </a:extLst>
          </p:cNvPr>
          <p:cNvSpPr txBox="1"/>
          <p:nvPr/>
        </p:nvSpPr>
        <p:spPr>
          <a:xfrm>
            <a:off x="1775619" y="4222604"/>
            <a:ext cx="5312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dirty="0">
                <a:solidFill>
                  <a:schemeClr val="accent1"/>
                </a:solidFill>
                <a:latin typeface="Cabin"/>
                <a:sym typeface="Cabin"/>
              </a:rPr>
              <a:t>Nous allons donc utiliser ce jeu de données pour entrainer, tester, optimiser et comparer l’efficacité des différents modèles.</a:t>
            </a:r>
          </a:p>
        </p:txBody>
      </p:sp>
    </p:spTree>
    <p:extLst>
      <p:ext uri="{BB962C8B-B14F-4D97-AF65-F5344CB8AC3E}">
        <p14:creationId xmlns:p14="http://schemas.microsoft.com/office/powerpoint/2010/main" val="194057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9"/>
          <p:cNvSpPr txBox="1">
            <a:spLocks noGrp="1"/>
          </p:cNvSpPr>
          <p:nvPr>
            <p:ph type="title"/>
          </p:nvPr>
        </p:nvSpPr>
        <p:spPr>
          <a:xfrm>
            <a:off x="796513" y="1558750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57" name="Google Shape;357;p29"/>
          <p:cNvSpPr txBox="1">
            <a:spLocks noGrp="1"/>
          </p:cNvSpPr>
          <p:nvPr>
            <p:ph type="title" idx="2"/>
          </p:nvPr>
        </p:nvSpPr>
        <p:spPr>
          <a:xfrm>
            <a:off x="4562895" y="1567706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59" name="Google Shape;359;p29"/>
          <p:cNvSpPr txBox="1">
            <a:spLocks noGrp="1"/>
          </p:cNvSpPr>
          <p:nvPr>
            <p:ph type="title" idx="6"/>
          </p:nvPr>
        </p:nvSpPr>
        <p:spPr>
          <a:xfrm>
            <a:off x="781789" y="3027336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61" name="Google Shape;361;p29"/>
          <p:cNvSpPr txBox="1">
            <a:spLocks noGrp="1"/>
          </p:cNvSpPr>
          <p:nvPr>
            <p:ph type="title" idx="8"/>
          </p:nvPr>
        </p:nvSpPr>
        <p:spPr>
          <a:xfrm>
            <a:off x="4562895" y="3043350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63" name="Google Shape;363;p29"/>
          <p:cNvSpPr txBox="1">
            <a:spLocks noGrp="1"/>
          </p:cNvSpPr>
          <p:nvPr>
            <p:ph type="title" idx="15"/>
          </p:nvPr>
        </p:nvSpPr>
        <p:spPr>
          <a:xfrm>
            <a:off x="720000" y="58717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Méthodologie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364" name="Google Shape;364;p29"/>
          <p:cNvSpPr txBox="1">
            <a:spLocks noGrp="1"/>
          </p:cNvSpPr>
          <p:nvPr>
            <p:ph type="subTitle" idx="16"/>
          </p:nvPr>
        </p:nvSpPr>
        <p:spPr>
          <a:xfrm>
            <a:off x="1873529" y="1655442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Analyse et préparation des données</a:t>
            </a:r>
          </a:p>
        </p:txBody>
      </p:sp>
      <p:sp>
        <p:nvSpPr>
          <p:cNvPr id="365" name="Google Shape;365;p29"/>
          <p:cNvSpPr txBox="1">
            <a:spLocks noGrp="1"/>
          </p:cNvSpPr>
          <p:nvPr>
            <p:ph type="subTitle" idx="17"/>
          </p:nvPr>
        </p:nvSpPr>
        <p:spPr>
          <a:xfrm>
            <a:off x="5656347" y="1645196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Méthodes de prédiction</a:t>
            </a:r>
            <a:endParaRPr dirty="0"/>
          </a:p>
        </p:txBody>
      </p:sp>
      <p:sp>
        <p:nvSpPr>
          <p:cNvPr id="366" name="Google Shape;366;p29"/>
          <p:cNvSpPr txBox="1">
            <a:spLocks noGrp="1"/>
          </p:cNvSpPr>
          <p:nvPr>
            <p:ph type="subTitle" idx="19"/>
          </p:nvPr>
        </p:nvSpPr>
        <p:spPr>
          <a:xfrm>
            <a:off x="1878007" y="311135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Comparaison et choix du modèle</a:t>
            </a:r>
            <a:endParaRPr dirty="0"/>
          </a:p>
        </p:txBody>
      </p:sp>
      <p:sp>
        <p:nvSpPr>
          <p:cNvPr id="367" name="Google Shape;367;p29"/>
          <p:cNvSpPr txBox="1">
            <a:spLocks noGrp="1"/>
          </p:cNvSpPr>
          <p:nvPr>
            <p:ph type="subTitle" idx="20"/>
          </p:nvPr>
        </p:nvSpPr>
        <p:spPr>
          <a:xfrm>
            <a:off x="5640333" y="311135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 et production du script.</a:t>
            </a:r>
            <a:endParaRPr dirty="0"/>
          </a:p>
        </p:txBody>
      </p:sp>
      <p:cxnSp>
        <p:nvCxnSpPr>
          <p:cNvPr id="368" name="Google Shape;368;p29"/>
          <p:cNvCxnSpPr/>
          <p:nvPr/>
        </p:nvCxnSpPr>
        <p:spPr>
          <a:xfrm>
            <a:off x="1101300" y="2204850"/>
            <a:ext cx="6507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9" name="Google Shape;369;p29"/>
          <p:cNvCxnSpPr/>
          <p:nvPr/>
        </p:nvCxnSpPr>
        <p:spPr>
          <a:xfrm>
            <a:off x="4875200" y="2204850"/>
            <a:ext cx="6507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0" name="Google Shape;370;p29"/>
          <p:cNvCxnSpPr/>
          <p:nvPr/>
        </p:nvCxnSpPr>
        <p:spPr>
          <a:xfrm>
            <a:off x="1101300" y="3680275"/>
            <a:ext cx="6507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1" name="Google Shape;371;p29"/>
          <p:cNvCxnSpPr/>
          <p:nvPr/>
        </p:nvCxnSpPr>
        <p:spPr>
          <a:xfrm>
            <a:off x="4875200" y="3680275"/>
            <a:ext cx="6507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72" name="Google Shape;372;p29"/>
          <p:cNvGrpSpPr/>
          <p:nvPr/>
        </p:nvGrpSpPr>
        <p:grpSpPr>
          <a:xfrm rot="-1461794">
            <a:off x="7336983" y="220039"/>
            <a:ext cx="933806" cy="1011808"/>
            <a:chOff x="2761250" y="617875"/>
            <a:chExt cx="1222900" cy="1325050"/>
          </a:xfrm>
        </p:grpSpPr>
        <p:sp>
          <p:nvSpPr>
            <p:cNvPr id="373" name="Google Shape;373;p29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9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9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9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9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9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9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0" name="Google Shape;380;p29"/>
          <p:cNvGrpSpPr/>
          <p:nvPr/>
        </p:nvGrpSpPr>
        <p:grpSpPr>
          <a:xfrm rot="5400000">
            <a:off x="7779286" y="3881051"/>
            <a:ext cx="874007" cy="947013"/>
            <a:chOff x="2761250" y="617875"/>
            <a:chExt cx="1222900" cy="1325050"/>
          </a:xfrm>
        </p:grpSpPr>
        <p:sp>
          <p:nvSpPr>
            <p:cNvPr id="381" name="Google Shape;381;p29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9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9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9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9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9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9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8" name="Google Shape;388;p29"/>
          <p:cNvGrpSpPr/>
          <p:nvPr/>
        </p:nvGrpSpPr>
        <p:grpSpPr>
          <a:xfrm flipH="1">
            <a:off x="315368" y="2461733"/>
            <a:ext cx="819954" cy="888446"/>
            <a:chOff x="2761250" y="617875"/>
            <a:chExt cx="1222900" cy="1325050"/>
          </a:xfrm>
        </p:grpSpPr>
        <p:sp>
          <p:nvSpPr>
            <p:cNvPr id="389" name="Google Shape;389;p29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9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9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9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9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9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9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6" name="Google Shape;396;p29"/>
          <p:cNvGrpSpPr/>
          <p:nvPr/>
        </p:nvGrpSpPr>
        <p:grpSpPr>
          <a:xfrm rot="-1597863">
            <a:off x="8136469" y="2659459"/>
            <a:ext cx="584858" cy="513478"/>
            <a:chOff x="2665925" y="2466150"/>
            <a:chExt cx="627625" cy="551025"/>
          </a:xfrm>
        </p:grpSpPr>
        <p:sp>
          <p:nvSpPr>
            <p:cNvPr id="397" name="Google Shape;397;p29"/>
            <p:cNvSpPr/>
            <p:nvPr/>
          </p:nvSpPr>
          <p:spPr>
            <a:xfrm>
              <a:off x="2700675" y="2466150"/>
              <a:ext cx="592875" cy="549500"/>
            </a:xfrm>
            <a:custGeom>
              <a:avLst/>
              <a:gdLst/>
              <a:ahLst/>
              <a:cxnLst/>
              <a:rect l="l" t="t" r="r" b="b"/>
              <a:pathLst>
                <a:path w="23715" h="21980" extrusionOk="0">
                  <a:moveTo>
                    <a:pt x="6323" y="0"/>
                  </a:moveTo>
                  <a:cubicBezTo>
                    <a:pt x="5320" y="0"/>
                    <a:pt x="4347" y="220"/>
                    <a:pt x="3434" y="722"/>
                  </a:cubicBezTo>
                  <a:cubicBezTo>
                    <a:pt x="52" y="2578"/>
                    <a:pt x="1" y="6111"/>
                    <a:pt x="1" y="6111"/>
                  </a:cubicBezTo>
                  <a:cubicBezTo>
                    <a:pt x="1" y="6111"/>
                    <a:pt x="1555" y="3520"/>
                    <a:pt x="4741" y="3520"/>
                  </a:cubicBezTo>
                  <a:cubicBezTo>
                    <a:pt x="7746" y="3520"/>
                    <a:pt x="12205" y="5827"/>
                    <a:pt x="18179" y="14795"/>
                  </a:cubicBezTo>
                  <a:cubicBezTo>
                    <a:pt x="22322" y="21011"/>
                    <a:pt x="16293" y="21867"/>
                    <a:pt x="16293" y="21867"/>
                  </a:cubicBezTo>
                  <a:cubicBezTo>
                    <a:pt x="16293" y="21867"/>
                    <a:pt x="16625" y="21980"/>
                    <a:pt x="17147" y="21980"/>
                  </a:cubicBezTo>
                  <a:cubicBezTo>
                    <a:pt x="18141" y="21980"/>
                    <a:pt x="19823" y="21572"/>
                    <a:pt x="21209" y="19201"/>
                  </a:cubicBezTo>
                  <a:cubicBezTo>
                    <a:pt x="22213" y="17480"/>
                    <a:pt x="23714" y="15162"/>
                    <a:pt x="20548" y="10050"/>
                  </a:cubicBezTo>
                  <a:cubicBezTo>
                    <a:pt x="18795" y="7221"/>
                    <a:pt x="12072" y="0"/>
                    <a:pt x="6323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9"/>
            <p:cNvSpPr/>
            <p:nvPr/>
          </p:nvSpPr>
          <p:spPr>
            <a:xfrm>
              <a:off x="2700275" y="2537525"/>
              <a:ext cx="507325" cy="479550"/>
            </a:xfrm>
            <a:custGeom>
              <a:avLst/>
              <a:gdLst/>
              <a:ahLst/>
              <a:cxnLst/>
              <a:rect l="l" t="t" r="r" b="b"/>
              <a:pathLst>
                <a:path w="20293" h="19182" extrusionOk="0">
                  <a:moveTo>
                    <a:pt x="3446" y="0"/>
                  </a:moveTo>
                  <a:cubicBezTo>
                    <a:pt x="3175" y="0"/>
                    <a:pt x="2902" y="23"/>
                    <a:pt x="2633" y="67"/>
                  </a:cubicBezTo>
                  <a:cubicBezTo>
                    <a:pt x="1859" y="197"/>
                    <a:pt x="1241" y="508"/>
                    <a:pt x="793" y="995"/>
                  </a:cubicBezTo>
                  <a:cubicBezTo>
                    <a:pt x="264" y="1570"/>
                    <a:pt x="1" y="2353"/>
                    <a:pt x="8" y="3325"/>
                  </a:cubicBezTo>
                  <a:cubicBezTo>
                    <a:pt x="12" y="4263"/>
                    <a:pt x="269" y="5339"/>
                    <a:pt x="770" y="6519"/>
                  </a:cubicBezTo>
                  <a:cubicBezTo>
                    <a:pt x="1799" y="8945"/>
                    <a:pt x="3741" y="11545"/>
                    <a:pt x="6242" y="13843"/>
                  </a:cubicBezTo>
                  <a:cubicBezTo>
                    <a:pt x="6535" y="14113"/>
                    <a:pt x="6812" y="14355"/>
                    <a:pt x="7085" y="14586"/>
                  </a:cubicBezTo>
                  <a:cubicBezTo>
                    <a:pt x="8876" y="16108"/>
                    <a:pt x="10793" y="17338"/>
                    <a:pt x="12629" y="18147"/>
                  </a:cubicBezTo>
                  <a:cubicBezTo>
                    <a:pt x="13116" y="18361"/>
                    <a:pt x="13614" y="18551"/>
                    <a:pt x="14122" y="18712"/>
                  </a:cubicBezTo>
                  <a:cubicBezTo>
                    <a:pt x="15032" y="19001"/>
                    <a:pt x="15877" y="19158"/>
                    <a:pt x="16630" y="19179"/>
                  </a:cubicBezTo>
                  <a:cubicBezTo>
                    <a:pt x="16688" y="19181"/>
                    <a:pt x="16745" y="19181"/>
                    <a:pt x="16803" y="19181"/>
                  </a:cubicBezTo>
                  <a:cubicBezTo>
                    <a:pt x="17985" y="19181"/>
                    <a:pt x="18893" y="18846"/>
                    <a:pt x="19500" y="18186"/>
                  </a:cubicBezTo>
                  <a:cubicBezTo>
                    <a:pt x="20026" y="17613"/>
                    <a:pt x="20292" y="16828"/>
                    <a:pt x="20285" y="15856"/>
                  </a:cubicBezTo>
                  <a:cubicBezTo>
                    <a:pt x="20280" y="14919"/>
                    <a:pt x="20024" y="13845"/>
                    <a:pt x="19523" y="12665"/>
                  </a:cubicBezTo>
                  <a:cubicBezTo>
                    <a:pt x="18493" y="10238"/>
                    <a:pt x="16551" y="7636"/>
                    <a:pt x="14053" y="5341"/>
                  </a:cubicBezTo>
                  <a:cubicBezTo>
                    <a:pt x="13342" y="4688"/>
                    <a:pt x="12599" y="4071"/>
                    <a:pt x="11825" y="3498"/>
                  </a:cubicBezTo>
                  <a:cubicBezTo>
                    <a:pt x="10894" y="2801"/>
                    <a:pt x="9911" y="2178"/>
                    <a:pt x="8886" y="1630"/>
                  </a:cubicBezTo>
                  <a:cubicBezTo>
                    <a:pt x="8364" y="1353"/>
                    <a:pt x="7847" y="1106"/>
                    <a:pt x="7343" y="898"/>
                  </a:cubicBezTo>
                  <a:cubicBezTo>
                    <a:pt x="5928" y="310"/>
                    <a:pt x="4593" y="0"/>
                    <a:pt x="3485" y="0"/>
                  </a:cubicBezTo>
                  <a:cubicBezTo>
                    <a:pt x="3472" y="0"/>
                    <a:pt x="3459" y="0"/>
                    <a:pt x="3446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9"/>
            <p:cNvSpPr/>
            <p:nvPr/>
          </p:nvSpPr>
          <p:spPr>
            <a:xfrm>
              <a:off x="2665925" y="2537350"/>
              <a:ext cx="575950" cy="479825"/>
            </a:xfrm>
            <a:custGeom>
              <a:avLst/>
              <a:gdLst/>
              <a:ahLst/>
              <a:cxnLst/>
              <a:rect l="l" t="t" r="r" b="b"/>
              <a:pathLst>
                <a:path w="23038" h="19193" extrusionOk="0">
                  <a:moveTo>
                    <a:pt x="4859" y="0"/>
                  </a:moveTo>
                  <a:cubicBezTo>
                    <a:pt x="4859" y="0"/>
                    <a:pt x="4860" y="0"/>
                    <a:pt x="4860" y="0"/>
                  </a:cubicBezTo>
                  <a:lnTo>
                    <a:pt x="4860" y="0"/>
                  </a:lnTo>
                  <a:cubicBezTo>
                    <a:pt x="4860" y="0"/>
                    <a:pt x="4861" y="0"/>
                    <a:pt x="4861" y="0"/>
                  </a:cubicBezTo>
                  <a:close/>
                  <a:moveTo>
                    <a:pt x="4861" y="12"/>
                  </a:moveTo>
                  <a:cubicBezTo>
                    <a:pt x="5967" y="12"/>
                    <a:pt x="7302" y="324"/>
                    <a:pt x="8717" y="910"/>
                  </a:cubicBezTo>
                  <a:cubicBezTo>
                    <a:pt x="9218" y="1118"/>
                    <a:pt x="9738" y="1365"/>
                    <a:pt x="10260" y="1642"/>
                  </a:cubicBezTo>
                  <a:cubicBezTo>
                    <a:pt x="11285" y="2189"/>
                    <a:pt x="12266" y="2813"/>
                    <a:pt x="13197" y="3508"/>
                  </a:cubicBezTo>
                  <a:cubicBezTo>
                    <a:pt x="13970" y="4083"/>
                    <a:pt x="14714" y="4697"/>
                    <a:pt x="15423" y="5350"/>
                  </a:cubicBezTo>
                  <a:cubicBezTo>
                    <a:pt x="16686" y="6509"/>
                    <a:pt x="17808" y="7749"/>
                    <a:pt x="18757" y="9028"/>
                  </a:cubicBezTo>
                  <a:cubicBezTo>
                    <a:pt x="19673" y="10266"/>
                    <a:pt x="20391" y="11492"/>
                    <a:pt x="20893" y="12672"/>
                  </a:cubicBezTo>
                  <a:cubicBezTo>
                    <a:pt x="21394" y="13852"/>
                    <a:pt x="21648" y="14926"/>
                    <a:pt x="21654" y="15863"/>
                  </a:cubicBezTo>
                  <a:cubicBezTo>
                    <a:pt x="21661" y="16833"/>
                    <a:pt x="21396" y="17616"/>
                    <a:pt x="20872" y="18188"/>
                  </a:cubicBezTo>
                  <a:cubicBezTo>
                    <a:pt x="20567" y="18518"/>
                    <a:pt x="20179" y="18770"/>
                    <a:pt x="19720" y="18939"/>
                  </a:cubicBezTo>
                  <a:cubicBezTo>
                    <a:pt x="19274" y="19100"/>
                    <a:pt x="18754" y="19183"/>
                    <a:pt x="18179" y="19183"/>
                  </a:cubicBezTo>
                  <a:cubicBezTo>
                    <a:pt x="18122" y="19183"/>
                    <a:pt x="18064" y="19183"/>
                    <a:pt x="18006" y="19181"/>
                  </a:cubicBezTo>
                  <a:cubicBezTo>
                    <a:pt x="17251" y="19158"/>
                    <a:pt x="16408" y="19001"/>
                    <a:pt x="15499" y="18715"/>
                  </a:cubicBezTo>
                  <a:cubicBezTo>
                    <a:pt x="14991" y="18553"/>
                    <a:pt x="14492" y="18364"/>
                    <a:pt x="14005" y="18147"/>
                  </a:cubicBezTo>
                  <a:cubicBezTo>
                    <a:pt x="12169" y="17339"/>
                    <a:pt x="10253" y="16110"/>
                    <a:pt x="8463" y="14589"/>
                  </a:cubicBezTo>
                  <a:lnTo>
                    <a:pt x="8461" y="14589"/>
                  </a:lnTo>
                  <a:cubicBezTo>
                    <a:pt x="8189" y="14358"/>
                    <a:pt x="7914" y="14115"/>
                    <a:pt x="7621" y="13845"/>
                  </a:cubicBezTo>
                  <a:cubicBezTo>
                    <a:pt x="6357" y="12684"/>
                    <a:pt x="5235" y="11446"/>
                    <a:pt x="4284" y="10165"/>
                  </a:cubicBezTo>
                  <a:cubicBezTo>
                    <a:pt x="3367" y="8927"/>
                    <a:pt x="2649" y="7701"/>
                    <a:pt x="2148" y="6521"/>
                  </a:cubicBezTo>
                  <a:cubicBezTo>
                    <a:pt x="1649" y="5341"/>
                    <a:pt x="1393" y="4270"/>
                    <a:pt x="1386" y="3330"/>
                  </a:cubicBezTo>
                  <a:cubicBezTo>
                    <a:pt x="1382" y="2360"/>
                    <a:pt x="1645" y="1577"/>
                    <a:pt x="2171" y="1007"/>
                  </a:cubicBezTo>
                  <a:cubicBezTo>
                    <a:pt x="2617" y="520"/>
                    <a:pt x="3238" y="208"/>
                    <a:pt x="4009" y="79"/>
                  </a:cubicBezTo>
                  <a:cubicBezTo>
                    <a:pt x="4291" y="33"/>
                    <a:pt x="4575" y="12"/>
                    <a:pt x="4861" y="12"/>
                  </a:cubicBezTo>
                  <a:close/>
                  <a:moveTo>
                    <a:pt x="4860" y="0"/>
                  </a:moveTo>
                  <a:cubicBezTo>
                    <a:pt x="4574" y="0"/>
                    <a:pt x="4288" y="21"/>
                    <a:pt x="4007" y="67"/>
                  </a:cubicBezTo>
                  <a:cubicBezTo>
                    <a:pt x="3252" y="194"/>
                    <a:pt x="2622" y="499"/>
                    <a:pt x="2160" y="998"/>
                  </a:cubicBezTo>
                  <a:cubicBezTo>
                    <a:pt x="1" y="3348"/>
                    <a:pt x="2441" y="9102"/>
                    <a:pt x="7611" y="13852"/>
                  </a:cubicBezTo>
                  <a:cubicBezTo>
                    <a:pt x="7891" y="14111"/>
                    <a:pt x="8170" y="14358"/>
                    <a:pt x="8454" y="14595"/>
                  </a:cubicBezTo>
                  <a:lnTo>
                    <a:pt x="8456" y="14595"/>
                  </a:lnTo>
                  <a:cubicBezTo>
                    <a:pt x="10304" y="16166"/>
                    <a:pt x="12220" y="17371"/>
                    <a:pt x="14000" y="18156"/>
                  </a:cubicBezTo>
                  <a:cubicBezTo>
                    <a:pt x="14487" y="18371"/>
                    <a:pt x="14986" y="18560"/>
                    <a:pt x="15494" y="18724"/>
                  </a:cubicBezTo>
                  <a:cubicBezTo>
                    <a:pt x="16397" y="19008"/>
                    <a:pt x="17244" y="19167"/>
                    <a:pt x="18004" y="19190"/>
                  </a:cubicBezTo>
                  <a:cubicBezTo>
                    <a:pt x="18062" y="19190"/>
                    <a:pt x="18119" y="19193"/>
                    <a:pt x="18177" y="19193"/>
                  </a:cubicBezTo>
                  <a:cubicBezTo>
                    <a:pt x="19320" y="19193"/>
                    <a:pt x="20255" y="18872"/>
                    <a:pt x="20879" y="18193"/>
                  </a:cubicBezTo>
                  <a:cubicBezTo>
                    <a:pt x="23038" y="15845"/>
                    <a:pt x="20597" y="10088"/>
                    <a:pt x="15429" y="5341"/>
                  </a:cubicBezTo>
                  <a:cubicBezTo>
                    <a:pt x="14721" y="4688"/>
                    <a:pt x="13977" y="4073"/>
                    <a:pt x="13201" y="3498"/>
                  </a:cubicBezTo>
                  <a:cubicBezTo>
                    <a:pt x="12271" y="2801"/>
                    <a:pt x="11287" y="2178"/>
                    <a:pt x="10262" y="1630"/>
                  </a:cubicBezTo>
                  <a:cubicBezTo>
                    <a:pt x="9738" y="1351"/>
                    <a:pt x="9223" y="1106"/>
                    <a:pt x="8717" y="899"/>
                  </a:cubicBezTo>
                  <a:cubicBezTo>
                    <a:pt x="7305" y="312"/>
                    <a:pt x="5982" y="1"/>
                    <a:pt x="4860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9"/>
            <p:cNvSpPr/>
            <p:nvPr/>
          </p:nvSpPr>
          <p:spPr>
            <a:xfrm>
              <a:off x="2747900" y="2609975"/>
              <a:ext cx="408725" cy="340475"/>
            </a:xfrm>
            <a:custGeom>
              <a:avLst/>
              <a:gdLst/>
              <a:ahLst/>
              <a:cxnLst/>
              <a:rect l="l" t="t" r="r" b="b"/>
              <a:pathLst>
                <a:path w="16349" h="13619" extrusionOk="0">
                  <a:moveTo>
                    <a:pt x="3097" y="0"/>
                  </a:moveTo>
                  <a:cubicBezTo>
                    <a:pt x="2363" y="0"/>
                    <a:pt x="1799" y="206"/>
                    <a:pt x="1428" y="610"/>
                  </a:cubicBezTo>
                  <a:cubicBezTo>
                    <a:pt x="1" y="2164"/>
                    <a:pt x="1866" y="6207"/>
                    <a:pt x="5586" y="9624"/>
                  </a:cubicBezTo>
                  <a:cubicBezTo>
                    <a:pt x="8228" y="12051"/>
                    <a:pt x="11236" y="13618"/>
                    <a:pt x="13252" y="13618"/>
                  </a:cubicBezTo>
                  <a:cubicBezTo>
                    <a:pt x="13986" y="13618"/>
                    <a:pt x="14547" y="13413"/>
                    <a:pt x="14921" y="13007"/>
                  </a:cubicBezTo>
                  <a:cubicBezTo>
                    <a:pt x="16348" y="11455"/>
                    <a:pt x="14483" y="7410"/>
                    <a:pt x="10760" y="3992"/>
                  </a:cubicBezTo>
                  <a:cubicBezTo>
                    <a:pt x="8121" y="1568"/>
                    <a:pt x="5113" y="0"/>
                    <a:pt x="3097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9"/>
            <p:cNvSpPr/>
            <p:nvPr/>
          </p:nvSpPr>
          <p:spPr>
            <a:xfrm>
              <a:off x="2747675" y="2609800"/>
              <a:ext cx="409125" cy="340775"/>
            </a:xfrm>
            <a:custGeom>
              <a:avLst/>
              <a:gdLst/>
              <a:ahLst/>
              <a:cxnLst/>
              <a:rect l="l" t="t" r="r" b="b"/>
              <a:pathLst>
                <a:path w="16365" h="13631" extrusionOk="0">
                  <a:moveTo>
                    <a:pt x="3106" y="12"/>
                  </a:moveTo>
                  <a:cubicBezTo>
                    <a:pt x="4080" y="12"/>
                    <a:pt x="5304" y="376"/>
                    <a:pt x="6646" y="1067"/>
                  </a:cubicBezTo>
                  <a:cubicBezTo>
                    <a:pt x="8019" y="1776"/>
                    <a:pt x="9444" y="2792"/>
                    <a:pt x="10767" y="4004"/>
                  </a:cubicBezTo>
                  <a:cubicBezTo>
                    <a:pt x="12568" y="5659"/>
                    <a:pt x="13993" y="7509"/>
                    <a:pt x="14778" y="9213"/>
                  </a:cubicBezTo>
                  <a:cubicBezTo>
                    <a:pt x="15159" y="10040"/>
                    <a:pt x="15369" y="10788"/>
                    <a:pt x="15401" y="11434"/>
                  </a:cubicBezTo>
                  <a:cubicBezTo>
                    <a:pt x="15434" y="12102"/>
                    <a:pt x="15272" y="12633"/>
                    <a:pt x="14926" y="13011"/>
                  </a:cubicBezTo>
                  <a:cubicBezTo>
                    <a:pt x="14554" y="13415"/>
                    <a:pt x="13993" y="13621"/>
                    <a:pt x="13261" y="13621"/>
                  </a:cubicBezTo>
                  <a:cubicBezTo>
                    <a:pt x="12286" y="13621"/>
                    <a:pt x="11063" y="13256"/>
                    <a:pt x="9721" y="12566"/>
                  </a:cubicBezTo>
                  <a:cubicBezTo>
                    <a:pt x="8345" y="11857"/>
                    <a:pt x="6923" y="10843"/>
                    <a:pt x="5600" y="9629"/>
                  </a:cubicBezTo>
                  <a:cubicBezTo>
                    <a:pt x="3799" y="7973"/>
                    <a:pt x="2374" y="6124"/>
                    <a:pt x="1589" y="4420"/>
                  </a:cubicBezTo>
                  <a:cubicBezTo>
                    <a:pt x="1206" y="3593"/>
                    <a:pt x="998" y="2845"/>
                    <a:pt x="966" y="2198"/>
                  </a:cubicBezTo>
                  <a:cubicBezTo>
                    <a:pt x="933" y="1531"/>
                    <a:pt x="1093" y="1000"/>
                    <a:pt x="1441" y="621"/>
                  </a:cubicBezTo>
                  <a:cubicBezTo>
                    <a:pt x="1813" y="217"/>
                    <a:pt x="2372" y="12"/>
                    <a:pt x="3106" y="12"/>
                  </a:cubicBezTo>
                  <a:close/>
                  <a:moveTo>
                    <a:pt x="3106" y="0"/>
                  </a:moveTo>
                  <a:cubicBezTo>
                    <a:pt x="2392" y="0"/>
                    <a:pt x="1815" y="196"/>
                    <a:pt x="1432" y="614"/>
                  </a:cubicBezTo>
                  <a:cubicBezTo>
                    <a:pt x="0" y="2173"/>
                    <a:pt x="1864" y="6211"/>
                    <a:pt x="5590" y="9636"/>
                  </a:cubicBezTo>
                  <a:cubicBezTo>
                    <a:pt x="8324" y="12148"/>
                    <a:pt x="11301" y="13630"/>
                    <a:pt x="13259" y="13630"/>
                  </a:cubicBezTo>
                  <a:cubicBezTo>
                    <a:pt x="13972" y="13630"/>
                    <a:pt x="14552" y="13434"/>
                    <a:pt x="14933" y="13018"/>
                  </a:cubicBezTo>
                  <a:cubicBezTo>
                    <a:pt x="16364" y="11460"/>
                    <a:pt x="14503" y="7421"/>
                    <a:pt x="10774" y="3995"/>
                  </a:cubicBezTo>
                  <a:cubicBezTo>
                    <a:pt x="8040" y="1485"/>
                    <a:pt x="5064" y="0"/>
                    <a:pt x="3106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9"/>
            <p:cNvSpPr/>
            <p:nvPr/>
          </p:nvSpPr>
          <p:spPr>
            <a:xfrm>
              <a:off x="2716275" y="2553225"/>
              <a:ext cx="450800" cy="428675"/>
            </a:xfrm>
            <a:custGeom>
              <a:avLst/>
              <a:gdLst/>
              <a:ahLst/>
              <a:cxnLst/>
              <a:rect l="l" t="t" r="r" b="b"/>
              <a:pathLst>
                <a:path w="18032" h="17147" fill="none" extrusionOk="0">
                  <a:moveTo>
                    <a:pt x="12665" y="5530"/>
                  </a:moveTo>
                  <a:cubicBezTo>
                    <a:pt x="14711" y="7410"/>
                    <a:pt x="16336" y="9578"/>
                    <a:pt x="17184" y="11557"/>
                  </a:cubicBezTo>
                  <a:cubicBezTo>
                    <a:pt x="18031" y="13538"/>
                    <a:pt x="18031" y="15168"/>
                    <a:pt x="17184" y="16087"/>
                  </a:cubicBezTo>
                  <a:cubicBezTo>
                    <a:pt x="16339" y="17008"/>
                    <a:pt x="14713" y="17147"/>
                    <a:pt x="12670" y="16468"/>
                  </a:cubicBezTo>
                  <a:cubicBezTo>
                    <a:pt x="10626" y="15791"/>
                    <a:pt x="8329" y="14355"/>
                    <a:pt x="6283" y="12476"/>
                  </a:cubicBezTo>
                  <a:cubicBezTo>
                    <a:pt x="2025" y="8562"/>
                    <a:pt x="0" y="3836"/>
                    <a:pt x="1764" y="1917"/>
                  </a:cubicBezTo>
                  <a:cubicBezTo>
                    <a:pt x="3526" y="0"/>
                    <a:pt x="8407" y="1617"/>
                    <a:pt x="12665" y="553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9"/>
            <p:cNvSpPr/>
            <p:nvPr/>
          </p:nvSpPr>
          <p:spPr>
            <a:xfrm>
              <a:off x="2766075" y="2537900"/>
              <a:ext cx="249925" cy="453525"/>
            </a:xfrm>
            <a:custGeom>
              <a:avLst/>
              <a:gdLst/>
              <a:ahLst/>
              <a:cxnLst/>
              <a:rect l="l" t="t" r="r" b="b"/>
              <a:pathLst>
                <a:path w="9997" h="18141" extrusionOk="0">
                  <a:moveTo>
                    <a:pt x="859" y="0"/>
                  </a:moveTo>
                  <a:cubicBezTo>
                    <a:pt x="568" y="0"/>
                    <a:pt x="282" y="17"/>
                    <a:pt x="1" y="50"/>
                  </a:cubicBezTo>
                  <a:lnTo>
                    <a:pt x="587" y="1966"/>
                  </a:lnTo>
                  <a:lnTo>
                    <a:pt x="980" y="3248"/>
                  </a:lnTo>
                  <a:lnTo>
                    <a:pt x="3349" y="10985"/>
                  </a:lnTo>
                  <a:lnTo>
                    <a:pt x="3871" y="12685"/>
                  </a:lnTo>
                  <a:lnTo>
                    <a:pt x="4448" y="14576"/>
                  </a:lnTo>
                  <a:lnTo>
                    <a:pt x="4450" y="14576"/>
                  </a:lnTo>
                  <a:cubicBezTo>
                    <a:pt x="6298" y="16146"/>
                    <a:pt x="8216" y="17351"/>
                    <a:pt x="9997" y="18141"/>
                  </a:cubicBezTo>
                  <a:lnTo>
                    <a:pt x="9535" y="16635"/>
                  </a:lnTo>
                  <a:lnTo>
                    <a:pt x="9209" y="15566"/>
                  </a:lnTo>
                  <a:lnTo>
                    <a:pt x="7771" y="10868"/>
                  </a:lnTo>
                  <a:lnTo>
                    <a:pt x="7741" y="10777"/>
                  </a:lnTo>
                  <a:lnTo>
                    <a:pt x="7487" y="9937"/>
                  </a:lnTo>
                  <a:lnTo>
                    <a:pt x="7484" y="9935"/>
                  </a:lnTo>
                  <a:lnTo>
                    <a:pt x="6847" y="7857"/>
                  </a:lnTo>
                  <a:lnTo>
                    <a:pt x="5600" y="3781"/>
                  </a:lnTo>
                  <a:lnTo>
                    <a:pt x="5208" y="2497"/>
                  </a:lnTo>
                  <a:lnTo>
                    <a:pt x="4714" y="881"/>
                  </a:lnTo>
                  <a:cubicBezTo>
                    <a:pt x="3342" y="284"/>
                    <a:pt x="2059" y="0"/>
                    <a:pt x="859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9"/>
            <p:cNvSpPr/>
            <p:nvPr/>
          </p:nvSpPr>
          <p:spPr>
            <a:xfrm>
              <a:off x="2922450" y="2578150"/>
              <a:ext cx="193575" cy="439025"/>
            </a:xfrm>
            <a:custGeom>
              <a:avLst/>
              <a:gdLst/>
              <a:ahLst/>
              <a:cxnLst/>
              <a:rect l="l" t="t" r="r" b="b"/>
              <a:pathLst>
                <a:path w="7743" h="17561" extrusionOk="0">
                  <a:moveTo>
                    <a:pt x="1" y="1"/>
                  </a:moveTo>
                  <a:lnTo>
                    <a:pt x="509" y="1652"/>
                  </a:lnTo>
                  <a:lnTo>
                    <a:pt x="941" y="3063"/>
                  </a:lnTo>
                  <a:lnTo>
                    <a:pt x="2479" y="8085"/>
                  </a:lnTo>
                  <a:lnTo>
                    <a:pt x="2804" y="9151"/>
                  </a:lnTo>
                  <a:lnTo>
                    <a:pt x="2929" y="9555"/>
                  </a:lnTo>
                  <a:lnTo>
                    <a:pt x="2931" y="9558"/>
                  </a:lnTo>
                  <a:lnTo>
                    <a:pt x="3095" y="10098"/>
                  </a:lnTo>
                  <a:lnTo>
                    <a:pt x="4467" y="14575"/>
                  </a:lnTo>
                  <a:lnTo>
                    <a:pt x="4769" y="15573"/>
                  </a:lnTo>
                  <a:lnTo>
                    <a:pt x="5235" y="17094"/>
                  </a:lnTo>
                  <a:cubicBezTo>
                    <a:pt x="6136" y="17378"/>
                    <a:pt x="6983" y="17538"/>
                    <a:pt x="7743" y="17561"/>
                  </a:cubicBezTo>
                  <a:lnTo>
                    <a:pt x="7226" y="15868"/>
                  </a:lnTo>
                  <a:lnTo>
                    <a:pt x="6912" y="14836"/>
                  </a:lnTo>
                  <a:lnTo>
                    <a:pt x="4058" y="5519"/>
                  </a:lnTo>
                  <a:lnTo>
                    <a:pt x="3513" y="3737"/>
                  </a:lnTo>
                  <a:lnTo>
                    <a:pt x="2940" y="1866"/>
                  </a:lnTo>
                  <a:lnTo>
                    <a:pt x="1767" y="107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5" name="Google Shape;405;p29"/>
          <p:cNvGrpSpPr/>
          <p:nvPr/>
        </p:nvGrpSpPr>
        <p:grpSpPr>
          <a:xfrm rot="-8988861">
            <a:off x="6326372" y="4305327"/>
            <a:ext cx="627351" cy="349167"/>
            <a:chOff x="2894700" y="2288100"/>
            <a:chExt cx="717875" cy="399550"/>
          </a:xfrm>
        </p:grpSpPr>
        <p:sp>
          <p:nvSpPr>
            <p:cNvPr id="406" name="Google Shape;406;p29"/>
            <p:cNvSpPr/>
            <p:nvPr/>
          </p:nvSpPr>
          <p:spPr>
            <a:xfrm>
              <a:off x="2913750" y="2383575"/>
              <a:ext cx="653175" cy="304050"/>
            </a:xfrm>
            <a:custGeom>
              <a:avLst/>
              <a:gdLst/>
              <a:ahLst/>
              <a:cxnLst/>
              <a:rect l="l" t="t" r="r" b="b"/>
              <a:pathLst>
                <a:path w="26127" h="12162" extrusionOk="0">
                  <a:moveTo>
                    <a:pt x="9599" y="12"/>
                  </a:moveTo>
                  <a:lnTo>
                    <a:pt x="9599" y="14"/>
                  </a:lnTo>
                  <a:cubicBezTo>
                    <a:pt x="10107" y="14"/>
                    <a:pt x="10631" y="30"/>
                    <a:pt x="11153" y="63"/>
                  </a:cubicBezTo>
                  <a:cubicBezTo>
                    <a:pt x="12116" y="123"/>
                    <a:pt x="13074" y="233"/>
                    <a:pt x="14025" y="395"/>
                  </a:cubicBezTo>
                  <a:cubicBezTo>
                    <a:pt x="15715" y="681"/>
                    <a:pt x="17329" y="1109"/>
                    <a:pt x="18825" y="1665"/>
                  </a:cubicBezTo>
                  <a:cubicBezTo>
                    <a:pt x="20269" y="2205"/>
                    <a:pt x="21538" y="2843"/>
                    <a:pt x="22598" y="3558"/>
                  </a:cubicBezTo>
                  <a:cubicBezTo>
                    <a:pt x="23660" y="4276"/>
                    <a:pt x="24459" y="5036"/>
                    <a:pt x="24974" y="5821"/>
                  </a:cubicBezTo>
                  <a:cubicBezTo>
                    <a:pt x="25508" y="6632"/>
                    <a:pt x="25713" y="7431"/>
                    <a:pt x="25584" y="8197"/>
                  </a:cubicBezTo>
                  <a:cubicBezTo>
                    <a:pt x="25505" y="8661"/>
                    <a:pt x="25302" y="9105"/>
                    <a:pt x="24981" y="9511"/>
                  </a:cubicBezTo>
                  <a:cubicBezTo>
                    <a:pt x="24669" y="9906"/>
                    <a:pt x="24245" y="10268"/>
                    <a:pt x="23720" y="10589"/>
                  </a:cubicBezTo>
                  <a:cubicBezTo>
                    <a:pt x="23076" y="10982"/>
                    <a:pt x="22284" y="11310"/>
                    <a:pt x="21363" y="11564"/>
                  </a:cubicBezTo>
                  <a:cubicBezTo>
                    <a:pt x="20850" y="11702"/>
                    <a:pt x="20329" y="11815"/>
                    <a:pt x="19802" y="11901"/>
                  </a:cubicBezTo>
                  <a:cubicBezTo>
                    <a:pt x="18745" y="12067"/>
                    <a:pt x="17678" y="12150"/>
                    <a:pt x="16608" y="12150"/>
                  </a:cubicBezTo>
                  <a:cubicBezTo>
                    <a:pt x="16579" y="12150"/>
                    <a:pt x="16550" y="12150"/>
                    <a:pt x="16521" y="12150"/>
                  </a:cubicBezTo>
                  <a:cubicBezTo>
                    <a:pt x="15417" y="12148"/>
                    <a:pt x="14314" y="12076"/>
                    <a:pt x="13217" y="11933"/>
                  </a:cubicBezTo>
                  <a:lnTo>
                    <a:pt x="13215" y="11933"/>
                  </a:lnTo>
                  <a:cubicBezTo>
                    <a:pt x="12861" y="11889"/>
                    <a:pt x="12497" y="11836"/>
                    <a:pt x="12104" y="11769"/>
                  </a:cubicBezTo>
                  <a:cubicBezTo>
                    <a:pt x="10412" y="11483"/>
                    <a:pt x="8798" y="11056"/>
                    <a:pt x="7304" y="10497"/>
                  </a:cubicBezTo>
                  <a:cubicBezTo>
                    <a:pt x="5861" y="9959"/>
                    <a:pt x="4591" y="9322"/>
                    <a:pt x="3528" y="8603"/>
                  </a:cubicBezTo>
                  <a:cubicBezTo>
                    <a:pt x="2466" y="7888"/>
                    <a:pt x="1667" y="7126"/>
                    <a:pt x="1150" y="6343"/>
                  </a:cubicBezTo>
                  <a:cubicBezTo>
                    <a:pt x="617" y="5533"/>
                    <a:pt x="414" y="4731"/>
                    <a:pt x="543" y="3967"/>
                  </a:cubicBezTo>
                  <a:cubicBezTo>
                    <a:pt x="654" y="3314"/>
                    <a:pt x="1002" y="2716"/>
                    <a:pt x="1582" y="2187"/>
                  </a:cubicBezTo>
                  <a:cubicBezTo>
                    <a:pt x="2526" y="1323"/>
                    <a:pt x="4048" y="679"/>
                    <a:pt x="5981" y="321"/>
                  </a:cubicBezTo>
                  <a:cubicBezTo>
                    <a:pt x="6516" y="222"/>
                    <a:pt x="7084" y="146"/>
                    <a:pt x="7675" y="97"/>
                  </a:cubicBezTo>
                  <a:cubicBezTo>
                    <a:pt x="8292" y="42"/>
                    <a:pt x="8941" y="12"/>
                    <a:pt x="9599" y="12"/>
                  </a:cubicBezTo>
                  <a:close/>
                  <a:moveTo>
                    <a:pt x="9599" y="0"/>
                  </a:moveTo>
                  <a:lnTo>
                    <a:pt x="9599" y="3"/>
                  </a:lnTo>
                  <a:cubicBezTo>
                    <a:pt x="8936" y="3"/>
                    <a:pt x="8290" y="30"/>
                    <a:pt x="7673" y="86"/>
                  </a:cubicBezTo>
                  <a:cubicBezTo>
                    <a:pt x="7082" y="136"/>
                    <a:pt x="6514" y="213"/>
                    <a:pt x="5978" y="312"/>
                  </a:cubicBezTo>
                  <a:cubicBezTo>
                    <a:pt x="4071" y="663"/>
                    <a:pt x="2529" y="1305"/>
                    <a:pt x="1575" y="2178"/>
                  </a:cubicBezTo>
                  <a:cubicBezTo>
                    <a:pt x="1007" y="2697"/>
                    <a:pt x="647" y="3295"/>
                    <a:pt x="534" y="3965"/>
                  </a:cubicBezTo>
                  <a:cubicBezTo>
                    <a:pt x="0" y="7110"/>
                    <a:pt x="5179" y="10610"/>
                    <a:pt x="12102" y="11778"/>
                  </a:cubicBezTo>
                  <a:cubicBezTo>
                    <a:pt x="12478" y="11843"/>
                    <a:pt x="12845" y="11898"/>
                    <a:pt x="13215" y="11945"/>
                  </a:cubicBezTo>
                  <a:lnTo>
                    <a:pt x="13217" y="11945"/>
                  </a:lnTo>
                  <a:cubicBezTo>
                    <a:pt x="14311" y="12088"/>
                    <a:pt x="15417" y="12159"/>
                    <a:pt x="16523" y="12162"/>
                  </a:cubicBezTo>
                  <a:cubicBezTo>
                    <a:pt x="16552" y="12162"/>
                    <a:pt x="16581" y="12162"/>
                    <a:pt x="16610" y="12162"/>
                  </a:cubicBezTo>
                  <a:cubicBezTo>
                    <a:pt x="17680" y="12162"/>
                    <a:pt x="18748" y="12079"/>
                    <a:pt x="19804" y="11910"/>
                  </a:cubicBezTo>
                  <a:cubicBezTo>
                    <a:pt x="20331" y="11827"/>
                    <a:pt x="20853" y="11714"/>
                    <a:pt x="21368" y="11573"/>
                  </a:cubicBezTo>
                  <a:cubicBezTo>
                    <a:pt x="22280" y="11321"/>
                    <a:pt x="23076" y="10993"/>
                    <a:pt x="23725" y="10598"/>
                  </a:cubicBezTo>
                  <a:cubicBezTo>
                    <a:pt x="24769" y="9961"/>
                    <a:pt x="25434" y="9151"/>
                    <a:pt x="25595" y="8199"/>
                  </a:cubicBezTo>
                  <a:cubicBezTo>
                    <a:pt x="26126" y="5052"/>
                    <a:pt x="20947" y="1554"/>
                    <a:pt x="14027" y="383"/>
                  </a:cubicBezTo>
                  <a:cubicBezTo>
                    <a:pt x="13076" y="222"/>
                    <a:pt x="12118" y="111"/>
                    <a:pt x="11155" y="51"/>
                  </a:cubicBezTo>
                  <a:cubicBezTo>
                    <a:pt x="10626" y="19"/>
                    <a:pt x="10107" y="0"/>
                    <a:pt x="959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7" name="Google Shape;407;p29"/>
            <p:cNvGrpSpPr/>
            <p:nvPr/>
          </p:nvGrpSpPr>
          <p:grpSpPr>
            <a:xfrm>
              <a:off x="2894700" y="2288100"/>
              <a:ext cx="717875" cy="399550"/>
              <a:chOff x="2894700" y="2288100"/>
              <a:chExt cx="717875" cy="399550"/>
            </a:xfrm>
          </p:grpSpPr>
          <p:sp>
            <p:nvSpPr>
              <p:cNvPr id="408" name="Google Shape;408;p29"/>
              <p:cNvSpPr/>
              <p:nvPr/>
            </p:nvSpPr>
            <p:spPr>
              <a:xfrm>
                <a:off x="2894700" y="2288100"/>
                <a:ext cx="717875" cy="361250"/>
              </a:xfrm>
              <a:custGeom>
                <a:avLst/>
                <a:gdLst/>
                <a:ahLst/>
                <a:cxnLst/>
                <a:rect l="l" t="t" r="r" b="b"/>
                <a:pathLst>
                  <a:path w="28715" h="14450" extrusionOk="0">
                    <a:moveTo>
                      <a:pt x="10362" y="1"/>
                    </a:moveTo>
                    <a:cubicBezTo>
                      <a:pt x="6748" y="1"/>
                      <a:pt x="3330" y="909"/>
                      <a:pt x="1824" y="3713"/>
                    </a:cubicBezTo>
                    <a:cubicBezTo>
                      <a:pt x="0" y="7112"/>
                      <a:pt x="1880" y="10104"/>
                      <a:pt x="1880" y="10104"/>
                    </a:cubicBezTo>
                    <a:cubicBezTo>
                      <a:pt x="1880" y="10104"/>
                      <a:pt x="1669" y="4161"/>
                      <a:pt x="9216" y="4161"/>
                    </a:cubicBezTo>
                    <a:cubicBezTo>
                      <a:pt x="12125" y="4161"/>
                      <a:pt x="16187" y="5044"/>
                      <a:pt x="21857" y="7490"/>
                    </a:cubicBezTo>
                    <a:cubicBezTo>
                      <a:pt x="28715" y="10451"/>
                      <a:pt x="24125" y="14450"/>
                      <a:pt x="24125" y="14450"/>
                    </a:cubicBezTo>
                    <a:cubicBezTo>
                      <a:pt x="24125" y="14450"/>
                      <a:pt x="26992" y="13720"/>
                      <a:pt x="26796" y="9539"/>
                    </a:cubicBezTo>
                    <a:cubicBezTo>
                      <a:pt x="26701" y="7548"/>
                      <a:pt x="26699" y="4784"/>
                      <a:pt x="21259" y="2221"/>
                    </a:cubicBezTo>
                    <a:cubicBezTo>
                      <a:pt x="19329" y="1312"/>
                      <a:pt x="14704" y="1"/>
                      <a:pt x="10362" y="1"/>
                    </a:cubicBezTo>
                    <a:close/>
                  </a:path>
                </a:pathLst>
              </a:custGeom>
              <a:solidFill>
                <a:srgbClr val="FFB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29"/>
              <p:cNvSpPr/>
              <p:nvPr/>
            </p:nvSpPr>
            <p:spPr>
              <a:xfrm>
                <a:off x="2923900" y="2383750"/>
                <a:ext cx="632800" cy="303775"/>
              </a:xfrm>
              <a:custGeom>
                <a:avLst/>
                <a:gdLst/>
                <a:ahLst/>
                <a:cxnLst/>
                <a:rect l="l" t="t" r="r" b="b"/>
                <a:pathLst>
                  <a:path w="25312" h="12151" extrusionOk="0">
                    <a:moveTo>
                      <a:pt x="9193" y="0"/>
                    </a:moveTo>
                    <a:cubicBezTo>
                      <a:pt x="8532" y="0"/>
                      <a:pt x="7884" y="30"/>
                      <a:pt x="7265" y="86"/>
                    </a:cubicBezTo>
                    <a:cubicBezTo>
                      <a:pt x="6676" y="134"/>
                      <a:pt x="6108" y="210"/>
                      <a:pt x="5572" y="310"/>
                    </a:cubicBezTo>
                    <a:cubicBezTo>
                      <a:pt x="3637" y="667"/>
                      <a:pt x="2116" y="1312"/>
                      <a:pt x="1169" y="2178"/>
                    </a:cubicBezTo>
                    <a:cubicBezTo>
                      <a:pt x="592" y="2706"/>
                      <a:pt x="241" y="3307"/>
                      <a:pt x="130" y="3960"/>
                    </a:cubicBezTo>
                    <a:cubicBezTo>
                      <a:pt x="1" y="4727"/>
                      <a:pt x="206" y="5528"/>
                      <a:pt x="740" y="6338"/>
                    </a:cubicBezTo>
                    <a:cubicBezTo>
                      <a:pt x="1257" y="7123"/>
                      <a:pt x="2056" y="7885"/>
                      <a:pt x="3118" y="8603"/>
                    </a:cubicBezTo>
                    <a:cubicBezTo>
                      <a:pt x="5302" y="10079"/>
                      <a:pt x="8348" y="11203"/>
                      <a:pt x="11696" y="11769"/>
                    </a:cubicBezTo>
                    <a:cubicBezTo>
                      <a:pt x="12091" y="11834"/>
                      <a:pt x="12453" y="11889"/>
                      <a:pt x="12809" y="11933"/>
                    </a:cubicBezTo>
                    <a:cubicBezTo>
                      <a:pt x="13905" y="12076"/>
                      <a:pt x="15011" y="12148"/>
                      <a:pt x="16115" y="12150"/>
                    </a:cubicBezTo>
                    <a:cubicBezTo>
                      <a:pt x="16144" y="12150"/>
                      <a:pt x="16173" y="12150"/>
                      <a:pt x="16202" y="12150"/>
                    </a:cubicBezTo>
                    <a:cubicBezTo>
                      <a:pt x="17272" y="12150"/>
                      <a:pt x="18339" y="12067"/>
                      <a:pt x="19396" y="11901"/>
                    </a:cubicBezTo>
                    <a:cubicBezTo>
                      <a:pt x="19923" y="11815"/>
                      <a:pt x="20444" y="11702"/>
                      <a:pt x="20959" y="11564"/>
                    </a:cubicBezTo>
                    <a:cubicBezTo>
                      <a:pt x="21878" y="11310"/>
                      <a:pt x="22670" y="10979"/>
                      <a:pt x="23314" y="10587"/>
                    </a:cubicBezTo>
                    <a:cubicBezTo>
                      <a:pt x="24397" y="9929"/>
                      <a:pt x="25025" y="9121"/>
                      <a:pt x="25182" y="8192"/>
                    </a:cubicBezTo>
                    <a:cubicBezTo>
                      <a:pt x="25312" y="7424"/>
                      <a:pt x="25106" y="6625"/>
                      <a:pt x="24573" y="5812"/>
                    </a:cubicBezTo>
                    <a:cubicBezTo>
                      <a:pt x="24056" y="5027"/>
                      <a:pt x="23257" y="4267"/>
                      <a:pt x="22195" y="3549"/>
                    </a:cubicBezTo>
                    <a:cubicBezTo>
                      <a:pt x="20010" y="2074"/>
                      <a:pt x="16965" y="949"/>
                      <a:pt x="13619" y="383"/>
                    </a:cubicBezTo>
                    <a:cubicBezTo>
                      <a:pt x="12668" y="222"/>
                      <a:pt x="11710" y="111"/>
                      <a:pt x="10747" y="51"/>
                    </a:cubicBezTo>
                    <a:cubicBezTo>
                      <a:pt x="10223" y="19"/>
                      <a:pt x="9701" y="0"/>
                      <a:pt x="9193" y="0"/>
                    </a:cubicBezTo>
                    <a:close/>
                  </a:path>
                </a:pathLst>
              </a:custGeom>
              <a:solidFill>
                <a:srgbClr val="FFCA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29"/>
              <p:cNvSpPr/>
              <p:nvPr/>
            </p:nvSpPr>
            <p:spPr>
              <a:xfrm>
                <a:off x="3005875" y="2437250"/>
                <a:ext cx="464700" cy="203500"/>
              </a:xfrm>
              <a:custGeom>
                <a:avLst/>
                <a:gdLst/>
                <a:ahLst/>
                <a:cxnLst/>
                <a:rect l="l" t="t" r="r" b="b"/>
                <a:pathLst>
                  <a:path w="18588" h="8140" extrusionOk="0">
                    <a:moveTo>
                      <a:pt x="6588" y="1"/>
                    </a:moveTo>
                    <a:cubicBezTo>
                      <a:pt x="4893" y="1"/>
                      <a:pt x="3406" y="236"/>
                      <a:pt x="2291" y="679"/>
                    </a:cubicBezTo>
                    <a:cubicBezTo>
                      <a:pt x="1153" y="1134"/>
                      <a:pt x="481" y="1778"/>
                      <a:pt x="351" y="2543"/>
                    </a:cubicBezTo>
                    <a:cubicBezTo>
                      <a:pt x="0" y="4623"/>
                      <a:pt x="3766" y="6999"/>
                      <a:pt x="8747" y="7840"/>
                    </a:cubicBezTo>
                    <a:cubicBezTo>
                      <a:pt x="9881" y="8036"/>
                      <a:pt x="11030" y="8135"/>
                      <a:pt x="12180" y="8140"/>
                    </a:cubicBezTo>
                    <a:cubicBezTo>
                      <a:pt x="13877" y="8140"/>
                      <a:pt x="15364" y="7904"/>
                      <a:pt x="16477" y="7461"/>
                    </a:cubicBezTo>
                    <a:cubicBezTo>
                      <a:pt x="17618" y="7006"/>
                      <a:pt x="18288" y="6362"/>
                      <a:pt x="18417" y="5595"/>
                    </a:cubicBezTo>
                    <a:cubicBezTo>
                      <a:pt x="18588" y="4591"/>
                      <a:pt x="17810" y="3487"/>
                      <a:pt x="16223" y="2485"/>
                    </a:cubicBezTo>
                    <a:cubicBezTo>
                      <a:pt x="14639" y="1483"/>
                      <a:pt x="12434" y="707"/>
                      <a:pt x="10021" y="298"/>
                    </a:cubicBezTo>
                    <a:cubicBezTo>
                      <a:pt x="8888" y="104"/>
                      <a:pt x="7740" y="5"/>
                      <a:pt x="6588" y="1"/>
                    </a:cubicBezTo>
                    <a:close/>
                  </a:path>
                </a:pathLst>
              </a:custGeom>
              <a:solidFill>
                <a:srgbClr val="F59A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29"/>
              <p:cNvSpPr/>
              <p:nvPr/>
            </p:nvSpPr>
            <p:spPr>
              <a:xfrm>
                <a:off x="3005700" y="2437125"/>
                <a:ext cx="469625" cy="203800"/>
              </a:xfrm>
              <a:custGeom>
                <a:avLst/>
                <a:gdLst/>
                <a:ahLst/>
                <a:cxnLst/>
                <a:rect l="l" t="t" r="r" b="b"/>
                <a:pathLst>
                  <a:path w="18785" h="8152" extrusionOk="0">
                    <a:moveTo>
                      <a:pt x="6597" y="12"/>
                    </a:moveTo>
                    <a:cubicBezTo>
                      <a:pt x="7747" y="17"/>
                      <a:pt x="8895" y="116"/>
                      <a:pt x="10026" y="310"/>
                    </a:cubicBezTo>
                    <a:cubicBezTo>
                      <a:pt x="12439" y="719"/>
                      <a:pt x="14642" y="1495"/>
                      <a:pt x="16228" y="2495"/>
                    </a:cubicBezTo>
                    <a:cubicBezTo>
                      <a:pt x="16997" y="2982"/>
                      <a:pt x="17581" y="3494"/>
                      <a:pt x="17960" y="4021"/>
                    </a:cubicBezTo>
                    <a:cubicBezTo>
                      <a:pt x="18350" y="4564"/>
                      <a:pt x="18505" y="5095"/>
                      <a:pt x="18419" y="5600"/>
                    </a:cubicBezTo>
                    <a:cubicBezTo>
                      <a:pt x="18290" y="6365"/>
                      <a:pt x="17620" y="7006"/>
                      <a:pt x="16482" y="7461"/>
                    </a:cubicBezTo>
                    <a:cubicBezTo>
                      <a:pt x="15367" y="7905"/>
                      <a:pt x="13882" y="8138"/>
                      <a:pt x="12187" y="8138"/>
                    </a:cubicBezTo>
                    <a:cubicBezTo>
                      <a:pt x="11037" y="8136"/>
                      <a:pt x="9890" y="8036"/>
                      <a:pt x="8756" y="7840"/>
                    </a:cubicBezTo>
                    <a:cubicBezTo>
                      <a:pt x="6341" y="7434"/>
                      <a:pt x="4141" y="6658"/>
                      <a:pt x="2554" y="5656"/>
                    </a:cubicBezTo>
                    <a:cubicBezTo>
                      <a:pt x="1785" y="5171"/>
                      <a:pt x="1201" y="4656"/>
                      <a:pt x="823" y="4132"/>
                    </a:cubicBezTo>
                    <a:cubicBezTo>
                      <a:pt x="432" y="3589"/>
                      <a:pt x="278" y="3056"/>
                      <a:pt x="363" y="2550"/>
                    </a:cubicBezTo>
                    <a:cubicBezTo>
                      <a:pt x="492" y="1788"/>
                      <a:pt x="1162" y="1144"/>
                      <a:pt x="2300" y="691"/>
                    </a:cubicBezTo>
                    <a:cubicBezTo>
                      <a:pt x="3413" y="248"/>
                      <a:pt x="4900" y="12"/>
                      <a:pt x="6597" y="12"/>
                    </a:cubicBezTo>
                    <a:close/>
                    <a:moveTo>
                      <a:pt x="6597" y="1"/>
                    </a:moveTo>
                    <a:cubicBezTo>
                      <a:pt x="3189" y="1"/>
                      <a:pt x="622" y="964"/>
                      <a:pt x="351" y="2548"/>
                    </a:cubicBezTo>
                    <a:cubicBezTo>
                      <a:pt x="1" y="4635"/>
                      <a:pt x="3762" y="7009"/>
                      <a:pt x="8754" y="7852"/>
                    </a:cubicBezTo>
                    <a:cubicBezTo>
                      <a:pt x="9888" y="8048"/>
                      <a:pt x="11037" y="8147"/>
                      <a:pt x="12187" y="8152"/>
                    </a:cubicBezTo>
                    <a:cubicBezTo>
                      <a:pt x="15595" y="8152"/>
                      <a:pt x="18163" y="7189"/>
                      <a:pt x="18431" y="5603"/>
                    </a:cubicBezTo>
                    <a:cubicBezTo>
                      <a:pt x="18784" y="3518"/>
                      <a:pt x="15023" y="1144"/>
                      <a:pt x="10031" y="299"/>
                    </a:cubicBezTo>
                    <a:cubicBezTo>
                      <a:pt x="8897" y="105"/>
                      <a:pt x="7747" y="6"/>
                      <a:pt x="6597" y="1"/>
                    </a:cubicBezTo>
                    <a:close/>
                  </a:path>
                </a:pathLst>
              </a:custGeom>
              <a:solidFill>
                <a:srgbClr val="F983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29"/>
              <p:cNvSpPr/>
              <p:nvPr/>
            </p:nvSpPr>
            <p:spPr>
              <a:xfrm>
                <a:off x="2971125" y="2396325"/>
                <a:ext cx="532300" cy="280750"/>
              </a:xfrm>
              <a:custGeom>
                <a:avLst/>
                <a:gdLst/>
                <a:ahLst/>
                <a:cxnLst/>
                <a:rect l="l" t="t" r="r" b="b"/>
                <a:pathLst>
                  <a:path w="21292" h="11230" fill="none" extrusionOk="0">
                    <a:moveTo>
                      <a:pt x="11545" y="963"/>
                    </a:moveTo>
                    <a:cubicBezTo>
                      <a:pt x="14284" y="1427"/>
                      <a:pt x="16826" y="2360"/>
                      <a:pt x="18615" y="3559"/>
                    </a:cubicBezTo>
                    <a:cubicBezTo>
                      <a:pt x="20405" y="4759"/>
                      <a:pt x="21292" y="6126"/>
                      <a:pt x="21084" y="7359"/>
                    </a:cubicBezTo>
                    <a:cubicBezTo>
                      <a:pt x="20650" y="9927"/>
                      <a:pt x="15676" y="11229"/>
                      <a:pt x="9973" y="10264"/>
                    </a:cubicBezTo>
                    <a:cubicBezTo>
                      <a:pt x="4270" y="9301"/>
                      <a:pt x="0" y="6438"/>
                      <a:pt x="435" y="3870"/>
                    </a:cubicBezTo>
                    <a:cubicBezTo>
                      <a:pt x="869" y="1303"/>
                      <a:pt x="5842" y="0"/>
                      <a:pt x="11545" y="963"/>
                    </a:cubicBezTo>
                    <a:close/>
                  </a:path>
                </a:pathLst>
              </a:custGeom>
              <a:noFill/>
              <a:ln w="1100" cap="flat" cmpd="sng">
                <a:solidFill>
                  <a:srgbClr val="FFFFFF"/>
                </a:solidFill>
                <a:prstDash val="solid"/>
                <a:miter lim="230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29"/>
              <p:cNvSpPr/>
              <p:nvPr/>
            </p:nvSpPr>
            <p:spPr>
              <a:xfrm>
                <a:off x="2925350" y="2328325"/>
                <a:ext cx="483525" cy="359325"/>
              </a:xfrm>
              <a:custGeom>
                <a:avLst/>
                <a:gdLst/>
                <a:ahLst/>
                <a:cxnLst/>
                <a:rect l="l" t="t" r="r" b="b"/>
                <a:pathLst>
                  <a:path w="19341" h="14373" extrusionOk="0">
                    <a:moveTo>
                      <a:pt x="2522" y="1"/>
                    </a:moveTo>
                    <a:cubicBezTo>
                      <a:pt x="1270" y="963"/>
                      <a:pt x="377" y="2141"/>
                      <a:pt x="0" y="3633"/>
                    </a:cubicBezTo>
                    <a:lnTo>
                      <a:pt x="1109" y="4390"/>
                    </a:lnTo>
                    <a:lnTo>
                      <a:pt x="2644" y="5678"/>
                    </a:lnTo>
                    <a:lnTo>
                      <a:pt x="3669" y="6540"/>
                    </a:lnTo>
                    <a:lnTo>
                      <a:pt x="9871" y="11742"/>
                    </a:lnTo>
                    <a:lnTo>
                      <a:pt x="11234" y="12882"/>
                    </a:lnTo>
                    <a:lnTo>
                      <a:pt x="11236" y="12882"/>
                    </a:lnTo>
                    <a:lnTo>
                      <a:pt x="12748" y="14155"/>
                    </a:lnTo>
                    <a:lnTo>
                      <a:pt x="12751" y="14155"/>
                    </a:lnTo>
                    <a:cubicBezTo>
                      <a:pt x="13890" y="14302"/>
                      <a:pt x="14999" y="14373"/>
                      <a:pt x="16054" y="14373"/>
                    </a:cubicBezTo>
                    <a:cubicBezTo>
                      <a:pt x="17225" y="14373"/>
                      <a:pt x="18330" y="14286"/>
                      <a:pt x="19340" y="14122"/>
                    </a:cubicBezTo>
                    <a:lnTo>
                      <a:pt x="18135" y="13111"/>
                    </a:lnTo>
                    <a:lnTo>
                      <a:pt x="17281" y="12393"/>
                    </a:lnTo>
                    <a:lnTo>
                      <a:pt x="13515" y="9234"/>
                    </a:lnTo>
                    <a:lnTo>
                      <a:pt x="13441" y="9176"/>
                    </a:lnTo>
                    <a:lnTo>
                      <a:pt x="12769" y="8608"/>
                    </a:lnTo>
                    <a:lnTo>
                      <a:pt x="12767" y="8608"/>
                    </a:lnTo>
                    <a:lnTo>
                      <a:pt x="11102" y="7211"/>
                    </a:lnTo>
                    <a:lnTo>
                      <a:pt x="7837" y="4471"/>
                    </a:lnTo>
                    <a:lnTo>
                      <a:pt x="6807" y="3607"/>
                    </a:lnTo>
                    <a:lnTo>
                      <a:pt x="5514" y="2522"/>
                    </a:lnTo>
                    <a:lnTo>
                      <a:pt x="2522" y="1"/>
                    </a:lnTo>
                    <a:close/>
                  </a:path>
                </a:pathLst>
              </a:custGeom>
              <a:solidFill>
                <a:srgbClr val="FEC928">
                  <a:alpha val="173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29"/>
              <p:cNvSpPr/>
              <p:nvPr/>
            </p:nvSpPr>
            <p:spPr>
              <a:xfrm>
                <a:off x="3022625" y="2294325"/>
                <a:ext cx="484325" cy="378650"/>
              </a:xfrm>
              <a:custGeom>
                <a:avLst/>
                <a:gdLst/>
                <a:ahLst/>
                <a:cxnLst/>
                <a:rect l="l" t="t" r="r" b="b"/>
                <a:pathLst>
                  <a:path w="19373" h="15146" extrusionOk="0">
                    <a:moveTo>
                      <a:pt x="2424" y="1"/>
                    </a:moveTo>
                    <a:lnTo>
                      <a:pt x="0" y="631"/>
                    </a:lnTo>
                    <a:lnTo>
                      <a:pt x="3316" y="3656"/>
                    </a:lnTo>
                    <a:lnTo>
                      <a:pt x="4641" y="4766"/>
                    </a:lnTo>
                    <a:lnTo>
                      <a:pt x="5770" y="5713"/>
                    </a:lnTo>
                    <a:lnTo>
                      <a:pt x="9795" y="9089"/>
                    </a:lnTo>
                    <a:lnTo>
                      <a:pt x="10649" y="9807"/>
                    </a:lnTo>
                    <a:lnTo>
                      <a:pt x="10972" y="10079"/>
                    </a:lnTo>
                    <a:lnTo>
                      <a:pt x="10975" y="10079"/>
                    </a:lnTo>
                    <a:lnTo>
                      <a:pt x="11409" y="10442"/>
                    </a:lnTo>
                    <a:lnTo>
                      <a:pt x="14997" y="13453"/>
                    </a:lnTo>
                    <a:lnTo>
                      <a:pt x="15793" y="14122"/>
                    </a:lnTo>
                    <a:lnTo>
                      <a:pt x="17013" y="15145"/>
                    </a:lnTo>
                    <a:cubicBezTo>
                      <a:pt x="17925" y="14893"/>
                      <a:pt x="18721" y="14566"/>
                      <a:pt x="19372" y="14168"/>
                    </a:cubicBezTo>
                    <a:lnTo>
                      <a:pt x="18015" y="13030"/>
                    </a:lnTo>
                    <a:lnTo>
                      <a:pt x="17188" y="12337"/>
                    </a:lnTo>
                    <a:lnTo>
                      <a:pt x="9728" y="6078"/>
                    </a:lnTo>
                    <a:lnTo>
                      <a:pt x="9725" y="6078"/>
                    </a:lnTo>
                    <a:lnTo>
                      <a:pt x="8299" y="4879"/>
                    </a:lnTo>
                    <a:lnTo>
                      <a:pt x="6800" y="3623"/>
                    </a:lnTo>
                    <a:lnTo>
                      <a:pt x="2424" y="1"/>
                    </a:lnTo>
                    <a:close/>
                  </a:path>
                </a:pathLst>
              </a:custGeom>
              <a:solidFill>
                <a:srgbClr val="FEC928">
                  <a:alpha val="173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5" name="Google Shape;415;p29"/>
          <p:cNvGrpSpPr/>
          <p:nvPr/>
        </p:nvGrpSpPr>
        <p:grpSpPr>
          <a:xfrm rot="1135194">
            <a:off x="4572745" y="4086474"/>
            <a:ext cx="435970" cy="536160"/>
            <a:chOff x="4081850" y="3204400"/>
            <a:chExt cx="743225" cy="914025"/>
          </a:xfrm>
        </p:grpSpPr>
        <p:sp>
          <p:nvSpPr>
            <p:cNvPr id="416" name="Google Shape;416;p29"/>
            <p:cNvSpPr/>
            <p:nvPr/>
          </p:nvSpPr>
          <p:spPr>
            <a:xfrm>
              <a:off x="4106625" y="3204400"/>
              <a:ext cx="718450" cy="914025"/>
            </a:xfrm>
            <a:custGeom>
              <a:avLst/>
              <a:gdLst/>
              <a:ahLst/>
              <a:cxnLst/>
              <a:rect l="l" t="t" r="r" b="b"/>
              <a:pathLst>
                <a:path w="28738" h="36561" extrusionOk="0">
                  <a:moveTo>
                    <a:pt x="14832" y="0"/>
                  </a:moveTo>
                  <a:cubicBezTo>
                    <a:pt x="12888" y="0"/>
                    <a:pt x="11529" y="569"/>
                    <a:pt x="11529" y="569"/>
                  </a:cubicBezTo>
                  <a:cubicBezTo>
                    <a:pt x="11529" y="569"/>
                    <a:pt x="27955" y="2714"/>
                    <a:pt x="10506" y="29792"/>
                  </a:cubicBezTo>
                  <a:cubicBezTo>
                    <a:pt x="8291" y="33228"/>
                    <a:pt x="6253" y="34299"/>
                    <a:pt x="4573" y="34299"/>
                  </a:cubicBezTo>
                  <a:cubicBezTo>
                    <a:pt x="1798" y="34299"/>
                    <a:pt x="1" y="31378"/>
                    <a:pt x="0" y="31378"/>
                  </a:cubicBezTo>
                  <a:lnTo>
                    <a:pt x="0" y="31378"/>
                  </a:lnTo>
                  <a:cubicBezTo>
                    <a:pt x="0" y="31378"/>
                    <a:pt x="361" y="35656"/>
                    <a:pt x="6396" y="36372"/>
                  </a:cubicBezTo>
                  <a:cubicBezTo>
                    <a:pt x="7105" y="36457"/>
                    <a:pt x="7880" y="36561"/>
                    <a:pt x="8720" y="36561"/>
                  </a:cubicBezTo>
                  <a:cubicBezTo>
                    <a:pt x="11282" y="36561"/>
                    <a:pt x="14450" y="35596"/>
                    <a:pt x="18190" y="30193"/>
                  </a:cubicBezTo>
                  <a:cubicBezTo>
                    <a:pt x="21421" y="25527"/>
                    <a:pt x="28738" y="8230"/>
                    <a:pt x="20691" y="2014"/>
                  </a:cubicBezTo>
                  <a:cubicBezTo>
                    <a:pt x="18635" y="426"/>
                    <a:pt x="16515" y="0"/>
                    <a:pt x="14832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9"/>
            <p:cNvSpPr/>
            <p:nvPr/>
          </p:nvSpPr>
          <p:spPr>
            <a:xfrm>
              <a:off x="4081975" y="3206200"/>
              <a:ext cx="497850" cy="882300"/>
            </a:xfrm>
            <a:custGeom>
              <a:avLst/>
              <a:gdLst/>
              <a:ahLst/>
              <a:cxnLst/>
              <a:rect l="l" t="t" r="r" b="b"/>
              <a:pathLst>
                <a:path w="19914" h="35292" extrusionOk="0">
                  <a:moveTo>
                    <a:pt x="14683" y="1"/>
                  </a:moveTo>
                  <a:cubicBezTo>
                    <a:pt x="14676" y="1"/>
                    <a:pt x="14669" y="1"/>
                    <a:pt x="14662" y="1"/>
                  </a:cubicBezTo>
                  <a:cubicBezTo>
                    <a:pt x="12598" y="1"/>
                    <a:pt x="10190" y="1490"/>
                    <a:pt x="7886" y="4191"/>
                  </a:cubicBezTo>
                  <a:cubicBezTo>
                    <a:pt x="5553" y="6925"/>
                    <a:pt x="3475" y="10730"/>
                    <a:pt x="2032" y="14912"/>
                  </a:cubicBezTo>
                  <a:cubicBezTo>
                    <a:pt x="1843" y="15459"/>
                    <a:pt x="1679" y="15967"/>
                    <a:pt x="1531" y="16464"/>
                  </a:cubicBezTo>
                  <a:lnTo>
                    <a:pt x="1531" y="16466"/>
                  </a:lnTo>
                  <a:cubicBezTo>
                    <a:pt x="545" y="19731"/>
                    <a:pt x="19" y="22996"/>
                    <a:pt x="7" y="25907"/>
                  </a:cubicBezTo>
                  <a:cubicBezTo>
                    <a:pt x="0" y="26681"/>
                    <a:pt x="37" y="27454"/>
                    <a:pt x="116" y="28223"/>
                  </a:cubicBezTo>
                  <a:cubicBezTo>
                    <a:pt x="261" y="29600"/>
                    <a:pt x="541" y="30814"/>
                    <a:pt x="949" y="31830"/>
                  </a:cubicBezTo>
                  <a:cubicBezTo>
                    <a:pt x="1284" y="32661"/>
                    <a:pt x="1704" y="33356"/>
                    <a:pt x="2196" y="33899"/>
                  </a:cubicBezTo>
                  <a:cubicBezTo>
                    <a:pt x="2702" y="34455"/>
                    <a:pt x="3286" y="34852"/>
                    <a:pt x="3935" y="35076"/>
                  </a:cubicBezTo>
                  <a:cubicBezTo>
                    <a:pt x="4351" y="35217"/>
                    <a:pt x="4787" y="35291"/>
                    <a:pt x="5226" y="35291"/>
                  </a:cubicBezTo>
                  <a:cubicBezTo>
                    <a:pt x="5233" y="35291"/>
                    <a:pt x="5240" y="35291"/>
                    <a:pt x="5246" y="35291"/>
                  </a:cubicBezTo>
                  <a:cubicBezTo>
                    <a:pt x="7311" y="35291"/>
                    <a:pt x="9717" y="33802"/>
                    <a:pt x="12023" y="31100"/>
                  </a:cubicBezTo>
                  <a:cubicBezTo>
                    <a:pt x="14353" y="28369"/>
                    <a:pt x="16431" y="24561"/>
                    <a:pt x="17874" y="20384"/>
                  </a:cubicBezTo>
                  <a:cubicBezTo>
                    <a:pt x="18334" y="19061"/>
                    <a:pt x="18722" y="17715"/>
                    <a:pt x="19036" y="16351"/>
                  </a:cubicBezTo>
                  <a:cubicBezTo>
                    <a:pt x="19435" y="14635"/>
                    <a:pt x="19698" y="12956"/>
                    <a:pt x="19818" y="11359"/>
                  </a:cubicBezTo>
                  <a:cubicBezTo>
                    <a:pt x="19888" y="10502"/>
                    <a:pt x="19913" y="9668"/>
                    <a:pt x="19899" y="8879"/>
                  </a:cubicBezTo>
                  <a:cubicBezTo>
                    <a:pt x="19851" y="6022"/>
                    <a:pt x="19290" y="3688"/>
                    <a:pt x="18276" y="2129"/>
                  </a:cubicBezTo>
                  <a:cubicBezTo>
                    <a:pt x="17657" y="1174"/>
                    <a:pt x="16881" y="529"/>
                    <a:pt x="15972" y="215"/>
                  </a:cubicBezTo>
                  <a:cubicBezTo>
                    <a:pt x="15558" y="74"/>
                    <a:pt x="15121" y="1"/>
                    <a:pt x="14683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9"/>
            <p:cNvSpPr/>
            <p:nvPr/>
          </p:nvSpPr>
          <p:spPr>
            <a:xfrm>
              <a:off x="4081850" y="3206025"/>
              <a:ext cx="498125" cy="882575"/>
            </a:xfrm>
            <a:custGeom>
              <a:avLst/>
              <a:gdLst/>
              <a:ahLst/>
              <a:cxnLst/>
              <a:rect l="l" t="t" r="r" b="b"/>
              <a:pathLst>
                <a:path w="19925" h="35303" extrusionOk="0">
                  <a:moveTo>
                    <a:pt x="14667" y="12"/>
                  </a:moveTo>
                  <a:cubicBezTo>
                    <a:pt x="15113" y="12"/>
                    <a:pt x="15554" y="84"/>
                    <a:pt x="15977" y="229"/>
                  </a:cubicBezTo>
                  <a:cubicBezTo>
                    <a:pt x="16884" y="541"/>
                    <a:pt x="17660" y="1185"/>
                    <a:pt x="18279" y="2141"/>
                  </a:cubicBezTo>
                  <a:cubicBezTo>
                    <a:pt x="19288" y="3700"/>
                    <a:pt x="19851" y="6032"/>
                    <a:pt x="19900" y="8886"/>
                  </a:cubicBezTo>
                  <a:cubicBezTo>
                    <a:pt x="19913" y="9675"/>
                    <a:pt x="19888" y="10509"/>
                    <a:pt x="19819" y="11366"/>
                  </a:cubicBezTo>
                  <a:cubicBezTo>
                    <a:pt x="19699" y="12963"/>
                    <a:pt x="19435" y="14642"/>
                    <a:pt x="19036" y="16355"/>
                  </a:cubicBezTo>
                  <a:cubicBezTo>
                    <a:pt x="18722" y="17720"/>
                    <a:pt x="18334" y="19066"/>
                    <a:pt x="17877" y="20389"/>
                  </a:cubicBezTo>
                  <a:cubicBezTo>
                    <a:pt x="17140" y="22516"/>
                    <a:pt x="16251" y="24534"/>
                    <a:pt x="15231" y="26388"/>
                  </a:cubicBezTo>
                  <a:cubicBezTo>
                    <a:pt x="14245" y="28177"/>
                    <a:pt x="13167" y="29764"/>
                    <a:pt x="12024" y="31103"/>
                  </a:cubicBezTo>
                  <a:cubicBezTo>
                    <a:pt x="10890" y="32433"/>
                    <a:pt x="9733" y="33469"/>
                    <a:pt x="8588" y="34188"/>
                  </a:cubicBezTo>
                  <a:cubicBezTo>
                    <a:pt x="7415" y="34922"/>
                    <a:pt x="6293" y="35294"/>
                    <a:pt x="5251" y="35294"/>
                  </a:cubicBezTo>
                  <a:cubicBezTo>
                    <a:pt x="4806" y="35294"/>
                    <a:pt x="4365" y="35222"/>
                    <a:pt x="3942" y="35077"/>
                  </a:cubicBezTo>
                  <a:cubicBezTo>
                    <a:pt x="3296" y="34853"/>
                    <a:pt x="2709" y="34458"/>
                    <a:pt x="2204" y="33901"/>
                  </a:cubicBezTo>
                  <a:cubicBezTo>
                    <a:pt x="1714" y="33361"/>
                    <a:pt x="1294" y="32666"/>
                    <a:pt x="959" y="31837"/>
                  </a:cubicBezTo>
                  <a:cubicBezTo>
                    <a:pt x="553" y="30821"/>
                    <a:pt x="271" y="29607"/>
                    <a:pt x="128" y="28230"/>
                  </a:cubicBezTo>
                  <a:cubicBezTo>
                    <a:pt x="49" y="27459"/>
                    <a:pt x="12" y="26686"/>
                    <a:pt x="17" y="25914"/>
                  </a:cubicBezTo>
                  <a:cubicBezTo>
                    <a:pt x="28" y="23003"/>
                    <a:pt x="555" y="19738"/>
                    <a:pt x="1541" y="16475"/>
                  </a:cubicBezTo>
                  <a:lnTo>
                    <a:pt x="1543" y="16473"/>
                  </a:lnTo>
                  <a:cubicBezTo>
                    <a:pt x="1689" y="15977"/>
                    <a:pt x="1853" y="15469"/>
                    <a:pt x="2042" y="14921"/>
                  </a:cubicBezTo>
                  <a:cubicBezTo>
                    <a:pt x="2776" y="12792"/>
                    <a:pt x="3667" y="10774"/>
                    <a:pt x="4688" y="8920"/>
                  </a:cubicBezTo>
                  <a:cubicBezTo>
                    <a:pt x="5674" y="7129"/>
                    <a:pt x="6752" y="5542"/>
                    <a:pt x="7895" y="4203"/>
                  </a:cubicBezTo>
                  <a:cubicBezTo>
                    <a:pt x="9029" y="2873"/>
                    <a:pt x="10186" y="1834"/>
                    <a:pt x="11333" y="1118"/>
                  </a:cubicBezTo>
                  <a:cubicBezTo>
                    <a:pt x="12504" y="384"/>
                    <a:pt x="13626" y="12"/>
                    <a:pt x="14667" y="12"/>
                  </a:cubicBezTo>
                  <a:close/>
                  <a:moveTo>
                    <a:pt x="14667" y="1"/>
                  </a:moveTo>
                  <a:cubicBezTo>
                    <a:pt x="10426" y="1"/>
                    <a:pt x="5037" y="6214"/>
                    <a:pt x="2033" y="14917"/>
                  </a:cubicBezTo>
                  <a:cubicBezTo>
                    <a:pt x="1853" y="15439"/>
                    <a:pt x="1686" y="15953"/>
                    <a:pt x="1532" y="16468"/>
                  </a:cubicBezTo>
                  <a:lnTo>
                    <a:pt x="1532" y="16473"/>
                  </a:lnTo>
                  <a:cubicBezTo>
                    <a:pt x="513" y="19840"/>
                    <a:pt x="17" y="23091"/>
                    <a:pt x="8" y="25912"/>
                  </a:cubicBezTo>
                  <a:cubicBezTo>
                    <a:pt x="1" y="26688"/>
                    <a:pt x="38" y="27461"/>
                    <a:pt x="116" y="28230"/>
                  </a:cubicBezTo>
                  <a:cubicBezTo>
                    <a:pt x="262" y="29595"/>
                    <a:pt x="539" y="30816"/>
                    <a:pt x="950" y="31839"/>
                  </a:cubicBezTo>
                  <a:cubicBezTo>
                    <a:pt x="1615" y="33486"/>
                    <a:pt x="2615" y="34631"/>
                    <a:pt x="3940" y="35088"/>
                  </a:cubicBezTo>
                  <a:cubicBezTo>
                    <a:pt x="4356" y="35229"/>
                    <a:pt x="4792" y="35303"/>
                    <a:pt x="5231" y="35303"/>
                  </a:cubicBezTo>
                  <a:cubicBezTo>
                    <a:pt x="5238" y="35303"/>
                    <a:pt x="5245" y="35303"/>
                    <a:pt x="5251" y="35303"/>
                  </a:cubicBezTo>
                  <a:cubicBezTo>
                    <a:pt x="9493" y="35303"/>
                    <a:pt x="14882" y="29092"/>
                    <a:pt x="17886" y="20391"/>
                  </a:cubicBezTo>
                  <a:cubicBezTo>
                    <a:pt x="18346" y="19068"/>
                    <a:pt x="18734" y="17724"/>
                    <a:pt x="19048" y="16360"/>
                  </a:cubicBezTo>
                  <a:cubicBezTo>
                    <a:pt x="19449" y="14628"/>
                    <a:pt x="19713" y="12947"/>
                    <a:pt x="19830" y="11368"/>
                  </a:cubicBezTo>
                  <a:cubicBezTo>
                    <a:pt x="19897" y="10509"/>
                    <a:pt x="19925" y="9680"/>
                    <a:pt x="19911" y="8888"/>
                  </a:cubicBezTo>
                  <a:cubicBezTo>
                    <a:pt x="19863" y="6073"/>
                    <a:pt x="19311" y="3714"/>
                    <a:pt x="18288" y="2136"/>
                  </a:cubicBezTo>
                  <a:cubicBezTo>
                    <a:pt x="17681" y="1201"/>
                    <a:pt x="16912" y="541"/>
                    <a:pt x="15979" y="220"/>
                  </a:cubicBezTo>
                  <a:cubicBezTo>
                    <a:pt x="15563" y="77"/>
                    <a:pt x="15126" y="3"/>
                    <a:pt x="14688" y="3"/>
                  </a:cubicBezTo>
                  <a:cubicBezTo>
                    <a:pt x="14681" y="3"/>
                    <a:pt x="14674" y="3"/>
                    <a:pt x="14667" y="3"/>
                  </a:cubicBezTo>
                  <a:lnTo>
                    <a:pt x="14667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9"/>
            <p:cNvSpPr/>
            <p:nvPr/>
          </p:nvSpPr>
          <p:spPr>
            <a:xfrm>
              <a:off x="4152175" y="3329225"/>
              <a:ext cx="347700" cy="635150"/>
            </a:xfrm>
            <a:custGeom>
              <a:avLst/>
              <a:gdLst/>
              <a:ahLst/>
              <a:cxnLst/>
              <a:rect l="l" t="t" r="r" b="b"/>
              <a:pathLst>
                <a:path w="13908" h="25406" extrusionOk="0">
                  <a:moveTo>
                    <a:pt x="10494" y="0"/>
                  </a:moveTo>
                  <a:cubicBezTo>
                    <a:pt x="9111" y="0"/>
                    <a:pt x="7463" y="1090"/>
                    <a:pt x="5853" y="3071"/>
                  </a:cubicBezTo>
                  <a:cubicBezTo>
                    <a:pt x="4228" y="5071"/>
                    <a:pt x="2755" y="7848"/>
                    <a:pt x="1704" y="10889"/>
                  </a:cubicBezTo>
                  <a:cubicBezTo>
                    <a:pt x="545" y="14249"/>
                    <a:pt x="0" y="17595"/>
                    <a:pt x="173" y="20312"/>
                  </a:cubicBezTo>
                  <a:cubicBezTo>
                    <a:pt x="256" y="21633"/>
                    <a:pt x="506" y="22732"/>
                    <a:pt x="912" y="23582"/>
                  </a:cubicBezTo>
                  <a:cubicBezTo>
                    <a:pt x="1332" y="24459"/>
                    <a:pt x="1905" y="25030"/>
                    <a:pt x="2612" y="25272"/>
                  </a:cubicBezTo>
                  <a:cubicBezTo>
                    <a:pt x="2870" y="25362"/>
                    <a:pt x="3140" y="25406"/>
                    <a:pt x="3413" y="25406"/>
                  </a:cubicBezTo>
                  <a:cubicBezTo>
                    <a:pt x="4796" y="25406"/>
                    <a:pt x="6444" y="24314"/>
                    <a:pt x="8052" y="22335"/>
                  </a:cubicBezTo>
                  <a:cubicBezTo>
                    <a:pt x="9677" y="20333"/>
                    <a:pt x="11152" y="17558"/>
                    <a:pt x="12203" y="14514"/>
                  </a:cubicBezTo>
                  <a:cubicBezTo>
                    <a:pt x="13362" y="11157"/>
                    <a:pt x="13907" y="7811"/>
                    <a:pt x="13734" y="5094"/>
                  </a:cubicBezTo>
                  <a:cubicBezTo>
                    <a:pt x="13651" y="3773"/>
                    <a:pt x="13401" y="2672"/>
                    <a:pt x="12995" y="1824"/>
                  </a:cubicBezTo>
                  <a:cubicBezTo>
                    <a:pt x="12575" y="944"/>
                    <a:pt x="12002" y="376"/>
                    <a:pt x="11293" y="132"/>
                  </a:cubicBezTo>
                  <a:cubicBezTo>
                    <a:pt x="11037" y="44"/>
                    <a:pt x="10767" y="0"/>
                    <a:pt x="1049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9"/>
            <p:cNvSpPr/>
            <p:nvPr/>
          </p:nvSpPr>
          <p:spPr>
            <a:xfrm>
              <a:off x="4134675" y="3329050"/>
              <a:ext cx="382675" cy="635450"/>
            </a:xfrm>
            <a:custGeom>
              <a:avLst/>
              <a:gdLst/>
              <a:ahLst/>
              <a:cxnLst/>
              <a:rect l="l" t="t" r="r" b="b"/>
              <a:pathLst>
                <a:path w="15307" h="25418" extrusionOk="0">
                  <a:moveTo>
                    <a:pt x="11217" y="14"/>
                  </a:moveTo>
                  <a:cubicBezTo>
                    <a:pt x="11480" y="14"/>
                    <a:pt x="11743" y="58"/>
                    <a:pt x="11993" y="143"/>
                  </a:cubicBezTo>
                  <a:cubicBezTo>
                    <a:pt x="12700" y="388"/>
                    <a:pt x="13270" y="956"/>
                    <a:pt x="13690" y="1833"/>
                  </a:cubicBezTo>
                  <a:cubicBezTo>
                    <a:pt x="14097" y="2681"/>
                    <a:pt x="14346" y="3780"/>
                    <a:pt x="14429" y="5101"/>
                  </a:cubicBezTo>
                  <a:cubicBezTo>
                    <a:pt x="14512" y="6421"/>
                    <a:pt x="14427" y="7897"/>
                    <a:pt x="14175" y="9483"/>
                  </a:cubicBezTo>
                  <a:cubicBezTo>
                    <a:pt x="13912" y="11129"/>
                    <a:pt x="13483" y="12822"/>
                    <a:pt x="12898" y="14519"/>
                  </a:cubicBezTo>
                  <a:cubicBezTo>
                    <a:pt x="11848" y="17562"/>
                    <a:pt x="10375" y="20338"/>
                    <a:pt x="8749" y="22337"/>
                  </a:cubicBezTo>
                  <a:cubicBezTo>
                    <a:pt x="7142" y="24316"/>
                    <a:pt x="5496" y="25406"/>
                    <a:pt x="4113" y="25406"/>
                  </a:cubicBezTo>
                  <a:cubicBezTo>
                    <a:pt x="3843" y="25406"/>
                    <a:pt x="3572" y="25362"/>
                    <a:pt x="3316" y="25274"/>
                  </a:cubicBezTo>
                  <a:cubicBezTo>
                    <a:pt x="2610" y="25032"/>
                    <a:pt x="2037" y="24464"/>
                    <a:pt x="1619" y="23586"/>
                  </a:cubicBezTo>
                  <a:cubicBezTo>
                    <a:pt x="1213" y="22737"/>
                    <a:pt x="963" y="21638"/>
                    <a:pt x="880" y="20319"/>
                  </a:cubicBezTo>
                  <a:cubicBezTo>
                    <a:pt x="797" y="18999"/>
                    <a:pt x="883" y="17523"/>
                    <a:pt x="1134" y="15934"/>
                  </a:cubicBezTo>
                  <a:cubicBezTo>
                    <a:pt x="1395" y="14290"/>
                    <a:pt x="1825" y="12596"/>
                    <a:pt x="2411" y="10899"/>
                  </a:cubicBezTo>
                  <a:cubicBezTo>
                    <a:pt x="3462" y="7858"/>
                    <a:pt x="4935" y="5082"/>
                    <a:pt x="6558" y="3083"/>
                  </a:cubicBezTo>
                  <a:cubicBezTo>
                    <a:pt x="8167" y="1104"/>
                    <a:pt x="9814" y="14"/>
                    <a:pt x="11197" y="14"/>
                  </a:cubicBezTo>
                  <a:cubicBezTo>
                    <a:pt x="11203" y="14"/>
                    <a:pt x="11210" y="14"/>
                    <a:pt x="11217" y="14"/>
                  </a:cubicBezTo>
                  <a:close/>
                  <a:moveTo>
                    <a:pt x="11197" y="0"/>
                  </a:moveTo>
                  <a:cubicBezTo>
                    <a:pt x="8350" y="0"/>
                    <a:pt x="4586" y="4565"/>
                    <a:pt x="2400" y="10894"/>
                  </a:cubicBezTo>
                  <a:cubicBezTo>
                    <a:pt x="1" y="17842"/>
                    <a:pt x="409" y="24284"/>
                    <a:pt x="3312" y="25286"/>
                  </a:cubicBezTo>
                  <a:cubicBezTo>
                    <a:pt x="3570" y="25374"/>
                    <a:pt x="3840" y="25417"/>
                    <a:pt x="4113" y="25417"/>
                  </a:cubicBezTo>
                  <a:cubicBezTo>
                    <a:pt x="6960" y="25417"/>
                    <a:pt x="10723" y="20855"/>
                    <a:pt x="12910" y="14524"/>
                  </a:cubicBezTo>
                  <a:cubicBezTo>
                    <a:pt x="15307" y="7578"/>
                    <a:pt x="14900" y="1136"/>
                    <a:pt x="11998" y="134"/>
                  </a:cubicBezTo>
                  <a:cubicBezTo>
                    <a:pt x="11739" y="44"/>
                    <a:pt x="11469" y="0"/>
                    <a:pt x="11197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9"/>
            <p:cNvSpPr/>
            <p:nvPr/>
          </p:nvSpPr>
          <p:spPr>
            <a:xfrm>
              <a:off x="4120125" y="3272825"/>
              <a:ext cx="418300" cy="747900"/>
            </a:xfrm>
            <a:custGeom>
              <a:avLst/>
              <a:gdLst/>
              <a:ahLst/>
              <a:cxnLst/>
              <a:rect l="l" t="t" r="r" b="b"/>
              <a:pathLst>
                <a:path w="16732" h="29916" fill="none" extrusionOk="0">
                  <a:moveTo>
                    <a:pt x="13326" y="591"/>
                  </a:moveTo>
                  <a:cubicBezTo>
                    <a:pt x="15041" y="1185"/>
                    <a:pt x="16166" y="3267"/>
                    <a:pt x="16447" y="6380"/>
                  </a:cubicBezTo>
                  <a:cubicBezTo>
                    <a:pt x="16731" y="9492"/>
                    <a:pt x="16152" y="13381"/>
                    <a:pt x="14836" y="17193"/>
                  </a:cubicBezTo>
                  <a:cubicBezTo>
                    <a:pt x="13520" y="21003"/>
                    <a:pt x="11578" y="24420"/>
                    <a:pt x="9433" y="26694"/>
                  </a:cubicBezTo>
                  <a:cubicBezTo>
                    <a:pt x="7290" y="28971"/>
                    <a:pt x="5122" y="29915"/>
                    <a:pt x="3404" y="29322"/>
                  </a:cubicBezTo>
                  <a:cubicBezTo>
                    <a:pt x="1689" y="28731"/>
                    <a:pt x="566" y="26648"/>
                    <a:pt x="282" y="23536"/>
                  </a:cubicBezTo>
                  <a:cubicBezTo>
                    <a:pt x="1" y="20423"/>
                    <a:pt x="580" y="16533"/>
                    <a:pt x="1896" y="12723"/>
                  </a:cubicBezTo>
                  <a:cubicBezTo>
                    <a:pt x="3210" y="8913"/>
                    <a:pt x="5154" y="5496"/>
                    <a:pt x="7297" y="3219"/>
                  </a:cubicBezTo>
                  <a:cubicBezTo>
                    <a:pt x="9442" y="945"/>
                    <a:pt x="11610" y="0"/>
                    <a:pt x="13326" y="591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9"/>
            <p:cNvSpPr/>
            <p:nvPr/>
          </p:nvSpPr>
          <p:spPr>
            <a:xfrm>
              <a:off x="4081975" y="3231825"/>
              <a:ext cx="608550" cy="622075"/>
            </a:xfrm>
            <a:custGeom>
              <a:avLst/>
              <a:gdLst/>
              <a:ahLst/>
              <a:cxnLst/>
              <a:rect l="l" t="t" r="r" b="b"/>
              <a:pathLst>
                <a:path w="24342" h="24883" extrusionOk="0">
                  <a:moveTo>
                    <a:pt x="20008" y="1"/>
                  </a:moveTo>
                  <a:lnTo>
                    <a:pt x="18283" y="1102"/>
                  </a:lnTo>
                  <a:lnTo>
                    <a:pt x="16073" y="2993"/>
                  </a:lnTo>
                  <a:lnTo>
                    <a:pt x="14593" y="4256"/>
                  </a:lnTo>
                  <a:lnTo>
                    <a:pt x="5669" y="11892"/>
                  </a:lnTo>
                  <a:lnTo>
                    <a:pt x="3709" y="13571"/>
                  </a:lnTo>
                  <a:lnTo>
                    <a:pt x="3709" y="13573"/>
                  </a:lnTo>
                  <a:lnTo>
                    <a:pt x="1527" y="15436"/>
                  </a:lnTo>
                  <a:lnTo>
                    <a:pt x="1527" y="15441"/>
                  </a:lnTo>
                  <a:cubicBezTo>
                    <a:pt x="508" y="18808"/>
                    <a:pt x="12" y="22059"/>
                    <a:pt x="0" y="24882"/>
                  </a:cubicBezTo>
                  <a:lnTo>
                    <a:pt x="1737" y="23395"/>
                  </a:lnTo>
                  <a:lnTo>
                    <a:pt x="2967" y="22345"/>
                  </a:lnTo>
                  <a:lnTo>
                    <a:pt x="8389" y="17706"/>
                  </a:lnTo>
                  <a:lnTo>
                    <a:pt x="8491" y="17618"/>
                  </a:lnTo>
                  <a:lnTo>
                    <a:pt x="9463" y="16789"/>
                  </a:lnTo>
                  <a:lnTo>
                    <a:pt x="9463" y="16787"/>
                  </a:lnTo>
                  <a:lnTo>
                    <a:pt x="11862" y="14734"/>
                  </a:lnTo>
                  <a:lnTo>
                    <a:pt x="16563" y="10717"/>
                  </a:lnTo>
                  <a:lnTo>
                    <a:pt x="18043" y="9449"/>
                  </a:lnTo>
                  <a:lnTo>
                    <a:pt x="19906" y="7856"/>
                  </a:lnTo>
                  <a:lnTo>
                    <a:pt x="24342" y="4420"/>
                  </a:lnTo>
                  <a:cubicBezTo>
                    <a:pt x="23266" y="2321"/>
                    <a:pt x="21829" y="832"/>
                    <a:pt x="20008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9"/>
            <p:cNvSpPr/>
            <p:nvPr/>
          </p:nvSpPr>
          <p:spPr>
            <a:xfrm>
              <a:off x="4084750" y="3382550"/>
              <a:ext cx="630250" cy="619525"/>
            </a:xfrm>
            <a:custGeom>
              <a:avLst/>
              <a:gdLst/>
              <a:ahLst/>
              <a:cxnLst/>
              <a:rect l="l" t="t" r="r" b="b"/>
              <a:pathLst>
                <a:path w="25210" h="24781" extrusionOk="0">
                  <a:moveTo>
                    <a:pt x="24769" y="1"/>
                  </a:moveTo>
                  <a:lnTo>
                    <a:pt x="19712" y="4305"/>
                  </a:lnTo>
                  <a:lnTo>
                    <a:pt x="17807" y="5937"/>
                  </a:lnTo>
                  <a:lnTo>
                    <a:pt x="16182" y="7327"/>
                  </a:lnTo>
                  <a:lnTo>
                    <a:pt x="10388" y="12282"/>
                  </a:lnTo>
                  <a:lnTo>
                    <a:pt x="9158" y="13335"/>
                  </a:lnTo>
                  <a:lnTo>
                    <a:pt x="8694" y="13734"/>
                  </a:lnTo>
                  <a:lnTo>
                    <a:pt x="8694" y="13739"/>
                  </a:lnTo>
                  <a:lnTo>
                    <a:pt x="8068" y="14270"/>
                  </a:lnTo>
                  <a:lnTo>
                    <a:pt x="2905" y="18687"/>
                  </a:lnTo>
                  <a:lnTo>
                    <a:pt x="1755" y="19671"/>
                  </a:lnTo>
                  <a:lnTo>
                    <a:pt x="0" y="21169"/>
                  </a:lnTo>
                  <a:cubicBezTo>
                    <a:pt x="143" y="22534"/>
                    <a:pt x="423" y="23755"/>
                    <a:pt x="834" y="24781"/>
                  </a:cubicBezTo>
                  <a:lnTo>
                    <a:pt x="2787" y="23111"/>
                  </a:lnTo>
                  <a:lnTo>
                    <a:pt x="3979" y="22093"/>
                  </a:lnTo>
                  <a:lnTo>
                    <a:pt x="14718" y="12903"/>
                  </a:lnTo>
                  <a:lnTo>
                    <a:pt x="14718" y="12901"/>
                  </a:lnTo>
                  <a:lnTo>
                    <a:pt x="16777" y="11144"/>
                  </a:lnTo>
                  <a:lnTo>
                    <a:pt x="18932" y="9299"/>
                  </a:lnTo>
                  <a:lnTo>
                    <a:pt x="25210" y="3365"/>
                  </a:lnTo>
                  <a:cubicBezTo>
                    <a:pt x="25157" y="2233"/>
                    <a:pt x="25009" y="1107"/>
                    <a:pt x="24769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4" name="Google Shape;424;p29"/>
          <p:cNvGrpSpPr/>
          <p:nvPr/>
        </p:nvGrpSpPr>
        <p:grpSpPr>
          <a:xfrm rot="-988460">
            <a:off x="4033207" y="4312365"/>
            <a:ext cx="305571" cy="607251"/>
            <a:chOff x="2003200" y="4511300"/>
            <a:chExt cx="437875" cy="870175"/>
          </a:xfrm>
        </p:grpSpPr>
        <p:sp>
          <p:nvSpPr>
            <p:cNvPr id="425" name="Google Shape;425;p29"/>
            <p:cNvSpPr/>
            <p:nvPr/>
          </p:nvSpPr>
          <p:spPr>
            <a:xfrm>
              <a:off x="2003425" y="4511300"/>
              <a:ext cx="437650" cy="870175"/>
            </a:xfrm>
            <a:custGeom>
              <a:avLst/>
              <a:gdLst/>
              <a:ahLst/>
              <a:cxnLst/>
              <a:rect l="l" t="t" r="r" b="b"/>
              <a:pathLst>
                <a:path w="17506" h="34807" extrusionOk="0">
                  <a:moveTo>
                    <a:pt x="6310" y="0"/>
                  </a:moveTo>
                  <a:cubicBezTo>
                    <a:pt x="6206" y="0"/>
                    <a:pt x="6100" y="20"/>
                    <a:pt x="5997" y="61"/>
                  </a:cubicBezTo>
                  <a:lnTo>
                    <a:pt x="728" y="1783"/>
                  </a:lnTo>
                  <a:cubicBezTo>
                    <a:pt x="257" y="1919"/>
                    <a:pt x="1" y="2425"/>
                    <a:pt x="169" y="2884"/>
                  </a:cubicBezTo>
                  <a:lnTo>
                    <a:pt x="10375" y="34197"/>
                  </a:lnTo>
                  <a:cubicBezTo>
                    <a:pt x="10481" y="34568"/>
                    <a:pt x="10819" y="34806"/>
                    <a:pt x="11183" y="34806"/>
                  </a:cubicBezTo>
                  <a:cubicBezTo>
                    <a:pt x="11280" y="34806"/>
                    <a:pt x="11379" y="34789"/>
                    <a:pt x="11476" y="34753"/>
                  </a:cubicBezTo>
                  <a:lnTo>
                    <a:pt x="16801" y="33044"/>
                  </a:lnTo>
                  <a:cubicBezTo>
                    <a:pt x="17256" y="32887"/>
                    <a:pt x="17505" y="32398"/>
                    <a:pt x="17364" y="31938"/>
                  </a:cubicBezTo>
                  <a:lnTo>
                    <a:pt x="7131" y="656"/>
                  </a:lnTo>
                  <a:cubicBezTo>
                    <a:pt x="7042" y="261"/>
                    <a:pt x="6690" y="0"/>
                    <a:pt x="6310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9"/>
            <p:cNvSpPr/>
            <p:nvPr/>
          </p:nvSpPr>
          <p:spPr>
            <a:xfrm>
              <a:off x="2003200" y="4511300"/>
              <a:ext cx="201650" cy="141400"/>
            </a:xfrm>
            <a:custGeom>
              <a:avLst/>
              <a:gdLst/>
              <a:ahLst/>
              <a:cxnLst/>
              <a:rect l="l" t="t" r="r" b="b"/>
              <a:pathLst>
                <a:path w="8066" h="5656" extrusionOk="0">
                  <a:moveTo>
                    <a:pt x="6319" y="0"/>
                  </a:moveTo>
                  <a:cubicBezTo>
                    <a:pt x="6215" y="0"/>
                    <a:pt x="6109" y="20"/>
                    <a:pt x="6006" y="61"/>
                  </a:cubicBezTo>
                  <a:lnTo>
                    <a:pt x="737" y="1783"/>
                  </a:lnTo>
                  <a:cubicBezTo>
                    <a:pt x="268" y="1908"/>
                    <a:pt x="1" y="2402"/>
                    <a:pt x="153" y="2861"/>
                  </a:cubicBezTo>
                  <a:lnTo>
                    <a:pt x="1074" y="5655"/>
                  </a:lnTo>
                  <a:lnTo>
                    <a:pt x="8066" y="3443"/>
                  </a:lnTo>
                  <a:lnTo>
                    <a:pt x="7140" y="656"/>
                  </a:lnTo>
                  <a:cubicBezTo>
                    <a:pt x="7051" y="261"/>
                    <a:pt x="6699" y="0"/>
                    <a:pt x="631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9"/>
            <p:cNvSpPr/>
            <p:nvPr/>
          </p:nvSpPr>
          <p:spPr>
            <a:xfrm>
              <a:off x="2028900" y="4592625"/>
              <a:ext cx="224275" cy="212400"/>
            </a:xfrm>
            <a:custGeom>
              <a:avLst/>
              <a:gdLst/>
              <a:ahLst/>
              <a:cxnLst/>
              <a:rect l="l" t="t" r="r" b="b"/>
              <a:pathLst>
                <a:path w="8971" h="8496" extrusionOk="0">
                  <a:moveTo>
                    <a:pt x="6936" y="1"/>
                  </a:moveTo>
                  <a:lnTo>
                    <a:pt x="0" y="2261"/>
                  </a:lnTo>
                  <a:lnTo>
                    <a:pt x="2034" y="8496"/>
                  </a:lnTo>
                  <a:lnTo>
                    <a:pt x="8970" y="6235"/>
                  </a:lnTo>
                  <a:lnTo>
                    <a:pt x="6936" y="1"/>
                  </a:ln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9"/>
            <p:cNvSpPr/>
            <p:nvPr/>
          </p:nvSpPr>
          <p:spPr>
            <a:xfrm>
              <a:off x="2125350" y="4944825"/>
              <a:ext cx="231200" cy="120775"/>
            </a:xfrm>
            <a:custGeom>
              <a:avLst/>
              <a:gdLst/>
              <a:ahLst/>
              <a:cxnLst/>
              <a:rect l="l" t="t" r="r" b="b"/>
              <a:pathLst>
                <a:path w="9248" h="4831" extrusionOk="0">
                  <a:moveTo>
                    <a:pt x="0" y="0"/>
                  </a:moveTo>
                  <a:lnTo>
                    <a:pt x="1014" y="3119"/>
                  </a:lnTo>
                  <a:lnTo>
                    <a:pt x="5794" y="4112"/>
                  </a:lnTo>
                  <a:lnTo>
                    <a:pt x="9248" y="4830"/>
                  </a:lnTo>
                  <a:lnTo>
                    <a:pt x="9248" y="4830"/>
                  </a:lnTo>
                  <a:lnTo>
                    <a:pt x="8230" y="1718"/>
                  </a:lnTo>
                  <a:lnTo>
                    <a:pt x="5537" y="1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9"/>
            <p:cNvSpPr/>
            <p:nvPr/>
          </p:nvSpPr>
          <p:spPr>
            <a:xfrm>
              <a:off x="2236125" y="5284225"/>
              <a:ext cx="200100" cy="88925"/>
            </a:xfrm>
            <a:custGeom>
              <a:avLst/>
              <a:gdLst/>
              <a:ahLst/>
              <a:cxnLst/>
              <a:rect l="l" t="t" r="r" b="b"/>
              <a:pathLst>
                <a:path w="8004" h="3557" extrusionOk="0">
                  <a:moveTo>
                    <a:pt x="0" y="1"/>
                  </a:moveTo>
                  <a:lnTo>
                    <a:pt x="1014" y="3123"/>
                  </a:lnTo>
                  <a:lnTo>
                    <a:pt x="3115" y="3557"/>
                  </a:lnTo>
                  <a:lnTo>
                    <a:pt x="7486" y="2134"/>
                  </a:lnTo>
                  <a:cubicBezTo>
                    <a:pt x="7719" y="2061"/>
                    <a:pt x="7906" y="1892"/>
                    <a:pt x="8003" y="1668"/>
                  </a:cubicBezTo>
                  <a:lnTo>
                    <a:pt x="5526" y="115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9"/>
            <p:cNvSpPr/>
            <p:nvPr/>
          </p:nvSpPr>
          <p:spPr>
            <a:xfrm>
              <a:off x="2069563" y="4771050"/>
              <a:ext cx="251475" cy="183175"/>
            </a:xfrm>
            <a:custGeom>
              <a:avLst/>
              <a:gdLst/>
              <a:ahLst/>
              <a:cxnLst/>
              <a:rect l="l" t="t" r="r" b="b"/>
              <a:pathLst>
                <a:path w="10059" h="7327" extrusionOk="0">
                  <a:moveTo>
                    <a:pt x="1" y="0"/>
                  </a:moveTo>
                  <a:lnTo>
                    <a:pt x="1829" y="5609"/>
                  </a:lnTo>
                  <a:lnTo>
                    <a:pt x="4097" y="6087"/>
                  </a:lnTo>
                  <a:lnTo>
                    <a:pt x="9793" y="7274"/>
                  </a:lnTo>
                  <a:lnTo>
                    <a:pt x="10059" y="7327"/>
                  </a:lnTo>
                  <a:lnTo>
                    <a:pt x="8223" y="1714"/>
                  </a:lnTo>
                  <a:lnTo>
                    <a:pt x="8193" y="1709"/>
                  </a:lnTo>
                  <a:lnTo>
                    <a:pt x="2478" y="51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1" name="Google Shape;431;p29"/>
          <p:cNvGrpSpPr/>
          <p:nvPr/>
        </p:nvGrpSpPr>
        <p:grpSpPr>
          <a:xfrm rot="-2505744">
            <a:off x="4303608" y="2527762"/>
            <a:ext cx="536795" cy="385829"/>
            <a:chOff x="3958725" y="4285850"/>
            <a:chExt cx="926000" cy="665575"/>
          </a:xfrm>
        </p:grpSpPr>
        <p:sp>
          <p:nvSpPr>
            <p:cNvPr id="432" name="Google Shape;432;p29"/>
            <p:cNvSpPr/>
            <p:nvPr/>
          </p:nvSpPr>
          <p:spPr>
            <a:xfrm>
              <a:off x="3958725" y="4286250"/>
              <a:ext cx="926000" cy="665175"/>
            </a:xfrm>
            <a:custGeom>
              <a:avLst/>
              <a:gdLst/>
              <a:ahLst/>
              <a:cxnLst/>
              <a:rect l="l" t="t" r="r" b="b"/>
              <a:pathLst>
                <a:path w="37040" h="26607" extrusionOk="0">
                  <a:moveTo>
                    <a:pt x="32631" y="0"/>
                  </a:moveTo>
                  <a:cubicBezTo>
                    <a:pt x="32452" y="0"/>
                    <a:pt x="32270" y="51"/>
                    <a:pt x="32109" y="159"/>
                  </a:cubicBezTo>
                  <a:lnTo>
                    <a:pt x="626" y="19435"/>
                  </a:lnTo>
                  <a:cubicBezTo>
                    <a:pt x="149" y="19705"/>
                    <a:pt x="1" y="20324"/>
                    <a:pt x="306" y="20781"/>
                  </a:cubicBezTo>
                  <a:lnTo>
                    <a:pt x="3557" y="26142"/>
                  </a:lnTo>
                  <a:cubicBezTo>
                    <a:pt x="3746" y="26441"/>
                    <a:pt x="4071" y="26607"/>
                    <a:pt x="4403" y="26607"/>
                  </a:cubicBezTo>
                  <a:cubicBezTo>
                    <a:pt x="4576" y="26607"/>
                    <a:pt x="4751" y="26562"/>
                    <a:pt x="4910" y="26468"/>
                  </a:cubicBezTo>
                  <a:lnTo>
                    <a:pt x="36349" y="7169"/>
                  </a:lnTo>
                  <a:cubicBezTo>
                    <a:pt x="36870" y="6913"/>
                    <a:pt x="37039" y="6253"/>
                    <a:pt x="36704" y="5777"/>
                  </a:cubicBezTo>
                  <a:lnTo>
                    <a:pt x="33456" y="480"/>
                  </a:lnTo>
                  <a:cubicBezTo>
                    <a:pt x="33281" y="171"/>
                    <a:pt x="32960" y="0"/>
                    <a:pt x="32631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9"/>
            <p:cNvSpPr/>
            <p:nvPr/>
          </p:nvSpPr>
          <p:spPr>
            <a:xfrm>
              <a:off x="4691775" y="4285850"/>
              <a:ext cx="192950" cy="223000"/>
            </a:xfrm>
            <a:custGeom>
              <a:avLst/>
              <a:gdLst/>
              <a:ahLst/>
              <a:cxnLst/>
              <a:rect l="l" t="t" r="r" b="b"/>
              <a:pathLst>
                <a:path w="7718" h="8920" extrusionOk="0">
                  <a:moveTo>
                    <a:pt x="3300" y="1"/>
                  </a:moveTo>
                  <a:cubicBezTo>
                    <a:pt x="3131" y="1"/>
                    <a:pt x="2959" y="47"/>
                    <a:pt x="2804" y="143"/>
                  </a:cubicBezTo>
                  <a:lnTo>
                    <a:pt x="0" y="1872"/>
                  </a:lnTo>
                  <a:lnTo>
                    <a:pt x="4230" y="8919"/>
                  </a:lnTo>
                  <a:lnTo>
                    <a:pt x="7027" y="7185"/>
                  </a:lnTo>
                  <a:cubicBezTo>
                    <a:pt x="7548" y="6929"/>
                    <a:pt x="7717" y="6269"/>
                    <a:pt x="7382" y="5793"/>
                  </a:cubicBezTo>
                  <a:lnTo>
                    <a:pt x="4134" y="496"/>
                  </a:lnTo>
                  <a:cubicBezTo>
                    <a:pt x="3962" y="179"/>
                    <a:pt x="3636" y="1"/>
                    <a:pt x="330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9"/>
            <p:cNvSpPr/>
            <p:nvPr/>
          </p:nvSpPr>
          <p:spPr>
            <a:xfrm>
              <a:off x="4538575" y="4330500"/>
              <a:ext cx="263475" cy="270350"/>
            </a:xfrm>
            <a:custGeom>
              <a:avLst/>
              <a:gdLst/>
              <a:ahLst/>
              <a:cxnLst/>
              <a:rect l="l" t="t" r="r" b="b"/>
              <a:pathLst>
                <a:path w="10539" h="10814" extrusionOk="0">
                  <a:moveTo>
                    <a:pt x="6269" y="1"/>
                  </a:moveTo>
                  <a:lnTo>
                    <a:pt x="0" y="3841"/>
                  </a:lnTo>
                  <a:lnTo>
                    <a:pt x="4272" y="10814"/>
                  </a:lnTo>
                  <a:lnTo>
                    <a:pt x="10539" y="6972"/>
                  </a:lnTo>
                  <a:lnTo>
                    <a:pt x="6269" y="1"/>
                  </a:ln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9"/>
            <p:cNvSpPr/>
            <p:nvPr/>
          </p:nvSpPr>
          <p:spPr>
            <a:xfrm>
              <a:off x="4319625" y="4512575"/>
              <a:ext cx="85175" cy="283575"/>
            </a:xfrm>
            <a:custGeom>
              <a:avLst/>
              <a:gdLst/>
              <a:ahLst/>
              <a:cxnLst/>
              <a:rect l="l" t="t" r="r" b="b"/>
              <a:pathLst>
                <a:path w="3407" h="11343" extrusionOk="0">
                  <a:moveTo>
                    <a:pt x="3138" y="0"/>
                  </a:moveTo>
                  <a:lnTo>
                    <a:pt x="0" y="1919"/>
                  </a:lnTo>
                  <a:lnTo>
                    <a:pt x="162" y="7389"/>
                  </a:lnTo>
                  <a:lnTo>
                    <a:pt x="278" y="11342"/>
                  </a:lnTo>
                  <a:lnTo>
                    <a:pt x="3406" y="9419"/>
                  </a:lnTo>
                  <a:lnTo>
                    <a:pt x="3325" y="6339"/>
                  </a:lnTo>
                  <a:lnTo>
                    <a:pt x="3138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9"/>
            <p:cNvSpPr/>
            <p:nvPr/>
          </p:nvSpPr>
          <p:spPr>
            <a:xfrm>
              <a:off x="3978350" y="4721700"/>
              <a:ext cx="85125" cy="229075"/>
            </a:xfrm>
            <a:custGeom>
              <a:avLst/>
              <a:gdLst/>
              <a:ahLst/>
              <a:cxnLst/>
              <a:rect l="l" t="t" r="r" b="b"/>
              <a:pathLst>
                <a:path w="3405" h="9163" extrusionOk="0">
                  <a:moveTo>
                    <a:pt x="3139" y="1"/>
                  </a:moveTo>
                  <a:lnTo>
                    <a:pt x="1" y="1920"/>
                  </a:lnTo>
                  <a:lnTo>
                    <a:pt x="72" y="4326"/>
                  </a:lnTo>
                  <a:lnTo>
                    <a:pt x="2762" y="8720"/>
                  </a:lnTo>
                  <a:cubicBezTo>
                    <a:pt x="2903" y="8953"/>
                    <a:pt x="3136" y="9114"/>
                    <a:pt x="3404" y="9163"/>
                  </a:cubicBezTo>
                  <a:lnTo>
                    <a:pt x="3323" y="6325"/>
                  </a:lnTo>
                  <a:lnTo>
                    <a:pt x="3139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9"/>
            <p:cNvSpPr/>
            <p:nvPr/>
          </p:nvSpPr>
          <p:spPr>
            <a:xfrm>
              <a:off x="4427750" y="4408782"/>
              <a:ext cx="147850" cy="321900"/>
            </a:xfrm>
            <a:custGeom>
              <a:avLst/>
              <a:gdLst/>
              <a:ahLst/>
              <a:cxnLst/>
              <a:rect l="l" t="t" r="r" b="b"/>
              <a:pathLst>
                <a:path w="5914" h="12876" extrusionOk="0">
                  <a:moveTo>
                    <a:pt x="5639" y="0"/>
                  </a:moveTo>
                  <a:lnTo>
                    <a:pt x="0" y="3457"/>
                  </a:lnTo>
                  <a:lnTo>
                    <a:pt x="69" y="6052"/>
                  </a:lnTo>
                  <a:lnTo>
                    <a:pt x="259" y="12571"/>
                  </a:lnTo>
                  <a:lnTo>
                    <a:pt x="270" y="12875"/>
                  </a:lnTo>
                  <a:lnTo>
                    <a:pt x="5913" y="9412"/>
                  </a:lnTo>
                  <a:lnTo>
                    <a:pt x="5909" y="9377"/>
                  </a:lnTo>
                  <a:lnTo>
                    <a:pt x="5722" y="2838"/>
                  </a:lnTo>
                  <a:lnTo>
                    <a:pt x="5639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8" name="Google Shape;438;p29"/>
          <p:cNvGrpSpPr/>
          <p:nvPr/>
        </p:nvGrpSpPr>
        <p:grpSpPr>
          <a:xfrm flipH="1">
            <a:off x="8275220" y="1487867"/>
            <a:ext cx="530166" cy="502936"/>
            <a:chOff x="1717700" y="2254700"/>
            <a:chExt cx="781725" cy="741575"/>
          </a:xfrm>
        </p:grpSpPr>
        <p:sp>
          <p:nvSpPr>
            <p:cNvPr id="439" name="Google Shape;439;p29"/>
            <p:cNvSpPr/>
            <p:nvPr/>
          </p:nvSpPr>
          <p:spPr>
            <a:xfrm>
              <a:off x="1748125" y="2300200"/>
              <a:ext cx="717650" cy="650525"/>
            </a:xfrm>
            <a:custGeom>
              <a:avLst/>
              <a:gdLst/>
              <a:ahLst/>
              <a:cxnLst/>
              <a:rect l="l" t="t" r="r" b="b"/>
              <a:pathLst>
                <a:path w="28706" h="26021" extrusionOk="0">
                  <a:moveTo>
                    <a:pt x="15025" y="0"/>
                  </a:moveTo>
                  <a:cubicBezTo>
                    <a:pt x="11160" y="0"/>
                    <a:pt x="7313" y="1600"/>
                    <a:pt x="4560" y="4734"/>
                  </a:cubicBezTo>
                  <a:cubicBezTo>
                    <a:pt x="162" y="9743"/>
                    <a:pt x="0" y="17021"/>
                    <a:pt x="3801" y="22174"/>
                  </a:cubicBezTo>
                  <a:cubicBezTo>
                    <a:pt x="4341" y="22872"/>
                    <a:pt x="4946" y="23518"/>
                    <a:pt x="5609" y="24102"/>
                  </a:cubicBezTo>
                  <a:cubicBezTo>
                    <a:pt x="5932" y="24386"/>
                    <a:pt x="6264" y="24652"/>
                    <a:pt x="6604" y="24901"/>
                  </a:cubicBezTo>
                  <a:cubicBezTo>
                    <a:pt x="6953" y="25155"/>
                    <a:pt x="7201" y="25230"/>
                    <a:pt x="7416" y="25230"/>
                  </a:cubicBezTo>
                  <a:cubicBezTo>
                    <a:pt x="7729" y="25230"/>
                    <a:pt x="7975" y="25072"/>
                    <a:pt x="8368" y="25072"/>
                  </a:cubicBezTo>
                  <a:cubicBezTo>
                    <a:pt x="8543" y="25072"/>
                    <a:pt x="8748" y="25103"/>
                    <a:pt x="9001" y="25194"/>
                  </a:cubicBezTo>
                  <a:cubicBezTo>
                    <a:pt x="9444" y="25354"/>
                    <a:pt x="9896" y="25492"/>
                    <a:pt x="10354" y="25608"/>
                  </a:cubicBezTo>
                  <a:cubicBezTo>
                    <a:pt x="11030" y="25776"/>
                    <a:pt x="11721" y="25894"/>
                    <a:pt x="12416" y="25959"/>
                  </a:cubicBezTo>
                  <a:cubicBezTo>
                    <a:pt x="12854" y="26000"/>
                    <a:pt x="13293" y="26021"/>
                    <a:pt x="13732" y="26021"/>
                  </a:cubicBezTo>
                  <a:cubicBezTo>
                    <a:pt x="17598" y="26021"/>
                    <a:pt x="21444" y="24419"/>
                    <a:pt x="24196" y="21288"/>
                  </a:cubicBezTo>
                  <a:cubicBezTo>
                    <a:pt x="28262" y="16658"/>
                    <a:pt x="28705" y="10089"/>
                    <a:pt x="25745" y="5051"/>
                  </a:cubicBezTo>
                  <a:cubicBezTo>
                    <a:pt x="25277" y="4480"/>
                    <a:pt x="24762" y="3949"/>
                    <a:pt x="24205" y="3465"/>
                  </a:cubicBezTo>
                  <a:cubicBezTo>
                    <a:pt x="23674" y="2996"/>
                    <a:pt x="23106" y="2569"/>
                    <a:pt x="22508" y="2185"/>
                  </a:cubicBezTo>
                  <a:cubicBezTo>
                    <a:pt x="21922" y="1809"/>
                    <a:pt x="21305" y="1479"/>
                    <a:pt x="20668" y="1195"/>
                  </a:cubicBezTo>
                  <a:cubicBezTo>
                    <a:pt x="20236" y="1003"/>
                    <a:pt x="19795" y="835"/>
                    <a:pt x="19347" y="687"/>
                  </a:cubicBezTo>
                  <a:cubicBezTo>
                    <a:pt x="18100" y="280"/>
                    <a:pt x="16803" y="52"/>
                    <a:pt x="15491" y="8"/>
                  </a:cubicBezTo>
                  <a:cubicBezTo>
                    <a:pt x="15336" y="3"/>
                    <a:pt x="15180" y="0"/>
                    <a:pt x="15025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9"/>
            <p:cNvSpPr/>
            <p:nvPr/>
          </p:nvSpPr>
          <p:spPr>
            <a:xfrm>
              <a:off x="1755500" y="2300325"/>
              <a:ext cx="740400" cy="695775"/>
            </a:xfrm>
            <a:custGeom>
              <a:avLst/>
              <a:gdLst/>
              <a:ahLst/>
              <a:cxnLst/>
              <a:rect l="l" t="t" r="r" b="b"/>
              <a:pathLst>
                <a:path w="29616" h="27831" extrusionOk="0">
                  <a:moveTo>
                    <a:pt x="14709" y="1"/>
                  </a:moveTo>
                  <a:cubicBezTo>
                    <a:pt x="10711" y="1"/>
                    <a:pt x="6906" y="1725"/>
                    <a:pt x="4270" y="4732"/>
                  </a:cubicBezTo>
                  <a:cubicBezTo>
                    <a:pt x="1084" y="8350"/>
                    <a:pt x="1" y="13360"/>
                    <a:pt x="1409" y="17972"/>
                  </a:cubicBezTo>
                  <a:cubicBezTo>
                    <a:pt x="2162" y="20449"/>
                    <a:pt x="3591" y="22666"/>
                    <a:pt x="5538" y="24372"/>
                  </a:cubicBezTo>
                  <a:cubicBezTo>
                    <a:pt x="5852" y="24649"/>
                    <a:pt x="6186" y="24919"/>
                    <a:pt x="6533" y="25169"/>
                  </a:cubicBezTo>
                  <a:cubicBezTo>
                    <a:pt x="7590" y="25942"/>
                    <a:pt x="8754" y="26561"/>
                    <a:pt x="9987" y="27009"/>
                  </a:cubicBezTo>
                  <a:cubicBezTo>
                    <a:pt x="10428" y="27166"/>
                    <a:pt x="10883" y="27304"/>
                    <a:pt x="11340" y="27418"/>
                  </a:cubicBezTo>
                  <a:cubicBezTo>
                    <a:pt x="12017" y="27586"/>
                    <a:pt x="12707" y="27704"/>
                    <a:pt x="13402" y="27769"/>
                  </a:cubicBezTo>
                  <a:cubicBezTo>
                    <a:pt x="13838" y="27810"/>
                    <a:pt x="14282" y="27831"/>
                    <a:pt x="14720" y="27831"/>
                  </a:cubicBezTo>
                  <a:cubicBezTo>
                    <a:pt x="14724" y="27831"/>
                    <a:pt x="14728" y="27831"/>
                    <a:pt x="14732" y="27831"/>
                  </a:cubicBezTo>
                  <a:cubicBezTo>
                    <a:pt x="20119" y="27831"/>
                    <a:pt x="25025" y="24719"/>
                    <a:pt x="27318" y="19844"/>
                  </a:cubicBezTo>
                  <a:cubicBezTo>
                    <a:pt x="29616" y="14965"/>
                    <a:pt x="28886" y="9200"/>
                    <a:pt x="25446" y="5048"/>
                  </a:cubicBezTo>
                  <a:cubicBezTo>
                    <a:pt x="24977" y="4478"/>
                    <a:pt x="24462" y="3947"/>
                    <a:pt x="23908" y="3462"/>
                  </a:cubicBezTo>
                  <a:cubicBezTo>
                    <a:pt x="23374" y="2993"/>
                    <a:pt x="22806" y="2566"/>
                    <a:pt x="22211" y="2185"/>
                  </a:cubicBezTo>
                  <a:cubicBezTo>
                    <a:pt x="21622" y="1809"/>
                    <a:pt x="21008" y="1476"/>
                    <a:pt x="20370" y="1194"/>
                  </a:cubicBezTo>
                  <a:cubicBezTo>
                    <a:pt x="19925" y="998"/>
                    <a:pt x="19484" y="827"/>
                    <a:pt x="19050" y="686"/>
                  </a:cubicBezTo>
                  <a:cubicBezTo>
                    <a:pt x="17803" y="280"/>
                    <a:pt x="16505" y="51"/>
                    <a:pt x="15196" y="10"/>
                  </a:cubicBezTo>
                  <a:cubicBezTo>
                    <a:pt x="15041" y="3"/>
                    <a:pt x="14882" y="1"/>
                    <a:pt x="14725" y="1"/>
                  </a:cubicBezTo>
                  <a:cubicBezTo>
                    <a:pt x="14720" y="1"/>
                    <a:pt x="14714" y="1"/>
                    <a:pt x="14709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9"/>
            <p:cNvSpPr/>
            <p:nvPr/>
          </p:nvSpPr>
          <p:spPr>
            <a:xfrm>
              <a:off x="1748125" y="2300150"/>
              <a:ext cx="751300" cy="696125"/>
            </a:xfrm>
            <a:custGeom>
              <a:avLst/>
              <a:gdLst/>
              <a:ahLst/>
              <a:cxnLst/>
              <a:rect l="l" t="t" r="r" b="b"/>
              <a:pathLst>
                <a:path w="30052" h="27845" extrusionOk="0">
                  <a:moveTo>
                    <a:pt x="15005" y="15"/>
                  </a:moveTo>
                  <a:cubicBezTo>
                    <a:pt x="15010" y="15"/>
                    <a:pt x="15015" y="15"/>
                    <a:pt x="15020" y="15"/>
                  </a:cubicBezTo>
                  <a:cubicBezTo>
                    <a:pt x="15177" y="15"/>
                    <a:pt x="15334" y="17"/>
                    <a:pt x="15491" y="21"/>
                  </a:cubicBezTo>
                  <a:cubicBezTo>
                    <a:pt x="16800" y="65"/>
                    <a:pt x="18098" y="294"/>
                    <a:pt x="19342" y="700"/>
                  </a:cubicBezTo>
                  <a:cubicBezTo>
                    <a:pt x="19774" y="841"/>
                    <a:pt x="20218" y="1012"/>
                    <a:pt x="20663" y="1208"/>
                  </a:cubicBezTo>
                  <a:cubicBezTo>
                    <a:pt x="21300" y="1490"/>
                    <a:pt x="21915" y="1820"/>
                    <a:pt x="22503" y="2197"/>
                  </a:cubicBezTo>
                  <a:cubicBezTo>
                    <a:pt x="23099" y="2580"/>
                    <a:pt x="23667" y="3007"/>
                    <a:pt x="24198" y="3476"/>
                  </a:cubicBezTo>
                  <a:cubicBezTo>
                    <a:pt x="24752" y="3961"/>
                    <a:pt x="25267" y="4489"/>
                    <a:pt x="25736" y="5060"/>
                  </a:cubicBezTo>
                  <a:cubicBezTo>
                    <a:pt x="26789" y="6327"/>
                    <a:pt x="27606" y="7773"/>
                    <a:pt x="28147" y="9329"/>
                  </a:cubicBezTo>
                  <a:cubicBezTo>
                    <a:pt x="29638" y="13584"/>
                    <a:pt x="28973" y="18297"/>
                    <a:pt x="26364" y="21975"/>
                  </a:cubicBezTo>
                  <a:cubicBezTo>
                    <a:pt x="23756" y="25652"/>
                    <a:pt x="19529" y="27833"/>
                    <a:pt x="15023" y="27833"/>
                  </a:cubicBezTo>
                  <a:cubicBezTo>
                    <a:pt x="15020" y="27833"/>
                    <a:pt x="15018" y="27833"/>
                    <a:pt x="15015" y="27833"/>
                  </a:cubicBezTo>
                  <a:cubicBezTo>
                    <a:pt x="14577" y="27833"/>
                    <a:pt x="14133" y="27812"/>
                    <a:pt x="13697" y="27771"/>
                  </a:cubicBezTo>
                  <a:cubicBezTo>
                    <a:pt x="13002" y="27706"/>
                    <a:pt x="12312" y="27589"/>
                    <a:pt x="11635" y="27420"/>
                  </a:cubicBezTo>
                  <a:cubicBezTo>
                    <a:pt x="11180" y="27307"/>
                    <a:pt x="10725" y="27168"/>
                    <a:pt x="10282" y="27011"/>
                  </a:cubicBezTo>
                  <a:cubicBezTo>
                    <a:pt x="9051" y="26563"/>
                    <a:pt x="7888" y="25945"/>
                    <a:pt x="6830" y="25173"/>
                  </a:cubicBezTo>
                  <a:cubicBezTo>
                    <a:pt x="6486" y="24922"/>
                    <a:pt x="6151" y="24654"/>
                    <a:pt x="5835" y="24374"/>
                  </a:cubicBezTo>
                  <a:cubicBezTo>
                    <a:pt x="3888" y="22670"/>
                    <a:pt x="2459" y="20454"/>
                    <a:pt x="1706" y="17979"/>
                  </a:cubicBezTo>
                  <a:cubicBezTo>
                    <a:pt x="420" y="13760"/>
                    <a:pt x="1210" y="9184"/>
                    <a:pt x="3835" y="5642"/>
                  </a:cubicBezTo>
                  <a:cubicBezTo>
                    <a:pt x="6458" y="2103"/>
                    <a:pt x="10601" y="15"/>
                    <a:pt x="15005" y="15"/>
                  </a:cubicBezTo>
                  <a:close/>
                  <a:moveTo>
                    <a:pt x="15020" y="1"/>
                  </a:moveTo>
                  <a:lnTo>
                    <a:pt x="15020" y="3"/>
                  </a:lnTo>
                  <a:cubicBezTo>
                    <a:pt x="11155" y="3"/>
                    <a:pt x="7310" y="1603"/>
                    <a:pt x="4560" y="4736"/>
                  </a:cubicBezTo>
                  <a:cubicBezTo>
                    <a:pt x="159" y="9745"/>
                    <a:pt x="0" y="17023"/>
                    <a:pt x="3801" y="22176"/>
                  </a:cubicBezTo>
                  <a:cubicBezTo>
                    <a:pt x="4394" y="22984"/>
                    <a:pt x="5073" y="23723"/>
                    <a:pt x="5828" y="24384"/>
                  </a:cubicBezTo>
                  <a:cubicBezTo>
                    <a:pt x="6149" y="24668"/>
                    <a:pt x="6484" y="24933"/>
                    <a:pt x="6823" y="25180"/>
                  </a:cubicBezTo>
                  <a:cubicBezTo>
                    <a:pt x="7883" y="25954"/>
                    <a:pt x="9047" y="26575"/>
                    <a:pt x="10280" y="27021"/>
                  </a:cubicBezTo>
                  <a:cubicBezTo>
                    <a:pt x="10725" y="27180"/>
                    <a:pt x="11178" y="27318"/>
                    <a:pt x="11633" y="27432"/>
                  </a:cubicBezTo>
                  <a:cubicBezTo>
                    <a:pt x="12312" y="27600"/>
                    <a:pt x="13000" y="27718"/>
                    <a:pt x="13697" y="27782"/>
                  </a:cubicBezTo>
                  <a:cubicBezTo>
                    <a:pt x="14136" y="27824"/>
                    <a:pt x="14574" y="27845"/>
                    <a:pt x="15015" y="27845"/>
                  </a:cubicBezTo>
                  <a:cubicBezTo>
                    <a:pt x="18881" y="27845"/>
                    <a:pt x="22725" y="26245"/>
                    <a:pt x="25475" y="23111"/>
                  </a:cubicBezTo>
                  <a:cubicBezTo>
                    <a:pt x="30051" y="17900"/>
                    <a:pt x="30035" y="10227"/>
                    <a:pt x="25745" y="5050"/>
                  </a:cubicBezTo>
                  <a:cubicBezTo>
                    <a:pt x="25277" y="4482"/>
                    <a:pt x="24762" y="3951"/>
                    <a:pt x="24205" y="3464"/>
                  </a:cubicBezTo>
                  <a:cubicBezTo>
                    <a:pt x="23672" y="2995"/>
                    <a:pt x="23106" y="2568"/>
                    <a:pt x="22508" y="2185"/>
                  </a:cubicBezTo>
                  <a:cubicBezTo>
                    <a:pt x="21922" y="1809"/>
                    <a:pt x="21305" y="1478"/>
                    <a:pt x="20668" y="1197"/>
                  </a:cubicBezTo>
                  <a:cubicBezTo>
                    <a:pt x="20236" y="1005"/>
                    <a:pt x="19795" y="834"/>
                    <a:pt x="19347" y="689"/>
                  </a:cubicBezTo>
                  <a:cubicBezTo>
                    <a:pt x="18100" y="280"/>
                    <a:pt x="16803" y="52"/>
                    <a:pt x="15491" y="10"/>
                  </a:cubicBezTo>
                  <a:cubicBezTo>
                    <a:pt x="15334" y="5"/>
                    <a:pt x="15177" y="1"/>
                    <a:pt x="1502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9"/>
            <p:cNvSpPr/>
            <p:nvPr/>
          </p:nvSpPr>
          <p:spPr>
            <a:xfrm>
              <a:off x="1828875" y="2353550"/>
              <a:ext cx="589400" cy="589400"/>
            </a:xfrm>
            <a:custGeom>
              <a:avLst/>
              <a:gdLst/>
              <a:ahLst/>
              <a:cxnLst/>
              <a:rect l="l" t="t" r="r" b="b"/>
              <a:pathLst>
                <a:path w="23576" h="23576" fill="none" extrusionOk="0">
                  <a:moveTo>
                    <a:pt x="20123" y="3452"/>
                  </a:moveTo>
                  <a:cubicBezTo>
                    <a:pt x="22333" y="5662"/>
                    <a:pt x="23575" y="8662"/>
                    <a:pt x="23575" y="11788"/>
                  </a:cubicBezTo>
                  <a:cubicBezTo>
                    <a:pt x="23575" y="14914"/>
                    <a:pt x="22333" y="17911"/>
                    <a:pt x="20123" y="20121"/>
                  </a:cubicBezTo>
                  <a:cubicBezTo>
                    <a:pt x="17911" y="22333"/>
                    <a:pt x="14914" y="23575"/>
                    <a:pt x="11788" y="23575"/>
                  </a:cubicBezTo>
                  <a:cubicBezTo>
                    <a:pt x="8661" y="23575"/>
                    <a:pt x="5664" y="22333"/>
                    <a:pt x="3452" y="20121"/>
                  </a:cubicBezTo>
                  <a:cubicBezTo>
                    <a:pt x="1243" y="17911"/>
                    <a:pt x="0" y="14914"/>
                    <a:pt x="0" y="11788"/>
                  </a:cubicBezTo>
                  <a:cubicBezTo>
                    <a:pt x="0" y="8662"/>
                    <a:pt x="1243" y="5662"/>
                    <a:pt x="3452" y="3452"/>
                  </a:cubicBezTo>
                  <a:cubicBezTo>
                    <a:pt x="5664" y="1243"/>
                    <a:pt x="8661" y="1"/>
                    <a:pt x="11788" y="1"/>
                  </a:cubicBezTo>
                  <a:cubicBezTo>
                    <a:pt x="14914" y="1"/>
                    <a:pt x="17911" y="1243"/>
                    <a:pt x="20123" y="3452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9"/>
            <p:cNvSpPr/>
            <p:nvPr/>
          </p:nvSpPr>
          <p:spPr>
            <a:xfrm>
              <a:off x="1854800" y="2392075"/>
              <a:ext cx="553825" cy="513575"/>
            </a:xfrm>
            <a:custGeom>
              <a:avLst/>
              <a:gdLst/>
              <a:ahLst/>
              <a:cxnLst/>
              <a:rect l="l" t="t" r="r" b="b"/>
              <a:pathLst>
                <a:path w="22153" h="20543" extrusionOk="0">
                  <a:moveTo>
                    <a:pt x="10769" y="1"/>
                  </a:moveTo>
                  <a:cubicBezTo>
                    <a:pt x="10066" y="1"/>
                    <a:pt x="9353" y="73"/>
                    <a:pt x="8640" y="224"/>
                  </a:cubicBezTo>
                  <a:cubicBezTo>
                    <a:pt x="3496" y="1311"/>
                    <a:pt x="0" y="6102"/>
                    <a:pt x="543" y="11330"/>
                  </a:cubicBezTo>
                  <a:cubicBezTo>
                    <a:pt x="1083" y="16560"/>
                    <a:pt x="5489" y="20536"/>
                    <a:pt x="10746" y="20543"/>
                  </a:cubicBezTo>
                  <a:cubicBezTo>
                    <a:pt x="10752" y="20543"/>
                    <a:pt x="10757" y="20543"/>
                    <a:pt x="10763" y="20543"/>
                  </a:cubicBezTo>
                  <a:cubicBezTo>
                    <a:pt x="12195" y="20543"/>
                    <a:pt x="13614" y="20243"/>
                    <a:pt x="14925" y="19661"/>
                  </a:cubicBezTo>
                  <a:cubicBezTo>
                    <a:pt x="19733" y="17529"/>
                    <a:pt x="22152" y="12113"/>
                    <a:pt x="20536" y="7111"/>
                  </a:cubicBezTo>
                  <a:cubicBezTo>
                    <a:pt x="19144" y="2803"/>
                    <a:pt x="15140" y="1"/>
                    <a:pt x="10769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9"/>
            <p:cNvSpPr/>
            <p:nvPr/>
          </p:nvSpPr>
          <p:spPr>
            <a:xfrm>
              <a:off x="1836200" y="2390675"/>
              <a:ext cx="574725" cy="515125"/>
            </a:xfrm>
            <a:custGeom>
              <a:avLst/>
              <a:gdLst/>
              <a:ahLst/>
              <a:cxnLst/>
              <a:rect l="l" t="t" r="r" b="b"/>
              <a:pathLst>
                <a:path w="22989" h="20605" extrusionOk="0">
                  <a:moveTo>
                    <a:pt x="9338" y="226"/>
                  </a:moveTo>
                  <a:cubicBezTo>
                    <a:pt x="4666" y="1196"/>
                    <a:pt x="1150" y="5334"/>
                    <a:pt x="1148" y="10298"/>
                  </a:cubicBezTo>
                  <a:cubicBezTo>
                    <a:pt x="1146" y="15415"/>
                    <a:pt x="4876" y="19657"/>
                    <a:pt x="9761" y="20458"/>
                  </a:cubicBezTo>
                  <a:lnTo>
                    <a:pt x="9761" y="20458"/>
                  </a:lnTo>
                  <a:cubicBezTo>
                    <a:pt x="7896" y="20140"/>
                    <a:pt x="6139" y="19311"/>
                    <a:pt x="4695" y="18043"/>
                  </a:cubicBezTo>
                  <a:cubicBezTo>
                    <a:pt x="421" y="14286"/>
                    <a:pt x="1" y="7777"/>
                    <a:pt x="3755" y="3503"/>
                  </a:cubicBezTo>
                  <a:cubicBezTo>
                    <a:pt x="5228" y="1823"/>
                    <a:pt x="7191" y="684"/>
                    <a:pt x="9338" y="226"/>
                  </a:cubicBezTo>
                  <a:close/>
                  <a:moveTo>
                    <a:pt x="11483" y="0"/>
                  </a:moveTo>
                  <a:cubicBezTo>
                    <a:pt x="10756" y="0"/>
                    <a:pt x="10038" y="77"/>
                    <a:pt x="9338" y="226"/>
                  </a:cubicBezTo>
                  <a:lnTo>
                    <a:pt x="9338" y="226"/>
                  </a:lnTo>
                  <a:cubicBezTo>
                    <a:pt x="10017" y="86"/>
                    <a:pt x="10720" y="12"/>
                    <a:pt x="11440" y="12"/>
                  </a:cubicBezTo>
                  <a:cubicBezTo>
                    <a:pt x="11460" y="12"/>
                    <a:pt x="11479" y="12"/>
                    <a:pt x="11499" y="12"/>
                  </a:cubicBezTo>
                  <a:cubicBezTo>
                    <a:pt x="11501" y="12"/>
                    <a:pt x="11502" y="12"/>
                    <a:pt x="11504" y="12"/>
                  </a:cubicBezTo>
                  <a:cubicBezTo>
                    <a:pt x="16773" y="12"/>
                    <a:pt x="21193" y="3994"/>
                    <a:pt x="21740" y="9236"/>
                  </a:cubicBezTo>
                  <a:cubicBezTo>
                    <a:pt x="22285" y="14480"/>
                    <a:pt x="18780" y="19290"/>
                    <a:pt x="13619" y="20372"/>
                  </a:cubicBezTo>
                  <a:cubicBezTo>
                    <a:pt x="12919" y="20520"/>
                    <a:pt x="12206" y="20594"/>
                    <a:pt x="11490" y="20594"/>
                  </a:cubicBezTo>
                  <a:cubicBezTo>
                    <a:pt x="11473" y="20594"/>
                    <a:pt x="11456" y="20594"/>
                    <a:pt x="11439" y="20594"/>
                  </a:cubicBezTo>
                  <a:cubicBezTo>
                    <a:pt x="10868" y="20594"/>
                    <a:pt x="10307" y="20548"/>
                    <a:pt x="9761" y="20458"/>
                  </a:cubicBezTo>
                  <a:lnTo>
                    <a:pt x="9761" y="20458"/>
                  </a:lnTo>
                  <a:cubicBezTo>
                    <a:pt x="10329" y="20555"/>
                    <a:pt x="10907" y="20604"/>
                    <a:pt x="11490" y="20604"/>
                  </a:cubicBezTo>
                  <a:cubicBezTo>
                    <a:pt x="11713" y="20604"/>
                    <a:pt x="11936" y="20597"/>
                    <a:pt x="12160" y="20583"/>
                  </a:cubicBezTo>
                  <a:cubicBezTo>
                    <a:pt x="14887" y="20407"/>
                    <a:pt x="17431" y="19156"/>
                    <a:pt x="19234" y="17103"/>
                  </a:cubicBezTo>
                  <a:cubicBezTo>
                    <a:pt x="22989" y="12829"/>
                    <a:pt x="22569" y="6320"/>
                    <a:pt x="18295" y="2563"/>
                  </a:cubicBezTo>
                  <a:cubicBezTo>
                    <a:pt x="16420" y="912"/>
                    <a:pt x="14006" y="0"/>
                    <a:pt x="11509" y="0"/>
                  </a:cubicBezTo>
                  <a:cubicBezTo>
                    <a:pt x="11506" y="0"/>
                    <a:pt x="11503" y="0"/>
                    <a:pt x="11499" y="0"/>
                  </a:cubicBezTo>
                  <a:cubicBezTo>
                    <a:pt x="11494" y="0"/>
                    <a:pt x="11489" y="0"/>
                    <a:pt x="1148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9"/>
            <p:cNvSpPr/>
            <p:nvPr/>
          </p:nvSpPr>
          <p:spPr>
            <a:xfrm>
              <a:off x="1918750" y="2300450"/>
              <a:ext cx="313075" cy="675175"/>
            </a:xfrm>
            <a:custGeom>
              <a:avLst/>
              <a:gdLst/>
              <a:ahLst/>
              <a:cxnLst/>
              <a:rect l="l" t="t" r="r" b="b"/>
              <a:pathLst>
                <a:path w="12523" h="27007" extrusionOk="0">
                  <a:moveTo>
                    <a:pt x="8666" y="0"/>
                  </a:moveTo>
                  <a:lnTo>
                    <a:pt x="0" y="25168"/>
                  </a:lnTo>
                  <a:cubicBezTo>
                    <a:pt x="1058" y="25942"/>
                    <a:pt x="2222" y="26561"/>
                    <a:pt x="3455" y="27006"/>
                  </a:cubicBezTo>
                  <a:lnTo>
                    <a:pt x="12522" y="677"/>
                  </a:lnTo>
                  <a:cubicBezTo>
                    <a:pt x="11275" y="270"/>
                    <a:pt x="9978" y="42"/>
                    <a:pt x="8666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9"/>
            <p:cNvSpPr/>
            <p:nvPr/>
          </p:nvSpPr>
          <p:spPr>
            <a:xfrm>
              <a:off x="2039000" y="2330125"/>
              <a:ext cx="271850" cy="664550"/>
            </a:xfrm>
            <a:custGeom>
              <a:avLst/>
              <a:gdLst/>
              <a:ahLst/>
              <a:cxnLst/>
              <a:rect l="l" t="t" r="r" b="b"/>
              <a:pathLst>
                <a:path w="10874" h="26582" extrusionOk="0">
                  <a:moveTo>
                    <a:pt x="9033" y="0"/>
                  </a:moveTo>
                  <a:lnTo>
                    <a:pt x="0" y="26233"/>
                  </a:lnTo>
                  <a:cubicBezTo>
                    <a:pt x="677" y="26401"/>
                    <a:pt x="1365" y="26517"/>
                    <a:pt x="2060" y="26581"/>
                  </a:cubicBezTo>
                  <a:lnTo>
                    <a:pt x="10873" y="988"/>
                  </a:lnTo>
                  <a:cubicBezTo>
                    <a:pt x="10287" y="612"/>
                    <a:pt x="9670" y="282"/>
                    <a:pt x="9033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9"/>
            <p:cNvSpPr/>
            <p:nvPr/>
          </p:nvSpPr>
          <p:spPr>
            <a:xfrm>
              <a:off x="1717700" y="2254700"/>
              <a:ext cx="674075" cy="599875"/>
            </a:xfrm>
            <a:custGeom>
              <a:avLst/>
              <a:gdLst/>
              <a:ahLst/>
              <a:cxnLst/>
              <a:rect l="l" t="t" r="r" b="b"/>
              <a:pathLst>
                <a:path w="26963" h="23995" extrusionOk="0">
                  <a:moveTo>
                    <a:pt x="14948" y="0"/>
                  </a:moveTo>
                  <a:cubicBezTo>
                    <a:pt x="11086" y="0"/>
                    <a:pt x="7245" y="1602"/>
                    <a:pt x="4498" y="4730"/>
                  </a:cubicBezTo>
                  <a:cubicBezTo>
                    <a:pt x="0" y="9849"/>
                    <a:pt x="767" y="18552"/>
                    <a:pt x="5018" y="23994"/>
                  </a:cubicBezTo>
                  <a:cubicBezTo>
                    <a:pt x="1219" y="18841"/>
                    <a:pt x="1379" y="11563"/>
                    <a:pt x="5777" y="6554"/>
                  </a:cubicBezTo>
                  <a:cubicBezTo>
                    <a:pt x="8530" y="3420"/>
                    <a:pt x="12377" y="1820"/>
                    <a:pt x="16242" y="1820"/>
                  </a:cubicBezTo>
                  <a:cubicBezTo>
                    <a:pt x="16397" y="1820"/>
                    <a:pt x="16553" y="1823"/>
                    <a:pt x="16708" y="1828"/>
                  </a:cubicBezTo>
                  <a:cubicBezTo>
                    <a:pt x="18020" y="1872"/>
                    <a:pt x="19317" y="2100"/>
                    <a:pt x="20564" y="2507"/>
                  </a:cubicBezTo>
                  <a:cubicBezTo>
                    <a:pt x="21012" y="2655"/>
                    <a:pt x="21453" y="2823"/>
                    <a:pt x="21885" y="3015"/>
                  </a:cubicBezTo>
                  <a:cubicBezTo>
                    <a:pt x="22522" y="3299"/>
                    <a:pt x="23139" y="3629"/>
                    <a:pt x="23725" y="4005"/>
                  </a:cubicBezTo>
                  <a:cubicBezTo>
                    <a:pt x="24323" y="4389"/>
                    <a:pt x="24891" y="4816"/>
                    <a:pt x="25422" y="5285"/>
                  </a:cubicBezTo>
                  <a:cubicBezTo>
                    <a:pt x="25979" y="5769"/>
                    <a:pt x="26494" y="6300"/>
                    <a:pt x="26962" y="6871"/>
                  </a:cubicBezTo>
                  <a:cubicBezTo>
                    <a:pt x="26210" y="5592"/>
                    <a:pt x="25258" y="4439"/>
                    <a:pt x="24143" y="3463"/>
                  </a:cubicBezTo>
                  <a:cubicBezTo>
                    <a:pt x="23610" y="2994"/>
                    <a:pt x="23042" y="2567"/>
                    <a:pt x="22446" y="2184"/>
                  </a:cubicBezTo>
                  <a:cubicBezTo>
                    <a:pt x="21857" y="1807"/>
                    <a:pt x="21243" y="1477"/>
                    <a:pt x="20603" y="1193"/>
                  </a:cubicBezTo>
                  <a:cubicBezTo>
                    <a:pt x="20172" y="1001"/>
                    <a:pt x="19731" y="830"/>
                    <a:pt x="19283" y="685"/>
                  </a:cubicBezTo>
                  <a:cubicBezTo>
                    <a:pt x="18038" y="279"/>
                    <a:pt x="16740" y="50"/>
                    <a:pt x="15429" y="8"/>
                  </a:cubicBezTo>
                  <a:cubicBezTo>
                    <a:pt x="15269" y="3"/>
                    <a:pt x="15108" y="0"/>
                    <a:pt x="14948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8" name="Google Shape;448;p29"/>
          <p:cNvGrpSpPr/>
          <p:nvPr/>
        </p:nvGrpSpPr>
        <p:grpSpPr>
          <a:xfrm rot="1439146">
            <a:off x="1152054" y="4088816"/>
            <a:ext cx="549215" cy="531497"/>
            <a:chOff x="1785750" y="3413025"/>
            <a:chExt cx="785025" cy="759700"/>
          </a:xfrm>
        </p:grpSpPr>
        <p:sp>
          <p:nvSpPr>
            <p:cNvPr id="449" name="Google Shape;449;p29"/>
            <p:cNvSpPr/>
            <p:nvPr/>
          </p:nvSpPr>
          <p:spPr>
            <a:xfrm>
              <a:off x="1785750" y="3414125"/>
              <a:ext cx="739475" cy="758125"/>
            </a:xfrm>
            <a:custGeom>
              <a:avLst/>
              <a:gdLst/>
              <a:ahLst/>
              <a:cxnLst/>
              <a:rect l="l" t="t" r="r" b="b"/>
              <a:pathLst>
                <a:path w="29579" h="30325" extrusionOk="0">
                  <a:moveTo>
                    <a:pt x="9020" y="1"/>
                  </a:moveTo>
                  <a:cubicBezTo>
                    <a:pt x="7692" y="1"/>
                    <a:pt x="5740" y="539"/>
                    <a:pt x="3861" y="3055"/>
                  </a:cubicBezTo>
                  <a:cubicBezTo>
                    <a:pt x="2298" y="5150"/>
                    <a:pt x="1" y="7953"/>
                    <a:pt x="3376" y="15081"/>
                  </a:cubicBezTo>
                  <a:cubicBezTo>
                    <a:pt x="5324" y="19195"/>
                    <a:pt x="13615" y="30324"/>
                    <a:pt x="21398" y="30324"/>
                  </a:cubicBezTo>
                  <a:cubicBezTo>
                    <a:pt x="22382" y="30324"/>
                    <a:pt x="23358" y="30147"/>
                    <a:pt x="24312" y="29754"/>
                  </a:cubicBezTo>
                  <a:cubicBezTo>
                    <a:pt x="28992" y="27831"/>
                    <a:pt x="29579" y="23234"/>
                    <a:pt x="29579" y="23234"/>
                  </a:cubicBezTo>
                  <a:lnTo>
                    <a:pt x="29579" y="23234"/>
                  </a:lnTo>
                  <a:cubicBezTo>
                    <a:pt x="29578" y="23234"/>
                    <a:pt x="27493" y="25961"/>
                    <a:pt x="23856" y="25961"/>
                  </a:cubicBezTo>
                  <a:cubicBezTo>
                    <a:pt x="19899" y="25961"/>
                    <a:pt x="14105" y="22732"/>
                    <a:pt x="7161" y="9243"/>
                  </a:cubicBezTo>
                  <a:cubicBezTo>
                    <a:pt x="2674" y="532"/>
                    <a:pt x="10659" y="303"/>
                    <a:pt x="10659" y="303"/>
                  </a:cubicBezTo>
                  <a:cubicBezTo>
                    <a:pt x="10659" y="303"/>
                    <a:pt x="10015" y="1"/>
                    <a:pt x="9020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9"/>
            <p:cNvSpPr/>
            <p:nvPr/>
          </p:nvSpPr>
          <p:spPr>
            <a:xfrm>
              <a:off x="1907725" y="3413150"/>
              <a:ext cx="621375" cy="676450"/>
            </a:xfrm>
            <a:custGeom>
              <a:avLst/>
              <a:gdLst/>
              <a:ahLst/>
              <a:cxnLst/>
              <a:rect l="l" t="t" r="r" b="b"/>
              <a:pathLst>
                <a:path w="24855" h="27058" extrusionOk="0">
                  <a:moveTo>
                    <a:pt x="4358" y="0"/>
                  </a:moveTo>
                  <a:cubicBezTo>
                    <a:pt x="3185" y="0"/>
                    <a:pt x="2222" y="319"/>
                    <a:pt x="1497" y="949"/>
                  </a:cubicBezTo>
                  <a:cubicBezTo>
                    <a:pt x="725" y="1619"/>
                    <a:pt x="266" y="2603"/>
                    <a:pt x="132" y="3870"/>
                  </a:cubicBezTo>
                  <a:cubicBezTo>
                    <a:pt x="0" y="5094"/>
                    <a:pt x="176" y="6532"/>
                    <a:pt x="656" y="8144"/>
                  </a:cubicBezTo>
                  <a:cubicBezTo>
                    <a:pt x="1640" y="11460"/>
                    <a:pt x="3789" y="15136"/>
                    <a:pt x="6710" y="18495"/>
                  </a:cubicBezTo>
                  <a:cubicBezTo>
                    <a:pt x="7537" y="19451"/>
                    <a:pt x="8417" y="20361"/>
                    <a:pt x="9343" y="21225"/>
                  </a:cubicBezTo>
                  <a:cubicBezTo>
                    <a:pt x="10504" y="22310"/>
                    <a:pt x="11700" y="23275"/>
                    <a:pt x="12898" y="24090"/>
                  </a:cubicBezTo>
                  <a:cubicBezTo>
                    <a:pt x="13538" y="24529"/>
                    <a:pt x="14178" y="24928"/>
                    <a:pt x="14803" y="25272"/>
                  </a:cubicBezTo>
                  <a:cubicBezTo>
                    <a:pt x="16911" y="26438"/>
                    <a:pt x="18881" y="27057"/>
                    <a:pt x="20497" y="27057"/>
                  </a:cubicBezTo>
                  <a:cubicBezTo>
                    <a:pt x="20606" y="27057"/>
                    <a:pt x="20714" y="27052"/>
                    <a:pt x="20818" y="27048"/>
                  </a:cubicBezTo>
                  <a:cubicBezTo>
                    <a:pt x="21848" y="26995"/>
                    <a:pt x="22702" y="26678"/>
                    <a:pt x="23358" y="26108"/>
                  </a:cubicBezTo>
                  <a:cubicBezTo>
                    <a:pt x="24129" y="25438"/>
                    <a:pt x="24589" y="24455"/>
                    <a:pt x="24723" y="23187"/>
                  </a:cubicBezTo>
                  <a:cubicBezTo>
                    <a:pt x="24854" y="21961"/>
                    <a:pt x="24677" y="20525"/>
                    <a:pt x="24199" y="18911"/>
                  </a:cubicBezTo>
                  <a:cubicBezTo>
                    <a:pt x="23215" y="15598"/>
                    <a:pt x="21063" y="11922"/>
                    <a:pt x="18144" y="8560"/>
                  </a:cubicBezTo>
                  <a:cubicBezTo>
                    <a:pt x="17800" y="8165"/>
                    <a:pt x="17477" y="7807"/>
                    <a:pt x="17154" y="7468"/>
                  </a:cubicBezTo>
                  <a:lnTo>
                    <a:pt x="17152" y="7465"/>
                  </a:lnTo>
                  <a:cubicBezTo>
                    <a:pt x="15041" y="5219"/>
                    <a:pt x="12723" y="3332"/>
                    <a:pt x="10449" y="2011"/>
                  </a:cubicBezTo>
                  <a:cubicBezTo>
                    <a:pt x="9846" y="1658"/>
                    <a:pt x="9223" y="1337"/>
                    <a:pt x="8585" y="1051"/>
                  </a:cubicBezTo>
                  <a:cubicBezTo>
                    <a:pt x="7442" y="543"/>
                    <a:pt x="6364" y="215"/>
                    <a:pt x="5385" y="74"/>
                  </a:cubicBezTo>
                  <a:cubicBezTo>
                    <a:pt x="5046" y="26"/>
                    <a:pt x="4702" y="0"/>
                    <a:pt x="4358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9"/>
            <p:cNvSpPr/>
            <p:nvPr/>
          </p:nvSpPr>
          <p:spPr>
            <a:xfrm>
              <a:off x="1866050" y="3413025"/>
              <a:ext cx="704725" cy="676675"/>
            </a:xfrm>
            <a:custGeom>
              <a:avLst/>
              <a:gdLst/>
              <a:ahLst/>
              <a:cxnLst/>
              <a:rect l="l" t="t" r="r" b="b"/>
              <a:pathLst>
                <a:path w="28189" h="27067" extrusionOk="0">
                  <a:moveTo>
                    <a:pt x="6022" y="1"/>
                  </a:moveTo>
                  <a:cubicBezTo>
                    <a:pt x="6022" y="1"/>
                    <a:pt x="6022" y="1"/>
                    <a:pt x="6022" y="1"/>
                  </a:cubicBezTo>
                  <a:lnTo>
                    <a:pt x="6022" y="1"/>
                  </a:lnTo>
                  <a:cubicBezTo>
                    <a:pt x="6023" y="1"/>
                    <a:pt x="6024" y="1"/>
                    <a:pt x="6025" y="1"/>
                  </a:cubicBezTo>
                  <a:close/>
                  <a:moveTo>
                    <a:pt x="6025" y="12"/>
                  </a:moveTo>
                  <a:cubicBezTo>
                    <a:pt x="6369" y="12"/>
                    <a:pt x="6710" y="38"/>
                    <a:pt x="7052" y="86"/>
                  </a:cubicBezTo>
                  <a:cubicBezTo>
                    <a:pt x="8031" y="227"/>
                    <a:pt x="9107" y="555"/>
                    <a:pt x="10250" y="1063"/>
                  </a:cubicBezTo>
                  <a:cubicBezTo>
                    <a:pt x="10887" y="1349"/>
                    <a:pt x="11511" y="1668"/>
                    <a:pt x="12113" y="2021"/>
                  </a:cubicBezTo>
                  <a:cubicBezTo>
                    <a:pt x="14388" y="3344"/>
                    <a:pt x="16706" y="5231"/>
                    <a:pt x="18814" y="7475"/>
                  </a:cubicBezTo>
                  <a:lnTo>
                    <a:pt x="18816" y="7477"/>
                  </a:lnTo>
                  <a:cubicBezTo>
                    <a:pt x="19139" y="7817"/>
                    <a:pt x="19463" y="8172"/>
                    <a:pt x="19807" y="8569"/>
                  </a:cubicBezTo>
                  <a:cubicBezTo>
                    <a:pt x="21282" y="10266"/>
                    <a:pt x="22561" y="12047"/>
                    <a:pt x="23612" y="13855"/>
                  </a:cubicBezTo>
                  <a:cubicBezTo>
                    <a:pt x="24626" y="15605"/>
                    <a:pt x="25381" y="17307"/>
                    <a:pt x="25861" y="18918"/>
                  </a:cubicBezTo>
                  <a:cubicBezTo>
                    <a:pt x="26339" y="20530"/>
                    <a:pt x="26514" y="21966"/>
                    <a:pt x="26385" y="23190"/>
                  </a:cubicBezTo>
                  <a:cubicBezTo>
                    <a:pt x="26251" y="24458"/>
                    <a:pt x="25792" y="25439"/>
                    <a:pt x="25020" y="26108"/>
                  </a:cubicBezTo>
                  <a:cubicBezTo>
                    <a:pt x="24365" y="26676"/>
                    <a:pt x="23513" y="26993"/>
                    <a:pt x="22485" y="27046"/>
                  </a:cubicBezTo>
                  <a:cubicBezTo>
                    <a:pt x="22381" y="27051"/>
                    <a:pt x="22273" y="27055"/>
                    <a:pt x="22164" y="27055"/>
                  </a:cubicBezTo>
                  <a:cubicBezTo>
                    <a:pt x="20548" y="27055"/>
                    <a:pt x="18578" y="26439"/>
                    <a:pt x="16473" y="25270"/>
                  </a:cubicBezTo>
                  <a:cubicBezTo>
                    <a:pt x="15847" y="24926"/>
                    <a:pt x="15207" y="24529"/>
                    <a:pt x="14568" y="24088"/>
                  </a:cubicBezTo>
                  <a:cubicBezTo>
                    <a:pt x="13369" y="23273"/>
                    <a:pt x="12173" y="22310"/>
                    <a:pt x="11012" y="21225"/>
                  </a:cubicBezTo>
                  <a:cubicBezTo>
                    <a:pt x="10086" y="20361"/>
                    <a:pt x="9209" y="19452"/>
                    <a:pt x="8380" y="18496"/>
                  </a:cubicBezTo>
                  <a:cubicBezTo>
                    <a:pt x="6904" y="16799"/>
                    <a:pt x="5625" y="15018"/>
                    <a:pt x="4574" y="13210"/>
                  </a:cubicBezTo>
                  <a:cubicBezTo>
                    <a:pt x="3561" y="11463"/>
                    <a:pt x="2806" y="9759"/>
                    <a:pt x="2326" y="8147"/>
                  </a:cubicBezTo>
                  <a:cubicBezTo>
                    <a:pt x="1848" y="6535"/>
                    <a:pt x="1672" y="5099"/>
                    <a:pt x="1801" y="3875"/>
                  </a:cubicBezTo>
                  <a:cubicBezTo>
                    <a:pt x="1938" y="2610"/>
                    <a:pt x="2397" y="1629"/>
                    <a:pt x="3166" y="959"/>
                  </a:cubicBezTo>
                  <a:cubicBezTo>
                    <a:pt x="3889" y="331"/>
                    <a:pt x="4852" y="12"/>
                    <a:pt x="6025" y="12"/>
                  </a:cubicBezTo>
                  <a:close/>
                  <a:moveTo>
                    <a:pt x="6022" y="1"/>
                  </a:moveTo>
                  <a:lnTo>
                    <a:pt x="6022" y="1"/>
                  </a:lnTo>
                  <a:cubicBezTo>
                    <a:pt x="4880" y="1"/>
                    <a:pt x="3902" y="306"/>
                    <a:pt x="3159" y="950"/>
                  </a:cubicBezTo>
                  <a:cubicBezTo>
                    <a:pt x="0" y="3695"/>
                    <a:pt x="2335" y="11555"/>
                    <a:pt x="8370" y="18503"/>
                  </a:cubicBezTo>
                  <a:cubicBezTo>
                    <a:pt x="9199" y="19461"/>
                    <a:pt x="10079" y="20371"/>
                    <a:pt x="11005" y="21234"/>
                  </a:cubicBezTo>
                  <a:cubicBezTo>
                    <a:pt x="12180" y="22331"/>
                    <a:pt x="13379" y="23291"/>
                    <a:pt x="14561" y="24100"/>
                  </a:cubicBezTo>
                  <a:cubicBezTo>
                    <a:pt x="15203" y="24541"/>
                    <a:pt x="15840" y="24935"/>
                    <a:pt x="16466" y="25282"/>
                  </a:cubicBezTo>
                  <a:cubicBezTo>
                    <a:pt x="18553" y="26436"/>
                    <a:pt x="20527" y="27067"/>
                    <a:pt x="22162" y="27067"/>
                  </a:cubicBezTo>
                  <a:cubicBezTo>
                    <a:pt x="22273" y="27067"/>
                    <a:pt x="22379" y="27064"/>
                    <a:pt x="22485" y="27060"/>
                  </a:cubicBezTo>
                  <a:cubicBezTo>
                    <a:pt x="23490" y="27007"/>
                    <a:pt x="24355" y="26702"/>
                    <a:pt x="25027" y="26118"/>
                  </a:cubicBezTo>
                  <a:cubicBezTo>
                    <a:pt x="28188" y="23372"/>
                    <a:pt x="25854" y="15513"/>
                    <a:pt x="19814" y="8562"/>
                  </a:cubicBezTo>
                  <a:cubicBezTo>
                    <a:pt x="19486" y="8186"/>
                    <a:pt x="19160" y="7824"/>
                    <a:pt x="18825" y="7470"/>
                  </a:cubicBezTo>
                  <a:lnTo>
                    <a:pt x="18823" y="7468"/>
                  </a:lnTo>
                  <a:cubicBezTo>
                    <a:pt x="16643" y="5150"/>
                    <a:pt x="14323" y="3296"/>
                    <a:pt x="12118" y="2012"/>
                  </a:cubicBezTo>
                  <a:cubicBezTo>
                    <a:pt x="11515" y="1659"/>
                    <a:pt x="10892" y="1340"/>
                    <a:pt x="10255" y="1054"/>
                  </a:cubicBezTo>
                  <a:cubicBezTo>
                    <a:pt x="9121" y="550"/>
                    <a:pt x="8038" y="215"/>
                    <a:pt x="7050" y="77"/>
                  </a:cubicBezTo>
                  <a:cubicBezTo>
                    <a:pt x="6710" y="28"/>
                    <a:pt x="6366" y="3"/>
                    <a:pt x="6022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9"/>
            <p:cNvSpPr/>
            <p:nvPr/>
          </p:nvSpPr>
          <p:spPr>
            <a:xfrm>
              <a:off x="1995350" y="3506475"/>
              <a:ext cx="474975" cy="482675"/>
            </a:xfrm>
            <a:custGeom>
              <a:avLst/>
              <a:gdLst/>
              <a:ahLst/>
              <a:cxnLst/>
              <a:rect l="l" t="t" r="r" b="b"/>
              <a:pathLst>
                <a:path w="18999" h="19307" extrusionOk="0">
                  <a:moveTo>
                    <a:pt x="2905" y="1"/>
                  </a:moveTo>
                  <a:cubicBezTo>
                    <a:pt x="2180" y="1"/>
                    <a:pt x="1587" y="197"/>
                    <a:pt x="1143" y="583"/>
                  </a:cubicBezTo>
                  <a:cubicBezTo>
                    <a:pt x="132" y="1460"/>
                    <a:pt x="0" y="3229"/>
                    <a:pt x="774" y="5566"/>
                  </a:cubicBezTo>
                  <a:cubicBezTo>
                    <a:pt x="1548" y="7900"/>
                    <a:pt x="3134" y="10521"/>
                    <a:pt x="5240" y="12945"/>
                  </a:cubicBezTo>
                  <a:cubicBezTo>
                    <a:pt x="6893" y="14848"/>
                    <a:pt x="8715" y="16455"/>
                    <a:pt x="10516" y="17598"/>
                  </a:cubicBezTo>
                  <a:cubicBezTo>
                    <a:pt x="12275" y="18715"/>
                    <a:pt x="13880" y="19306"/>
                    <a:pt x="15150" y="19306"/>
                  </a:cubicBezTo>
                  <a:cubicBezTo>
                    <a:pt x="15875" y="19306"/>
                    <a:pt x="16468" y="19112"/>
                    <a:pt x="16909" y="18727"/>
                  </a:cubicBezTo>
                  <a:cubicBezTo>
                    <a:pt x="18999" y="16912"/>
                    <a:pt x="17161" y="11366"/>
                    <a:pt x="12813" y="6362"/>
                  </a:cubicBezTo>
                  <a:cubicBezTo>
                    <a:pt x="11162" y="4462"/>
                    <a:pt x="9338" y="2853"/>
                    <a:pt x="7539" y="1710"/>
                  </a:cubicBezTo>
                  <a:cubicBezTo>
                    <a:pt x="5778" y="592"/>
                    <a:pt x="4175" y="1"/>
                    <a:pt x="2905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9"/>
            <p:cNvSpPr/>
            <p:nvPr/>
          </p:nvSpPr>
          <p:spPr>
            <a:xfrm>
              <a:off x="1971500" y="3506375"/>
              <a:ext cx="499050" cy="482950"/>
            </a:xfrm>
            <a:custGeom>
              <a:avLst/>
              <a:gdLst/>
              <a:ahLst/>
              <a:cxnLst/>
              <a:rect l="l" t="t" r="r" b="b"/>
              <a:pathLst>
                <a:path w="19962" h="19318" extrusionOk="0">
                  <a:moveTo>
                    <a:pt x="3859" y="12"/>
                  </a:moveTo>
                  <a:cubicBezTo>
                    <a:pt x="4492" y="12"/>
                    <a:pt x="5212" y="160"/>
                    <a:pt x="6004" y="453"/>
                  </a:cubicBezTo>
                  <a:cubicBezTo>
                    <a:pt x="6787" y="744"/>
                    <a:pt x="7625" y="1169"/>
                    <a:pt x="8491" y="1721"/>
                  </a:cubicBezTo>
                  <a:cubicBezTo>
                    <a:pt x="10290" y="2861"/>
                    <a:pt x="12114" y="4471"/>
                    <a:pt x="13765" y="6371"/>
                  </a:cubicBezTo>
                  <a:cubicBezTo>
                    <a:pt x="14829" y="7595"/>
                    <a:pt x="15762" y="8871"/>
                    <a:pt x="16535" y="10160"/>
                  </a:cubicBezTo>
                  <a:cubicBezTo>
                    <a:pt x="17284" y="11407"/>
                    <a:pt x="17854" y="12614"/>
                    <a:pt x="18228" y="13750"/>
                  </a:cubicBezTo>
                  <a:cubicBezTo>
                    <a:pt x="18604" y="14886"/>
                    <a:pt x="18768" y="15891"/>
                    <a:pt x="18713" y="16738"/>
                  </a:cubicBezTo>
                  <a:cubicBezTo>
                    <a:pt x="18657" y="17613"/>
                    <a:pt x="18371" y="18283"/>
                    <a:pt x="17861" y="18726"/>
                  </a:cubicBezTo>
                  <a:cubicBezTo>
                    <a:pt x="17418" y="19110"/>
                    <a:pt x="16826" y="19306"/>
                    <a:pt x="16104" y="19306"/>
                  </a:cubicBezTo>
                  <a:cubicBezTo>
                    <a:pt x="15471" y="19306"/>
                    <a:pt x="14751" y="19156"/>
                    <a:pt x="13959" y="18862"/>
                  </a:cubicBezTo>
                  <a:cubicBezTo>
                    <a:pt x="13176" y="18574"/>
                    <a:pt x="12338" y="18147"/>
                    <a:pt x="11472" y="17597"/>
                  </a:cubicBezTo>
                  <a:cubicBezTo>
                    <a:pt x="9673" y="16454"/>
                    <a:pt x="7849" y="14847"/>
                    <a:pt x="6198" y="12947"/>
                  </a:cubicBezTo>
                  <a:cubicBezTo>
                    <a:pt x="5134" y="11721"/>
                    <a:pt x="4201" y="10446"/>
                    <a:pt x="3427" y="9155"/>
                  </a:cubicBezTo>
                  <a:cubicBezTo>
                    <a:pt x="2679" y="7909"/>
                    <a:pt x="2109" y="6703"/>
                    <a:pt x="1735" y="5567"/>
                  </a:cubicBezTo>
                  <a:cubicBezTo>
                    <a:pt x="1359" y="4431"/>
                    <a:pt x="1195" y="3427"/>
                    <a:pt x="1250" y="2579"/>
                  </a:cubicBezTo>
                  <a:cubicBezTo>
                    <a:pt x="1305" y="1702"/>
                    <a:pt x="1592" y="1035"/>
                    <a:pt x="2102" y="591"/>
                  </a:cubicBezTo>
                  <a:cubicBezTo>
                    <a:pt x="2545" y="206"/>
                    <a:pt x="3136" y="12"/>
                    <a:pt x="3859" y="12"/>
                  </a:cubicBezTo>
                  <a:close/>
                  <a:moveTo>
                    <a:pt x="3859" y="0"/>
                  </a:moveTo>
                  <a:cubicBezTo>
                    <a:pt x="3150" y="0"/>
                    <a:pt x="2548" y="187"/>
                    <a:pt x="2095" y="582"/>
                  </a:cubicBezTo>
                  <a:cubicBezTo>
                    <a:pt x="1" y="2402"/>
                    <a:pt x="1834" y="7941"/>
                    <a:pt x="6189" y="12954"/>
                  </a:cubicBezTo>
                  <a:cubicBezTo>
                    <a:pt x="9599" y="16879"/>
                    <a:pt x="13545" y="19317"/>
                    <a:pt x="16104" y="19317"/>
                  </a:cubicBezTo>
                  <a:cubicBezTo>
                    <a:pt x="16813" y="19317"/>
                    <a:pt x="17415" y="19130"/>
                    <a:pt x="17868" y="18735"/>
                  </a:cubicBezTo>
                  <a:cubicBezTo>
                    <a:pt x="19962" y="16914"/>
                    <a:pt x="18129" y="11374"/>
                    <a:pt x="13774" y="6364"/>
                  </a:cubicBezTo>
                  <a:cubicBezTo>
                    <a:pt x="10364" y="2439"/>
                    <a:pt x="6418" y="0"/>
                    <a:pt x="385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9"/>
            <p:cNvSpPr/>
            <p:nvPr/>
          </p:nvSpPr>
          <p:spPr>
            <a:xfrm>
              <a:off x="1957425" y="3464225"/>
              <a:ext cx="524275" cy="572250"/>
            </a:xfrm>
            <a:custGeom>
              <a:avLst/>
              <a:gdLst/>
              <a:ahLst/>
              <a:cxnLst/>
              <a:rect l="l" t="t" r="r" b="b"/>
              <a:pathLst>
                <a:path w="20971" h="22890" fill="none" extrusionOk="0">
                  <a:moveTo>
                    <a:pt x="15154" y="7387"/>
                  </a:moveTo>
                  <a:cubicBezTo>
                    <a:pt x="17544" y="10137"/>
                    <a:pt x="19343" y="13201"/>
                    <a:pt x="20158" y="15907"/>
                  </a:cubicBezTo>
                  <a:cubicBezTo>
                    <a:pt x="20971" y="18614"/>
                    <a:pt x="20733" y="20738"/>
                    <a:pt x="19495" y="21814"/>
                  </a:cubicBezTo>
                  <a:cubicBezTo>
                    <a:pt x="18255" y="22890"/>
                    <a:pt x="16119" y="22830"/>
                    <a:pt x="13554" y="21645"/>
                  </a:cubicBezTo>
                  <a:cubicBezTo>
                    <a:pt x="10989" y="20463"/>
                    <a:pt x="8204" y="18253"/>
                    <a:pt x="5817" y="15503"/>
                  </a:cubicBezTo>
                  <a:cubicBezTo>
                    <a:pt x="3427" y="12753"/>
                    <a:pt x="1626" y="9689"/>
                    <a:pt x="813" y="6983"/>
                  </a:cubicBezTo>
                  <a:cubicBezTo>
                    <a:pt x="0" y="4279"/>
                    <a:pt x="238" y="2155"/>
                    <a:pt x="1476" y="1077"/>
                  </a:cubicBezTo>
                  <a:cubicBezTo>
                    <a:pt x="2714" y="1"/>
                    <a:pt x="4852" y="63"/>
                    <a:pt x="7417" y="1245"/>
                  </a:cubicBezTo>
                  <a:cubicBezTo>
                    <a:pt x="9982" y="2428"/>
                    <a:pt x="12765" y="4637"/>
                    <a:pt x="15154" y="7387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9"/>
            <p:cNvSpPr/>
            <p:nvPr/>
          </p:nvSpPr>
          <p:spPr>
            <a:xfrm>
              <a:off x="2169050" y="3463300"/>
              <a:ext cx="263475" cy="709425"/>
            </a:xfrm>
            <a:custGeom>
              <a:avLst/>
              <a:gdLst/>
              <a:ahLst/>
              <a:cxnLst/>
              <a:rect l="l" t="t" r="r" b="b"/>
              <a:pathLst>
                <a:path w="10539" h="28377" extrusionOk="0">
                  <a:moveTo>
                    <a:pt x="0" y="1"/>
                  </a:moveTo>
                  <a:lnTo>
                    <a:pt x="379" y="2030"/>
                  </a:lnTo>
                  <a:lnTo>
                    <a:pt x="644" y="3467"/>
                  </a:lnTo>
                  <a:lnTo>
                    <a:pt x="1831" y="9805"/>
                  </a:lnTo>
                  <a:lnTo>
                    <a:pt x="1854" y="9925"/>
                  </a:lnTo>
                  <a:lnTo>
                    <a:pt x="2064" y="11061"/>
                  </a:lnTo>
                  <a:lnTo>
                    <a:pt x="2067" y="11063"/>
                  </a:lnTo>
                  <a:lnTo>
                    <a:pt x="2591" y="13866"/>
                  </a:lnTo>
                  <a:lnTo>
                    <a:pt x="3616" y="19364"/>
                  </a:lnTo>
                  <a:lnTo>
                    <a:pt x="3939" y="21093"/>
                  </a:lnTo>
                  <a:lnTo>
                    <a:pt x="4348" y="23271"/>
                  </a:lnTo>
                  <a:lnTo>
                    <a:pt x="5285" y="28358"/>
                  </a:lnTo>
                  <a:cubicBezTo>
                    <a:pt x="5482" y="28370"/>
                    <a:pt x="5677" y="28376"/>
                    <a:pt x="5870" y="28376"/>
                  </a:cubicBezTo>
                  <a:cubicBezTo>
                    <a:pt x="7557" y="28376"/>
                    <a:pt x="9113" y="27897"/>
                    <a:pt x="10538" y="26940"/>
                  </a:cubicBezTo>
                  <a:lnTo>
                    <a:pt x="10365" y="25046"/>
                  </a:lnTo>
                  <a:lnTo>
                    <a:pt x="9885" y="22465"/>
                  </a:lnTo>
                  <a:lnTo>
                    <a:pt x="9562" y="20736"/>
                  </a:lnTo>
                  <a:lnTo>
                    <a:pt x="7611" y="10301"/>
                  </a:lnTo>
                  <a:lnTo>
                    <a:pt x="7181" y="8011"/>
                  </a:lnTo>
                  <a:lnTo>
                    <a:pt x="7179" y="8008"/>
                  </a:lnTo>
                  <a:lnTo>
                    <a:pt x="6705" y="5459"/>
                  </a:lnTo>
                  <a:lnTo>
                    <a:pt x="6703" y="5457"/>
                  </a:lnTo>
                  <a:cubicBezTo>
                    <a:pt x="4526" y="3139"/>
                    <a:pt x="2205" y="1285"/>
                    <a:pt x="0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9"/>
            <p:cNvSpPr/>
            <p:nvPr/>
          </p:nvSpPr>
          <p:spPr>
            <a:xfrm>
              <a:off x="2042325" y="3414925"/>
              <a:ext cx="215000" cy="748150"/>
            </a:xfrm>
            <a:custGeom>
              <a:avLst/>
              <a:gdLst/>
              <a:ahLst/>
              <a:cxnLst/>
              <a:rect l="l" t="t" r="r" b="b"/>
              <a:pathLst>
                <a:path w="8600" h="29926" extrusionOk="0">
                  <a:moveTo>
                    <a:pt x="1" y="1"/>
                  </a:moveTo>
                  <a:lnTo>
                    <a:pt x="428" y="2282"/>
                  </a:lnTo>
                  <a:lnTo>
                    <a:pt x="687" y="3675"/>
                  </a:lnTo>
                  <a:lnTo>
                    <a:pt x="3035" y="16231"/>
                  </a:lnTo>
                  <a:lnTo>
                    <a:pt x="3035" y="16233"/>
                  </a:lnTo>
                  <a:lnTo>
                    <a:pt x="3483" y="18637"/>
                  </a:lnTo>
                  <a:lnTo>
                    <a:pt x="3954" y="21158"/>
                  </a:lnTo>
                  <a:lnTo>
                    <a:pt x="5069" y="28346"/>
                  </a:lnTo>
                  <a:lnTo>
                    <a:pt x="8600" y="29925"/>
                  </a:lnTo>
                  <a:lnTo>
                    <a:pt x="7512" y="24024"/>
                  </a:lnTo>
                  <a:lnTo>
                    <a:pt x="7094" y="21795"/>
                  </a:lnTo>
                  <a:lnTo>
                    <a:pt x="6739" y="19895"/>
                  </a:lnTo>
                  <a:lnTo>
                    <a:pt x="5473" y="13123"/>
                  </a:lnTo>
                  <a:lnTo>
                    <a:pt x="5205" y="11684"/>
                  </a:lnTo>
                  <a:lnTo>
                    <a:pt x="5102" y="11139"/>
                  </a:lnTo>
                  <a:lnTo>
                    <a:pt x="5099" y="11137"/>
                  </a:lnTo>
                  <a:lnTo>
                    <a:pt x="4965" y="10408"/>
                  </a:lnTo>
                  <a:lnTo>
                    <a:pt x="3836" y="4372"/>
                  </a:lnTo>
                  <a:lnTo>
                    <a:pt x="3585" y="3028"/>
                  </a:lnTo>
                  <a:lnTo>
                    <a:pt x="3204" y="975"/>
                  </a:lnTo>
                  <a:cubicBezTo>
                    <a:pt x="2070" y="472"/>
                    <a:pt x="989" y="139"/>
                    <a:pt x="1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7" name="Google Shape;457;p29"/>
          <p:cNvGrpSpPr/>
          <p:nvPr/>
        </p:nvGrpSpPr>
        <p:grpSpPr>
          <a:xfrm flipH="1">
            <a:off x="987493" y="259508"/>
            <a:ext cx="530159" cy="550985"/>
            <a:chOff x="2777975" y="4487350"/>
            <a:chExt cx="803150" cy="834825"/>
          </a:xfrm>
        </p:grpSpPr>
        <p:sp>
          <p:nvSpPr>
            <p:cNvPr id="458" name="Google Shape;458;p29"/>
            <p:cNvSpPr/>
            <p:nvPr/>
          </p:nvSpPr>
          <p:spPr>
            <a:xfrm>
              <a:off x="2801475" y="4545025"/>
              <a:ext cx="776425" cy="720275"/>
            </a:xfrm>
            <a:custGeom>
              <a:avLst/>
              <a:gdLst/>
              <a:ahLst/>
              <a:cxnLst/>
              <a:rect l="l" t="t" r="r" b="b"/>
              <a:pathLst>
                <a:path w="31057" h="28811" extrusionOk="0">
                  <a:moveTo>
                    <a:pt x="14617" y="0"/>
                  </a:moveTo>
                  <a:cubicBezTo>
                    <a:pt x="8672" y="0"/>
                    <a:pt x="3310" y="3412"/>
                    <a:pt x="718" y="8603"/>
                  </a:cubicBezTo>
                  <a:cubicBezTo>
                    <a:pt x="469" y="9391"/>
                    <a:pt x="287" y="10196"/>
                    <a:pt x="169" y="11012"/>
                  </a:cubicBezTo>
                  <a:cubicBezTo>
                    <a:pt x="53" y="11797"/>
                    <a:pt x="0" y="12589"/>
                    <a:pt x="5" y="13381"/>
                  </a:cubicBezTo>
                  <a:cubicBezTo>
                    <a:pt x="10" y="14161"/>
                    <a:pt x="77" y="14939"/>
                    <a:pt x="201" y="15710"/>
                  </a:cubicBezTo>
                  <a:cubicBezTo>
                    <a:pt x="284" y="16230"/>
                    <a:pt x="393" y="16747"/>
                    <a:pt x="527" y="17255"/>
                  </a:cubicBezTo>
                  <a:cubicBezTo>
                    <a:pt x="905" y="18673"/>
                    <a:pt x="1483" y="20028"/>
                    <a:pt x="2240" y="21282"/>
                  </a:cubicBezTo>
                  <a:cubicBezTo>
                    <a:pt x="4565" y="25133"/>
                    <a:pt x="8532" y="27950"/>
                    <a:pt x="13328" y="28648"/>
                  </a:cubicBezTo>
                  <a:cubicBezTo>
                    <a:pt x="14085" y="28757"/>
                    <a:pt x="14838" y="28811"/>
                    <a:pt x="15582" y="28811"/>
                  </a:cubicBezTo>
                  <a:cubicBezTo>
                    <a:pt x="22075" y="28811"/>
                    <a:pt x="27874" y="24745"/>
                    <a:pt x="30130" y="18733"/>
                  </a:cubicBezTo>
                  <a:cubicBezTo>
                    <a:pt x="30456" y="17802"/>
                    <a:pt x="30691" y="16842"/>
                    <a:pt x="30837" y="15865"/>
                  </a:cubicBezTo>
                  <a:cubicBezTo>
                    <a:pt x="30906" y="15389"/>
                    <a:pt x="30952" y="14916"/>
                    <a:pt x="30978" y="14445"/>
                  </a:cubicBezTo>
                  <a:cubicBezTo>
                    <a:pt x="31056" y="12953"/>
                    <a:pt x="30121" y="13422"/>
                    <a:pt x="29793" y="12021"/>
                  </a:cubicBezTo>
                  <a:cubicBezTo>
                    <a:pt x="29671" y="11506"/>
                    <a:pt x="29523" y="10998"/>
                    <a:pt x="29354" y="10504"/>
                  </a:cubicBezTo>
                  <a:cubicBezTo>
                    <a:pt x="29098" y="9765"/>
                    <a:pt x="28789" y="9047"/>
                    <a:pt x="28426" y="8356"/>
                  </a:cubicBezTo>
                  <a:cubicBezTo>
                    <a:pt x="26191" y="4085"/>
                    <a:pt x="22007" y="910"/>
                    <a:pt x="16874" y="164"/>
                  </a:cubicBezTo>
                  <a:cubicBezTo>
                    <a:pt x="16116" y="54"/>
                    <a:pt x="15362" y="0"/>
                    <a:pt x="14617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9"/>
            <p:cNvSpPr/>
            <p:nvPr/>
          </p:nvSpPr>
          <p:spPr>
            <a:xfrm>
              <a:off x="2801650" y="4487525"/>
              <a:ext cx="779300" cy="777675"/>
            </a:xfrm>
            <a:custGeom>
              <a:avLst/>
              <a:gdLst/>
              <a:ahLst/>
              <a:cxnLst/>
              <a:rect l="l" t="t" r="r" b="b"/>
              <a:pathLst>
                <a:path w="31172" h="31107" extrusionOk="0">
                  <a:moveTo>
                    <a:pt x="15542" y="0"/>
                  </a:moveTo>
                  <a:cubicBezTo>
                    <a:pt x="8747" y="5"/>
                    <a:pt x="2743" y="4422"/>
                    <a:pt x="716" y="10908"/>
                  </a:cubicBezTo>
                  <a:cubicBezTo>
                    <a:pt x="469" y="11693"/>
                    <a:pt x="284" y="12499"/>
                    <a:pt x="169" y="13316"/>
                  </a:cubicBezTo>
                  <a:cubicBezTo>
                    <a:pt x="53" y="14099"/>
                    <a:pt x="0" y="14891"/>
                    <a:pt x="5" y="15683"/>
                  </a:cubicBezTo>
                  <a:cubicBezTo>
                    <a:pt x="10" y="16461"/>
                    <a:pt x="74" y="17239"/>
                    <a:pt x="199" y="18010"/>
                  </a:cubicBezTo>
                  <a:cubicBezTo>
                    <a:pt x="287" y="18546"/>
                    <a:pt x="395" y="19066"/>
                    <a:pt x="527" y="19555"/>
                  </a:cubicBezTo>
                  <a:cubicBezTo>
                    <a:pt x="905" y="20970"/>
                    <a:pt x="1480" y="22326"/>
                    <a:pt x="2240" y="23580"/>
                  </a:cubicBezTo>
                  <a:cubicBezTo>
                    <a:pt x="4657" y="27588"/>
                    <a:pt x="8696" y="30269"/>
                    <a:pt x="13321" y="30941"/>
                  </a:cubicBezTo>
                  <a:cubicBezTo>
                    <a:pt x="14069" y="31049"/>
                    <a:pt x="14822" y="31105"/>
                    <a:pt x="15577" y="31105"/>
                  </a:cubicBezTo>
                  <a:lnTo>
                    <a:pt x="15579" y="31107"/>
                  </a:lnTo>
                  <a:cubicBezTo>
                    <a:pt x="20354" y="31098"/>
                    <a:pt x="24861" y="28900"/>
                    <a:pt x="27807" y="25143"/>
                  </a:cubicBezTo>
                  <a:cubicBezTo>
                    <a:pt x="29479" y="23009"/>
                    <a:pt x="30564" y="20474"/>
                    <a:pt x="30950" y="17791"/>
                  </a:cubicBezTo>
                  <a:cubicBezTo>
                    <a:pt x="31019" y="17325"/>
                    <a:pt x="31068" y="16849"/>
                    <a:pt x="31091" y="16373"/>
                  </a:cubicBezTo>
                  <a:cubicBezTo>
                    <a:pt x="31171" y="14909"/>
                    <a:pt x="31042" y="13443"/>
                    <a:pt x="30710" y="12014"/>
                  </a:cubicBezTo>
                  <a:cubicBezTo>
                    <a:pt x="30587" y="11504"/>
                    <a:pt x="30442" y="10993"/>
                    <a:pt x="30271" y="10497"/>
                  </a:cubicBezTo>
                  <a:cubicBezTo>
                    <a:pt x="30015" y="9760"/>
                    <a:pt x="29705" y="9042"/>
                    <a:pt x="29343" y="8352"/>
                  </a:cubicBezTo>
                  <a:cubicBezTo>
                    <a:pt x="28218" y="6209"/>
                    <a:pt x="26614" y="4355"/>
                    <a:pt x="24656" y="2935"/>
                  </a:cubicBezTo>
                  <a:cubicBezTo>
                    <a:pt x="23660" y="2217"/>
                    <a:pt x="22584" y="1619"/>
                    <a:pt x="21451" y="1155"/>
                  </a:cubicBezTo>
                  <a:cubicBezTo>
                    <a:pt x="19573" y="393"/>
                    <a:pt x="17567" y="0"/>
                    <a:pt x="15542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9"/>
            <p:cNvSpPr/>
            <p:nvPr/>
          </p:nvSpPr>
          <p:spPr>
            <a:xfrm>
              <a:off x="2801525" y="4487350"/>
              <a:ext cx="779600" cy="777975"/>
            </a:xfrm>
            <a:custGeom>
              <a:avLst/>
              <a:gdLst/>
              <a:ahLst/>
              <a:cxnLst/>
              <a:rect l="l" t="t" r="r" b="b"/>
              <a:pathLst>
                <a:path w="31184" h="31119" extrusionOk="0">
                  <a:moveTo>
                    <a:pt x="15547" y="10"/>
                  </a:moveTo>
                  <a:cubicBezTo>
                    <a:pt x="17572" y="12"/>
                    <a:pt x="19576" y="402"/>
                    <a:pt x="21453" y="1164"/>
                  </a:cubicBezTo>
                  <a:cubicBezTo>
                    <a:pt x="23714" y="2090"/>
                    <a:pt x="25723" y="3535"/>
                    <a:pt x="27318" y="5385"/>
                  </a:cubicBezTo>
                  <a:cubicBezTo>
                    <a:pt x="28106" y="6295"/>
                    <a:pt x="28784" y="7294"/>
                    <a:pt x="29343" y="8359"/>
                  </a:cubicBezTo>
                  <a:cubicBezTo>
                    <a:pt x="29706" y="9049"/>
                    <a:pt x="30015" y="9767"/>
                    <a:pt x="30271" y="10506"/>
                  </a:cubicBezTo>
                  <a:cubicBezTo>
                    <a:pt x="30442" y="11000"/>
                    <a:pt x="30588" y="11511"/>
                    <a:pt x="30710" y="12023"/>
                  </a:cubicBezTo>
                  <a:cubicBezTo>
                    <a:pt x="31043" y="13448"/>
                    <a:pt x="31170" y="14914"/>
                    <a:pt x="31091" y="16378"/>
                  </a:cubicBezTo>
                  <a:cubicBezTo>
                    <a:pt x="31066" y="16854"/>
                    <a:pt x="31019" y="17329"/>
                    <a:pt x="30950" y="17796"/>
                  </a:cubicBezTo>
                  <a:cubicBezTo>
                    <a:pt x="30562" y="20476"/>
                    <a:pt x="29479" y="23012"/>
                    <a:pt x="27810" y="25143"/>
                  </a:cubicBezTo>
                  <a:cubicBezTo>
                    <a:pt x="24866" y="28904"/>
                    <a:pt x="20357" y="31102"/>
                    <a:pt x="15584" y="31107"/>
                  </a:cubicBezTo>
                  <a:cubicBezTo>
                    <a:pt x="13640" y="31105"/>
                    <a:pt x="11712" y="30745"/>
                    <a:pt x="9902" y="30040"/>
                  </a:cubicBezTo>
                  <a:cubicBezTo>
                    <a:pt x="7773" y="29209"/>
                    <a:pt x="5856" y="27918"/>
                    <a:pt x="4286" y="26258"/>
                  </a:cubicBezTo>
                  <a:cubicBezTo>
                    <a:pt x="3513" y="25443"/>
                    <a:pt x="2831" y="24545"/>
                    <a:pt x="2250" y="23584"/>
                  </a:cubicBezTo>
                  <a:cubicBezTo>
                    <a:pt x="1492" y="22331"/>
                    <a:pt x="915" y="20977"/>
                    <a:pt x="539" y="19562"/>
                  </a:cubicBezTo>
                  <a:cubicBezTo>
                    <a:pt x="407" y="19070"/>
                    <a:pt x="299" y="18551"/>
                    <a:pt x="211" y="18017"/>
                  </a:cubicBezTo>
                  <a:cubicBezTo>
                    <a:pt x="86" y="17246"/>
                    <a:pt x="21" y="16468"/>
                    <a:pt x="17" y="15690"/>
                  </a:cubicBezTo>
                  <a:cubicBezTo>
                    <a:pt x="10" y="14898"/>
                    <a:pt x="65" y="14106"/>
                    <a:pt x="181" y="13323"/>
                  </a:cubicBezTo>
                  <a:cubicBezTo>
                    <a:pt x="296" y="12506"/>
                    <a:pt x="481" y="11702"/>
                    <a:pt x="728" y="10915"/>
                  </a:cubicBezTo>
                  <a:cubicBezTo>
                    <a:pt x="2755" y="4434"/>
                    <a:pt x="8756" y="16"/>
                    <a:pt x="15549" y="12"/>
                  </a:cubicBezTo>
                  <a:lnTo>
                    <a:pt x="15547" y="10"/>
                  </a:lnTo>
                  <a:close/>
                  <a:moveTo>
                    <a:pt x="15549" y="0"/>
                  </a:moveTo>
                  <a:cubicBezTo>
                    <a:pt x="8761" y="0"/>
                    <a:pt x="2732" y="4445"/>
                    <a:pt x="716" y="10913"/>
                  </a:cubicBezTo>
                  <a:cubicBezTo>
                    <a:pt x="469" y="11700"/>
                    <a:pt x="287" y="12503"/>
                    <a:pt x="169" y="13321"/>
                  </a:cubicBezTo>
                  <a:cubicBezTo>
                    <a:pt x="54" y="14106"/>
                    <a:pt x="1" y="14898"/>
                    <a:pt x="5" y="15690"/>
                  </a:cubicBezTo>
                  <a:cubicBezTo>
                    <a:pt x="10" y="16470"/>
                    <a:pt x="75" y="17248"/>
                    <a:pt x="199" y="18017"/>
                  </a:cubicBezTo>
                  <a:cubicBezTo>
                    <a:pt x="282" y="18539"/>
                    <a:pt x="393" y="19054"/>
                    <a:pt x="527" y="19564"/>
                  </a:cubicBezTo>
                  <a:cubicBezTo>
                    <a:pt x="906" y="20980"/>
                    <a:pt x="1483" y="22335"/>
                    <a:pt x="2240" y="23589"/>
                  </a:cubicBezTo>
                  <a:cubicBezTo>
                    <a:pt x="4563" y="27440"/>
                    <a:pt x="8530" y="30257"/>
                    <a:pt x="13326" y="30955"/>
                  </a:cubicBezTo>
                  <a:cubicBezTo>
                    <a:pt x="14074" y="31063"/>
                    <a:pt x="14829" y="31116"/>
                    <a:pt x="15584" y="31119"/>
                  </a:cubicBezTo>
                  <a:cubicBezTo>
                    <a:pt x="22077" y="31119"/>
                    <a:pt x="27875" y="27052"/>
                    <a:pt x="30131" y="21040"/>
                  </a:cubicBezTo>
                  <a:cubicBezTo>
                    <a:pt x="30525" y="19994"/>
                    <a:pt x="30805" y="18906"/>
                    <a:pt x="30964" y="17798"/>
                  </a:cubicBezTo>
                  <a:cubicBezTo>
                    <a:pt x="31033" y="17322"/>
                    <a:pt x="31080" y="16849"/>
                    <a:pt x="31105" y="16378"/>
                  </a:cubicBezTo>
                  <a:cubicBezTo>
                    <a:pt x="31183" y="14914"/>
                    <a:pt x="31054" y="13448"/>
                    <a:pt x="30722" y="12021"/>
                  </a:cubicBezTo>
                  <a:cubicBezTo>
                    <a:pt x="30602" y="11506"/>
                    <a:pt x="30454" y="10996"/>
                    <a:pt x="30283" y="10502"/>
                  </a:cubicBezTo>
                  <a:cubicBezTo>
                    <a:pt x="30029" y="9765"/>
                    <a:pt x="29717" y="9047"/>
                    <a:pt x="29355" y="8354"/>
                  </a:cubicBezTo>
                  <a:cubicBezTo>
                    <a:pt x="27120" y="4083"/>
                    <a:pt x="22936" y="908"/>
                    <a:pt x="17803" y="164"/>
                  </a:cubicBezTo>
                  <a:cubicBezTo>
                    <a:pt x="17057" y="56"/>
                    <a:pt x="16304" y="0"/>
                    <a:pt x="1554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9"/>
            <p:cNvSpPr/>
            <p:nvPr/>
          </p:nvSpPr>
          <p:spPr>
            <a:xfrm>
              <a:off x="2861275" y="4546975"/>
              <a:ext cx="658650" cy="658675"/>
            </a:xfrm>
            <a:custGeom>
              <a:avLst/>
              <a:gdLst/>
              <a:ahLst/>
              <a:cxnLst/>
              <a:rect l="l" t="t" r="r" b="b"/>
              <a:pathLst>
                <a:path w="26346" h="26347" fill="none" extrusionOk="0">
                  <a:moveTo>
                    <a:pt x="22488" y="3859"/>
                  </a:moveTo>
                  <a:cubicBezTo>
                    <a:pt x="24958" y="6329"/>
                    <a:pt x="26346" y="9680"/>
                    <a:pt x="26346" y="13173"/>
                  </a:cubicBezTo>
                  <a:cubicBezTo>
                    <a:pt x="26346" y="16667"/>
                    <a:pt x="24958" y="20017"/>
                    <a:pt x="22488" y="22488"/>
                  </a:cubicBezTo>
                  <a:cubicBezTo>
                    <a:pt x="20017" y="24958"/>
                    <a:pt x="16667" y="26346"/>
                    <a:pt x="13173" y="26346"/>
                  </a:cubicBezTo>
                  <a:cubicBezTo>
                    <a:pt x="9680" y="26346"/>
                    <a:pt x="6329" y="24958"/>
                    <a:pt x="3859" y="22488"/>
                  </a:cubicBezTo>
                  <a:cubicBezTo>
                    <a:pt x="1388" y="20017"/>
                    <a:pt x="0" y="16667"/>
                    <a:pt x="0" y="13173"/>
                  </a:cubicBezTo>
                  <a:cubicBezTo>
                    <a:pt x="0" y="9680"/>
                    <a:pt x="1388" y="6329"/>
                    <a:pt x="3859" y="3859"/>
                  </a:cubicBezTo>
                  <a:cubicBezTo>
                    <a:pt x="6329" y="1388"/>
                    <a:pt x="9680" y="1"/>
                    <a:pt x="13173" y="1"/>
                  </a:cubicBezTo>
                  <a:cubicBezTo>
                    <a:pt x="16667" y="1"/>
                    <a:pt x="20017" y="1388"/>
                    <a:pt x="22488" y="3859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9"/>
            <p:cNvSpPr/>
            <p:nvPr/>
          </p:nvSpPr>
          <p:spPr>
            <a:xfrm>
              <a:off x="2892850" y="4588600"/>
              <a:ext cx="595500" cy="575475"/>
            </a:xfrm>
            <a:custGeom>
              <a:avLst/>
              <a:gdLst/>
              <a:ahLst/>
              <a:cxnLst/>
              <a:rect l="l" t="t" r="r" b="b"/>
              <a:pathLst>
                <a:path w="23820" h="23019" extrusionOk="0">
                  <a:moveTo>
                    <a:pt x="11896" y="0"/>
                  </a:moveTo>
                  <a:cubicBezTo>
                    <a:pt x="5865" y="7"/>
                    <a:pt x="864" y="4669"/>
                    <a:pt x="432" y="10684"/>
                  </a:cubicBezTo>
                  <a:cubicBezTo>
                    <a:pt x="0" y="16701"/>
                    <a:pt x="4286" y="22028"/>
                    <a:pt x="10255" y="22896"/>
                  </a:cubicBezTo>
                  <a:cubicBezTo>
                    <a:pt x="10809" y="22977"/>
                    <a:pt x="11365" y="23019"/>
                    <a:pt x="11924" y="23019"/>
                  </a:cubicBezTo>
                  <a:cubicBezTo>
                    <a:pt x="17955" y="23009"/>
                    <a:pt x="22959" y="18348"/>
                    <a:pt x="23388" y="12333"/>
                  </a:cubicBezTo>
                  <a:cubicBezTo>
                    <a:pt x="23820" y="6315"/>
                    <a:pt x="19534" y="989"/>
                    <a:pt x="13566" y="120"/>
                  </a:cubicBezTo>
                  <a:cubicBezTo>
                    <a:pt x="13014" y="40"/>
                    <a:pt x="12455" y="0"/>
                    <a:pt x="11896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9"/>
            <p:cNvSpPr/>
            <p:nvPr/>
          </p:nvSpPr>
          <p:spPr>
            <a:xfrm>
              <a:off x="2882925" y="4588425"/>
              <a:ext cx="615425" cy="575775"/>
            </a:xfrm>
            <a:custGeom>
              <a:avLst/>
              <a:gdLst/>
              <a:ahLst/>
              <a:cxnLst/>
              <a:rect l="l" t="t" r="r" b="b"/>
              <a:pathLst>
                <a:path w="24617" h="23031" extrusionOk="0">
                  <a:moveTo>
                    <a:pt x="12293" y="10"/>
                  </a:moveTo>
                  <a:lnTo>
                    <a:pt x="12293" y="12"/>
                  </a:lnTo>
                  <a:cubicBezTo>
                    <a:pt x="12852" y="12"/>
                    <a:pt x="13409" y="53"/>
                    <a:pt x="13963" y="132"/>
                  </a:cubicBezTo>
                  <a:cubicBezTo>
                    <a:pt x="19927" y="1000"/>
                    <a:pt x="24210" y="6327"/>
                    <a:pt x="23780" y="12340"/>
                  </a:cubicBezTo>
                  <a:cubicBezTo>
                    <a:pt x="23349" y="18350"/>
                    <a:pt x="18350" y="23012"/>
                    <a:pt x="12321" y="23019"/>
                  </a:cubicBezTo>
                  <a:cubicBezTo>
                    <a:pt x="11765" y="23019"/>
                    <a:pt x="11206" y="22979"/>
                    <a:pt x="10654" y="22899"/>
                  </a:cubicBezTo>
                  <a:cubicBezTo>
                    <a:pt x="4685" y="22033"/>
                    <a:pt x="397" y="16706"/>
                    <a:pt x="829" y="10691"/>
                  </a:cubicBezTo>
                  <a:cubicBezTo>
                    <a:pt x="1261" y="4676"/>
                    <a:pt x="6262" y="17"/>
                    <a:pt x="12293" y="10"/>
                  </a:cubicBezTo>
                  <a:close/>
                  <a:moveTo>
                    <a:pt x="12293" y="0"/>
                  </a:moveTo>
                  <a:cubicBezTo>
                    <a:pt x="6669" y="0"/>
                    <a:pt x="1746" y="4127"/>
                    <a:pt x="915" y="9857"/>
                  </a:cubicBezTo>
                  <a:cubicBezTo>
                    <a:pt x="0" y="16149"/>
                    <a:pt x="4360" y="21993"/>
                    <a:pt x="10652" y="22908"/>
                  </a:cubicBezTo>
                  <a:cubicBezTo>
                    <a:pt x="11203" y="22989"/>
                    <a:pt x="11762" y="23028"/>
                    <a:pt x="12321" y="23030"/>
                  </a:cubicBezTo>
                  <a:cubicBezTo>
                    <a:pt x="17948" y="23030"/>
                    <a:pt x="22868" y="18902"/>
                    <a:pt x="23702" y="13171"/>
                  </a:cubicBezTo>
                  <a:cubicBezTo>
                    <a:pt x="24616" y="6879"/>
                    <a:pt x="20257" y="1035"/>
                    <a:pt x="13965" y="120"/>
                  </a:cubicBezTo>
                  <a:cubicBezTo>
                    <a:pt x="13411" y="40"/>
                    <a:pt x="12852" y="0"/>
                    <a:pt x="1229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9"/>
            <p:cNvSpPr/>
            <p:nvPr/>
          </p:nvSpPr>
          <p:spPr>
            <a:xfrm>
              <a:off x="2814700" y="4787800"/>
              <a:ext cx="766375" cy="289275"/>
            </a:xfrm>
            <a:custGeom>
              <a:avLst/>
              <a:gdLst/>
              <a:ahLst/>
              <a:cxnLst/>
              <a:rect l="l" t="t" r="r" b="b"/>
              <a:pathLst>
                <a:path w="30655" h="11571" extrusionOk="0">
                  <a:moveTo>
                    <a:pt x="30192" y="1"/>
                  </a:moveTo>
                  <a:lnTo>
                    <a:pt x="0" y="7546"/>
                  </a:lnTo>
                  <a:cubicBezTo>
                    <a:pt x="379" y="8962"/>
                    <a:pt x="956" y="10317"/>
                    <a:pt x="1713" y="11571"/>
                  </a:cubicBezTo>
                  <a:lnTo>
                    <a:pt x="30573" y="4360"/>
                  </a:lnTo>
                  <a:cubicBezTo>
                    <a:pt x="30654" y="2896"/>
                    <a:pt x="30525" y="1428"/>
                    <a:pt x="30192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9"/>
            <p:cNvSpPr/>
            <p:nvPr/>
          </p:nvSpPr>
          <p:spPr>
            <a:xfrm>
              <a:off x="2801650" y="4696250"/>
              <a:ext cx="756850" cy="241550"/>
            </a:xfrm>
            <a:custGeom>
              <a:avLst/>
              <a:gdLst/>
              <a:ahLst/>
              <a:cxnLst/>
              <a:rect l="l" t="t" r="r" b="b"/>
              <a:pathLst>
                <a:path w="30274" h="9662" extrusionOk="0">
                  <a:moveTo>
                    <a:pt x="29347" y="1"/>
                  </a:moveTo>
                  <a:lnTo>
                    <a:pt x="0" y="7334"/>
                  </a:lnTo>
                  <a:cubicBezTo>
                    <a:pt x="5" y="8112"/>
                    <a:pt x="70" y="8890"/>
                    <a:pt x="194" y="9661"/>
                  </a:cubicBezTo>
                  <a:lnTo>
                    <a:pt x="30273" y="2143"/>
                  </a:lnTo>
                  <a:cubicBezTo>
                    <a:pt x="30019" y="1407"/>
                    <a:pt x="29710" y="691"/>
                    <a:pt x="293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9"/>
            <p:cNvSpPr/>
            <p:nvPr/>
          </p:nvSpPr>
          <p:spPr>
            <a:xfrm>
              <a:off x="2777975" y="4760150"/>
              <a:ext cx="776700" cy="562025"/>
            </a:xfrm>
            <a:custGeom>
              <a:avLst/>
              <a:gdLst/>
              <a:ahLst/>
              <a:cxnLst/>
              <a:rect l="l" t="t" r="r" b="b"/>
              <a:pathLst>
                <a:path w="31068" h="22481" extrusionOk="0">
                  <a:moveTo>
                    <a:pt x="1658" y="1"/>
                  </a:moveTo>
                  <a:lnTo>
                    <a:pt x="1658" y="1"/>
                  </a:lnTo>
                  <a:cubicBezTo>
                    <a:pt x="562" y="2201"/>
                    <a:pt x="1" y="4628"/>
                    <a:pt x="17" y="7087"/>
                  </a:cubicBezTo>
                  <a:cubicBezTo>
                    <a:pt x="21" y="7867"/>
                    <a:pt x="88" y="8645"/>
                    <a:pt x="213" y="9417"/>
                  </a:cubicBezTo>
                  <a:cubicBezTo>
                    <a:pt x="296" y="9936"/>
                    <a:pt x="405" y="10453"/>
                    <a:pt x="541" y="10961"/>
                  </a:cubicBezTo>
                  <a:cubicBezTo>
                    <a:pt x="917" y="12379"/>
                    <a:pt x="1495" y="13732"/>
                    <a:pt x="2252" y="14988"/>
                  </a:cubicBezTo>
                  <a:cubicBezTo>
                    <a:pt x="4577" y="18837"/>
                    <a:pt x="8542" y="21654"/>
                    <a:pt x="13340" y="22352"/>
                  </a:cubicBezTo>
                  <a:cubicBezTo>
                    <a:pt x="13938" y="22439"/>
                    <a:pt x="14538" y="22481"/>
                    <a:pt x="15137" y="22481"/>
                  </a:cubicBezTo>
                  <a:cubicBezTo>
                    <a:pt x="22061" y="22481"/>
                    <a:pt x="28760" y="16846"/>
                    <a:pt x="31068" y="10128"/>
                  </a:cubicBezTo>
                  <a:lnTo>
                    <a:pt x="31068" y="10128"/>
                  </a:lnTo>
                  <a:cubicBezTo>
                    <a:pt x="28814" y="16140"/>
                    <a:pt x="23015" y="20206"/>
                    <a:pt x="16520" y="20206"/>
                  </a:cubicBezTo>
                  <a:cubicBezTo>
                    <a:pt x="15776" y="20206"/>
                    <a:pt x="15023" y="20152"/>
                    <a:pt x="14265" y="20043"/>
                  </a:cubicBezTo>
                  <a:cubicBezTo>
                    <a:pt x="9470" y="19345"/>
                    <a:pt x="5503" y="16528"/>
                    <a:pt x="3180" y="12677"/>
                  </a:cubicBezTo>
                  <a:cubicBezTo>
                    <a:pt x="2423" y="11423"/>
                    <a:pt x="1845" y="10068"/>
                    <a:pt x="1467" y="8652"/>
                  </a:cubicBezTo>
                  <a:cubicBezTo>
                    <a:pt x="1333" y="8142"/>
                    <a:pt x="1224" y="7627"/>
                    <a:pt x="1141" y="7105"/>
                  </a:cubicBezTo>
                  <a:cubicBezTo>
                    <a:pt x="1017" y="6336"/>
                    <a:pt x="950" y="5558"/>
                    <a:pt x="945" y="4778"/>
                  </a:cubicBezTo>
                  <a:cubicBezTo>
                    <a:pt x="940" y="3984"/>
                    <a:pt x="993" y="3192"/>
                    <a:pt x="1109" y="2409"/>
                  </a:cubicBezTo>
                  <a:cubicBezTo>
                    <a:pt x="1227" y="1591"/>
                    <a:pt x="1409" y="786"/>
                    <a:pt x="1658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7" name="Google Shape;467;p29"/>
          <p:cNvGrpSpPr/>
          <p:nvPr/>
        </p:nvGrpSpPr>
        <p:grpSpPr>
          <a:xfrm rot="-3104584">
            <a:off x="529123" y="1171778"/>
            <a:ext cx="529781" cy="397402"/>
            <a:chOff x="2787100" y="3506250"/>
            <a:chExt cx="854925" cy="641300"/>
          </a:xfrm>
        </p:grpSpPr>
        <p:sp>
          <p:nvSpPr>
            <p:cNvPr id="468" name="Google Shape;468;p29"/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9"/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9"/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9"/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9"/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9"/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9"/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0"/>
          <p:cNvSpPr txBox="1">
            <a:spLocks noGrp="1"/>
          </p:cNvSpPr>
          <p:nvPr>
            <p:ph type="title" idx="2"/>
          </p:nvPr>
        </p:nvSpPr>
        <p:spPr>
          <a:xfrm>
            <a:off x="2996550" y="846766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481" name="Google Shape;481;p30"/>
          <p:cNvSpPr txBox="1">
            <a:spLocks noGrp="1"/>
          </p:cNvSpPr>
          <p:nvPr>
            <p:ph type="title"/>
          </p:nvPr>
        </p:nvSpPr>
        <p:spPr>
          <a:xfrm>
            <a:off x="1924800" y="2171625"/>
            <a:ext cx="5294400" cy="146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Présentation des données</a:t>
            </a:r>
            <a:endParaRPr dirty="0">
              <a:solidFill>
                <a:schemeClr val="accent3"/>
              </a:solidFill>
            </a:endParaRPr>
          </a:p>
        </p:txBody>
      </p:sp>
      <p:cxnSp>
        <p:nvCxnSpPr>
          <p:cNvPr id="482" name="Google Shape;482;p30"/>
          <p:cNvCxnSpPr/>
          <p:nvPr/>
        </p:nvCxnSpPr>
        <p:spPr>
          <a:xfrm>
            <a:off x="4128525" y="1921404"/>
            <a:ext cx="9330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83" name="Google Shape;483;p30"/>
          <p:cNvGrpSpPr/>
          <p:nvPr/>
        </p:nvGrpSpPr>
        <p:grpSpPr>
          <a:xfrm rot="4621808">
            <a:off x="2376833" y="431218"/>
            <a:ext cx="933908" cy="1011918"/>
            <a:chOff x="2761250" y="617875"/>
            <a:chExt cx="1222900" cy="1325050"/>
          </a:xfrm>
        </p:grpSpPr>
        <p:sp>
          <p:nvSpPr>
            <p:cNvPr id="484" name="Google Shape;484;p30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0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0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0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0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0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0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1" name="Google Shape;491;p30"/>
          <p:cNvGrpSpPr/>
          <p:nvPr/>
        </p:nvGrpSpPr>
        <p:grpSpPr>
          <a:xfrm rot="1790401">
            <a:off x="6954508" y="1322976"/>
            <a:ext cx="701869" cy="1011948"/>
            <a:chOff x="1705850" y="434250"/>
            <a:chExt cx="978800" cy="1411225"/>
          </a:xfrm>
        </p:grpSpPr>
        <p:sp>
          <p:nvSpPr>
            <p:cNvPr id="492" name="Google Shape;492;p30"/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0"/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0"/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0"/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0"/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0"/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0"/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9" name="Google Shape;499;p30"/>
          <p:cNvGrpSpPr/>
          <p:nvPr/>
        </p:nvGrpSpPr>
        <p:grpSpPr>
          <a:xfrm rot="-1388379">
            <a:off x="1014117" y="2362682"/>
            <a:ext cx="584864" cy="513483"/>
            <a:chOff x="2665925" y="2466150"/>
            <a:chExt cx="627625" cy="551025"/>
          </a:xfrm>
        </p:grpSpPr>
        <p:sp>
          <p:nvSpPr>
            <p:cNvPr id="500" name="Google Shape;500;p30"/>
            <p:cNvSpPr/>
            <p:nvPr/>
          </p:nvSpPr>
          <p:spPr>
            <a:xfrm>
              <a:off x="2700675" y="2466150"/>
              <a:ext cx="592875" cy="549500"/>
            </a:xfrm>
            <a:custGeom>
              <a:avLst/>
              <a:gdLst/>
              <a:ahLst/>
              <a:cxnLst/>
              <a:rect l="l" t="t" r="r" b="b"/>
              <a:pathLst>
                <a:path w="23715" h="21980" extrusionOk="0">
                  <a:moveTo>
                    <a:pt x="6323" y="0"/>
                  </a:moveTo>
                  <a:cubicBezTo>
                    <a:pt x="5320" y="0"/>
                    <a:pt x="4347" y="220"/>
                    <a:pt x="3434" y="722"/>
                  </a:cubicBezTo>
                  <a:cubicBezTo>
                    <a:pt x="52" y="2578"/>
                    <a:pt x="1" y="6111"/>
                    <a:pt x="1" y="6111"/>
                  </a:cubicBezTo>
                  <a:cubicBezTo>
                    <a:pt x="1" y="6111"/>
                    <a:pt x="1555" y="3520"/>
                    <a:pt x="4741" y="3520"/>
                  </a:cubicBezTo>
                  <a:cubicBezTo>
                    <a:pt x="7746" y="3520"/>
                    <a:pt x="12205" y="5827"/>
                    <a:pt x="18179" y="14795"/>
                  </a:cubicBezTo>
                  <a:cubicBezTo>
                    <a:pt x="22322" y="21011"/>
                    <a:pt x="16293" y="21867"/>
                    <a:pt x="16293" y="21867"/>
                  </a:cubicBezTo>
                  <a:cubicBezTo>
                    <a:pt x="16293" y="21867"/>
                    <a:pt x="16625" y="21980"/>
                    <a:pt x="17147" y="21980"/>
                  </a:cubicBezTo>
                  <a:cubicBezTo>
                    <a:pt x="18141" y="21980"/>
                    <a:pt x="19823" y="21572"/>
                    <a:pt x="21209" y="19201"/>
                  </a:cubicBezTo>
                  <a:cubicBezTo>
                    <a:pt x="22213" y="17480"/>
                    <a:pt x="23714" y="15162"/>
                    <a:pt x="20548" y="10050"/>
                  </a:cubicBezTo>
                  <a:cubicBezTo>
                    <a:pt x="18795" y="7221"/>
                    <a:pt x="12072" y="0"/>
                    <a:pt x="6323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0"/>
            <p:cNvSpPr/>
            <p:nvPr/>
          </p:nvSpPr>
          <p:spPr>
            <a:xfrm>
              <a:off x="2700275" y="2537525"/>
              <a:ext cx="507325" cy="479550"/>
            </a:xfrm>
            <a:custGeom>
              <a:avLst/>
              <a:gdLst/>
              <a:ahLst/>
              <a:cxnLst/>
              <a:rect l="l" t="t" r="r" b="b"/>
              <a:pathLst>
                <a:path w="20293" h="19182" extrusionOk="0">
                  <a:moveTo>
                    <a:pt x="3446" y="0"/>
                  </a:moveTo>
                  <a:cubicBezTo>
                    <a:pt x="3175" y="0"/>
                    <a:pt x="2902" y="23"/>
                    <a:pt x="2633" y="67"/>
                  </a:cubicBezTo>
                  <a:cubicBezTo>
                    <a:pt x="1859" y="197"/>
                    <a:pt x="1241" y="508"/>
                    <a:pt x="793" y="995"/>
                  </a:cubicBezTo>
                  <a:cubicBezTo>
                    <a:pt x="264" y="1570"/>
                    <a:pt x="1" y="2353"/>
                    <a:pt x="8" y="3325"/>
                  </a:cubicBezTo>
                  <a:cubicBezTo>
                    <a:pt x="12" y="4263"/>
                    <a:pt x="269" y="5339"/>
                    <a:pt x="770" y="6519"/>
                  </a:cubicBezTo>
                  <a:cubicBezTo>
                    <a:pt x="1799" y="8945"/>
                    <a:pt x="3741" y="11545"/>
                    <a:pt x="6242" y="13843"/>
                  </a:cubicBezTo>
                  <a:cubicBezTo>
                    <a:pt x="6535" y="14113"/>
                    <a:pt x="6812" y="14355"/>
                    <a:pt x="7085" y="14586"/>
                  </a:cubicBezTo>
                  <a:cubicBezTo>
                    <a:pt x="8876" y="16108"/>
                    <a:pt x="10793" y="17338"/>
                    <a:pt x="12629" y="18147"/>
                  </a:cubicBezTo>
                  <a:cubicBezTo>
                    <a:pt x="13116" y="18361"/>
                    <a:pt x="13614" y="18551"/>
                    <a:pt x="14122" y="18712"/>
                  </a:cubicBezTo>
                  <a:cubicBezTo>
                    <a:pt x="15032" y="19001"/>
                    <a:pt x="15877" y="19158"/>
                    <a:pt x="16630" y="19179"/>
                  </a:cubicBezTo>
                  <a:cubicBezTo>
                    <a:pt x="16688" y="19181"/>
                    <a:pt x="16745" y="19181"/>
                    <a:pt x="16803" y="19181"/>
                  </a:cubicBezTo>
                  <a:cubicBezTo>
                    <a:pt x="17985" y="19181"/>
                    <a:pt x="18893" y="18846"/>
                    <a:pt x="19500" y="18186"/>
                  </a:cubicBezTo>
                  <a:cubicBezTo>
                    <a:pt x="20026" y="17613"/>
                    <a:pt x="20292" y="16828"/>
                    <a:pt x="20285" y="15856"/>
                  </a:cubicBezTo>
                  <a:cubicBezTo>
                    <a:pt x="20280" y="14919"/>
                    <a:pt x="20024" y="13845"/>
                    <a:pt x="19523" y="12665"/>
                  </a:cubicBezTo>
                  <a:cubicBezTo>
                    <a:pt x="18493" y="10238"/>
                    <a:pt x="16551" y="7636"/>
                    <a:pt x="14053" y="5341"/>
                  </a:cubicBezTo>
                  <a:cubicBezTo>
                    <a:pt x="13342" y="4688"/>
                    <a:pt x="12599" y="4071"/>
                    <a:pt x="11825" y="3498"/>
                  </a:cubicBezTo>
                  <a:cubicBezTo>
                    <a:pt x="10894" y="2801"/>
                    <a:pt x="9911" y="2178"/>
                    <a:pt x="8886" y="1630"/>
                  </a:cubicBezTo>
                  <a:cubicBezTo>
                    <a:pt x="8364" y="1353"/>
                    <a:pt x="7847" y="1106"/>
                    <a:pt x="7343" y="898"/>
                  </a:cubicBezTo>
                  <a:cubicBezTo>
                    <a:pt x="5928" y="310"/>
                    <a:pt x="4593" y="0"/>
                    <a:pt x="3485" y="0"/>
                  </a:cubicBezTo>
                  <a:cubicBezTo>
                    <a:pt x="3472" y="0"/>
                    <a:pt x="3459" y="0"/>
                    <a:pt x="3446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0"/>
            <p:cNvSpPr/>
            <p:nvPr/>
          </p:nvSpPr>
          <p:spPr>
            <a:xfrm>
              <a:off x="2665925" y="2537350"/>
              <a:ext cx="575950" cy="479825"/>
            </a:xfrm>
            <a:custGeom>
              <a:avLst/>
              <a:gdLst/>
              <a:ahLst/>
              <a:cxnLst/>
              <a:rect l="l" t="t" r="r" b="b"/>
              <a:pathLst>
                <a:path w="23038" h="19193" extrusionOk="0">
                  <a:moveTo>
                    <a:pt x="4859" y="0"/>
                  </a:moveTo>
                  <a:cubicBezTo>
                    <a:pt x="4859" y="0"/>
                    <a:pt x="4860" y="0"/>
                    <a:pt x="4860" y="0"/>
                  </a:cubicBezTo>
                  <a:lnTo>
                    <a:pt x="4860" y="0"/>
                  </a:lnTo>
                  <a:cubicBezTo>
                    <a:pt x="4860" y="0"/>
                    <a:pt x="4861" y="0"/>
                    <a:pt x="4861" y="0"/>
                  </a:cubicBezTo>
                  <a:close/>
                  <a:moveTo>
                    <a:pt x="4861" y="12"/>
                  </a:moveTo>
                  <a:cubicBezTo>
                    <a:pt x="5967" y="12"/>
                    <a:pt x="7302" y="324"/>
                    <a:pt x="8717" y="910"/>
                  </a:cubicBezTo>
                  <a:cubicBezTo>
                    <a:pt x="9218" y="1118"/>
                    <a:pt x="9738" y="1365"/>
                    <a:pt x="10260" y="1642"/>
                  </a:cubicBezTo>
                  <a:cubicBezTo>
                    <a:pt x="11285" y="2189"/>
                    <a:pt x="12266" y="2813"/>
                    <a:pt x="13197" y="3508"/>
                  </a:cubicBezTo>
                  <a:cubicBezTo>
                    <a:pt x="13970" y="4083"/>
                    <a:pt x="14714" y="4697"/>
                    <a:pt x="15423" y="5350"/>
                  </a:cubicBezTo>
                  <a:cubicBezTo>
                    <a:pt x="16686" y="6509"/>
                    <a:pt x="17808" y="7749"/>
                    <a:pt x="18757" y="9028"/>
                  </a:cubicBezTo>
                  <a:cubicBezTo>
                    <a:pt x="19673" y="10266"/>
                    <a:pt x="20391" y="11492"/>
                    <a:pt x="20893" y="12672"/>
                  </a:cubicBezTo>
                  <a:cubicBezTo>
                    <a:pt x="21394" y="13852"/>
                    <a:pt x="21648" y="14926"/>
                    <a:pt x="21654" y="15863"/>
                  </a:cubicBezTo>
                  <a:cubicBezTo>
                    <a:pt x="21661" y="16833"/>
                    <a:pt x="21396" y="17616"/>
                    <a:pt x="20872" y="18188"/>
                  </a:cubicBezTo>
                  <a:cubicBezTo>
                    <a:pt x="20567" y="18518"/>
                    <a:pt x="20179" y="18770"/>
                    <a:pt x="19720" y="18939"/>
                  </a:cubicBezTo>
                  <a:cubicBezTo>
                    <a:pt x="19274" y="19100"/>
                    <a:pt x="18754" y="19183"/>
                    <a:pt x="18179" y="19183"/>
                  </a:cubicBezTo>
                  <a:cubicBezTo>
                    <a:pt x="18122" y="19183"/>
                    <a:pt x="18064" y="19183"/>
                    <a:pt x="18006" y="19181"/>
                  </a:cubicBezTo>
                  <a:cubicBezTo>
                    <a:pt x="17251" y="19158"/>
                    <a:pt x="16408" y="19001"/>
                    <a:pt x="15499" y="18715"/>
                  </a:cubicBezTo>
                  <a:cubicBezTo>
                    <a:pt x="14991" y="18553"/>
                    <a:pt x="14492" y="18364"/>
                    <a:pt x="14005" y="18147"/>
                  </a:cubicBezTo>
                  <a:cubicBezTo>
                    <a:pt x="12169" y="17339"/>
                    <a:pt x="10253" y="16110"/>
                    <a:pt x="8463" y="14589"/>
                  </a:cubicBezTo>
                  <a:lnTo>
                    <a:pt x="8461" y="14589"/>
                  </a:lnTo>
                  <a:cubicBezTo>
                    <a:pt x="8189" y="14358"/>
                    <a:pt x="7914" y="14115"/>
                    <a:pt x="7621" y="13845"/>
                  </a:cubicBezTo>
                  <a:cubicBezTo>
                    <a:pt x="6357" y="12684"/>
                    <a:pt x="5235" y="11446"/>
                    <a:pt x="4284" y="10165"/>
                  </a:cubicBezTo>
                  <a:cubicBezTo>
                    <a:pt x="3367" y="8927"/>
                    <a:pt x="2649" y="7701"/>
                    <a:pt x="2148" y="6521"/>
                  </a:cubicBezTo>
                  <a:cubicBezTo>
                    <a:pt x="1649" y="5341"/>
                    <a:pt x="1393" y="4270"/>
                    <a:pt x="1386" y="3330"/>
                  </a:cubicBezTo>
                  <a:cubicBezTo>
                    <a:pt x="1382" y="2360"/>
                    <a:pt x="1645" y="1577"/>
                    <a:pt x="2171" y="1007"/>
                  </a:cubicBezTo>
                  <a:cubicBezTo>
                    <a:pt x="2617" y="520"/>
                    <a:pt x="3238" y="208"/>
                    <a:pt x="4009" y="79"/>
                  </a:cubicBezTo>
                  <a:cubicBezTo>
                    <a:pt x="4291" y="33"/>
                    <a:pt x="4575" y="12"/>
                    <a:pt x="4861" y="12"/>
                  </a:cubicBezTo>
                  <a:close/>
                  <a:moveTo>
                    <a:pt x="4860" y="0"/>
                  </a:moveTo>
                  <a:cubicBezTo>
                    <a:pt x="4574" y="0"/>
                    <a:pt x="4288" y="21"/>
                    <a:pt x="4007" y="67"/>
                  </a:cubicBezTo>
                  <a:cubicBezTo>
                    <a:pt x="3252" y="194"/>
                    <a:pt x="2622" y="499"/>
                    <a:pt x="2160" y="998"/>
                  </a:cubicBezTo>
                  <a:cubicBezTo>
                    <a:pt x="1" y="3348"/>
                    <a:pt x="2441" y="9102"/>
                    <a:pt x="7611" y="13852"/>
                  </a:cubicBezTo>
                  <a:cubicBezTo>
                    <a:pt x="7891" y="14111"/>
                    <a:pt x="8170" y="14358"/>
                    <a:pt x="8454" y="14595"/>
                  </a:cubicBezTo>
                  <a:lnTo>
                    <a:pt x="8456" y="14595"/>
                  </a:lnTo>
                  <a:cubicBezTo>
                    <a:pt x="10304" y="16166"/>
                    <a:pt x="12220" y="17371"/>
                    <a:pt x="14000" y="18156"/>
                  </a:cubicBezTo>
                  <a:cubicBezTo>
                    <a:pt x="14487" y="18371"/>
                    <a:pt x="14986" y="18560"/>
                    <a:pt x="15494" y="18724"/>
                  </a:cubicBezTo>
                  <a:cubicBezTo>
                    <a:pt x="16397" y="19008"/>
                    <a:pt x="17244" y="19167"/>
                    <a:pt x="18004" y="19190"/>
                  </a:cubicBezTo>
                  <a:cubicBezTo>
                    <a:pt x="18062" y="19190"/>
                    <a:pt x="18119" y="19193"/>
                    <a:pt x="18177" y="19193"/>
                  </a:cubicBezTo>
                  <a:cubicBezTo>
                    <a:pt x="19320" y="19193"/>
                    <a:pt x="20255" y="18872"/>
                    <a:pt x="20879" y="18193"/>
                  </a:cubicBezTo>
                  <a:cubicBezTo>
                    <a:pt x="23038" y="15845"/>
                    <a:pt x="20597" y="10088"/>
                    <a:pt x="15429" y="5341"/>
                  </a:cubicBezTo>
                  <a:cubicBezTo>
                    <a:pt x="14721" y="4688"/>
                    <a:pt x="13977" y="4073"/>
                    <a:pt x="13201" y="3498"/>
                  </a:cubicBezTo>
                  <a:cubicBezTo>
                    <a:pt x="12271" y="2801"/>
                    <a:pt x="11287" y="2178"/>
                    <a:pt x="10262" y="1630"/>
                  </a:cubicBezTo>
                  <a:cubicBezTo>
                    <a:pt x="9738" y="1351"/>
                    <a:pt x="9223" y="1106"/>
                    <a:pt x="8717" y="899"/>
                  </a:cubicBezTo>
                  <a:cubicBezTo>
                    <a:pt x="7305" y="312"/>
                    <a:pt x="5982" y="1"/>
                    <a:pt x="4860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0"/>
            <p:cNvSpPr/>
            <p:nvPr/>
          </p:nvSpPr>
          <p:spPr>
            <a:xfrm>
              <a:off x="2747900" y="2609975"/>
              <a:ext cx="408725" cy="340475"/>
            </a:xfrm>
            <a:custGeom>
              <a:avLst/>
              <a:gdLst/>
              <a:ahLst/>
              <a:cxnLst/>
              <a:rect l="l" t="t" r="r" b="b"/>
              <a:pathLst>
                <a:path w="16349" h="13619" extrusionOk="0">
                  <a:moveTo>
                    <a:pt x="3097" y="0"/>
                  </a:moveTo>
                  <a:cubicBezTo>
                    <a:pt x="2363" y="0"/>
                    <a:pt x="1799" y="206"/>
                    <a:pt x="1428" y="610"/>
                  </a:cubicBezTo>
                  <a:cubicBezTo>
                    <a:pt x="1" y="2164"/>
                    <a:pt x="1866" y="6207"/>
                    <a:pt x="5586" y="9624"/>
                  </a:cubicBezTo>
                  <a:cubicBezTo>
                    <a:pt x="8228" y="12051"/>
                    <a:pt x="11236" y="13618"/>
                    <a:pt x="13252" y="13618"/>
                  </a:cubicBezTo>
                  <a:cubicBezTo>
                    <a:pt x="13986" y="13618"/>
                    <a:pt x="14547" y="13413"/>
                    <a:pt x="14921" y="13007"/>
                  </a:cubicBezTo>
                  <a:cubicBezTo>
                    <a:pt x="16348" y="11455"/>
                    <a:pt x="14483" y="7410"/>
                    <a:pt x="10760" y="3992"/>
                  </a:cubicBezTo>
                  <a:cubicBezTo>
                    <a:pt x="8121" y="1568"/>
                    <a:pt x="5113" y="0"/>
                    <a:pt x="3097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0"/>
            <p:cNvSpPr/>
            <p:nvPr/>
          </p:nvSpPr>
          <p:spPr>
            <a:xfrm>
              <a:off x="2747675" y="2609800"/>
              <a:ext cx="409125" cy="340775"/>
            </a:xfrm>
            <a:custGeom>
              <a:avLst/>
              <a:gdLst/>
              <a:ahLst/>
              <a:cxnLst/>
              <a:rect l="l" t="t" r="r" b="b"/>
              <a:pathLst>
                <a:path w="16365" h="13631" extrusionOk="0">
                  <a:moveTo>
                    <a:pt x="3106" y="12"/>
                  </a:moveTo>
                  <a:cubicBezTo>
                    <a:pt x="4080" y="12"/>
                    <a:pt x="5304" y="376"/>
                    <a:pt x="6646" y="1067"/>
                  </a:cubicBezTo>
                  <a:cubicBezTo>
                    <a:pt x="8019" y="1776"/>
                    <a:pt x="9444" y="2792"/>
                    <a:pt x="10767" y="4004"/>
                  </a:cubicBezTo>
                  <a:cubicBezTo>
                    <a:pt x="12568" y="5659"/>
                    <a:pt x="13993" y="7509"/>
                    <a:pt x="14778" y="9213"/>
                  </a:cubicBezTo>
                  <a:cubicBezTo>
                    <a:pt x="15159" y="10040"/>
                    <a:pt x="15369" y="10788"/>
                    <a:pt x="15401" y="11434"/>
                  </a:cubicBezTo>
                  <a:cubicBezTo>
                    <a:pt x="15434" y="12102"/>
                    <a:pt x="15272" y="12633"/>
                    <a:pt x="14926" y="13011"/>
                  </a:cubicBezTo>
                  <a:cubicBezTo>
                    <a:pt x="14554" y="13415"/>
                    <a:pt x="13993" y="13621"/>
                    <a:pt x="13261" y="13621"/>
                  </a:cubicBezTo>
                  <a:cubicBezTo>
                    <a:pt x="12286" y="13621"/>
                    <a:pt x="11063" y="13256"/>
                    <a:pt x="9721" y="12566"/>
                  </a:cubicBezTo>
                  <a:cubicBezTo>
                    <a:pt x="8345" y="11857"/>
                    <a:pt x="6923" y="10843"/>
                    <a:pt x="5600" y="9629"/>
                  </a:cubicBezTo>
                  <a:cubicBezTo>
                    <a:pt x="3799" y="7973"/>
                    <a:pt x="2374" y="6124"/>
                    <a:pt x="1589" y="4420"/>
                  </a:cubicBezTo>
                  <a:cubicBezTo>
                    <a:pt x="1206" y="3593"/>
                    <a:pt x="998" y="2845"/>
                    <a:pt x="966" y="2198"/>
                  </a:cubicBezTo>
                  <a:cubicBezTo>
                    <a:pt x="933" y="1531"/>
                    <a:pt x="1093" y="1000"/>
                    <a:pt x="1441" y="621"/>
                  </a:cubicBezTo>
                  <a:cubicBezTo>
                    <a:pt x="1813" y="217"/>
                    <a:pt x="2372" y="12"/>
                    <a:pt x="3106" y="12"/>
                  </a:cubicBezTo>
                  <a:close/>
                  <a:moveTo>
                    <a:pt x="3106" y="0"/>
                  </a:moveTo>
                  <a:cubicBezTo>
                    <a:pt x="2392" y="0"/>
                    <a:pt x="1815" y="196"/>
                    <a:pt x="1432" y="614"/>
                  </a:cubicBezTo>
                  <a:cubicBezTo>
                    <a:pt x="0" y="2173"/>
                    <a:pt x="1864" y="6211"/>
                    <a:pt x="5590" y="9636"/>
                  </a:cubicBezTo>
                  <a:cubicBezTo>
                    <a:pt x="8324" y="12148"/>
                    <a:pt x="11301" y="13630"/>
                    <a:pt x="13259" y="13630"/>
                  </a:cubicBezTo>
                  <a:cubicBezTo>
                    <a:pt x="13972" y="13630"/>
                    <a:pt x="14552" y="13434"/>
                    <a:pt x="14933" y="13018"/>
                  </a:cubicBezTo>
                  <a:cubicBezTo>
                    <a:pt x="16364" y="11460"/>
                    <a:pt x="14503" y="7421"/>
                    <a:pt x="10774" y="3995"/>
                  </a:cubicBezTo>
                  <a:cubicBezTo>
                    <a:pt x="8040" y="1485"/>
                    <a:pt x="5064" y="0"/>
                    <a:pt x="3106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0"/>
            <p:cNvSpPr/>
            <p:nvPr/>
          </p:nvSpPr>
          <p:spPr>
            <a:xfrm>
              <a:off x="2716275" y="2553225"/>
              <a:ext cx="450800" cy="428675"/>
            </a:xfrm>
            <a:custGeom>
              <a:avLst/>
              <a:gdLst/>
              <a:ahLst/>
              <a:cxnLst/>
              <a:rect l="l" t="t" r="r" b="b"/>
              <a:pathLst>
                <a:path w="18032" h="17147" fill="none" extrusionOk="0">
                  <a:moveTo>
                    <a:pt x="12665" y="5530"/>
                  </a:moveTo>
                  <a:cubicBezTo>
                    <a:pt x="14711" y="7410"/>
                    <a:pt x="16336" y="9578"/>
                    <a:pt x="17184" y="11557"/>
                  </a:cubicBezTo>
                  <a:cubicBezTo>
                    <a:pt x="18031" y="13538"/>
                    <a:pt x="18031" y="15168"/>
                    <a:pt x="17184" y="16087"/>
                  </a:cubicBezTo>
                  <a:cubicBezTo>
                    <a:pt x="16339" y="17008"/>
                    <a:pt x="14713" y="17147"/>
                    <a:pt x="12670" y="16468"/>
                  </a:cubicBezTo>
                  <a:cubicBezTo>
                    <a:pt x="10626" y="15791"/>
                    <a:pt x="8329" y="14355"/>
                    <a:pt x="6283" y="12476"/>
                  </a:cubicBezTo>
                  <a:cubicBezTo>
                    <a:pt x="2025" y="8562"/>
                    <a:pt x="0" y="3836"/>
                    <a:pt x="1764" y="1917"/>
                  </a:cubicBezTo>
                  <a:cubicBezTo>
                    <a:pt x="3526" y="0"/>
                    <a:pt x="8407" y="1617"/>
                    <a:pt x="12665" y="553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0"/>
            <p:cNvSpPr/>
            <p:nvPr/>
          </p:nvSpPr>
          <p:spPr>
            <a:xfrm>
              <a:off x="2766075" y="2537900"/>
              <a:ext cx="249925" cy="453525"/>
            </a:xfrm>
            <a:custGeom>
              <a:avLst/>
              <a:gdLst/>
              <a:ahLst/>
              <a:cxnLst/>
              <a:rect l="l" t="t" r="r" b="b"/>
              <a:pathLst>
                <a:path w="9997" h="18141" extrusionOk="0">
                  <a:moveTo>
                    <a:pt x="859" y="0"/>
                  </a:moveTo>
                  <a:cubicBezTo>
                    <a:pt x="568" y="0"/>
                    <a:pt x="282" y="17"/>
                    <a:pt x="1" y="50"/>
                  </a:cubicBezTo>
                  <a:lnTo>
                    <a:pt x="587" y="1966"/>
                  </a:lnTo>
                  <a:lnTo>
                    <a:pt x="980" y="3248"/>
                  </a:lnTo>
                  <a:lnTo>
                    <a:pt x="3349" y="10985"/>
                  </a:lnTo>
                  <a:lnTo>
                    <a:pt x="3871" y="12685"/>
                  </a:lnTo>
                  <a:lnTo>
                    <a:pt x="4448" y="14576"/>
                  </a:lnTo>
                  <a:lnTo>
                    <a:pt x="4450" y="14576"/>
                  </a:lnTo>
                  <a:cubicBezTo>
                    <a:pt x="6298" y="16146"/>
                    <a:pt x="8216" y="17351"/>
                    <a:pt x="9997" y="18141"/>
                  </a:cubicBezTo>
                  <a:lnTo>
                    <a:pt x="9535" y="16635"/>
                  </a:lnTo>
                  <a:lnTo>
                    <a:pt x="9209" y="15566"/>
                  </a:lnTo>
                  <a:lnTo>
                    <a:pt x="7771" y="10868"/>
                  </a:lnTo>
                  <a:lnTo>
                    <a:pt x="7741" y="10777"/>
                  </a:lnTo>
                  <a:lnTo>
                    <a:pt x="7487" y="9937"/>
                  </a:lnTo>
                  <a:lnTo>
                    <a:pt x="7484" y="9935"/>
                  </a:lnTo>
                  <a:lnTo>
                    <a:pt x="6847" y="7857"/>
                  </a:lnTo>
                  <a:lnTo>
                    <a:pt x="5600" y="3781"/>
                  </a:lnTo>
                  <a:lnTo>
                    <a:pt x="5208" y="2497"/>
                  </a:lnTo>
                  <a:lnTo>
                    <a:pt x="4714" y="881"/>
                  </a:lnTo>
                  <a:cubicBezTo>
                    <a:pt x="3342" y="284"/>
                    <a:pt x="2059" y="0"/>
                    <a:pt x="859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0"/>
            <p:cNvSpPr/>
            <p:nvPr/>
          </p:nvSpPr>
          <p:spPr>
            <a:xfrm>
              <a:off x="2922450" y="2578150"/>
              <a:ext cx="193575" cy="439025"/>
            </a:xfrm>
            <a:custGeom>
              <a:avLst/>
              <a:gdLst/>
              <a:ahLst/>
              <a:cxnLst/>
              <a:rect l="l" t="t" r="r" b="b"/>
              <a:pathLst>
                <a:path w="7743" h="17561" extrusionOk="0">
                  <a:moveTo>
                    <a:pt x="1" y="1"/>
                  </a:moveTo>
                  <a:lnTo>
                    <a:pt x="509" y="1652"/>
                  </a:lnTo>
                  <a:lnTo>
                    <a:pt x="941" y="3063"/>
                  </a:lnTo>
                  <a:lnTo>
                    <a:pt x="2479" y="8085"/>
                  </a:lnTo>
                  <a:lnTo>
                    <a:pt x="2804" y="9151"/>
                  </a:lnTo>
                  <a:lnTo>
                    <a:pt x="2929" y="9555"/>
                  </a:lnTo>
                  <a:lnTo>
                    <a:pt x="2931" y="9558"/>
                  </a:lnTo>
                  <a:lnTo>
                    <a:pt x="3095" y="10098"/>
                  </a:lnTo>
                  <a:lnTo>
                    <a:pt x="4467" y="14575"/>
                  </a:lnTo>
                  <a:lnTo>
                    <a:pt x="4769" y="15573"/>
                  </a:lnTo>
                  <a:lnTo>
                    <a:pt x="5235" y="17094"/>
                  </a:lnTo>
                  <a:cubicBezTo>
                    <a:pt x="6136" y="17378"/>
                    <a:pt x="6983" y="17538"/>
                    <a:pt x="7743" y="17561"/>
                  </a:cubicBezTo>
                  <a:lnTo>
                    <a:pt x="7226" y="15868"/>
                  </a:lnTo>
                  <a:lnTo>
                    <a:pt x="6912" y="14836"/>
                  </a:lnTo>
                  <a:lnTo>
                    <a:pt x="4058" y="5519"/>
                  </a:lnTo>
                  <a:lnTo>
                    <a:pt x="3513" y="3737"/>
                  </a:lnTo>
                  <a:lnTo>
                    <a:pt x="2940" y="1866"/>
                  </a:lnTo>
                  <a:lnTo>
                    <a:pt x="1767" y="107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8" name="Google Shape;508;p30"/>
          <p:cNvGrpSpPr/>
          <p:nvPr/>
        </p:nvGrpSpPr>
        <p:grpSpPr>
          <a:xfrm rot="1135194">
            <a:off x="8103495" y="3119686"/>
            <a:ext cx="435970" cy="536160"/>
            <a:chOff x="4081850" y="3204400"/>
            <a:chExt cx="743225" cy="914025"/>
          </a:xfrm>
        </p:grpSpPr>
        <p:sp>
          <p:nvSpPr>
            <p:cNvPr id="509" name="Google Shape;509;p30"/>
            <p:cNvSpPr/>
            <p:nvPr/>
          </p:nvSpPr>
          <p:spPr>
            <a:xfrm>
              <a:off x="4106625" y="3204400"/>
              <a:ext cx="718450" cy="914025"/>
            </a:xfrm>
            <a:custGeom>
              <a:avLst/>
              <a:gdLst/>
              <a:ahLst/>
              <a:cxnLst/>
              <a:rect l="l" t="t" r="r" b="b"/>
              <a:pathLst>
                <a:path w="28738" h="36561" extrusionOk="0">
                  <a:moveTo>
                    <a:pt x="14832" y="0"/>
                  </a:moveTo>
                  <a:cubicBezTo>
                    <a:pt x="12888" y="0"/>
                    <a:pt x="11529" y="569"/>
                    <a:pt x="11529" y="569"/>
                  </a:cubicBezTo>
                  <a:cubicBezTo>
                    <a:pt x="11529" y="569"/>
                    <a:pt x="27955" y="2714"/>
                    <a:pt x="10506" y="29792"/>
                  </a:cubicBezTo>
                  <a:cubicBezTo>
                    <a:pt x="8291" y="33228"/>
                    <a:pt x="6253" y="34299"/>
                    <a:pt x="4573" y="34299"/>
                  </a:cubicBezTo>
                  <a:cubicBezTo>
                    <a:pt x="1798" y="34299"/>
                    <a:pt x="1" y="31378"/>
                    <a:pt x="0" y="31378"/>
                  </a:cubicBezTo>
                  <a:lnTo>
                    <a:pt x="0" y="31378"/>
                  </a:lnTo>
                  <a:cubicBezTo>
                    <a:pt x="0" y="31378"/>
                    <a:pt x="361" y="35656"/>
                    <a:pt x="6396" y="36372"/>
                  </a:cubicBezTo>
                  <a:cubicBezTo>
                    <a:pt x="7105" y="36457"/>
                    <a:pt x="7880" y="36561"/>
                    <a:pt x="8720" y="36561"/>
                  </a:cubicBezTo>
                  <a:cubicBezTo>
                    <a:pt x="11282" y="36561"/>
                    <a:pt x="14450" y="35596"/>
                    <a:pt x="18190" y="30193"/>
                  </a:cubicBezTo>
                  <a:cubicBezTo>
                    <a:pt x="21421" y="25527"/>
                    <a:pt x="28738" y="8230"/>
                    <a:pt x="20691" y="2014"/>
                  </a:cubicBezTo>
                  <a:cubicBezTo>
                    <a:pt x="18635" y="426"/>
                    <a:pt x="16515" y="0"/>
                    <a:pt x="14832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0"/>
            <p:cNvSpPr/>
            <p:nvPr/>
          </p:nvSpPr>
          <p:spPr>
            <a:xfrm>
              <a:off x="4081975" y="3206200"/>
              <a:ext cx="497850" cy="882300"/>
            </a:xfrm>
            <a:custGeom>
              <a:avLst/>
              <a:gdLst/>
              <a:ahLst/>
              <a:cxnLst/>
              <a:rect l="l" t="t" r="r" b="b"/>
              <a:pathLst>
                <a:path w="19914" h="35292" extrusionOk="0">
                  <a:moveTo>
                    <a:pt x="14683" y="1"/>
                  </a:moveTo>
                  <a:cubicBezTo>
                    <a:pt x="14676" y="1"/>
                    <a:pt x="14669" y="1"/>
                    <a:pt x="14662" y="1"/>
                  </a:cubicBezTo>
                  <a:cubicBezTo>
                    <a:pt x="12598" y="1"/>
                    <a:pt x="10190" y="1490"/>
                    <a:pt x="7886" y="4191"/>
                  </a:cubicBezTo>
                  <a:cubicBezTo>
                    <a:pt x="5553" y="6925"/>
                    <a:pt x="3475" y="10730"/>
                    <a:pt x="2032" y="14912"/>
                  </a:cubicBezTo>
                  <a:cubicBezTo>
                    <a:pt x="1843" y="15459"/>
                    <a:pt x="1679" y="15967"/>
                    <a:pt x="1531" y="16464"/>
                  </a:cubicBezTo>
                  <a:lnTo>
                    <a:pt x="1531" y="16466"/>
                  </a:lnTo>
                  <a:cubicBezTo>
                    <a:pt x="545" y="19731"/>
                    <a:pt x="19" y="22996"/>
                    <a:pt x="7" y="25907"/>
                  </a:cubicBezTo>
                  <a:cubicBezTo>
                    <a:pt x="0" y="26681"/>
                    <a:pt x="37" y="27454"/>
                    <a:pt x="116" y="28223"/>
                  </a:cubicBezTo>
                  <a:cubicBezTo>
                    <a:pt x="261" y="29600"/>
                    <a:pt x="541" y="30814"/>
                    <a:pt x="949" y="31830"/>
                  </a:cubicBezTo>
                  <a:cubicBezTo>
                    <a:pt x="1284" y="32661"/>
                    <a:pt x="1704" y="33356"/>
                    <a:pt x="2196" y="33899"/>
                  </a:cubicBezTo>
                  <a:cubicBezTo>
                    <a:pt x="2702" y="34455"/>
                    <a:pt x="3286" y="34852"/>
                    <a:pt x="3935" y="35076"/>
                  </a:cubicBezTo>
                  <a:cubicBezTo>
                    <a:pt x="4351" y="35217"/>
                    <a:pt x="4787" y="35291"/>
                    <a:pt x="5226" y="35291"/>
                  </a:cubicBezTo>
                  <a:cubicBezTo>
                    <a:pt x="5233" y="35291"/>
                    <a:pt x="5240" y="35291"/>
                    <a:pt x="5246" y="35291"/>
                  </a:cubicBezTo>
                  <a:cubicBezTo>
                    <a:pt x="7311" y="35291"/>
                    <a:pt x="9717" y="33802"/>
                    <a:pt x="12023" y="31100"/>
                  </a:cubicBezTo>
                  <a:cubicBezTo>
                    <a:pt x="14353" y="28369"/>
                    <a:pt x="16431" y="24561"/>
                    <a:pt x="17874" y="20384"/>
                  </a:cubicBezTo>
                  <a:cubicBezTo>
                    <a:pt x="18334" y="19061"/>
                    <a:pt x="18722" y="17715"/>
                    <a:pt x="19036" y="16351"/>
                  </a:cubicBezTo>
                  <a:cubicBezTo>
                    <a:pt x="19435" y="14635"/>
                    <a:pt x="19698" y="12956"/>
                    <a:pt x="19818" y="11359"/>
                  </a:cubicBezTo>
                  <a:cubicBezTo>
                    <a:pt x="19888" y="10502"/>
                    <a:pt x="19913" y="9668"/>
                    <a:pt x="19899" y="8879"/>
                  </a:cubicBezTo>
                  <a:cubicBezTo>
                    <a:pt x="19851" y="6022"/>
                    <a:pt x="19290" y="3688"/>
                    <a:pt x="18276" y="2129"/>
                  </a:cubicBezTo>
                  <a:cubicBezTo>
                    <a:pt x="17657" y="1174"/>
                    <a:pt x="16881" y="529"/>
                    <a:pt x="15972" y="215"/>
                  </a:cubicBezTo>
                  <a:cubicBezTo>
                    <a:pt x="15558" y="74"/>
                    <a:pt x="15121" y="1"/>
                    <a:pt x="14683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0"/>
            <p:cNvSpPr/>
            <p:nvPr/>
          </p:nvSpPr>
          <p:spPr>
            <a:xfrm>
              <a:off x="4081850" y="3206025"/>
              <a:ext cx="498125" cy="882575"/>
            </a:xfrm>
            <a:custGeom>
              <a:avLst/>
              <a:gdLst/>
              <a:ahLst/>
              <a:cxnLst/>
              <a:rect l="l" t="t" r="r" b="b"/>
              <a:pathLst>
                <a:path w="19925" h="35303" extrusionOk="0">
                  <a:moveTo>
                    <a:pt x="14667" y="12"/>
                  </a:moveTo>
                  <a:cubicBezTo>
                    <a:pt x="15113" y="12"/>
                    <a:pt x="15554" y="84"/>
                    <a:pt x="15977" y="229"/>
                  </a:cubicBezTo>
                  <a:cubicBezTo>
                    <a:pt x="16884" y="541"/>
                    <a:pt x="17660" y="1185"/>
                    <a:pt x="18279" y="2141"/>
                  </a:cubicBezTo>
                  <a:cubicBezTo>
                    <a:pt x="19288" y="3700"/>
                    <a:pt x="19851" y="6032"/>
                    <a:pt x="19900" y="8886"/>
                  </a:cubicBezTo>
                  <a:cubicBezTo>
                    <a:pt x="19913" y="9675"/>
                    <a:pt x="19888" y="10509"/>
                    <a:pt x="19819" y="11366"/>
                  </a:cubicBezTo>
                  <a:cubicBezTo>
                    <a:pt x="19699" y="12963"/>
                    <a:pt x="19435" y="14642"/>
                    <a:pt x="19036" y="16355"/>
                  </a:cubicBezTo>
                  <a:cubicBezTo>
                    <a:pt x="18722" y="17720"/>
                    <a:pt x="18334" y="19066"/>
                    <a:pt x="17877" y="20389"/>
                  </a:cubicBezTo>
                  <a:cubicBezTo>
                    <a:pt x="17140" y="22516"/>
                    <a:pt x="16251" y="24534"/>
                    <a:pt x="15231" y="26388"/>
                  </a:cubicBezTo>
                  <a:cubicBezTo>
                    <a:pt x="14245" y="28177"/>
                    <a:pt x="13167" y="29764"/>
                    <a:pt x="12024" y="31103"/>
                  </a:cubicBezTo>
                  <a:cubicBezTo>
                    <a:pt x="10890" y="32433"/>
                    <a:pt x="9733" y="33469"/>
                    <a:pt x="8588" y="34188"/>
                  </a:cubicBezTo>
                  <a:cubicBezTo>
                    <a:pt x="7415" y="34922"/>
                    <a:pt x="6293" y="35294"/>
                    <a:pt x="5251" y="35294"/>
                  </a:cubicBezTo>
                  <a:cubicBezTo>
                    <a:pt x="4806" y="35294"/>
                    <a:pt x="4365" y="35222"/>
                    <a:pt x="3942" y="35077"/>
                  </a:cubicBezTo>
                  <a:cubicBezTo>
                    <a:pt x="3296" y="34853"/>
                    <a:pt x="2709" y="34458"/>
                    <a:pt x="2204" y="33901"/>
                  </a:cubicBezTo>
                  <a:cubicBezTo>
                    <a:pt x="1714" y="33361"/>
                    <a:pt x="1294" y="32666"/>
                    <a:pt x="959" y="31837"/>
                  </a:cubicBezTo>
                  <a:cubicBezTo>
                    <a:pt x="553" y="30821"/>
                    <a:pt x="271" y="29607"/>
                    <a:pt x="128" y="28230"/>
                  </a:cubicBezTo>
                  <a:cubicBezTo>
                    <a:pt x="49" y="27459"/>
                    <a:pt x="12" y="26686"/>
                    <a:pt x="17" y="25914"/>
                  </a:cubicBezTo>
                  <a:cubicBezTo>
                    <a:pt x="28" y="23003"/>
                    <a:pt x="555" y="19738"/>
                    <a:pt x="1541" y="16475"/>
                  </a:cubicBezTo>
                  <a:lnTo>
                    <a:pt x="1543" y="16473"/>
                  </a:lnTo>
                  <a:cubicBezTo>
                    <a:pt x="1689" y="15977"/>
                    <a:pt x="1853" y="15469"/>
                    <a:pt x="2042" y="14921"/>
                  </a:cubicBezTo>
                  <a:cubicBezTo>
                    <a:pt x="2776" y="12792"/>
                    <a:pt x="3667" y="10774"/>
                    <a:pt x="4688" y="8920"/>
                  </a:cubicBezTo>
                  <a:cubicBezTo>
                    <a:pt x="5674" y="7129"/>
                    <a:pt x="6752" y="5542"/>
                    <a:pt x="7895" y="4203"/>
                  </a:cubicBezTo>
                  <a:cubicBezTo>
                    <a:pt x="9029" y="2873"/>
                    <a:pt x="10186" y="1834"/>
                    <a:pt x="11333" y="1118"/>
                  </a:cubicBezTo>
                  <a:cubicBezTo>
                    <a:pt x="12504" y="384"/>
                    <a:pt x="13626" y="12"/>
                    <a:pt x="14667" y="12"/>
                  </a:cubicBezTo>
                  <a:close/>
                  <a:moveTo>
                    <a:pt x="14667" y="1"/>
                  </a:moveTo>
                  <a:cubicBezTo>
                    <a:pt x="10426" y="1"/>
                    <a:pt x="5037" y="6214"/>
                    <a:pt x="2033" y="14917"/>
                  </a:cubicBezTo>
                  <a:cubicBezTo>
                    <a:pt x="1853" y="15439"/>
                    <a:pt x="1686" y="15953"/>
                    <a:pt x="1532" y="16468"/>
                  </a:cubicBezTo>
                  <a:lnTo>
                    <a:pt x="1532" y="16473"/>
                  </a:lnTo>
                  <a:cubicBezTo>
                    <a:pt x="513" y="19840"/>
                    <a:pt x="17" y="23091"/>
                    <a:pt x="8" y="25912"/>
                  </a:cubicBezTo>
                  <a:cubicBezTo>
                    <a:pt x="1" y="26688"/>
                    <a:pt x="38" y="27461"/>
                    <a:pt x="116" y="28230"/>
                  </a:cubicBezTo>
                  <a:cubicBezTo>
                    <a:pt x="262" y="29595"/>
                    <a:pt x="539" y="30816"/>
                    <a:pt x="950" y="31839"/>
                  </a:cubicBezTo>
                  <a:cubicBezTo>
                    <a:pt x="1615" y="33486"/>
                    <a:pt x="2615" y="34631"/>
                    <a:pt x="3940" y="35088"/>
                  </a:cubicBezTo>
                  <a:cubicBezTo>
                    <a:pt x="4356" y="35229"/>
                    <a:pt x="4792" y="35303"/>
                    <a:pt x="5231" y="35303"/>
                  </a:cubicBezTo>
                  <a:cubicBezTo>
                    <a:pt x="5238" y="35303"/>
                    <a:pt x="5245" y="35303"/>
                    <a:pt x="5251" y="35303"/>
                  </a:cubicBezTo>
                  <a:cubicBezTo>
                    <a:pt x="9493" y="35303"/>
                    <a:pt x="14882" y="29092"/>
                    <a:pt x="17886" y="20391"/>
                  </a:cubicBezTo>
                  <a:cubicBezTo>
                    <a:pt x="18346" y="19068"/>
                    <a:pt x="18734" y="17724"/>
                    <a:pt x="19048" y="16360"/>
                  </a:cubicBezTo>
                  <a:cubicBezTo>
                    <a:pt x="19449" y="14628"/>
                    <a:pt x="19713" y="12947"/>
                    <a:pt x="19830" y="11368"/>
                  </a:cubicBezTo>
                  <a:cubicBezTo>
                    <a:pt x="19897" y="10509"/>
                    <a:pt x="19925" y="9680"/>
                    <a:pt x="19911" y="8888"/>
                  </a:cubicBezTo>
                  <a:cubicBezTo>
                    <a:pt x="19863" y="6073"/>
                    <a:pt x="19311" y="3714"/>
                    <a:pt x="18288" y="2136"/>
                  </a:cubicBezTo>
                  <a:cubicBezTo>
                    <a:pt x="17681" y="1201"/>
                    <a:pt x="16912" y="541"/>
                    <a:pt x="15979" y="220"/>
                  </a:cubicBezTo>
                  <a:cubicBezTo>
                    <a:pt x="15563" y="77"/>
                    <a:pt x="15126" y="3"/>
                    <a:pt x="14688" y="3"/>
                  </a:cubicBezTo>
                  <a:cubicBezTo>
                    <a:pt x="14681" y="3"/>
                    <a:pt x="14674" y="3"/>
                    <a:pt x="14667" y="3"/>
                  </a:cubicBezTo>
                  <a:lnTo>
                    <a:pt x="14667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0"/>
            <p:cNvSpPr/>
            <p:nvPr/>
          </p:nvSpPr>
          <p:spPr>
            <a:xfrm>
              <a:off x="4152175" y="3329225"/>
              <a:ext cx="347700" cy="635150"/>
            </a:xfrm>
            <a:custGeom>
              <a:avLst/>
              <a:gdLst/>
              <a:ahLst/>
              <a:cxnLst/>
              <a:rect l="l" t="t" r="r" b="b"/>
              <a:pathLst>
                <a:path w="13908" h="25406" extrusionOk="0">
                  <a:moveTo>
                    <a:pt x="10494" y="0"/>
                  </a:moveTo>
                  <a:cubicBezTo>
                    <a:pt x="9111" y="0"/>
                    <a:pt x="7463" y="1090"/>
                    <a:pt x="5853" y="3071"/>
                  </a:cubicBezTo>
                  <a:cubicBezTo>
                    <a:pt x="4228" y="5071"/>
                    <a:pt x="2755" y="7848"/>
                    <a:pt x="1704" y="10889"/>
                  </a:cubicBezTo>
                  <a:cubicBezTo>
                    <a:pt x="545" y="14249"/>
                    <a:pt x="0" y="17595"/>
                    <a:pt x="173" y="20312"/>
                  </a:cubicBezTo>
                  <a:cubicBezTo>
                    <a:pt x="256" y="21633"/>
                    <a:pt x="506" y="22732"/>
                    <a:pt x="912" y="23582"/>
                  </a:cubicBezTo>
                  <a:cubicBezTo>
                    <a:pt x="1332" y="24459"/>
                    <a:pt x="1905" y="25030"/>
                    <a:pt x="2612" y="25272"/>
                  </a:cubicBezTo>
                  <a:cubicBezTo>
                    <a:pt x="2870" y="25362"/>
                    <a:pt x="3140" y="25406"/>
                    <a:pt x="3413" y="25406"/>
                  </a:cubicBezTo>
                  <a:cubicBezTo>
                    <a:pt x="4796" y="25406"/>
                    <a:pt x="6444" y="24314"/>
                    <a:pt x="8052" y="22335"/>
                  </a:cubicBezTo>
                  <a:cubicBezTo>
                    <a:pt x="9677" y="20333"/>
                    <a:pt x="11152" y="17558"/>
                    <a:pt x="12203" y="14514"/>
                  </a:cubicBezTo>
                  <a:cubicBezTo>
                    <a:pt x="13362" y="11157"/>
                    <a:pt x="13907" y="7811"/>
                    <a:pt x="13734" y="5094"/>
                  </a:cubicBezTo>
                  <a:cubicBezTo>
                    <a:pt x="13651" y="3773"/>
                    <a:pt x="13401" y="2672"/>
                    <a:pt x="12995" y="1824"/>
                  </a:cubicBezTo>
                  <a:cubicBezTo>
                    <a:pt x="12575" y="944"/>
                    <a:pt x="12002" y="376"/>
                    <a:pt x="11293" y="132"/>
                  </a:cubicBezTo>
                  <a:cubicBezTo>
                    <a:pt x="11037" y="44"/>
                    <a:pt x="10767" y="0"/>
                    <a:pt x="1049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0"/>
            <p:cNvSpPr/>
            <p:nvPr/>
          </p:nvSpPr>
          <p:spPr>
            <a:xfrm>
              <a:off x="4134675" y="3329050"/>
              <a:ext cx="382675" cy="635450"/>
            </a:xfrm>
            <a:custGeom>
              <a:avLst/>
              <a:gdLst/>
              <a:ahLst/>
              <a:cxnLst/>
              <a:rect l="l" t="t" r="r" b="b"/>
              <a:pathLst>
                <a:path w="15307" h="25418" extrusionOk="0">
                  <a:moveTo>
                    <a:pt x="11217" y="14"/>
                  </a:moveTo>
                  <a:cubicBezTo>
                    <a:pt x="11480" y="14"/>
                    <a:pt x="11743" y="58"/>
                    <a:pt x="11993" y="143"/>
                  </a:cubicBezTo>
                  <a:cubicBezTo>
                    <a:pt x="12700" y="388"/>
                    <a:pt x="13270" y="956"/>
                    <a:pt x="13690" y="1833"/>
                  </a:cubicBezTo>
                  <a:cubicBezTo>
                    <a:pt x="14097" y="2681"/>
                    <a:pt x="14346" y="3780"/>
                    <a:pt x="14429" y="5101"/>
                  </a:cubicBezTo>
                  <a:cubicBezTo>
                    <a:pt x="14512" y="6421"/>
                    <a:pt x="14427" y="7897"/>
                    <a:pt x="14175" y="9483"/>
                  </a:cubicBezTo>
                  <a:cubicBezTo>
                    <a:pt x="13912" y="11129"/>
                    <a:pt x="13483" y="12822"/>
                    <a:pt x="12898" y="14519"/>
                  </a:cubicBezTo>
                  <a:cubicBezTo>
                    <a:pt x="11848" y="17562"/>
                    <a:pt x="10375" y="20338"/>
                    <a:pt x="8749" y="22337"/>
                  </a:cubicBezTo>
                  <a:cubicBezTo>
                    <a:pt x="7142" y="24316"/>
                    <a:pt x="5496" y="25406"/>
                    <a:pt x="4113" y="25406"/>
                  </a:cubicBezTo>
                  <a:cubicBezTo>
                    <a:pt x="3843" y="25406"/>
                    <a:pt x="3572" y="25362"/>
                    <a:pt x="3316" y="25274"/>
                  </a:cubicBezTo>
                  <a:cubicBezTo>
                    <a:pt x="2610" y="25032"/>
                    <a:pt x="2037" y="24464"/>
                    <a:pt x="1619" y="23586"/>
                  </a:cubicBezTo>
                  <a:cubicBezTo>
                    <a:pt x="1213" y="22737"/>
                    <a:pt x="963" y="21638"/>
                    <a:pt x="880" y="20319"/>
                  </a:cubicBezTo>
                  <a:cubicBezTo>
                    <a:pt x="797" y="18999"/>
                    <a:pt x="883" y="17523"/>
                    <a:pt x="1134" y="15934"/>
                  </a:cubicBezTo>
                  <a:cubicBezTo>
                    <a:pt x="1395" y="14290"/>
                    <a:pt x="1825" y="12596"/>
                    <a:pt x="2411" y="10899"/>
                  </a:cubicBezTo>
                  <a:cubicBezTo>
                    <a:pt x="3462" y="7858"/>
                    <a:pt x="4935" y="5082"/>
                    <a:pt x="6558" y="3083"/>
                  </a:cubicBezTo>
                  <a:cubicBezTo>
                    <a:pt x="8167" y="1104"/>
                    <a:pt x="9814" y="14"/>
                    <a:pt x="11197" y="14"/>
                  </a:cubicBezTo>
                  <a:cubicBezTo>
                    <a:pt x="11203" y="14"/>
                    <a:pt x="11210" y="14"/>
                    <a:pt x="11217" y="14"/>
                  </a:cubicBezTo>
                  <a:close/>
                  <a:moveTo>
                    <a:pt x="11197" y="0"/>
                  </a:moveTo>
                  <a:cubicBezTo>
                    <a:pt x="8350" y="0"/>
                    <a:pt x="4586" y="4565"/>
                    <a:pt x="2400" y="10894"/>
                  </a:cubicBezTo>
                  <a:cubicBezTo>
                    <a:pt x="1" y="17842"/>
                    <a:pt x="409" y="24284"/>
                    <a:pt x="3312" y="25286"/>
                  </a:cubicBezTo>
                  <a:cubicBezTo>
                    <a:pt x="3570" y="25374"/>
                    <a:pt x="3840" y="25417"/>
                    <a:pt x="4113" y="25417"/>
                  </a:cubicBezTo>
                  <a:cubicBezTo>
                    <a:pt x="6960" y="25417"/>
                    <a:pt x="10723" y="20855"/>
                    <a:pt x="12910" y="14524"/>
                  </a:cubicBezTo>
                  <a:cubicBezTo>
                    <a:pt x="15307" y="7578"/>
                    <a:pt x="14900" y="1136"/>
                    <a:pt x="11998" y="134"/>
                  </a:cubicBezTo>
                  <a:cubicBezTo>
                    <a:pt x="11739" y="44"/>
                    <a:pt x="11469" y="0"/>
                    <a:pt x="11197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0"/>
            <p:cNvSpPr/>
            <p:nvPr/>
          </p:nvSpPr>
          <p:spPr>
            <a:xfrm>
              <a:off x="4120125" y="3272825"/>
              <a:ext cx="418300" cy="747900"/>
            </a:xfrm>
            <a:custGeom>
              <a:avLst/>
              <a:gdLst/>
              <a:ahLst/>
              <a:cxnLst/>
              <a:rect l="l" t="t" r="r" b="b"/>
              <a:pathLst>
                <a:path w="16732" h="29916" fill="none" extrusionOk="0">
                  <a:moveTo>
                    <a:pt x="13326" y="591"/>
                  </a:moveTo>
                  <a:cubicBezTo>
                    <a:pt x="15041" y="1185"/>
                    <a:pt x="16166" y="3267"/>
                    <a:pt x="16447" y="6380"/>
                  </a:cubicBezTo>
                  <a:cubicBezTo>
                    <a:pt x="16731" y="9492"/>
                    <a:pt x="16152" y="13381"/>
                    <a:pt x="14836" y="17193"/>
                  </a:cubicBezTo>
                  <a:cubicBezTo>
                    <a:pt x="13520" y="21003"/>
                    <a:pt x="11578" y="24420"/>
                    <a:pt x="9433" y="26694"/>
                  </a:cubicBezTo>
                  <a:cubicBezTo>
                    <a:pt x="7290" y="28971"/>
                    <a:pt x="5122" y="29915"/>
                    <a:pt x="3404" y="29322"/>
                  </a:cubicBezTo>
                  <a:cubicBezTo>
                    <a:pt x="1689" y="28731"/>
                    <a:pt x="566" y="26648"/>
                    <a:pt x="282" y="23536"/>
                  </a:cubicBezTo>
                  <a:cubicBezTo>
                    <a:pt x="1" y="20423"/>
                    <a:pt x="580" y="16533"/>
                    <a:pt x="1896" y="12723"/>
                  </a:cubicBezTo>
                  <a:cubicBezTo>
                    <a:pt x="3210" y="8913"/>
                    <a:pt x="5154" y="5496"/>
                    <a:pt x="7297" y="3219"/>
                  </a:cubicBezTo>
                  <a:cubicBezTo>
                    <a:pt x="9442" y="945"/>
                    <a:pt x="11610" y="0"/>
                    <a:pt x="13326" y="591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0"/>
            <p:cNvSpPr/>
            <p:nvPr/>
          </p:nvSpPr>
          <p:spPr>
            <a:xfrm>
              <a:off x="4081975" y="3231825"/>
              <a:ext cx="608550" cy="622075"/>
            </a:xfrm>
            <a:custGeom>
              <a:avLst/>
              <a:gdLst/>
              <a:ahLst/>
              <a:cxnLst/>
              <a:rect l="l" t="t" r="r" b="b"/>
              <a:pathLst>
                <a:path w="24342" h="24883" extrusionOk="0">
                  <a:moveTo>
                    <a:pt x="20008" y="1"/>
                  </a:moveTo>
                  <a:lnTo>
                    <a:pt x="18283" y="1102"/>
                  </a:lnTo>
                  <a:lnTo>
                    <a:pt x="16073" y="2993"/>
                  </a:lnTo>
                  <a:lnTo>
                    <a:pt x="14593" y="4256"/>
                  </a:lnTo>
                  <a:lnTo>
                    <a:pt x="5669" y="11892"/>
                  </a:lnTo>
                  <a:lnTo>
                    <a:pt x="3709" y="13571"/>
                  </a:lnTo>
                  <a:lnTo>
                    <a:pt x="3709" y="13573"/>
                  </a:lnTo>
                  <a:lnTo>
                    <a:pt x="1527" y="15436"/>
                  </a:lnTo>
                  <a:lnTo>
                    <a:pt x="1527" y="15441"/>
                  </a:lnTo>
                  <a:cubicBezTo>
                    <a:pt x="508" y="18808"/>
                    <a:pt x="12" y="22059"/>
                    <a:pt x="0" y="24882"/>
                  </a:cubicBezTo>
                  <a:lnTo>
                    <a:pt x="1737" y="23395"/>
                  </a:lnTo>
                  <a:lnTo>
                    <a:pt x="2967" y="22345"/>
                  </a:lnTo>
                  <a:lnTo>
                    <a:pt x="8389" y="17706"/>
                  </a:lnTo>
                  <a:lnTo>
                    <a:pt x="8491" y="17618"/>
                  </a:lnTo>
                  <a:lnTo>
                    <a:pt x="9463" y="16789"/>
                  </a:lnTo>
                  <a:lnTo>
                    <a:pt x="9463" y="16787"/>
                  </a:lnTo>
                  <a:lnTo>
                    <a:pt x="11862" y="14734"/>
                  </a:lnTo>
                  <a:lnTo>
                    <a:pt x="16563" y="10717"/>
                  </a:lnTo>
                  <a:lnTo>
                    <a:pt x="18043" y="9449"/>
                  </a:lnTo>
                  <a:lnTo>
                    <a:pt x="19906" y="7856"/>
                  </a:lnTo>
                  <a:lnTo>
                    <a:pt x="24342" y="4420"/>
                  </a:lnTo>
                  <a:cubicBezTo>
                    <a:pt x="23266" y="2321"/>
                    <a:pt x="21829" y="832"/>
                    <a:pt x="20008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0"/>
            <p:cNvSpPr/>
            <p:nvPr/>
          </p:nvSpPr>
          <p:spPr>
            <a:xfrm>
              <a:off x="4084750" y="3382550"/>
              <a:ext cx="630250" cy="619525"/>
            </a:xfrm>
            <a:custGeom>
              <a:avLst/>
              <a:gdLst/>
              <a:ahLst/>
              <a:cxnLst/>
              <a:rect l="l" t="t" r="r" b="b"/>
              <a:pathLst>
                <a:path w="25210" h="24781" extrusionOk="0">
                  <a:moveTo>
                    <a:pt x="24769" y="1"/>
                  </a:moveTo>
                  <a:lnTo>
                    <a:pt x="19712" y="4305"/>
                  </a:lnTo>
                  <a:lnTo>
                    <a:pt x="17807" y="5937"/>
                  </a:lnTo>
                  <a:lnTo>
                    <a:pt x="16182" y="7327"/>
                  </a:lnTo>
                  <a:lnTo>
                    <a:pt x="10388" y="12282"/>
                  </a:lnTo>
                  <a:lnTo>
                    <a:pt x="9158" y="13335"/>
                  </a:lnTo>
                  <a:lnTo>
                    <a:pt x="8694" y="13734"/>
                  </a:lnTo>
                  <a:lnTo>
                    <a:pt x="8694" y="13739"/>
                  </a:lnTo>
                  <a:lnTo>
                    <a:pt x="8068" y="14270"/>
                  </a:lnTo>
                  <a:lnTo>
                    <a:pt x="2905" y="18687"/>
                  </a:lnTo>
                  <a:lnTo>
                    <a:pt x="1755" y="19671"/>
                  </a:lnTo>
                  <a:lnTo>
                    <a:pt x="0" y="21169"/>
                  </a:lnTo>
                  <a:cubicBezTo>
                    <a:pt x="143" y="22534"/>
                    <a:pt x="423" y="23755"/>
                    <a:pt x="834" y="24781"/>
                  </a:cubicBezTo>
                  <a:lnTo>
                    <a:pt x="2787" y="23111"/>
                  </a:lnTo>
                  <a:lnTo>
                    <a:pt x="3979" y="22093"/>
                  </a:lnTo>
                  <a:lnTo>
                    <a:pt x="14718" y="12903"/>
                  </a:lnTo>
                  <a:lnTo>
                    <a:pt x="14718" y="12901"/>
                  </a:lnTo>
                  <a:lnTo>
                    <a:pt x="16777" y="11144"/>
                  </a:lnTo>
                  <a:lnTo>
                    <a:pt x="18932" y="9299"/>
                  </a:lnTo>
                  <a:lnTo>
                    <a:pt x="25210" y="3365"/>
                  </a:lnTo>
                  <a:cubicBezTo>
                    <a:pt x="25157" y="2233"/>
                    <a:pt x="25009" y="1107"/>
                    <a:pt x="24769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7" name="Google Shape;517;p30"/>
          <p:cNvGrpSpPr/>
          <p:nvPr/>
        </p:nvGrpSpPr>
        <p:grpSpPr>
          <a:xfrm rot="-5521010">
            <a:off x="6430167" y="794384"/>
            <a:ext cx="536764" cy="385807"/>
            <a:chOff x="3958725" y="4285850"/>
            <a:chExt cx="926000" cy="665575"/>
          </a:xfrm>
        </p:grpSpPr>
        <p:sp>
          <p:nvSpPr>
            <p:cNvPr id="518" name="Google Shape;518;p30"/>
            <p:cNvSpPr/>
            <p:nvPr/>
          </p:nvSpPr>
          <p:spPr>
            <a:xfrm>
              <a:off x="3958725" y="4286250"/>
              <a:ext cx="926000" cy="665175"/>
            </a:xfrm>
            <a:custGeom>
              <a:avLst/>
              <a:gdLst/>
              <a:ahLst/>
              <a:cxnLst/>
              <a:rect l="l" t="t" r="r" b="b"/>
              <a:pathLst>
                <a:path w="37040" h="26607" extrusionOk="0">
                  <a:moveTo>
                    <a:pt x="32631" y="0"/>
                  </a:moveTo>
                  <a:cubicBezTo>
                    <a:pt x="32452" y="0"/>
                    <a:pt x="32270" y="51"/>
                    <a:pt x="32109" y="159"/>
                  </a:cubicBezTo>
                  <a:lnTo>
                    <a:pt x="626" y="19435"/>
                  </a:lnTo>
                  <a:cubicBezTo>
                    <a:pt x="149" y="19705"/>
                    <a:pt x="1" y="20324"/>
                    <a:pt x="306" y="20781"/>
                  </a:cubicBezTo>
                  <a:lnTo>
                    <a:pt x="3557" y="26142"/>
                  </a:lnTo>
                  <a:cubicBezTo>
                    <a:pt x="3746" y="26441"/>
                    <a:pt x="4071" y="26607"/>
                    <a:pt x="4403" y="26607"/>
                  </a:cubicBezTo>
                  <a:cubicBezTo>
                    <a:pt x="4576" y="26607"/>
                    <a:pt x="4751" y="26562"/>
                    <a:pt x="4910" y="26468"/>
                  </a:cubicBezTo>
                  <a:lnTo>
                    <a:pt x="36349" y="7169"/>
                  </a:lnTo>
                  <a:cubicBezTo>
                    <a:pt x="36870" y="6913"/>
                    <a:pt x="37039" y="6253"/>
                    <a:pt x="36704" y="5777"/>
                  </a:cubicBezTo>
                  <a:lnTo>
                    <a:pt x="33456" y="480"/>
                  </a:lnTo>
                  <a:cubicBezTo>
                    <a:pt x="33281" y="171"/>
                    <a:pt x="32960" y="0"/>
                    <a:pt x="32631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0"/>
            <p:cNvSpPr/>
            <p:nvPr/>
          </p:nvSpPr>
          <p:spPr>
            <a:xfrm>
              <a:off x="4691775" y="4285850"/>
              <a:ext cx="192950" cy="223000"/>
            </a:xfrm>
            <a:custGeom>
              <a:avLst/>
              <a:gdLst/>
              <a:ahLst/>
              <a:cxnLst/>
              <a:rect l="l" t="t" r="r" b="b"/>
              <a:pathLst>
                <a:path w="7718" h="8920" extrusionOk="0">
                  <a:moveTo>
                    <a:pt x="3300" y="1"/>
                  </a:moveTo>
                  <a:cubicBezTo>
                    <a:pt x="3131" y="1"/>
                    <a:pt x="2959" y="47"/>
                    <a:pt x="2804" y="143"/>
                  </a:cubicBezTo>
                  <a:lnTo>
                    <a:pt x="0" y="1872"/>
                  </a:lnTo>
                  <a:lnTo>
                    <a:pt x="4230" y="8919"/>
                  </a:lnTo>
                  <a:lnTo>
                    <a:pt x="7027" y="7185"/>
                  </a:lnTo>
                  <a:cubicBezTo>
                    <a:pt x="7548" y="6929"/>
                    <a:pt x="7717" y="6269"/>
                    <a:pt x="7382" y="5793"/>
                  </a:cubicBezTo>
                  <a:lnTo>
                    <a:pt x="4134" y="496"/>
                  </a:lnTo>
                  <a:cubicBezTo>
                    <a:pt x="3962" y="179"/>
                    <a:pt x="3636" y="1"/>
                    <a:pt x="330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0"/>
            <p:cNvSpPr/>
            <p:nvPr/>
          </p:nvSpPr>
          <p:spPr>
            <a:xfrm>
              <a:off x="4538575" y="4330500"/>
              <a:ext cx="263475" cy="270350"/>
            </a:xfrm>
            <a:custGeom>
              <a:avLst/>
              <a:gdLst/>
              <a:ahLst/>
              <a:cxnLst/>
              <a:rect l="l" t="t" r="r" b="b"/>
              <a:pathLst>
                <a:path w="10539" h="10814" extrusionOk="0">
                  <a:moveTo>
                    <a:pt x="6269" y="1"/>
                  </a:moveTo>
                  <a:lnTo>
                    <a:pt x="0" y="3841"/>
                  </a:lnTo>
                  <a:lnTo>
                    <a:pt x="4272" y="10814"/>
                  </a:lnTo>
                  <a:lnTo>
                    <a:pt x="10539" y="6972"/>
                  </a:lnTo>
                  <a:lnTo>
                    <a:pt x="6269" y="1"/>
                  </a:ln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0"/>
            <p:cNvSpPr/>
            <p:nvPr/>
          </p:nvSpPr>
          <p:spPr>
            <a:xfrm>
              <a:off x="4319625" y="4512575"/>
              <a:ext cx="85175" cy="283575"/>
            </a:xfrm>
            <a:custGeom>
              <a:avLst/>
              <a:gdLst/>
              <a:ahLst/>
              <a:cxnLst/>
              <a:rect l="l" t="t" r="r" b="b"/>
              <a:pathLst>
                <a:path w="3407" h="11343" extrusionOk="0">
                  <a:moveTo>
                    <a:pt x="3138" y="0"/>
                  </a:moveTo>
                  <a:lnTo>
                    <a:pt x="0" y="1919"/>
                  </a:lnTo>
                  <a:lnTo>
                    <a:pt x="162" y="7389"/>
                  </a:lnTo>
                  <a:lnTo>
                    <a:pt x="278" y="11342"/>
                  </a:lnTo>
                  <a:lnTo>
                    <a:pt x="3406" y="9419"/>
                  </a:lnTo>
                  <a:lnTo>
                    <a:pt x="3325" y="6339"/>
                  </a:lnTo>
                  <a:lnTo>
                    <a:pt x="3138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0"/>
            <p:cNvSpPr/>
            <p:nvPr/>
          </p:nvSpPr>
          <p:spPr>
            <a:xfrm>
              <a:off x="3978350" y="4721700"/>
              <a:ext cx="85125" cy="229075"/>
            </a:xfrm>
            <a:custGeom>
              <a:avLst/>
              <a:gdLst/>
              <a:ahLst/>
              <a:cxnLst/>
              <a:rect l="l" t="t" r="r" b="b"/>
              <a:pathLst>
                <a:path w="3405" h="9163" extrusionOk="0">
                  <a:moveTo>
                    <a:pt x="3139" y="1"/>
                  </a:moveTo>
                  <a:lnTo>
                    <a:pt x="1" y="1920"/>
                  </a:lnTo>
                  <a:lnTo>
                    <a:pt x="72" y="4326"/>
                  </a:lnTo>
                  <a:lnTo>
                    <a:pt x="2762" y="8720"/>
                  </a:lnTo>
                  <a:cubicBezTo>
                    <a:pt x="2903" y="8953"/>
                    <a:pt x="3136" y="9114"/>
                    <a:pt x="3404" y="9163"/>
                  </a:cubicBezTo>
                  <a:lnTo>
                    <a:pt x="3323" y="6325"/>
                  </a:lnTo>
                  <a:lnTo>
                    <a:pt x="3139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0"/>
            <p:cNvSpPr/>
            <p:nvPr/>
          </p:nvSpPr>
          <p:spPr>
            <a:xfrm>
              <a:off x="4427750" y="4408782"/>
              <a:ext cx="147850" cy="321900"/>
            </a:xfrm>
            <a:custGeom>
              <a:avLst/>
              <a:gdLst/>
              <a:ahLst/>
              <a:cxnLst/>
              <a:rect l="l" t="t" r="r" b="b"/>
              <a:pathLst>
                <a:path w="5914" h="12876" extrusionOk="0">
                  <a:moveTo>
                    <a:pt x="5639" y="0"/>
                  </a:moveTo>
                  <a:lnTo>
                    <a:pt x="0" y="3457"/>
                  </a:lnTo>
                  <a:lnTo>
                    <a:pt x="69" y="6052"/>
                  </a:lnTo>
                  <a:lnTo>
                    <a:pt x="259" y="12571"/>
                  </a:lnTo>
                  <a:lnTo>
                    <a:pt x="270" y="12875"/>
                  </a:lnTo>
                  <a:lnTo>
                    <a:pt x="5913" y="9412"/>
                  </a:lnTo>
                  <a:lnTo>
                    <a:pt x="5909" y="9377"/>
                  </a:lnTo>
                  <a:lnTo>
                    <a:pt x="5722" y="2838"/>
                  </a:lnTo>
                  <a:lnTo>
                    <a:pt x="5639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4" name="Google Shape;524;p30"/>
          <p:cNvGrpSpPr/>
          <p:nvPr/>
        </p:nvGrpSpPr>
        <p:grpSpPr>
          <a:xfrm flipH="1">
            <a:off x="1296095" y="1965338"/>
            <a:ext cx="530166" cy="502936"/>
            <a:chOff x="1717700" y="2254700"/>
            <a:chExt cx="781725" cy="741575"/>
          </a:xfrm>
        </p:grpSpPr>
        <p:sp>
          <p:nvSpPr>
            <p:cNvPr id="525" name="Google Shape;525;p30"/>
            <p:cNvSpPr/>
            <p:nvPr/>
          </p:nvSpPr>
          <p:spPr>
            <a:xfrm>
              <a:off x="1748125" y="2300200"/>
              <a:ext cx="717650" cy="650525"/>
            </a:xfrm>
            <a:custGeom>
              <a:avLst/>
              <a:gdLst/>
              <a:ahLst/>
              <a:cxnLst/>
              <a:rect l="l" t="t" r="r" b="b"/>
              <a:pathLst>
                <a:path w="28706" h="26021" extrusionOk="0">
                  <a:moveTo>
                    <a:pt x="15025" y="0"/>
                  </a:moveTo>
                  <a:cubicBezTo>
                    <a:pt x="11160" y="0"/>
                    <a:pt x="7313" y="1600"/>
                    <a:pt x="4560" y="4734"/>
                  </a:cubicBezTo>
                  <a:cubicBezTo>
                    <a:pt x="162" y="9743"/>
                    <a:pt x="0" y="17021"/>
                    <a:pt x="3801" y="22174"/>
                  </a:cubicBezTo>
                  <a:cubicBezTo>
                    <a:pt x="4341" y="22872"/>
                    <a:pt x="4946" y="23518"/>
                    <a:pt x="5609" y="24102"/>
                  </a:cubicBezTo>
                  <a:cubicBezTo>
                    <a:pt x="5932" y="24386"/>
                    <a:pt x="6264" y="24652"/>
                    <a:pt x="6604" y="24901"/>
                  </a:cubicBezTo>
                  <a:cubicBezTo>
                    <a:pt x="6953" y="25155"/>
                    <a:pt x="7201" y="25230"/>
                    <a:pt x="7416" y="25230"/>
                  </a:cubicBezTo>
                  <a:cubicBezTo>
                    <a:pt x="7729" y="25230"/>
                    <a:pt x="7975" y="25072"/>
                    <a:pt x="8368" y="25072"/>
                  </a:cubicBezTo>
                  <a:cubicBezTo>
                    <a:pt x="8543" y="25072"/>
                    <a:pt x="8748" y="25103"/>
                    <a:pt x="9001" y="25194"/>
                  </a:cubicBezTo>
                  <a:cubicBezTo>
                    <a:pt x="9444" y="25354"/>
                    <a:pt x="9896" y="25492"/>
                    <a:pt x="10354" y="25608"/>
                  </a:cubicBezTo>
                  <a:cubicBezTo>
                    <a:pt x="11030" y="25776"/>
                    <a:pt x="11721" y="25894"/>
                    <a:pt x="12416" y="25959"/>
                  </a:cubicBezTo>
                  <a:cubicBezTo>
                    <a:pt x="12854" y="26000"/>
                    <a:pt x="13293" y="26021"/>
                    <a:pt x="13732" y="26021"/>
                  </a:cubicBezTo>
                  <a:cubicBezTo>
                    <a:pt x="17598" y="26021"/>
                    <a:pt x="21444" y="24419"/>
                    <a:pt x="24196" y="21288"/>
                  </a:cubicBezTo>
                  <a:cubicBezTo>
                    <a:pt x="28262" y="16658"/>
                    <a:pt x="28705" y="10089"/>
                    <a:pt x="25745" y="5051"/>
                  </a:cubicBezTo>
                  <a:cubicBezTo>
                    <a:pt x="25277" y="4480"/>
                    <a:pt x="24762" y="3949"/>
                    <a:pt x="24205" y="3465"/>
                  </a:cubicBezTo>
                  <a:cubicBezTo>
                    <a:pt x="23674" y="2996"/>
                    <a:pt x="23106" y="2569"/>
                    <a:pt x="22508" y="2185"/>
                  </a:cubicBezTo>
                  <a:cubicBezTo>
                    <a:pt x="21922" y="1809"/>
                    <a:pt x="21305" y="1479"/>
                    <a:pt x="20668" y="1195"/>
                  </a:cubicBezTo>
                  <a:cubicBezTo>
                    <a:pt x="20236" y="1003"/>
                    <a:pt x="19795" y="835"/>
                    <a:pt x="19347" y="687"/>
                  </a:cubicBezTo>
                  <a:cubicBezTo>
                    <a:pt x="18100" y="280"/>
                    <a:pt x="16803" y="52"/>
                    <a:pt x="15491" y="8"/>
                  </a:cubicBezTo>
                  <a:cubicBezTo>
                    <a:pt x="15336" y="3"/>
                    <a:pt x="15180" y="0"/>
                    <a:pt x="15025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0"/>
            <p:cNvSpPr/>
            <p:nvPr/>
          </p:nvSpPr>
          <p:spPr>
            <a:xfrm>
              <a:off x="1755500" y="2300325"/>
              <a:ext cx="740400" cy="695775"/>
            </a:xfrm>
            <a:custGeom>
              <a:avLst/>
              <a:gdLst/>
              <a:ahLst/>
              <a:cxnLst/>
              <a:rect l="l" t="t" r="r" b="b"/>
              <a:pathLst>
                <a:path w="29616" h="27831" extrusionOk="0">
                  <a:moveTo>
                    <a:pt x="14709" y="1"/>
                  </a:moveTo>
                  <a:cubicBezTo>
                    <a:pt x="10711" y="1"/>
                    <a:pt x="6906" y="1725"/>
                    <a:pt x="4270" y="4732"/>
                  </a:cubicBezTo>
                  <a:cubicBezTo>
                    <a:pt x="1084" y="8350"/>
                    <a:pt x="1" y="13360"/>
                    <a:pt x="1409" y="17972"/>
                  </a:cubicBezTo>
                  <a:cubicBezTo>
                    <a:pt x="2162" y="20449"/>
                    <a:pt x="3591" y="22666"/>
                    <a:pt x="5538" y="24372"/>
                  </a:cubicBezTo>
                  <a:cubicBezTo>
                    <a:pt x="5852" y="24649"/>
                    <a:pt x="6186" y="24919"/>
                    <a:pt x="6533" y="25169"/>
                  </a:cubicBezTo>
                  <a:cubicBezTo>
                    <a:pt x="7590" y="25942"/>
                    <a:pt x="8754" y="26561"/>
                    <a:pt x="9987" y="27009"/>
                  </a:cubicBezTo>
                  <a:cubicBezTo>
                    <a:pt x="10428" y="27166"/>
                    <a:pt x="10883" y="27304"/>
                    <a:pt x="11340" y="27418"/>
                  </a:cubicBezTo>
                  <a:cubicBezTo>
                    <a:pt x="12017" y="27586"/>
                    <a:pt x="12707" y="27704"/>
                    <a:pt x="13402" y="27769"/>
                  </a:cubicBezTo>
                  <a:cubicBezTo>
                    <a:pt x="13838" y="27810"/>
                    <a:pt x="14282" y="27831"/>
                    <a:pt x="14720" y="27831"/>
                  </a:cubicBezTo>
                  <a:cubicBezTo>
                    <a:pt x="14724" y="27831"/>
                    <a:pt x="14728" y="27831"/>
                    <a:pt x="14732" y="27831"/>
                  </a:cubicBezTo>
                  <a:cubicBezTo>
                    <a:pt x="20119" y="27831"/>
                    <a:pt x="25025" y="24719"/>
                    <a:pt x="27318" y="19844"/>
                  </a:cubicBezTo>
                  <a:cubicBezTo>
                    <a:pt x="29616" y="14965"/>
                    <a:pt x="28886" y="9200"/>
                    <a:pt x="25446" y="5048"/>
                  </a:cubicBezTo>
                  <a:cubicBezTo>
                    <a:pt x="24977" y="4478"/>
                    <a:pt x="24462" y="3947"/>
                    <a:pt x="23908" y="3462"/>
                  </a:cubicBezTo>
                  <a:cubicBezTo>
                    <a:pt x="23374" y="2993"/>
                    <a:pt x="22806" y="2566"/>
                    <a:pt x="22211" y="2185"/>
                  </a:cubicBezTo>
                  <a:cubicBezTo>
                    <a:pt x="21622" y="1809"/>
                    <a:pt x="21008" y="1476"/>
                    <a:pt x="20370" y="1194"/>
                  </a:cubicBezTo>
                  <a:cubicBezTo>
                    <a:pt x="19925" y="998"/>
                    <a:pt x="19484" y="827"/>
                    <a:pt x="19050" y="686"/>
                  </a:cubicBezTo>
                  <a:cubicBezTo>
                    <a:pt x="17803" y="280"/>
                    <a:pt x="16505" y="51"/>
                    <a:pt x="15196" y="10"/>
                  </a:cubicBezTo>
                  <a:cubicBezTo>
                    <a:pt x="15041" y="3"/>
                    <a:pt x="14882" y="1"/>
                    <a:pt x="14725" y="1"/>
                  </a:cubicBezTo>
                  <a:cubicBezTo>
                    <a:pt x="14720" y="1"/>
                    <a:pt x="14714" y="1"/>
                    <a:pt x="14709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0"/>
            <p:cNvSpPr/>
            <p:nvPr/>
          </p:nvSpPr>
          <p:spPr>
            <a:xfrm>
              <a:off x="1748125" y="2300150"/>
              <a:ext cx="751300" cy="696125"/>
            </a:xfrm>
            <a:custGeom>
              <a:avLst/>
              <a:gdLst/>
              <a:ahLst/>
              <a:cxnLst/>
              <a:rect l="l" t="t" r="r" b="b"/>
              <a:pathLst>
                <a:path w="30052" h="27845" extrusionOk="0">
                  <a:moveTo>
                    <a:pt x="15005" y="15"/>
                  </a:moveTo>
                  <a:cubicBezTo>
                    <a:pt x="15010" y="15"/>
                    <a:pt x="15015" y="15"/>
                    <a:pt x="15020" y="15"/>
                  </a:cubicBezTo>
                  <a:cubicBezTo>
                    <a:pt x="15177" y="15"/>
                    <a:pt x="15334" y="17"/>
                    <a:pt x="15491" y="21"/>
                  </a:cubicBezTo>
                  <a:cubicBezTo>
                    <a:pt x="16800" y="65"/>
                    <a:pt x="18098" y="294"/>
                    <a:pt x="19342" y="700"/>
                  </a:cubicBezTo>
                  <a:cubicBezTo>
                    <a:pt x="19774" y="841"/>
                    <a:pt x="20218" y="1012"/>
                    <a:pt x="20663" y="1208"/>
                  </a:cubicBezTo>
                  <a:cubicBezTo>
                    <a:pt x="21300" y="1490"/>
                    <a:pt x="21915" y="1820"/>
                    <a:pt x="22503" y="2197"/>
                  </a:cubicBezTo>
                  <a:cubicBezTo>
                    <a:pt x="23099" y="2580"/>
                    <a:pt x="23667" y="3007"/>
                    <a:pt x="24198" y="3476"/>
                  </a:cubicBezTo>
                  <a:cubicBezTo>
                    <a:pt x="24752" y="3961"/>
                    <a:pt x="25267" y="4489"/>
                    <a:pt x="25736" y="5060"/>
                  </a:cubicBezTo>
                  <a:cubicBezTo>
                    <a:pt x="26789" y="6327"/>
                    <a:pt x="27606" y="7773"/>
                    <a:pt x="28147" y="9329"/>
                  </a:cubicBezTo>
                  <a:cubicBezTo>
                    <a:pt x="29638" y="13584"/>
                    <a:pt x="28973" y="18297"/>
                    <a:pt x="26364" y="21975"/>
                  </a:cubicBezTo>
                  <a:cubicBezTo>
                    <a:pt x="23756" y="25652"/>
                    <a:pt x="19529" y="27833"/>
                    <a:pt x="15023" y="27833"/>
                  </a:cubicBezTo>
                  <a:cubicBezTo>
                    <a:pt x="15020" y="27833"/>
                    <a:pt x="15018" y="27833"/>
                    <a:pt x="15015" y="27833"/>
                  </a:cubicBezTo>
                  <a:cubicBezTo>
                    <a:pt x="14577" y="27833"/>
                    <a:pt x="14133" y="27812"/>
                    <a:pt x="13697" y="27771"/>
                  </a:cubicBezTo>
                  <a:cubicBezTo>
                    <a:pt x="13002" y="27706"/>
                    <a:pt x="12312" y="27589"/>
                    <a:pt x="11635" y="27420"/>
                  </a:cubicBezTo>
                  <a:cubicBezTo>
                    <a:pt x="11180" y="27307"/>
                    <a:pt x="10725" y="27168"/>
                    <a:pt x="10282" y="27011"/>
                  </a:cubicBezTo>
                  <a:cubicBezTo>
                    <a:pt x="9051" y="26563"/>
                    <a:pt x="7888" y="25945"/>
                    <a:pt x="6830" y="25173"/>
                  </a:cubicBezTo>
                  <a:cubicBezTo>
                    <a:pt x="6486" y="24922"/>
                    <a:pt x="6151" y="24654"/>
                    <a:pt x="5835" y="24374"/>
                  </a:cubicBezTo>
                  <a:cubicBezTo>
                    <a:pt x="3888" y="22670"/>
                    <a:pt x="2459" y="20454"/>
                    <a:pt x="1706" y="17979"/>
                  </a:cubicBezTo>
                  <a:cubicBezTo>
                    <a:pt x="420" y="13760"/>
                    <a:pt x="1210" y="9184"/>
                    <a:pt x="3835" y="5642"/>
                  </a:cubicBezTo>
                  <a:cubicBezTo>
                    <a:pt x="6458" y="2103"/>
                    <a:pt x="10601" y="15"/>
                    <a:pt x="15005" y="15"/>
                  </a:cubicBezTo>
                  <a:close/>
                  <a:moveTo>
                    <a:pt x="15020" y="1"/>
                  </a:moveTo>
                  <a:lnTo>
                    <a:pt x="15020" y="3"/>
                  </a:lnTo>
                  <a:cubicBezTo>
                    <a:pt x="11155" y="3"/>
                    <a:pt x="7310" y="1603"/>
                    <a:pt x="4560" y="4736"/>
                  </a:cubicBezTo>
                  <a:cubicBezTo>
                    <a:pt x="159" y="9745"/>
                    <a:pt x="0" y="17023"/>
                    <a:pt x="3801" y="22176"/>
                  </a:cubicBezTo>
                  <a:cubicBezTo>
                    <a:pt x="4394" y="22984"/>
                    <a:pt x="5073" y="23723"/>
                    <a:pt x="5828" y="24384"/>
                  </a:cubicBezTo>
                  <a:cubicBezTo>
                    <a:pt x="6149" y="24668"/>
                    <a:pt x="6484" y="24933"/>
                    <a:pt x="6823" y="25180"/>
                  </a:cubicBezTo>
                  <a:cubicBezTo>
                    <a:pt x="7883" y="25954"/>
                    <a:pt x="9047" y="26575"/>
                    <a:pt x="10280" y="27021"/>
                  </a:cubicBezTo>
                  <a:cubicBezTo>
                    <a:pt x="10725" y="27180"/>
                    <a:pt x="11178" y="27318"/>
                    <a:pt x="11633" y="27432"/>
                  </a:cubicBezTo>
                  <a:cubicBezTo>
                    <a:pt x="12312" y="27600"/>
                    <a:pt x="13000" y="27718"/>
                    <a:pt x="13697" y="27782"/>
                  </a:cubicBezTo>
                  <a:cubicBezTo>
                    <a:pt x="14136" y="27824"/>
                    <a:pt x="14574" y="27845"/>
                    <a:pt x="15015" y="27845"/>
                  </a:cubicBezTo>
                  <a:cubicBezTo>
                    <a:pt x="18881" y="27845"/>
                    <a:pt x="22725" y="26245"/>
                    <a:pt x="25475" y="23111"/>
                  </a:cubicBezTo>
                  <a:cubicBezTo>
                    <a:pt x="30051" y="17900"/>
                    <a:pt x="30035" y="10227"/>
                    <a:pt x="25745" y="5050"/>
                  </a:cubicBezTo>
                  <a:cubicBezTo>
                    <a:pt x="25277" y="4482"/>
                    <a:pt x="24762" y="3951"/>
                    <a:pt x="24205" y="3464"/>
                  </a:cubicBezTo>
                  <a:cubicBezTo>
                    <a:pt x="23672" y="2995"/>
                    <a:pt x="23106" y="2568"/>
                    <a:pt x="22508" y="2185"/>
                  </a:cubicBezTo>
                  <a:cubicBezTo>
                    <a:pt x="21922" y="1809"/>
                    <a:pt x="21305" y="1478"/>
                    <a:pt x="20668" y="1197"/>
                  </a:cubicBezTo>
                  <a:cubicBezTo>
                    <a:pt x="20236" y="1005"/>
                    <a:pt x="19795" y="834"/>
                    <a:pt x="19347" y="689"/>
                  </a:cubicBezTo>
                  <a:cubicBezTo>
                    <a:pt x="18100" y="280"/>
                    <a:pt x="16803" y="52"/>
                    <a:pt x="15491" y="10"/>
                  </a:cubicBezTo>
                  <a:cubicBezTo>
                    <a:pt x="15334" y="5"/>
                    <a:pt x="15177" y="1"/>
                    <a:pt x="1502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0"/>
            <p:cNvSpPr/>
            <p:nvPr/>
          </p:nvSpPr>
          <p:spPr>
            <a:xfrm>
              <a:off x="1828875" y="2353550"/>
              <a:ext cx="589400" cy="589400"/>
            </a:xfrm>
            <a:custGeom>
              <a:avLst/>
              <a:gdLst/>
              <a:ahLst/>
              <a:cxnLst/>
              <a:rect l="l" t="t" r="r" b="b"/>
              <a:pathLst>
                <a:path w="23576" h="23576" fill="none" extrusionOk="0">
                  <a:moveTo>
                    <a:pt x="20123" y="3452"/>
                  </a:moveTo>
                  <a:cubicBezTo>
                    <a:pt x="22333" y="5662"/>
                    <a:pt x="23575" y="8662"/>
                    <a:pt x="23575" y="11788"/>
                  </a:cubicBezTo>
                  <a:cubicBezTo>
                    <a:pt x="23575" y="14914"/>
                    <a:pt x="22333" y="17911"/>
                    <a:pt x="20123" y="20121"/>
                  </a:cubicBezTo>
                  <a:cubicBezTo>
                    <a:pt x="17911" y="22333"/>
                    <a:pt x="14914" y="23575"/>
                    <a:pt x="11788" y="23575"/>
                  </a:cubicBezTo>
                  <a:cubicBezTo>
                    <a:pt x="8661" y="23575"/>
                    <a:pt x="5664" y="22333"/>
                    <a:pt x="3452" y="20121"/>
                  </a:cubicBezTo>
                  <a:cubicBezTo>
                    <a:pt x="1243" y="17911"/>
                    <a:pt x="0" y="14914"/>
                    <a:pt x="0" y="11788"/>
                  </a:cubicBezTo>
                  <a:cubicBezTo>
                    <a:pt x="0" y="8662"/>
                    <a:pt x="1243" y="5662"/>
                    <a:pt x="3452" y="3452"/>
                  </a:cubicBezTo>
                  <a:cubicBezTo>
                    <a:pt x="5664" y="1243"/>
                    <a:pt x="8661" y="1"/>
                    <a:pt x="11788" y="1"/>
                  </a:cubicBezTo>
                  <a:cubicBezTo>
                    <a:pt x="14914" y="1"/>
                    <a:pt x="17911" y="1243"/>
                    <a:pt x="20123" y="3452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0"/>
            <p:cNvSpPr/>
            <p:nvPr/>
          </p:nvSpPr>
          <p:spPr>
            <a:xfrm>
              <a:off x="1854800" y="2392075"/>
              <a:ext cx="553825" cy="513575"/>
            </a:xfrm>
            <a:custGeom>
              <a:avLst/>
              <a:gdLst/>
              <a:ahLst/>
              <a:cxnLst/>
              <a:rect l="l" t="t" r="r" b="b"/>
              <a:pathLst>
                <a:path w="22153" h="20543" extrusionOk="0">
                  <a:moveTo>
                    <a:pt x="10769" y="1"/>
                  </a:moveTo>
                  <a:cubicBezTo>
                    <a:pt x="10066" y="1"/>
                    <a:pt x="9353" y="73"/>
                    <a:pt x="8640" y="224"/>
                  </a:cubicBezTo>
                  <a:cubicBezTo>
                    <a:pt x="3496" y="1311"/>
                    <a:pt x="0" y="6102"/>
                    <a:pt x="543" y="11330"/>
                  </a:cubicBezTo>
                  <a:cubicBezTo>
                    <a:pt x="1083" y="16560"/>
                    <a:pt x="5489" y="20536"/>
                    <a:pt x="10746" y="20543"/>
                  </a:cubicBezTo>
                  <a:cubicBezTo>
                    <a:pt x="10752" y="20543"/>
                    <a:pt x="10757" y="20543"/>
                    <a:pt x="10763" y="20543"/>
                  </a:cubicBezTo>
                  <a:cubicBezTo>
                    <a:pt x="12195" y="20543"/>
                    <a:pt x="13614" y="20243"/>
                    <a:pt x="14925" y="19661"/>
                  </a:cubicBezTo>
                  <a:cubicBezTo>
                    <a:pt x="19733" y="17529"/>
                    <a:pt x="22152" y="12113"/>
                    <a:pt x="20536" y="7111"/>
                  </a:cubicBezTo>
                  <a:cubicBezTo>
                    <a:pt x="19144" y="2803"/>
                    <a:pt x="15140" y="1"/>
                    <a:pt x="10769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0"/>
            <p:cNvSpPr/>
            <p:nvPr/>
          </p:nvSpPr>
          <p:spPr>
            <a:xfrm>
              <a:off x="1836200" y="2390675"/>
              <a:ext cx="574725" cy="515125"/>
            </a:xfrm>
            <a:custGeom>
              <a:avLst/>
              <a:gdLst/>
              <a:ahLst/>
              <a:cxnLst/>
              <a:rect l="l" t="t" r="r" b="b"/>
              <a:pathLst>
                <a:path w="22989" h="20605" extrusionOk="0">
                  <a:moveTo>
                    <a:pt x="9338" y="226"/>
                  </a:moveTo>
                  <a:cubicBezTo>
                    <a:pt x="4666" y="1196"/>
                    <a:pt x="1150" y="5334"/>
                    <a:pt x="1148" y="10298"/>
                  </a:cubicBezTo>
                  <a:cubicBezTo>
                    <a:pt x="1146" y="15415"/>
                    <a:pt x="4876" y="19657"/>
                    <a:pt x="9761" y="20458"/>
                  </a:cubicBezTo>
                  <a:lnTo>
                    <a:pt x="9761" y="20458"/>
                  </a:lnTo>
                  <a:cubicBezTo>
                    <a:pt x="7896" y="20140"/>
                    <a:pt x="6139" y="19311"/>
                    <a:pt x="4695" y="18043"/>
                  </a:cubicBezTo>
                  <a:cubicBezTo>
                    <a:pt x="421" y="14286"/>
                    <a:pt x="1" y="7777"/>
                    <a:pt x="3755" y="3503"/>
                  </a:cubicBezTo>
                  <a:cubicBezTo>
                    <a:pt x="5228" y="1823"/>
                    <a:pt x="7191" y="684"/>
                    <a:pt x="9338" y="226"/>
                  </a:cubicBezTo>
                  <a:close/>
                  <a:moveTo>
                    <a:pt x="11483" y="0"/>
                  </a:moveTo>
                  <a:cubicBezTo>
                    <a:pt x="10756" y="0"/>
                    <a:pt x="10038" y="77"/>
                    <a:pt x="9338" y="226"/>
                  </a:cubicBezTo>
                  <a:lnTo>
                    <a:pt x="9338" y="226"/>
                  </a:lnTo>
                  <a:cubicBezTo>
                    <a:pt x="10017" y="86"/>
                    <a:pt x="10720" y="12"/>
                    <a:pt x="11440" y="12"/>
                  </a:cubicBezTo>
                  <a:cubicBezTo>
                    <a:pt x="11460" y="12"/>
                    <a:pt x="11479" y="12"/>
                    <a:pt x="11499" y="12"/>
                  </a:cubicBezTo>
                  <a:cubicBezTo>
                    <a:pt x="11501" y="12"/>
                    <a:pt x="11502" y="12"/>
                    <a:pt x="11504" y="12"/>
                  </a:cubicBezTo>
                  <a:cubicBezTo>
                    <a:pt x="16773" y="12"/>
                    <a:pt x="21193" y="3994"/>
                    <a:pt x="21740" y="9236"/>
                  </a:cubicBezTo>
                  <a:cubicBezTo>
                    <a:pt x="22285" y="14480"/>
                    <a:pt x="18780" y="19290"/>
                    <a:pt x="13619" y="20372"/>
                  </a:cubicBezTo>
                  <a:cubicBezTo>
                    <a:pt x="12919" y="20520"/>
                    <a:pt x="12206" y="20594"/>
                    <a:pt x="11490" y="20594"/>
                  </a:cubicBezTo>
                  <a:cubicBezTo>
                    <a:pt x="11473" y="20594"/>
                    <a:pt x="11456" y="20594"/>
                    <a:pt x="11439" y="20594"/>
                  </a:cubicBezTo>
                  <a:cubicBezTo>
                    <a:pt x="10868" y="20594"/>
                    <a:pt x="10307" y="20548"/>
                    <a:pt x="9761" y="20458"/>
                  </a:cubicBezTo>
                  <a:lnTo>
                    <a:pt x="9761" y="20458"/>
                  </a:lnTo>
                  <a:cubicBezTo>
                    <a:pt x="10329" y="20555"/>
                    <a:pt x="10907" y="20604"/>
                    <a:pt x="11490" y="20604"/>
                  </a:cubicBezTo>
                  <a:cubicBezTo>
                    <a:pt x="11713" y="20604"/>
                    <a:pt x="11936" y="20597"/>
                    <a:pt x="12160" y="20583"/>
                  </a:cubicBezTo>
                  <a:cubicBezTo>
                    <a:pt x="14887" y="20407"/>
                    <a:pt x="17431" y="19156"/>
                    <a:pt x="19234" y="17103"/>
                  </a:cubicBezTo>
                  <a:cubicBezTo>
                    <a:pt x="22989" y="12829"/>
                    <a:pt x="22569" y="6320"/>
                    <a:pt x="18295" y="2563"/>
                  </a:cubicBezTo>
                  <a:cubicBezTo>
                    <a:pt x="16420" y="912"/>
                    <a:pt x="14006" y="0"/>
                    <a:pt x="11509" y="0"/>
                  </a:cubicBezTo>
                  <a:cubicBezTo>
                    <a:pt x="11506" y="0"/>
                    <a:pt x="11503" y="0"/>
                    <a:pt x="11499" y="0"/>
                  </a:cubicBezTo>
                  <a:cubicBezTo>
                    <a:pt x="11494" y="0"/>
                    <a:pt x="11489" y="0"/>
                    <a:pt x="1148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0"/>
            <p:cNvSpPr/>
            <p:nvPr/>
          </p:nvSpPr>
          <p:spPr>
            <a:xfrm>
              <a:off x="1918750" y="2300450"/>
              <a:ext cx="313075" cy="675175"/>
            </a:xfrm>
            <a:custGeom>
              <a:avLst/>
              <a:gdLst/>
              <a:ahLst/>
              <a:cxnLst/>
              <a:rect l="l" t="t" r="r" b="b"/>
              <a:pathLst>
                <a:path w="12523" h="27007" extrusionOk="0">
                  <a:moveTo>
                    <a:pt x="8666" y="0"/>
                  </a:moveTo>
                  <a:lnTo>
                    <a:pt x="0" y="25168"/>
                  </a:lnTo>
                  <a:cubicBezTo>
                    <a:pt x="1058" y="25942"/>
                    <a:pt x="2222" y="26561"/>
                    <a:pt x="3455" y="27006"/>
                  </a:cubicBezTo>
                  <a:lnTo>
                    <a:pt x="12522" y="677"/>
                  </a:lnTo>
                  <a:cubicBezTo>
                    <a:pt x="11275" y="270"/>
                    <a:pt x="9978" y="42"/>
                    <a:pt x="8666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0"/>
            <p:cNvSpPr/>
            <p:nvPr/>
          </p:nvSpPr>
          <p:spPr>
            <a:xfrm>
              <a:off x="2039000" y="2330125"/>
              <a:ext cx="271850" cy="664550"/>
            </a:xfrm>
            <a:custGeom>
              <a:avLst/>
              <a:gdLst/>
              <a:ahLst/>
              <a:cxnLst/>
              <a:rect l="l" t="t" r="r" b="b"/>
              <a:pathLst>
                <a:path w="10874" h="26582" extrusionOk="0">
                  <a:moveTo>
                    <a:pt x="9033" y="0"/>
                  </a:moveTo>
                  <a:lnTo>
                    <a:pt x="0" y="26233"/>
                  </a:lnTo>
                  <a:cubicBezTo>
                    <a:pt x="677" y="26401"/>
                    <a:pt x="1365" y="26517"/>
                    <a:pt x="2060" y="26581"/>
                  </a:cubicBezTo>
                  <a:lnTo>
                    <a:pt x="10873" y="988"/>
                  </a:lnTo>
                  <a:cubicBezTo>
                    <a:pt x="10287" y="612"/>
                    <a:pt x="9670" y="282"/>
                    <a:pt x="9033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0"/>
            <p:cNvSpPr/>
            <p:nvPr/>
          </p:nvSpPr>
          <p:spPr>
            <a:xfrm>
              <a:off x="1717700" y="2254700"/>
              <a:ext cx="674075" cy="599875"/>
            </a:xfrm>
            <a:custGeom>
              <a:avLst/>
              <a:gdLst/>
              <a:ahLst/>
              <a:cxnLst/>
              <a:rect l="l" t="t" r="r" b="b"/>
              <a:pathLst>
                <a:path w="26963" h="23995" extrusionOk="0">
                  <a:moveTo>
                    <a:pt x="14948" y="0"/>
                  </a:moveTo>
                  <a:cubicBezTo>
                    <a:pt x="11086" y="0"/>
                    <a:pt x="7245" y="1602"/>
                    <a:pt x="4498" y="4730"/>
                  </a:cubicBezTo>
                  <a:cubicBezTo>
                    <a:pt x="0" y="9849"/>
                    <a:pt x="767" y="18552"/>
                    <a:pt x="5018" y="23994"/>
                  </a:cubicBezTo>
                  <a:cubicBezTo>
                    <a:pt x="1219" y="18841"/>
                    <a:pt x="1379" y="11563"/>
                    <a:pt x="5777" y="6554"/>
                  </a:cubicBezTo>
                  <a:cubicBezTo>
                    <a:pt x="8530" y="3420"/>
                    <a:pt x="12377" y="1820"/>
                    <a:pt x="16242" y="1820"/>
                  </a:cubicBezTo>
                  <a:cubicBezTo>
                    <a:pt x="16397" y="1820"/>
                    <a:pt x="16553" y="1823"/>
                    <a:pt x="16708" y="1828"/>
                  </a:cubicBezTo>
                  <a:cubicBezTo>
                    <a:pt x="18020" y="1872"/>
                    <a:pt x="19317" y="2100"/>
                    <a:pt x="20564" y="2507"/>
                  </a:cubicBezTo>
                  <a:cubicBezTo>
                    <a:pt x="21012" y="2655"/>
                    <a:pt x="21453" y="2823"/>
                    <a:pt x="21885" y="3015"/>
                  </a:cubicBezTo>
                  <a:cubicBezTo>
                    <a:pt x="22522" y="3299"/>
                    <a:pt x="23139" y="3629"/>
                    <a:pt x="23725" y="4005"/>
                  </a:cubicBezTo>
                  <a:cubicBezTo>
                    <a:pt x="24323" y="4389"/>
                    <a:pt x="24891" y="4816"/>
                    <a:pt x="25422" y="5285"/>
                  </a:cubicBezTo>
                  <a:cubicBezTo>
                    <a:pt x="25979" y="5769"/>
                    <a:pt x="26494" y="6300"/>
                    <a:pt x="26962" y="6871"/>
                  </a:cubicBezTo>
                  <a:cubicBezTo>
                    <a:pt x="26210" y="5592"/>
                    <a:pt x="25258" y="4439"/>
                    <a:pt x="24143" y="3463"/>
                  </a:cubicBezTo>
                  <a:cubicBezTo>
                    <a:pt x="23610" y="2994"/>
                    <a:pt x="23042" y="2567"/>
                    <a:pt x="22446" y="2184"/>
                  </a:cubicBezTo>
                  <a:cubicBezTo>
                    <a:pt x="21857" y="1807"/>
                    <a:pt x="21243" y="1477"/>
                    <a:pt x="20603" y="1193"/>
                  </a:cubicBezTo>
                  <a:cubicBezTo>
                    <a:pt x="20172" y="1001"/>
                    <a:pt x="19731" y="830"/>
                    <a:pt x="19283" y="685"/>
                  </a:cubicBezTo>
                  <a:cubicBezTo>
                    <a:pt x="18038" y="279"/>
                    <a:pt x="16740" y="50"/>
                    <a:pt x="15429" y="8"/>
                  </a:cubicBezTo>
                  <a:cubicBezTo>
                    <a:pt x="15269" y="3"/>
                    <a:pt x="15108" y="0"/>
                    <a:pt x="14948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4" name="Google Shape;534;p30"/>
          <p:cNvGrpSpPr/>
          <p:nvPr/>
        </p:nvGrpSpPr>
        <p:grpSpPr>
          <a:xfrm rot="-5400000">
            <a:off x="7118787" y="285297"/>
            <a:ext cx="676069" cy="397542"/>
            <a:chOff x="3588600" y="2424575"/>
            <a:chExt cx="1002475" cy="589475"/>
          </a:xfrm>
        </p:grpSpPr>
        <p:sp>
          <p:nvSpPr>
            <p:cNvPr id="535" name="Google Shape;535;p30"/>
            <p:cNvSpPr/>
            <p:nvPr/>
          </p:nvSpPr>
          <p:spPr>
            <a:xfrm>
              <a:off x="3588600" y="2424575"/>
              <a:ext cx="1002475" cy="560325"/>
            </a:xfrm>
            <a:custGeom>
              <a:avLst/>
              <a:gdLst/>
              <a:ahLst/>
              <a:cxnLst/>
              <a:rect l="l" t="t" r="r" b="b"/>
              <a:pathLst>
                <a:path w="40099" h="22413" extrusionOk="0">
                  <a:moveTo>
                    <a:pt x="27641" y="1"/>
                  </a:moveTo>
                  <a:cubicBezTo>
                    <a:pt x="27012" y="1"/>
                    <a:pt x="26337" y="29"/>
                    <a:pt x="25612" y="87"/>
                  </a:cubicBezTo>
                  <a:cubicBezTo>
                    <a:pt x="20336" y="514"/>
                    <a:pt x="3522" y="5460"/>
                    <a:pt x="3792" y="14946"/>
                  </a:cubicBezTo>
                  <a:cubicBezTo>
                    <a:pt x="3942" y="20169"/>
                    <a:pt x="8167" y="22413"/>
                    <a:pt x="8167" y="22413"/>
                  </a:cubicBezTo>
                  <a:cubicBezTo>
                    <a:pt x="8167" y="22413"/>
                    <a:pt x="1" y="9286"/>
                    <a:pt x="29867" y="5871"/>
                  </a:cubicBezTo>
                  <a:cubicBezTo>
                    <a:pt x="30556" y="5793"/>
                    <a:pt x="31186" y="5756"/>
                    <a:pt x="31760" y="5756"/>
                  </a:cubicBezTo>
                  <a:cubicBezTo>
                    <a:pt x="39561" y="5756"/>
                    <a:pt x="37224" y="12517"/>
                    <a:pt x="37224" y="12517"/>
                  </a:cubicBezTo>
                  <a:cubicBezTo>
                    <a:pt x="37224" y="12517"/>
                    <a:pt x="40098" y="9727"/>
                    <a:pt x="37048" y="4948"/>
                  </a:cubicBezTo>
                  <a:cubicBezTo>
                    <a:pt x="35725" y="2876"/>
                    <a:pt x="34060" y="1"/>
                    <a:pt x="27641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0"/>
            <p:cNvSpPr/>
            <p:nvPr/>
          </p:nvSpPr>
          <p:spPr>
            <a:xfrm>
              <a:off x="3728825" y="2541225"/>
              <a:ext cx="821900" cy="472725"/>
            </a:xfrm>
            <a:custGeom>
              <a:avLst/>
              <a:gdLst/>
              <a:ahLst/>
              <a:cxnLst/>
              <a:rect l="l" t="t" r="r" b="b"/>
              <a:pathLst>
                <a:path w="32876" h="18909" extrusionOk="0">
                  <a:moveTo>
                    <a:pt x="24519" y="0"/>
                  </a:moveTo>
                  <a:cubicBezTo>
                    <a:pt x="22919" y="0"/>
                    <a:pt x="21194" y="178"/>
                    <a:pt x="19393" y="527"/>
                  </a:cubicBezTo>
                  <a:cubicBezTo>
                    <a:pt x="17470" y="903"/>
                    <a:pt x="15581" y="1434"/>
                    <a:pt x="13743" y="2117"/>
                  </a:cubicBezTo>
                  <a:cubicBezTo>
                    <a:pt x="12517" y="2568"/>
                    <a:pt x="11316" y="3085"/>
                    <a:pt x="10146" y="3664"/>
                  </a:cubicBezTo>
                  <a:cubicBezTo>
                    <a:pt x="8673" y="4389"/>
                    <a:pt x="7303" y="5193"/>
                    <a:pt x="6080" y="6052"/>
                  </a:cubicBezTo>
                  <a:cubicBezTo>
                    <a:pt x="5422" y="6507"/>
                    <a:pt x="4803" y="6980"/>
                    <a:pt x="4242" y="7458"/>
                  </a:cubicBezTo>
                  <a:cubicBezTo>
                    <a:pt x="2210" y="9183"/>
                    <a:pt x="857" y="10968"/>
                    <a:pt x="330" y="12621"/>
                  </a:cubicBezTo>
                  <a:cubicBezTo>
                    <a:pt x="5" y="13632"/>
                    <a:pt x="0" y="14574"/>
                    <a:pt x="309" y="15415"/>
                  </a:cubicBezTo>
                  <a:cubicBezTo>
                    <a:pt x="1129" y="17636"/>
                    <a:pt x="4073" y="18908"/>
                    <a:pt x="8384" y="18908"/>
                  </a:cubicBezTo>
                  <a:cubicBezTo>
                    <a:pt x="9984" y="18908"/>
                    <a:pt x="11709" y="18731"/>
                    <a:pt x="13508" y="18382"/>
                  </a:cubicBezTo>
                  <a:cubicBezTo>
                    <a:pt x="15433" y="18006"/>
                    <a:pt x="17322" y="17472"/>
                    <a:pt x="19160" y="16789"/>
                  </a:cubicBezTo>
                  <a:cubicBezTo>
                    <a:pt x="19668" y="16602"/>
                    <a:pt x="20132" y="16419"/>
                    <a:pt x="20578" y="16232"/>
                  </a:cubicBezTo>
                  <a:lnTo>
                    <a:pt x="20580" y="16232"/>
                  </a:lnTo>
                  <a:cubicBezTo>
                    <a:pt x="23519" y="15015"/>
                    <a:pt x="26186" y="13466"/>
                    <a:pt x="28297" y="11753"/>
                  </a:cubicBezTo>
                  <a:cubicBezTo>
                    <a:pt x="28858" y="11298"/>
                    <a:pt x="29393" y="10813"/>
                    <a:pt x="29904" y="10303"/>
                  </a:cubicBezTo>
                  <a:cubicBezTo>
                    <a:pt x="30813" y="9384"/>
                    <a:pt x="31522" y="8462"/>
                    <a:pt x="32016" y="7567"/>
                  </a:cubicBezTo>
                  <a:cubicBezTo>
                    <a:pt x="32418" y="6835"/>
                    <a:pt x="32672" y="6121"/>
                    <a:pt x="32771" y="5447"/>
                  </a:cubicBezTo>
                  <a:cubicBezTo>
                    <a:pt x="32875" y="4752"/>
                    <a:pt x="32813" y="4094"/>
                    <a:pt x="32591" y="3494"/>
                  </a:cubicBezTo>
                  <a:cubicBezTo>
                    <a:pt x="31772" y="1275"/>
                    <a:pt x="28830" y="0"/>
                    <a:pt x="24519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0"/>
            <p:cNvSpPr/>
            <p:nvPr/>
          </p:nvSpPr>
          <p:spPr>
            <a:xfrm>
              <a:off x="3728475" y="2541100"/>
              <a:ext cx="826625" cy="472950"/>
            </a:xfrm>
            <a:custGeom>
              <a:avLst/>
              <a:gdLst/>
              <a:ahLst/>
              <a:cxnLst/>
              <a:rect l="l" t="t" r="r" b="b"/>
              <a:pathLst>
                <a:path w="33065" h="18918" extrusionOk="0">
                  <a:moveTo>
                    <a:pt x="24533" y="12"/>
                  </a:moveTo>
                  <a:cubicBezTo>
                    <a:pt x="25568" y="12"/>
                    <a:pt x="26537" y="88"/>
                    <a:pt x="27422" y="236"/>
                  </a:cubicBezTo>
                  <a:cubicBezTo>
                    <a:pt x="28311" y="384"/>
                    <a:pt x="29112" y="605"/>
                    <a:pt x="29802" y="896"/>
                  </a:cubicBezTo>
                  <a:cubicBezTo>
                    <a:pt x="30506" y="1192"/>
                    <a:pt x="31100" y="1559"/>
                    <a:pt x="31566" y="1988"/>
                  </a:cubicBezTo>
                  <a:cubicBezTo>
                    <a:pt x="32044" y="2429"/>
                    <a:pt x="32393" y="2937"/>
                    <a:pt x="32601" y="3501"/>
                  </a:cubicBezTo>
                  <a:cubicBezTo>
                    <a:pt x="32822" y="4101"/>
                    <a:pt x="32882" y="4757"/>
                    <a:pt x="32781" y="5450"/>
                  </a:cubicBezTo>
                  <a:cubicBezTo>
                    <a:pt x="32679" y="6124"/>
                    <a:pt x="32425" y="6837"/>
                    <a:pt x="32026" y="7569"/>
                  </a:cubicBezTo>
                  <a:cubicBezTo>
                    <a:pt x="31532" y="8465"/>
                    <a:pt x="30823" y="9384"/>
                    <a:pt x="29915" y="10303"/>
                  </a:cubicBezTo>
                  <a:cubicBezTo>
                    <a:pt x="29405" y="10816"/>
                    <a:pt x="28869" y="11298"/>
                    <a:pt x="28308" y="11753"/>
                  </a:cubicBezTo>
                  <a:cubicBezTo>
                    <a:pt x="26200" y="13464"/>
                    <a:pt x="23531" y="15013"/>
                    <a:pt x="20594" y="16233"/>
                  </a:cubicBezTo>
                  <a:lnTo>
                    <a:pt x="20589" y="16235"/>
                  </a:lnTo>
                  <a:cubicBezTo>
                    <a:pt x="20144" y="16420"/>
                    <a:pt x="19682" y="16602"/>
                    <a:pt x="19174" y="16789"/>
                  </a:cubicBezTo>
                  <a:cubicBezTo>
                    <a:pt x="17336" y="17473"/>
                    <a:pt x="15447" y="18006"/>
                    <a:pt x="13522" y="18382"/>
                  </a:cubicBezTo>
                  <a:cubicBezTo>
                    <a:pt x="11721" y="18731"/>
                    <a:pt x="9998" y="18906"/>
                    <a:pt x="8398" y="18906"/>
                  </a:cubicBezTo>
                  <a:cubicBezTo>
                    <a:pt x="7364" y="18906"/>
                    <a:pt x="6391" y="18833"/>
                    <a:pt x="5509" y="18685"/>
                  </a:cubicBezTo>
                  <a:cubicBezTo>
                    <a:pt x="4620" y="18537"/>
                    <a:pt x="3819" y="18313"/>
                    <a:pt x="3129" y="18024"/>
                  </a:cubicBezTo>
                  <a:cubicBezTo>
                    <a:pt x="2425" y="17729"/>
                    <a:pt x="1831" y="17359"/>
                    <a:pt x="1365" y="16932"/>
                  </a:cubicBezTo>
                  <a:cubicBezTo>
                    <a:pt x="885" y="16491"/>
                    <a:pt x="538" y="15983"/>
                    <a:pt x="328" y="15420"/>
                  </a:cubicBezTo>
                  <a:cubicBezTo>
                    <a:pt x="19" y="14579"/>
                    <a:pt x="26" y="13640"/>
                    <a:pt x="349" y="12628"/>
                  </a:cubicBezTo>
                  <a:cubicBezTo>
                    <a:pt x="875" y="10977"/>
                    <a:pt x="2228" y="9193"/>
                    <a:pt x="4260" y="7468"/>
                  </a:cubicBezTo>
                  <a:cubicBezTo>
                    <a:pt x="4821" y="6992"/>
                    <a:pt x="5438" y="6519"/>
                    <a:pt x="6096" y="6062"/>
                  </a:cubicBezTo>
                  <a:cubicBezTo>
                    <a:pt x="7322" y="5203"/>
                    <a:pt x="8689" y="4401"/>
                    <a:pt x="10162" y="3674"/>
                  </a:cubicBezTo>
                  <a:cubicBezTo>
                    <a:pt x="11333" y="3094"/>
                    <a:pt x="12533" y="2580"/>
                    <a:pt x="13759" y="2129"/>
                  </a:cubicBezTo>
                  <a:cubicBezTo>
                    <a:pt x="15595" y="1446"/>
                    <a:pt x="17486" y="912"/>
                    <a:pt x="19407" y="536"/>
                  </a:cubicBezTo>
                  <a:cubicBezTo>
                    <a:pt x="21208" y="190"/>
                    <a:pt x="22933" y="12"/>
                    <a:pt x="24533" y="12"/>
                  </a:cubicBezTo>
                  <a:close/>
                  <a:moveTo>
                    <a:pt x="24533" y="0"/>
                  </a:moveTo>
                  <a:cubicBezTo>
                    <a:pt x="21377" y="0"/>
                    <a:pt x="17611" y="693"/>
                    <a:pt x="13755" y="2118"/>
                  </a:cubicBezTo>
                  <a:cubicBezTo>
                    <a:pt x="12529" y="2570"/>
                    <a:pt x="11328" y="3085"/>
                    <a:pt x="10157" y="3665"/>
                  </a:cubicBezTo>
                  <a:cubicBezTo>
                    <a:pt x="8668" y="4399"/>
                    <a:pt x="7301" y="5205"/>
                    <a:pt x="6091" y="6052"/>
                  </a:cubicBezTo>
                  <a:cubicBezTo>
                    <a:pt x="5431" y="6509"/>
                    <a:pt x="4814" y="6983"/>
                    <a:pt x="4253" y="7461"/>
                  </a:cubicBezTo>
                  <a:cubicBezTo>
                    <a:pt x="2249" y="9160"/>
                    <a:pt x="871" y="10952"/>
                    <a:pt x="340" y="12624"/>
                  </a:cubicBezTo>
                  <a:cubicBezTo>
                    <a:pt x="21" y="13614"/>
                    <a:pt x="0" y="14561"/>
                    <a:pt x="319" y="15424"/>
                  </a:cubicBezTo>
                  <a:cubicBezTo>
                    <a:pt x="1169" y="17724"/>
                    <a:pt x="4256" y="18918"/>
                    <a:pt x="8398" y="18918"/>
                  </a:cubicBezTo>
                  <a:cubicBezTo>
                    <a:pt x="11554" y="18918"/>
                    <a:pt x="15323" y="18225"/>
                    <a:pt x="19179" y="16801"/>
                  </a:cubicBezTo>
                  <a:cubicBezTo>
                    <a:pt x="19661" y="16623"/>
                    <a:pt x="20130" y="16438"/>
                    <a:pt x="20594" y="16244"/>
                  </a:cubicBezTo>
                  <a:lnTo>
                    <a:pt x="20596" y="16244"/>
                  </a:lnTo>
                  <a:cubicBezTo>
                    <a:pt x="23630" y="14986"/>
                    <a:pt x="26269" y="13425"/>
                    <a:pt x="28315" y="11762"/>
                  </a:cubicBezTo>
                  <a:cubicBezTo>
                    <a:pt x="28876" y="11308"/>
                    <a:pt x="29412" y="10825"/>
                    <a:pt x="29922" y="10312"/>
                  </a:cubicBezTo>
                  <a:cubicBezTo>
                    <a:pt x="30823" y="9400"/>
                    <a:pt x="31539" y="8479"/>
                    <a:pt x="32035" y="7576"/>
                  </a:cubicBezTo>
                  <a:cubicBezTo>
                    <a:pt x="32829" y="6126"/>
                    <a:pt x="33065" y="4725"/>
                    <a:pt x="32612" y="3499"/>
                  </a:cubicBezTo>
                  <a:cubicBezTo>
                    <a:pt x="31763" y="1196"/>
                    <a:pt x="28675" y="3"/>
                    <a:pt x="24533" y="3"/>
                  </a:cubicBezTo>
                  <a:lnTo>
                    <a:pt x="24533" y="0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0"/>
            <p:cNvSpPr/>
            <p:nvPr/>
          </p:nvSpPr>
          <p:spPr>
            <a:xfrm>
              <a:off x="3839525" y="2619200"/>
              <a:ext cx="606025" cy="324450"/>
            </a:xfrm>
            <a:custGeom>
              <a:avLst/>
              <a:gdLst/>
              <a:ahLst/>
              <a:cxnLst/>
              <a:rect l="l" t="t" r="r" b="b"/>
              <a:pathLst>
                <a:path w="24241" h="12978" extrusionOk="0">
                  <a:moveTo>
                    <a:pt x="18484" y="0"/>
                  </a:moveTo>
                  <a:cubicBezTo>
                    <a:pt x="16067" y="0"/>
                    <a:pt x="13169" y="578"/>
                    <a:pt x="10324" y="1628"/>
                  </a:cubicBezTo>
                  <a:cubicBezTo>
                    <a:pt x="7216" y="2778"/>
                    <a:pt x="4478" y="4364"/>
                    <a:pt x="2619" y="6094"/>
                  </a:cubicBezTo>
                  <a:cubicBezTo>
                    <a:pt x="760" y="7823"/>
                    <a:pt x="1" y="9490"/>
                    <a:pt x="481" y="10788"/>
                  </a:cubicBezTo>
                  <a:cubicBezTo>
                    <a:pt x="742" y="11497"/>
                    <a:pt x="1351" y="12049"/>
                    <a:pt x="2291" y="12425"/>
                  </a:cubicBezTo>
                  <a:cubicBezTo>
                    <a:pt x="3199" y="12792"/>
                    <a:pt x="4367" y="12977"/>
                    <a:pt x="5757" y="12977"/>
                  </a:cubicBezTo>
                  <a:cubicBezTo>
                    <a:pt x="8177" y="12977"/>
                    <a:pt x="11072" y="12400"/>
                    <a:pt x="13917" y="11349"/>
                  </a:cubicBezTo>
                  <a:cubicBezTo>
                    <a:pt x="17025" y="10202"/>
                    <a:pt x="19763" y="8613"/>
                    <a:pt x="21622" y="6884"/>
                  </a:cubicBezTo>
                  <a:cubicBezTo>
                    <a:pt x="23481" y="5154"/>
                    <a:pt x="24240" y="3487"/>
                    <a:pt x="23762" y="2189"/>
                  </a:cubicBezTo>
                  <a:cubicBezTo>
                    <a:pt x="23499" y="1481"/>
                    <a:pt x="22892" y="931"/>
                    <a:pt x="21952" y="552"/>
                  </a:cubicBezTo>
                  <a:cubicBezTo>
                    <a:pt x="21042" y="185"/>
                    <a:pt x="19876" y="0"/>
                    <a:pt x="1848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0"/>
            <p:cNvSpPr/>
            <p:nvPr/>
          </p:nvSpPr>
          <p:spPr>
            <a:xfrm>
              <a:off x="3826550" y="2619025"/>
              <a:ext cx="632050" cy="324775"/>
            </a:xfrm>
            <a:custGeom>
              <a:avLst/>
              <a:gdLst/>
              <a:ahLst/>
              <a:cxnLst/>
              <a:rect l="l" t="t" r="r" b="b"/>
              <a:pathLst>
                <a:path w="25282" h="12991" extrusionOk="0">
                  <a:moveTo>
                    <a:pt x="19005" y="12"/>
                  </a:moveTo>
                  <a:cubicBezTo>
                    <a:pt x="20395" y="12"/>
                    <a:pt x="21561" y="199"/>
                    <a:pt x="22469" y="564"/>
                  </a:cubicBezTo>
                  <a:cubicBezTo>
                    <a:pt x="23406" y="943"/>
                    <a:pt x="24014" y="1492"/>
                    <a:pt x="24274" y="2199"/>
                  </a:cubicBezTo>
                  <a:cubicBezTo>
                    <a:pt x="24517" y="2852"/>
                    <a:pt x="24445" y="3600"/>
                    <a:pt x="24060" y="4420"/>
                  </a:cubicBezTo>
                  <a:cubicBezTo>
                    <a:pt x="23688" y="5214"/>
                    <a:pt x="23041" y="6046"/>
                    <a:pt x="22139" y="6886"/>
                  </a:cubicBezTo>
                  <a:cubicBezTo>
                    <a:pt x="21234" y="7726"/>
                    <a:pt x="20118" y="8537"/>
                    <a:pt x="18823" y="9294"/>
                  </a:cubicBezTo>
                  <a:cubicBezTo>
                    <a:pt x="17481" y="10077"/>
                    <a:pt x="16004" y="10770"/>
                    <a:pt x="14434" y="11349"/>
                  </a:cubicBezTo>
                  <a:cubicBezTo>
                    <a:pt x="11589" y="12400"/>
                    <a:pt x="8693" y="12977"/>
                    <a:pt x="6276" y="12977"/>
                  </a:cubicBezTo>
                  <a:cubicBezTo>
                    <a:pt x="4886" y="12977"/>
                    <a:pt x="3720" y="12792"/>
                    <a:pt x="2810" y="12428"/>
                  </a:cubicBezTo>
                  <a:cubicBezTo>
                    <a:pt x="1873" y="12049"/>
                    <a:pt x="1266" y="11499"/>
                    <a:pt x="1005" y="10793"/>
                  </a:cubicBezTo>
                  <a:cubicBezTo>
                    <a:pt x="762" y="10139"/>
                    <a:pt x="834" y="9391"/>
                    <a:pt x="1219" y="8569"/>
                  </a:cubicBezTo>
                  <a:cubicBezTo>
                    <a:pt x="1591" y="7775"/>
                    <a:pt x="2238" y="6946"/>
                    <a:pt x="3140" y="6106"/>
                  </a:cubicBezTo>
                  <a:cubicBezTo>
                    <a:pt x="4046" y="5265"/>
                    <a:pt x="5161" y="4452"/>
                    <a:pt x="6456" y="3697"/>
                  </a:cubicBezTo>
                  <a:cubicBezTo>
                    <a:pt x="7798" y="2912"/>
                    <a:pt x="9275" y="2222"/>
                    <a:pt x="10845" y="1640"/>
                  </a:cubicBezTo>
                  <a:cubicBezTo>
                    <a:pt x="13688" y="592"/>
                    <a:pt x="16586" y="12"/>
                    <a:pt x="19003" y="12"/>
                  </a:cubicBezTo>
                  <a:close/>
                  <a:moveTo>
                    <a:pt x="19003" y="1"/>
                  </a:moveTo>
                  <a:cubicBezTo>
                    <a:pt x="16669" y="1"/>
                    <a:pt x="13799" y="539"/>
                    <a:pt x="10843" y="1631"/>
                  </a:cubicBezTo>
                  <a:cubicBezTo>
                    <a:pt x="4410" y="4007"/>
                    <a:pt x="0" y="8110"/>
                    <a:pt x="993" y="10797"/>
                  </a:cubicBezTo>
                  <a:cubicBezTo>
                    <a:pt x="1529" y="12250"/>
                    <a:pt x="3533" y="12991"/>
                    <a:pt x="6276" y="12991"/>
                  </a:cubicBezTo>
                  <a:cubicBezTo>
                    <a:pt x="8610" y="12991"/>
                    <a:pt x="11480" y="12455"/>
                    <a:pt x="14438" y="11363"/>
                  </a:cubicBezTo>
                  <a:cubicBezTo>
                    <a:pt x="20871" y="8987"/>
                    <a:pt x="25281" y="4882"/>
                    <a:pt x="24288" y="2194"/>
                  </a:cubicBezTo>
                  <a:cubicBezTo>
                    <a:pt x="23750" y="742"/>
                    <a:pt x="21748" y="1"/>
                    <a:pt x="19003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0"/>
            <p:cNvSpPr/>
            <p:nvPr/>
          </p:nvSpPr>
          <p:spPr>
            <a:xfrm>
              <a:off x="3793350" y="2581275"/>
              <a:ext cx="694500" cy="395675"/>
            </a:xfrm>
            <a:custGeom>
              <a:avLst/>
              <a:gdLst/>
              <a:ahLst/>
              <a:cxnLst/>
              <a:rect l="l" t="t" r="r" b="b"/>
              <a:pathLst>
                <a:path w="27780" h="15827" fill="none" extrusionOk="0">
                  <a:moveTo>
                    <a:pt x="27193" y="3000"/>
                  </a:moveTo>
                  <a:cubicBezTo>
                    <a:pt x="27780" y="4588"/>
                    <a:pt x="26942" y="6630"/>
                    <a:pt x="24861" y="8675"/>
                  </a:cubicBezTo>
                  <a:cubicBezTo>
                    <a:pt x="22783" y="10721"/>
                    <a:pt x="19631" y="12601"/>
                    <a:pt x="16103" y="13905"/>
                  </a:cubicBezTo>
                  <a:cubicBezTo>
                    <a:pt x="12575" y="15207"/>
                    <a:pt x="8957" y="15826"/>
                    <a:pt x="6048" y="15623"/>
                  </a:cubicBezTo>
                  <a:cubicBezTo>
                    <a:pt x="3138" y="15422"/>
                    <a:pt x="1173" y="14416"/>
                    <a:pt x="587" y="12827"/>
                  </a:cubicBezTo>
                  <a:cubicBezTo>
                    <a:pt x="1" y="11236"/>
                    <a:pt x="839" y="9195"/>
                    <a:pt x="2919" y="7149"/>
                  </a:cubicBezTo>
                  <a:cubicBezTo>
                    <a:pt x="4999" y="5106"/>
                    <a:pt x="8149" y="3224"/>
                    <a:pt x="11677" y="1922"/>
                  </a:cubicBezTo>
                  <a:cubicBezTo>
                    <a:pt x="15205" y="617"/>
                    <a:pt x="18823" y="0"/>
                    <a:pt x="21733" y="201"/>
                  </a:cubicBezTo>
                  <a:cubicBezTo>
                    <a:pt x="24642" y="405"/>
                    <a:pt x="26607" y="1411"/>
                    <a:pt x="27193" y="300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0"/>
            <p:cNvSpPr/>
            <p:nvPr/>
          </p:nvSpPr>
          <p:spPr>
            <a:xfrm>
              <a:off x="3681200" y="2703950"/>
              <a:ext cx="755175" cy="243275"/>
            </a:xfrm>
            <a:custGeom>
              <a:avLst/>
              <a:gdLst/>
              <a:ahLst/>
              <a:cxnLst/>
              <a:rect l="l" t="t" r="r" b="b"/>
              <a:pathLst>
                <a:path w="30207" h="9731" extrusionOk="0">
                  <a:moveTo>
                    <a:pt x="926" y="0"/>
                  </a:moveTo>
                  <a:cubicBezTo>
                    <a:pt x="129" y="1312"/>
                    <a:pt x="0" y="3260"/>
                    <a:pt x="259" y="5583"/>
                  </a:cubicBezTo>
                  <a:lnTo>
                    <a:pt x="2378" y="5980"/>
                  </a:lnTo>
                  <a:lnTo>
                    <a:pt x="4900" y="6585"/>
                  </a:lnTo>
                  <a:lnTo>
                    <a:pt x="6687" y="6906"/>
                  </a:lnTo>
                  <a:lnTo>
                    <a:pt x="17477" y="8832"/>
                  </a:lnTo>
                  <a:lnTo>
                    <a:pt x="19846" y="9255"/>
                  </a:lnTo>
                  <a:lnTo>
                    <a:pt x="19848" y="9255"/>
                  </a:lnTo>
                  <a:lnTo>
                    <a:pt x="22485" y="9730"/>
                  </a:lnTo>
                  <a:lnTo>
                    <a:pt x="22487" y="9730"/>
                  </a:lnTo>
                  <a:cubicBezTo>
                    <a:pt x="25521" y="8472"/>
                    <a:pt x="28160" y="6909"/>
                    <a:pt x="30206" y="5246"/>
                  </a:cubicBezTo>
                  <a:lnTo>
                    <a:pt x="28107" y="4872"/>
                  </a:lnTo>
                  <a:lnTo>
                    <a:pt x="26623" y="4604"/>
                  </a:lnTo>
                  <a:lnTo>
                    <a:pt x="20065" y="3434"/>
                  </a:lnTo>
                  <a:lnTo>
                    <a:pt x="19941" y="3413"/>
                  </a:lnTo>
                  <a:lnTo>
                    <a:pt x="18770" y="3200"/>
                  </a:lnTo>
                  <a:lnTo>
                    <a:pt x="18765" y="3200"/>
                  </a:lnTo>
                  <a:lnTo>
                    <a:pt x="15867" y="2683"/>
                  </a:lnTo>
                  <a:lnTo>
                    <a:pt x="10185" y="1665"/>
                  </a:lnTo>
                  <a:lnTo>
                    <a:pt x="8396" y="1349"/>
                  </a:lnTo>
                  <a:lnTo>
                    <a:pt x="6144" y="947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0"/>
            <p:cNvSpPr/>
            <p:nvPr/>
          </p:nvSpPr>
          <p:spPr>
            <a:xfrm>
              <a:off x="3728300" y="2598600"/>
              <a:ext cx="801050" cy="200325"/>
            </a:xfrm>
            <a:custGeom>
              <a:avLst/>
              <a:gdLst/>
              <a:ahLst/>
              <a:cxnLst/>
              <a:rect l="l" t="t" r="r" b="b"/>
              <a:pathLst>
                <a:path w="32042" h="8013" extrusionOk="0">
                  <a:moveTo>
                    <a:pt x="2584" y="0"/>
                  </a:moveTo>
                  <a:lnTo>
                    <a:pt x="0" y="2649"/>
                  </a:lnTo>
                  <a:lnTo>
                    <a:pt x="6096" y="3752"/>
                  </a:lnTo>
                  <a:lnTo>
                    <a:pt x="8403" y="4163"/>
                  </a:lnTo>
                  <a:lnTo>
                    <a:pt x="10368" y="4512"/>
                  </a:lnTo>
                  <a:lnTo>
                    <a:pt x="17371" y="5763"/>
                  </a:lnTo>
                  <a:lnTo>
                    <a:pt x="18858" y="6031"/>
                  </a:lnTo>
                  <a:lnTo>
                    <a:pt x="19421" y="6131"/>
                  </a:lnTo>
                  <a:lnTo>
                    <a:pt x="19426" y="6131"/>
                  </a:lnTo>
                  <a:lnTo>
                    <a:pt x="20178" y="6267"/>
                  </a:lnTo>
                  <a:lnTo>
                    <a:pt x="26420" y="7382"/>
                  </a:lnTo>
                  <a:lnTo>
                    <a:pt x="27810" y="7631"/>
                  </a:lnTo>
                  <a:lnTo>
                    <a:pt x="29929" y="8012"/>
                  </a:lnTo>
                  <a:cubicBezTo>
                    <a:pt x="30830" y="7100"/>
                    <a:pt x="31546" y="6177"/>
                    <a:pt x="32042" y="5276"/>
                  </a:cubicBezTo>
                  <a:lnTo>
                    <a:pt x="29682" y="4854"/>
                  </a:lnTo>
                  <a:lnTo>
                    <a:pt x="28241" y="4595"/>
                  </a:lnTo>
                  <a:lnTo>
                    <a:pt x="15258" y="2277"/>
                  </a:lnTo>
                  <a:lnTo>
                    <a:pt x="15256" y="2277"/>
                  </a:lnTo>
                  <a:lnTo>
                    <a:pt x="12769" y="1829"/>
                  </a:lnTo>
                  <a:lnTo>
                    <a:pt x="10164" y="1365"/>
                  </a:lnTo>
                  <a:lnTo>
                    <a:pt x="2584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3" name="Google Shape;543;p30"/>
          <p:cNvGrpSpPr/>
          <p:nvPr/>
        </p:nvGrpSpPr>
        <p:grpSpPr>
          <a:xfrm rot="5248599">
            <a:off x="913327" y="3588757"/>
            <a:ext cx="549186" cy="531470"/>
            <a:chOff x="1785750" y="3413025"/>
            <a:chExt cx="785025" cy="759700"/>
          </a:xfrm>
        </p:grpSpPr>
        <p:sp>
          <p:nvSpPr>
            <p:cNvPr id="544" name="Google Shape;544;p30"/>
            <p:cNvSpPr/>
            <p:nvPr/>
          </p:nvSpPr>
          <p:spPr>
            <a:xfrm>
              <a:off x="1785750" y="3414125"/>
              <a:ext cx="739475" cy="758125"/>
            </a:xfrm>
            <a:custGeom>
              <a:avLst/>
              <a:gdLst/>
              <a:ahLst/>
              <a:cxnLst/>
              <a:rect l="l" t="t" r="r" b="b"/>
              <a:pathLst>
                <a:path w="29579" h="30325" extrusionOk="0">
                  <a:moveTo>
                    <a:pt x="9020" y="1"/>
                  </a:moveTo>
                  <a:cubicBezTo>
                    <a:pt x="7692" y="1"/>
                    <a:pt x="5740" y="539"/>
                    <a:pt x="3861" y="3055"/>
                  </a:cubicBezTo>
                  <a:cubicBezTo>
                    <a:pt x="2298" y="5150"/>
                    <a:pt x="1" y="7953"/>
                    <a:pt x="3376" y="15081"/>
                  </a:cubicBezTo>
                  <a:cubicBezTo>
                    <a:pt x="5324" y="19195"/>
                    <a:pt x="13615" y="30324"/>
                    <a:pt x="21398" y="30324"/>
                  </a:cubicBezTo>
                  <a:cubicBezTo>
                    <a:pt x="22382" y="30324"/>
                    <a:pt x="23358" y="30147"/>
                    <a:pt x="24312" y="29754"/>
                  </a:cubicBezTo>
                  <a:cubicBezTo>
                    <a:pt x="28992" y="27831"/>
                    <a:pt x="29579" y="23234"/>
                    <a:pt x="29579" y="23234"/>
                  </a:cubicBezTo>
                  <a:lnTo>
                    <a:pt x="29579" y="23234"/>
                  </a:lnTo>
                  <a:cubicBezTo>
                    <a:pt x="29578" y="23234"/>
                    <a:pt x="27493" y="25961"/>
                    <a:pt x="23856" y="25961"/>
                  </a:cubicBezTo>
                  <a:cubicBezTo>
                    <a:pt x="19899" y="25961"/>
                    <a:pt x="14105" y="22732"/>
                    <a:pt x="7161" y="9243"/>
                  </a:cubicBezTo>
                  <a:cubicBezTo>
                    <a:pt x="2674" y="532"/>
                    <a:pt x="10659" y="303"/>
                    <a:pt x="10659" y="303"/>
                  </a:cubicBezTo>
                  <a:cubicBezTo>
                    <a:pt x="10659" y="303"/>
                    <a:pt x="10015" y="1"/>
                    <a:pt x="9020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0"/>
            <p:cNvSpPr/>
            <p:nvPr/>
          </p:nvSpPr>
          <p:spPr>
            <a:xfrm>
              <a:off x="1907725" y="3413150"/>
              <a:ext cx="621375" cy="676450"/>
            </a:xfrm>
            <a:custGeom>
              <a:avLst/>
              <a:gdLst/>
              <a:ahLst/>
              <a:cxnLst/>
              <a:rect l="l" t="t" r="r" b="b"/>
              <a:pathLst>
                <a:path w="24855" h="27058" extrusionOk="0">
                  <a:moveTo>
                    <a:pt x="4358" y="0"/>
                  </a:moveTo>
                  <a:cubicBezTo>
                    <a:pt x="3185" y="0"/>
                    <a:pt x="2222" y="319"/>
                    <a:pt x="1497" y="949"/>
                  </a:cubicBezTo>
                  <a:cubicBezTo>
                    <a:pt x="725" y="1619"/>
                    <a:pt x="266" y="2603"/>
                    <a:pt x="132" y="3870"/>
                  </a:cubicBezTo>
                  <a:cubicBezTo>
                    <a:pt x="0" y="5094"/>
                    <a:pt x="176" y="6532"/>
                    <a:pt x="656" y="8144"/>
                  </a:cubicBezTo>
                  <a:cubicBezTo>
                    <a:pt x="1640" y="11460"/>
                    <a:pt x="3789" y="15136"/>
                    <a:pt x="6710" y="18495"/>
                  </a:cubicBezTo>
                  <a:cubicBezTo>
                    <a:pt x="7537" y="19451"/>
                    <a:pt x="8417" y="20361"/>
                    <a:pt x="9343" y="21225"/>
                  </a:cubicBezTo>
                  <a:cubicBezTo>
                    <a:pt x="10504" y="22310"/>
                    <a:pt x="11700" y="23275"/>
                    <a:pt x="12898" y="24090"/>
                  </a:cubicBezTo>
                  <a:cubicBezTo>
                    <a:pt x="13538" y="24529"/>
                    <a:pt x="14178" y="24928"/>
                    <a:pt x="14803" y="25272"/>
                  </a:cubicBezTo>
                  <a:cubicBezTo>
                    <a:pt x="16911" y="26438"/>
                    <a:pt x="18881" y="27057"/>
                    <a:pt x="20497" y="27057"/>
                  </a:cubicBezTo>
                  <a:cubicBezTo>
                    <a:pt x="20606" y="27057"/>
                    <a:pt x="20714" y="27052"/>
                    <a:pt x="20818" y="27048"/>
                  </a:cubicBezTo>
                  <a:cubicBezTo>
                    <a:pt x="21848" y="26995"/>
                    <a:pt x="22702" y="26678"/>
                    <a:pt x="23358" y="26108"/>
                  </a:cubicBezTo>
                  <a:cubicBezTo>
                    <a:pt x="24129" y="25438"/>
                    <a:pt x="24589" y="24455"/>
                    <a:pt x="24723" y="23187"/>
                  </a:cubicBezTo>
                  <a:cubicBezTo>
                    <a:pt x="24854" y="21961"/>
                    <a:pt x="24677" y="20525"/>
                    <a:pt x="24199" y="18911"/>
                  </a:cubicBezTo>
                  <a:cubicBezTo>
                    <a:pt x="23215" y="15598"/>
                    <a:pt x="21063" y="11922"/>
                    <a:pt x="18144" y="8560"/>
                  </a:cubicBezTo>
                  <a:cubicBezTo>
                    <a:pt x="17800" y="8165"/>
                    <a:pt x="17477" y="7807"/>
                    <a:pt x="17154" y="7468"/>
                  </a:cubicBezTo>
                  <a:lnTo>
                    <a:pt x="17152" y="7465"/>
                  </a:lnTo>
                  <a:cubicBezTo>
                    <a:pt x="15041" y="5219"/>
                    <a:pt x="12723" y="3332"/>
                    <a:pt x="10449" y="2011"/>
                  </a:cubicBezTo>
                  <a:cubicBezTo>
                    <a:pt x="9846" y="1658"/>
                    <a:pt x="9223" y="1337"/>
                    <a:pt x="8585" y="1051"/>
                  </a:cubicBezTo>
                  <a:cubicBezTo>
                    <a:pt x="7442" y="543"/>
                    <a:pt x="6364" y="215"/>
                    <a:pt x="5385" y="74"/>
                  </a:cubicBezTo>
                  <a:cubicBezTo>
                    <a:pt x="5046" y="26"/>
                    <a:pt x="4702" y="0"/>
                    <a:pt x="4358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0"/>
            <p:cNvSpPr/>
            <p:nvPr/>
          </p:nvSpPr>
          <p:spPr>
            <a:xfrm>
              <a:off x="1866050" y="3413025"/>
              <a:ext cx="704725" cy="676675"/>
            </a:xfrm>
            <a:custGeom>
              <a:avLst/>
              <a:gdLst/>
              <a:ahLst/>
              <a:cxnLst/>
              <a:rect l="l" t="t" r="r" b="b"/>
              <a:pathLst>
                <a:path w="28189" h="27067" extrusionOk="0">
                  <a:moveTo>
                    <a:pt x="6022" y="1"/>
                  </a:moveTo>
                  <a:cubicBezTo>
                    <a:pt x="6022" y="1"/>
                    <a:pt x="6022" y="1"/>
                    <a:pt x="6022" y="1"/>
                  </a:cubicBezTo>
                  <a:lnTo>
                    <a:pt x="6022" y="1"/>
                  </a:lnTo>
                  <a:cubicBezTo>
                    <a:pt x="6023" y="1"/>
                    <a:pt x="6024" y="1"/>
                    <a:pt x="6025" y="1"/>
                  </a:cubicBezTo>
                  <a:close/>
                  <a:moveTo>
                    <a:pt x="6025" y="12"/>
                  </a:moveTo>
                  <a:cubicBezTo>
                    <a:pt x="6369" y="12"/>
                    <a:pt x="6710" y="38"/>
                    <a:pt x="7052" y="86"/>
                  </a:cubicBezTo>
                  <a:cubicBezTo>
                    <a:pt x="8031" y="227"/>
                    <a:pt x="9107" y="555"/>
                    <a:pt x="10250" y="1063"/>
                  </a:cubicBezTo>
                  <a:cubicBezTo>
                    <a:pt x="10887" y="1349"/>
                    <a:pt x="11511" y="1668"/>
                    <a:pt x="12113" y="2021"/>
                  </a:cubicBezTo>
                  <a:cubicBezTo>
                    <a:pt x="14388" y="3344"/>
                    <a:pt x="16706" y="5231"/>
                    <a:pt x="18814" y="7475"/>
                  </a:cubicBezTo>
                  <a:lnTo>
                    <a:pt x="18816" y="7477"/>
                  </a:lnTo>
                  <a:cubicBezTo>
                    <a:pt x="19139" y="7817"/>
                    <a:pt x="19463" y="8172"/>
                    <a:pt x="19807" y="8569"/>
                  </a:cubicBezTo>
                  <a:cubicBezTo>
                    <a:pt x="21282" y="10266"/>
                    <a:pt x="22561" y="12047"/>
                    <a:pt x="23612" y="13855"/>
                  </a:cubicBezTo>
                  <a:cubicBezTo>
                    <a:pt x="24626" y="15605"/>
                    <a:pt x="25381" y="17307"/>
                    <a:pt x="25861" y="18918"/>
                  </a:cubicBezTo>
                  <a:cubicBezTo>
                    <a:pt x="26339" y="20530"/>
                    <a:pt x="26514" y="21966"/>
                    <a:pt x="26385" y="23190"/>
                  </a:cubicBezTo>
                  <a:cubicBezTo>
                    <a:pt x="26251" y="24458"/>
                    <a:pt x="25792" y="25439"/>
                    <a:pt x="25020" y="26108"/>
                  </a:cubicBezTo>
                  <a:cubicBezTo>
                    <a:pt x="24365" y="26676"/>
                    <a:pt x="23513" y="26993"/>
                    <a:pt x="22485" y="27046"/>
                  </a:cubicBezTo>
                  <a:cubicBezTo>
                    <a:pt x="22381" y="27051"/>
                    <a:pt x="22273" y="27055"/>
                    <a:pt x="22164" y="27055"/>
                  </a:cubicBezTo>
                  <a:cubicBezTo>
                    <a:pt x="20548" y="27055"/>
                    <a:pt x="18578" y="26439"/>
                    <a:pt x="16473" y="25270"/>
                  </a:cubicBezTo>
                  <a:cubicBezTo>
                    <a:pt x="15847" y="24926"/>
                    <a:pt x="15207" y="24529"/>
                    <a:pt x="14568" y="24088"/>
                  </a:cubicBezTo>
                  <a:cubicBezTo>
                    <a:pt x="13369" y="23273"/>
                    <a:pt x="12173" y="22310"/>
                    <a:pt x="11012" y="21225"/>
                  </a:cubicBezTo>
                  <a:cubicBezTo>
                    <a:pt x="10086" y="20361"/>
                    <a:pt x="9209" y="19452"/>
                    <a:pt x="8380" y="18496"/>
                  </a:cubicBezTo>
                  <a:cubicBezTo>
                    <a:pt x="6904" y="16799"/>
                    <a:pt x="5625" y="15018"/>
                    <a:pt x="4574" y="13210"/>
                  </a:cubicBezTo>
                  <a:cubicBezTo>
                    <a:pt x="3561" y="11463"/>
                    <a:pt x="2806" y="9759"/>
                    <a:pt x="2326" y="8147"/>
                  </a:cubicBezTo>
                  <a:cubicBezTo>
                    <a:pt x="1848" y="6535"/>
                    <a:pt x="1672" y="5099"/>
                    <a:pt x="1801" y="3875"/>
                  </a:cubicBezTo>
                  <a:cubicBezTo>
                    <a:pt x="1938" y="2610"/>
                    <a:pt x="2397" y="1629"/>
                    <a:pt x="3166" y="959"/>
                  </a:cubicBezTo>
                  <a:cubicBezTo>
                    <a:pt x="3889" y="331"/>
                    <a:pt x="4852" y="12"/>
                    <a:pt x="6025" y="12"/>
                  </a:cubicBezTo>
                  <a:close/>
                  <a:moveTo>
                    <a:pt x="6022" y="1"/>
                  </a:moveTo>
                  <a:lnTo>
                    <a:pt x="6022" y="1"/>
                  </a:lnTo>
                  <a:cubicBezTo>
                    <a:pt x="4880" y="1"/>
                    <a:pt x="3902" y="306"/>
                    <a:pt x="3159" y="950"/>
                  </a:cubicBezTo>
                  <a:cubicBezTo>
                    <a:pt x="0" y="3695"/>
                    <a:pt x="2335" y="11555"/>
                    <a:pt x="8370" y="18503"/>
                  </a:cubicBezTo>
                  <a:cubicBezTo>
                    <a:pt x="9199" y="19461"/>
                    <a:pt x="10079" y="20371"/>
                    <a:pt x="11005" y="21234"/>
                  </a:cubicBezTo>
                  <a:cubicBezTo>
                    <a:pt x="12180" y="22331"/>
                    <a:pt x="13379" y="23291"/>
                    <a:pt x="14561" y="24100"/>
                  </a:cubicBezTo>
                  <a:cubicBezTo>
                    <a:pt x="15203" y="24541"/>
                    <a:pt x="15840" y="24935"/>
                    <a:pt x="16466" y="25282"/>
                  </a:cubicBezTo>
                  <a:cubicBezTo>
                    <a:pt x="18553" y="26436"/>
                    <a:pt x="20527" y="27067"/>
                    <a:pt x="22162" y="27067"/>
                  </a:cubicBezTo>
                  <a:cubicBezTo>
                    <a:pt x="22273" y="27067"/>
                    <a:pt x="22379" y="27064"/>
                    <a:pt x="22485" y="27060"/>
                  </a:cubicBezTo>
                  <a:cubicBezTo>
                    <a:pt x="23490" y="27007"/>
                    <a:pt x="24355" y="26702"/>
                    <a:pt x="25027" y="26118"/>
                  </a:cubicBezTo>
                  <a:cubicBezTo>
                    <a:pt x="28188" y="23372"/>
                    <a:pt x="25854" y="15513"/>
                    <a:pt x="19814" y="8562"/>
                  </a:cubicBezTo>
                  <a:cubicBezTo>
                    <a:pt x="19486" y="8186"/>
                    <a:pt x="19160" y="7824"/>
                    <a:pt x="18825" y="7470"/>
                  </a:cubicBezTo>
                  <a:lnTo>
                    <a:pt x="18823" y="7468"/>
                  </a:lnTo>
                  <a:cubicBezTo>
                    <a:pt x="16643" y="5150"/>
                    <a:pt x="14323" y="3296"/>
                    <a:pt x="12118" y="2012"/>
                  </a:cubicBezTo>
                  <a:cubicBezTo>
                    <a:pt x="11515" y="1659"/>
                    <a:pt x="10892" y="1340"/>
                    <a:pt x="10255" y="1054"/>
                  </a:cubicBezTo>
                  <a:cubicBezTo>
                    <a:pt x="9121" y="550"/>
                    <a:pt x="8038" y="215"/>
                    <a:pt x="7050" y="77"/>
                  </a:cubicBezTo>
                  <a:cubicBezTo>
                    <a:pt x="6710" y="28"/>
                    <a:pt x="6366" y="3"/>
                    <a:pt x="6022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0"/>
            <p:cNvSpPr/>
            <p:nvPr/>
          </p:nvSpPr>
          <p:spPr>
            <a:xfrm>
              <a:off x="1995350" y="3506475"/>
              <a:ext cx="474975" cy="482675"/>
            </a:xfrm>
            <a:custGeom>
              <a:avLst/>
              <a:gdLst/>
              <a:ahLst/>
              <a:cxnLst/>
              <a:rect l="l" t="t" r="r" b="b"/>
              <a:pathLst>
                <a:path w="18999" h="19307" extrusionOk="0">
                  <a:moveTo>
                    <a:pt x="2905" y="1"/>
                  </a:moveTo>
                  <a:cubicBezTo>
                    <a:pt x="2180" y="1"/>
                    <a:pt x="1587" y="197"/>
                    <a:pt x="1143" y="583"/>
                  </a:cubicBezTo>
                  <a:cubicBezTo>
                    <a:pt x="132" y="1460"/>
                    <a:pt x="0" y="3229"/>
                    <a:pt x="774" y="5566"/>
                  </a:cubicBezTo>
                  <a:cubicBezTo>
                    <a:pt x="1548" y="7900"/>
                    <a:pt x="3134" y="10521"/>
                    <a:pt x="5240" y="12945"/>
                  </a:cubicBezTo>
                  <a:cubicBezTo>
                    <a:pt x="6893" y="14848"/>
                    <a:pt x="8715" y="16455"/>
                    <a:pt x="10516" y="17598"/>
                  </a:cubicBezTo>
                  <a:cubicBezTo>
                    <a:pt x="12275" y="18715"/>
                    <a:pt x="13880" y="19306"/>
                    <a:pt x="15150" y="19306"/>
                  </a:cubicBezTo>
                  <a:cubicBezTo>
                    <a:pt x="15875" y="19306"/>
                    <a:pt x="16468" y="19112"/>
                    <a:pt x="16909" y="18727"/>
                  </a:cubicBezTo>
                  <a:cubicBezTo>
                    <a:pt x="18999" y="16912"/>
                    <a:pt x="17161" y="11366"/>
                    <a:pt x="12813" y="6362"/>
                  </a:cubicBezTo>
                  <a:cubicBezTo>
                    <a:pt x="11162" y="4462"/>
                    <a:pt x="9338" y="2853"/>
                    <a:pt x="7539" y="1710"/>
                  </a:cubicBezTo>
                  <a:cubicBezTo>
                    <a:pt x="5778" y="592"/>
                    <a:pt x="4175" y="1"/>
                    <a:pt x="2905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0"/>
            <p:cNvSpPr/>
            <p:nvPr/>
          </p:nvSpPr>
          <p:spPr>
            <a:xfrm>
              <a:off x="1971500" y="3506375"/>
              <a:ext cx="499050" cy="482950"/>
            </a:xfrm>
            <a:custGeom>
              <a:avLst/>
              <a:gdLst/>
              <a:ahLst/>
              <a:cxnLst/>
              <a:rect l="l" t="t" r="r" b="b"/>
              <a:pathLst>
                <a:path w="19962" h="19318" extrusionOk="0">
                  <a:moveTo>
                    <a:pt x="3859" y="12"/>
                  </a:moveTo>
                  <a:cubicBezTo>
                    <a:pt x="4492" y="12"/>
                    <a:pt x="5212" y="160"/>
                    <a:pt x="6004" y="453"/>
                  </a:cubicBezTo>
                  <a:cubicBezTo>
                    <a:pt x="6787" y="744"/>
                    <a:pt x="7625" y="1169"/>
                    <a:pt x="8491" y="1721"/>
                  </a:cubicBezTo>
                  <a:cubicBezTo>
                    <a:pt x="10290" y="2861"/>
                    <a:pt x="12114" y="4471"/>
                    <a:pt x="13765" y="6371"/>
                  </a:cubicBezTo>
                  <a:cubicBezTo>
                    <a:pt x="14829" y="7595"/>
                    <a:pt x="15762" y="8871"/>
                    <a:pt x="16535" y="10160"/>
                  </a:cubicBezTo>
                  <a:cubicBezTo>
                    <a:pt x="17284" y="11407"/>
                    <a:pt x="17854" y="12614"/>
                    <a:pt x="18228" y="13750"/>
                  </a:cubicBezTo>
                  <a:cubicBezTo>
                    <a:pt x="18604" y="14886"/>
                    <a:pt x="18768" y="15891"/>
                    <a:pt x="18713" y="16738"/>
                  </a:cubicBezTo>
                  <a:cubicBezTo>
                    <a:pt x="18657" y="17613"/>
                    <a:pt x="18371" y="18283"/>
                    <a:pt x="17861" y="18726"/>
                  </a:cubicBezTo>
                  <a:cubicBezTo>
                    <a:pt x="17418" y="19110"/>
                    <a:pt x="16826" y="19306"/>
                    <a:pt x="16104" y="19306"/>
                  </a:cubicBezTo>
                  <a:cubicBezTo>
                    <a:pt x="15471" y="19306"/>
                    <a:pt x="14751" y="19156"/>
                    <a:pt x="13959" y="18862"/>
                  </a:cubicBezTo>
                  <a:cubicBezTo>
                    <a:pt x="13176" y="18574"/>
                    <a:pt x="12338" y="18147"/>
                    <a:pt x="11472" y="17597"/>
                  </a:cubicBezTo>
                  <a:cubicBezTo>
                    <a:pt x="9673" y="16454"/>
                    <a:pt x="7849" y="14847"/>
                    <a:pt x="6198" y="12947"/>
                  </a:cubicBezTo>
                  <a:cubicBezTo>
                    <a:pt x="5134" y="11721"/>
                    <a:pt x="4201" y="10446"/>
                    <a:pt x="3427" y="9155"/>
                  </a:cubicBezTo>
                  <a:cubicBezTo>
                    <a:pt x="2679" y="7909"/>
                    <a:pt x="2109" y="6703"/>
                    <a:pt x="1735" y="5567"/>
                  </a:cubicBezTo>
                  <a:cubicBezTo>
                    <a:pt x="1359" y="4431"/>
                    <a:pt x="1195" y="3427"/>
                    <a:pt x="1250" y="2579"/>
                  </a:cubicBezTo>
                  <a:cubicBezTo>
                    <a:pt x="1305" y="1702"/>
                    <a:pt x="1592" y="1035"/>
                    <a:pt x="2102" y="591"/>
                  </a:cubicBezTo>
                  <a:cubicBezTo>
                    <a:pt x="2545" y="206"/>
                    <a:pt x="3136" y="12"/>
                    <a:pt x="3859" y="12"/>
                  </a:cubicBezTo>
                  <a:close/>
                  <a:moveTo>
                    <a:pt x="3859" y="0"/>
                  </a:moveTo>
                  <a:cubicBezTo>
                    <a:pt x="3150" y="0"/>
                    <a:pt x="2548" y="187"/>
                    <a:pt x="2095" y="582"/>
                  </a:cubicBezTo>
                  <a:cubicBezTo>
                    <a:pt x="1" y="2402"/>
                    <a:pt x="1834" y="7941"/>
                    <a:pt x="6189" y="12954"/>
                  </a:cubicBezTo>
                  <a:cubicBezTo>
                    <a:pt x="9599" y="16879"/>
                    <a:pt x="13545" y="19317"/>
                    <a:pt x="16104" y="19317"/>
                  </a:cubicBezTo>
                  <a:cubicBezTo>
                    <a:pt x="16813" y="19317"/>
                    <a:pt x="17415" y="19130"/>
                    <a:pt x="17868" y="18735"/>
                  </a:cubicBezTo>
                  <a:cubicBezTo>
                    <a:pt x="19962" y="16914"/>
                    <a:pt x="18129" y="11374"/>
                    <a:pt x="13774" y="6364"/>
                  </a:cubicBezTo>
                  <a:cubicBezTo>
                    <a:pt x="10364" y="2439"/>
                    <a:pt x="6418" y="0"/>
                    <a:pt x="385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0"/>
            <p:cNvSpPr/>
            <p:nvPr/>
          </p:nvSpPr>
          <p:spPr>
            <a:xfrm>
              <a:off x="1957425" y="3464225"/>
              <a:ext cx="524275" cy="572250"/>
            </a:xfrm>
            <a:custGeom>
              <a:avLst/>
              <a:gdLst/>
              <a:ahLst/>
              <a:cxnLst/>
              <a:rect l="l" t="t" r="r" b="b"/>
              <a:pathLst>
                <a:path w="20971" h="22890" fill="none" extrusionOk="0">
                  <a:moveTo>
                    <a:pt x="15154" y="7387"/>
                  </a:moveTo>
                  <a:cubicBezTo>
                    <a:pt x="17544" y="10137"/>
                    <a:pt x="19343" y="13201"/>
                    <a:pt x="20158" y="15907"/>
                  </a:cubicBezTo>
                  <a:cubicBezTo>
                    <a:pt x="20971" y="18614"/>
                    <a:pt x="20733" y="20738"/>
                    <a:pt x="19495" y="21814"/>
                  </a:cubicBezTo>
                  <a:cubicBezTo>
                    <a:pt x="18255" y="22890"/>
                    <a:pt x="16119" y="22830"/>
                    <a:pt x="13554" y="21645"/>
                  </a:cubicBezTo>
                  <a:cubicBezTo>
                    <a:pt x="10989" y="20463"/>
                    <a:pt x="8204" y="18253"/>
                    <a:pt x="5817" y="15503"/>
                  </a:cubicBezTo>
                  <a:cubicBezTo>
                    <a:pt x="3427" y="12753"/>
                    <a:pt x="1626" y="9689"/>
                    <a:pt x="813" y="6983"/>
                  </a:cubicBezTo>
                  <a:cubicBezTo>
                    <a:pt x="0" y="4279"/>
                    <a:pt x="238" y="2155"/>
                    <a:pt x="1476" y="1077"/>
                  </a:cubicBezTo>
                  <a:cubicBezTo>
                    <a:pt x="2714" y="1"/>
                    <a:pt x="4852" y="63"/>
                    <a:pt x="7417" y="1245"/>
                  </a:cubicBezTo>
                  <a:cubicBezTo>
                    <a:pt x="9982" y="2428"/>
                    <a:pt x="12765" y="4637"/>
                    <a:pt x="15154" y="7387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0"/>
            <p:cNvSpPr/>
            <p:nvPr/>
          </p:nvSpPr>
          <p:spPr>
            <a:xfrm>
              <a:off x="2169050" y="3463300"/>
              <a:ext cx="263475" cy="709425"/>
            </a:xfrm>
            <a:custGeom>
              <a:avLst/>
              <a:gdLst/>
              <a:ahLst/>
              <a:cxnLst/>
              <a:rect l="l" t="t" r="r" b="b"/>
              <a:pathLst>
                <a:path w="10539" h="28377" extrusionOk="0">
                  <a:moveTo>
                    <a:pt x="0" y="1"/>
                  </a:moveTo>
                  <a:lnTo>
                    <a:pt x="379" y="2030"/>
                  </a:lnTo>
                  <a:lnTo>
                    <a:pt x="644" y="3467"/>
                  </a:lnTo>
                  <a:lnTo>
                    <a:pt x="1831" y="9805"/>
                  </a:lnTo>
                  <a:lnTo>
                    <a:pt x="1854" y="9925"/>
                  </a:lnTo>
                  <a:lnTo>
                    <a:pt x="2064" y="11061"/>
                  </a:lnTo>
                  <a:lnTo>
                    <a:pt x="2067" y="11063"/>
                  </a:lnTo>
                  <a:lnTo>
                    <a:pt x="2591" y="13866"/>
                  </a:lnTo>
                  <a:lnTo>
                    <a:pt x="3616" y="19364"/>
                  </a:lnTo>
                  <a:lnTo>
                    <a:pt x="3939" y="21093"/>
                  </a:lnTo>
                  <a:lnTo>
                    <a:pt x="4348" y="23271"/>
                  </a:lnTo>
                  <a:lnTo>
                    <a:pt x="5285" y="28358"/>
                  </a:lnTo>
                  <a:cubicBezTo>
                    <a:pt x="5482" y="28370"/>
                    <a:pt x="5677" y="28376"/>
                    <a:pt x="5870" y="28376"/>
                  </a:cubicBezTo>
                  <a:cubicBezTo>
                    <a:pt x="7557" y="28376"/>
                    <a:pt x="9113" y="27897"/>
                    <a:pt x="10538" y="26940"/>
                  </a:cubicBezTo>
                  <a:lnTo>
                    <a:pt x="10365" y="25046"/>
                  </a:lnTo>
                  <a:lnTo>
                    <a:pt x="9885" y="22465"/>
                  </a:lnTo>
                  <a:lnTo>
                    <a:pt x="9562" y="20736"/>
                  </a:lnTo>
                  <a:lnTo>
                    <a:pt x="7611" y="10301"/>
                  </a:lnTo>
                  <a:lnTo>
                    <a:pt x="7181" y="8011"/>
                  </a:lnTo>
                  <a:lnTo>
                    <a:pt x="7179" y="8008"/>
                  </a:lnTo>
                  <a:lnTo>
                    <a:pt x="6705" y="5459"/>
                  </a:lnTo>
                  <a:lnTo>
                    <a:pt x="6703" y="5457"/>
                  </a:lnTo>
                  <a:cubicBezTo>
                    <a:pt x="4526" y="3139"/>
                    <a:pt x="2205" y="1285"/>
                    <a:pt x="0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0"/>
            <p:cNvSpPr/>
            <p:nvPr/>
          </p:nvSpPr>
          <p:spPr>
            <a:xfrm>
              <a:off x="2042325" y="3414925"/>
              <a:ext cx="215000" cy="748150"/>
            </a:xfrm>
            <a:custGeom>
              <a:avLst/>
              <a:gdLst/>
              <a:ahLst/>
              <a:cxnLst/>
              <a:rect l="l" t="t" r="r" b="b"/>
              <a:pathLst>
                <a:path w="8600" h="29926" extrusionOk="0">
                  <a:moveTo>
                    <a:pt x="1" y="1"/>
                  </a:moveTo>
                  <a:lnTo>
                    <a:pt x="428" y="2282"/>
                  </a:lnTo>
                  <a:lnTo>
                    <a:pt x="687" y="3675"/>
                  </a:lnTo>
                  <a:lnTo>
                    <a:pt x="3035" y="16231"/>
                  </a:lnTo>
                  <a:lnTo>
                    <a:pt x="3035" y="16233"/>
                  </a:lnTo>
                  <a:lnTo>
                    <a:pt x="3483" y="18637"/>
                  </a:lnTo>
                  <a:lnTo>
                    <a:pt x="3954" y="21158"/>
                  </a:lnTo>
                  <a:lnTo>
                    <a:pt x="5069" y="28346"/>
                  </a:lnTo>
                  <a:lnTo>
                    <a:pt x="8600" y="29925"/>
                  </a:lnTo>
                  <a:lnTo>
                    <a:pt x="7512" y="24024"/>
                  </a:lnTo>
                  <a:lnTo>
                    <a:pt x="7094" y="21795"/>
                  </a:lnTo>
                  <a:lnTo>
                    <a:pt x="6739" y="19895"/>
                  </a:lnTo>
                  <a:lnTo>
                    <a:pt x="5473" y="13123"/>
                  </a:lnTo>
                  <a:lnTo>
                    <a:pt x="5205" y="11684"/>
                  </a:lnTo>
                  <a:lnTo>
                    <a:pt x="5102" y="11139"/>
                  </a:lnTo>
                  <a:lnTo>
                    <a:pt x="5099" y="11137"/>
                  </a:lnTo>
                  <a:lnTo>
                    <a:pt x="4965" y="10408"/>
                  </a:lnTo>
                  <a:lnTo>
                    <a:pt x="3836" y="4372"/>
                  </a:lnTo>
                  <a:lnTo>
                    <a:pt x="3585" y="3028"/>
                  </a:lnTo>
                  <a:lnTo>
                    <a:pt x="3204" y="975"/>
                  </a:lnTo>
                  <a:cubicBezTo>
                    <a:pt x="2070" y="472"/>
                    <a:pt x="989" y="139"/>
                    <a:pt x="1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" name="Google Shape;552;p30"/>
          <p:cNvGrpSpPr/>
          <p:nvPr/>
        </p:nvGrpSpPr>
        <p:grpSpPr>
          <a:xfrm flipH="1">
            <a:off x="659293" y="404033"/>
            <a:ext cx="530159" cy="550985"/>
            <a:chOff x="2777975" y="4487350"/>
            <a:chExt cx="803150" cy="834825"/>
          </a:xfrm>
        </p:grpSpPr>
        <p:sp>
          <p:nvSpPr>
            <p:cNvPr id="553" name="Google Shape;553;p30"/>
            <p:cNvSpPr/>
            <p:nvPr/>
          </p:nvSpPr>
          <p:spPr>
            <a:xfrm>
              <a:off x="2801475" y="4545025"/>
              <a:ext cx="776425" cy="720275"/>
            </a:xfrm>
            <a:custGeom>
              <a:avLst/>
              <a:gdLst/>
              <a:ahLst/>
              <a:cxnLst/>
              <a:rect l="l" t="t" r="r" b="b"/>
              <a:pathLst>
                <a:path w="31057" h="28811" extrusionOk="0">
                  <a:moveTo>
                    <a:pt x="14617" y="0"/>
                  </a:moveTo>
                  <a:cubicBezTo>
                    <a:pt x="8672" y="0"/>
                    <a:pt x="3310" y="3412"/>
                    <a:pt x="718" y="8603"/>
                  </a:cubicBezTo>
                  <a:cubicBezTo>
                    <a:pt x="469" y="9391"/>
                    <a:pt x="287" y="10196"/>
                    <a:pt x="169" y="11012"/>
                  </a:cubicBezTo>
                  <a:cubicBezTo>
                    <a:pt x="53" y="11797"/>
                    <a:pt x="0" y="12589"/>
                    <a:pt x="5" y="13381"/>
                  </a:cubicBezTo>
                  <a:cubicBezTo>
                    <a:pt x="10" y="14161"/>
                    <a:pt x="77" y="14939"/>
                    <a:pt x="201" y="15710"/>
                  </a:cubicBezTo>
                  <a:cubicBezTo>
                    <a:pt x="284" y="16230"/>
                    <a:pt x="393" y="16747"/>
                    <a:pt x="527" y="17255"/>
                  </a:cubicBezTo>
                  <a:cubicBezTo>
                    <a:pt x="905" y="18673"/>
                    <a:pt x="1483" y="20028"/>
                    <a:pt x="2240" y="21282"/>
                  </a:cubicBezTo>
                  <a:cubicBezTo>
                    <a:pt x="4565" y="25133"/>
                    <a:pt x="8532" y="27950"/>
                    <a:pt x="13328" y="28648"/>
                  </a:cubicBezTo>
                  <a:cubicBezTo>
                    <a:pt x="14085" y="28757"/>
                    <a:pt x="14838" y="28811"/>
                    <a:pt x="15582" y="28811"/>
                  </a:cubicBezTo>
                  <a:cubicBezTo>
                    <a:pt x="22075" y="28811"/>
                    <a:pt x="27874" y="24745"/>
                    <a:pt x="30130" y="18733"/>
                  </a:cubicBezTo>
                  <a:cubicBezTo>
                    <a:pt x="30456" y="17802"/>
                    <a:pt x="30691" y="16842"/>
                    <a:pt x="30837" y="15865"/>
                  </a:cubicBezTo>
                  <a:cubicBezTo>
                    <a:pt x="30906" y="15389"/>
                    <a:pt x="30952" y="14916"/>
                    <a:pt x="30978" y="14445"/>
                  </a:cubicBezTo>
                  <a:cubicBezTo>
                    <a:pt x="31056" y="12953"/>
                    <a:pt x="30121" y="13422"/>
                    <a:pt x="29793" y="12021"/>
                  </a:cubicBezTo>
                  <a:cubicBezTo>
                    <a:pt x="29671" y="11506"/>
                    <a:pt x="29523" y="10998"/>
                    <a:pt x="29354" y="10504"/>
                  </a:cubicBezTo>
                  <a:cubicBezTo>
                    <a:pt x="29098" y="9765"/>
                    <a:pt x="28789" y="9047"/>
                    <a:pt x="28426" y="8356"/>
                  </a:cubicBezTo>
                  <a:cubicBezTo>
                    <a:pt x="26191" y="4085"/>
                    <a:pt x="22007" y="910"/>
                    <a:pt x="16874" y="164"/>
                  </a:cubicBezTo>
                  <a:cubicBezTo>
                    <a:pt x="16116" y="54"/>
                    <a:pt x="15362" y="0"/>
                    <a:pt x="14617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0"/>
            <p:cNvSpPr/>
            <p:nvPr/>
          </p:nvSpPr>
          <p:spPr>
            <a:xfrm>
              <a:off x="2801650" y="4487525"/>
              <a:ext cx="779300" cy="777675"/>
            </a:xfrm>
            <a:custGeom>
              <a:avLst/>
              <a:gdLst/>
              <a:ahLst/>
              <a:cxnLst/>
              <a:rect l="l" t="t" r="r" b="b"/>
              <a:pathLst>
                <a:path w="31172" h="31107" extrusionOk="0">
                  <a:moveTo>
                    <a:pt x="15542" y="0"/>
                  </a:moveTo>
                  <a:cubicBezTo>
                    <a:pt x="8747" y="5"/>
                    <a:pt x="2743" y="4422"/>
                    <a:pt x="716" y="10908"/>
                  </a:cubicBezTo>
                  <a:cubicBezTo>
                    <a:pt x="469" y="11693"/>
                    <a:pt x="284" y="12499"/>
                    <a:pt x="169" y="13316"/>
                  </a:cubicBezTo>
                  <a:cubicBezTo>
                    <a:pt x="53" y="14099"/>
                    <a:pt x="0" y="14891"/>
                    <a:pt x="5" y="15683"/>
                  </a:cubicBezTo>
                  <a:cubicBezTo>
                    <a:pt x="10" y="16461"/>
                    <a:pt x="74" y="17239"/>
                    <a:pt x="199" y="18010"/>
                  </a:cubicBezTo>
                  <a:cubicBezTo>
                    <a:pt x="287" y="18546"/>
                    <a:pt x="395" y="19066"/>
                    <a:pt x="527" y="19555"/>
                  </a:cubicBezTo>
                  <a:cubicBezTo>
                    <a:pt x="905" y="20970"/>
                    <a:pt x="1480" y="22326"/>
                    <a:pt x="2240" y="23580"/>
                  </a:cubicBezTo>
                  <a:cubicBezTo>
                    <a:pt x="4657" y="27588"/>
                    <a:pt x="8696" y="30269"/>
                    <a:pt x="13321" y="30941"/>
                  </a:cubicBezTo>
                  <a:cubicBezTo>
                    <a:pt x="14069" y="31049"/>
                    <a:pt x="14822" y="31105"/>
                    <a:pt x="15577" y="31105"/>
                  </a:cubicBezTo>
                  <a:lnTo>
                    <a:pt x="15579" y="31107"/>
                  </a:lnTo>
                  <a:cubicBezTo>
                    <a:pt x="20354" y="31098"/>
                    <a:pt x="24861" y="28900"/>
                    <a:pt x="27807" y="25143"/>
                  </a:cubicBezTo>
                  <a:cubicBezTo>
                    <a:pt x="29479" y="23009"/>
                    <a:pt x="30564" y="20474"/>
                    <a:pt x="30950" y="17791"/>
                  </a:cubicBezTo>
                  <a:cubicBezTo>
                    <a:pt x="31019" y="17325"/>
                    <a:pt x="31068" y="16849"/>
                    <a:pt x="31091" y="16373"/>
                  </a:cubicBezTo>
                  <a:cubicBezTo>
                    <a:pt x="31171" y="14909"/>
                    <a:pt x="31042" y="13443"/>
                    <a:pt x="30710" y="12014"/>
                  </a:cubicBezTo>
                  <a:cubicBezTo>
                    <a:pt x="30587" y="11504"/>
                    <a:pt x="30442" y="10993"/>
                    <a:pt x="30271" y="10497"/>
                  </a:cubicBezTo>
                  <a:cubicBezTo>
                    <a:pt x="30015" y="9760"/>
                    <a:pt x="29705" y="9042"/>
                    <a:pt x="29343" y="8352"/>
                  </a:cubicBezTo>
                  <a:cubicBezTo>
                    <a:pt x="28218" y="6209"/>
                    <a:pt x="26614" y="4355"/>
                    <a:pt x="24656" y="2935"/>
                  </a:cubicBezTo>
                  <a:cubicBezTo>
                    <a:pt x="23660" y="2217"/>
                    <a:pt x="22584" y="1619"/>
                    <a:pt x="21451" y="1155"/>
                  </a:cubicBezTo>
                  <a:cubicBezTo>
                    <a:pt x="19573" y="393"/>
                    <a:pt x="17567" y="0"/>
                    <a:pt x="15542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0"/>
            <p:cNvSpPr/>
            <p:nvPr/>
          </p:nvSpPr>
          <p:spPr>
            <a:xfrm>
              <a:off x="2801525" y="4487350"/>
              <a:ext cx="779600" cy="777975"/>
            </a:xfrm>
            <a:custGeom>
              <a:avLst/>
              <a:gdLst/>
              <a:ahLst/>
              <a:cxnLst/>
              <a:rect l="l" t="t" r="r" b="b"/>
              <a:pathLst>
                <a:path w="31184" h="31119" extrusionOk="0">
                  <a:moveTo>
                    <a:pt x="15547" y="10"/>
                  </a:moveTo>
                  <a:cubicBezTo>
                    <a:pt x="17572" y="12"/>
                    <a:pt x="19576" y="402"/>
                    <a:pt x="21453" y="1164"/>
                  </a:cubicBezTo>
                  <a:cubicBezTo>
                    <a:pt x="23714" y="2090"/>
                    <a:pt x="25723" y="3535"/>
                    <a:pt x="27318" y="5385"/>
                  </a:cubicBezTo>
                  <a:cubicBezTo>
                    <a:pt x="28106" y="6295"/>
                    <a:pt x="28784" y="7294"/>
                    <a:pt x="29343" y="8359"/>
                  </a:cubicBezTo>
                  <a:cubicBezTo>
                    <a:pt x="29706" y="9049"/>
                    <a:pt x="30015" y="9767"/>
                    <a:pt x="30271" y="10506"/>
                  </a:cubicBezTo>
                  <a:cubicBezTo>
                    <a:pt x="30442" y="11000"/>
                    <a:pt x="30588" y="11511"/>
                    <a:pt x="30710" y="12023"/>
                  </a:cubicBezTo>
                  <a:cubicBezTo>
                    <a:pt x="31043" y="13448"/>
                    <a:pt x="31170" y="14914"/>
                    <a:pt x="31091" y="16378"/>
                  </a:cubicBezTo>
                  <a:cubicBezTo>
                    <a:pt x="31066" y="16854"/>
                    <a:pt x="31019" y="17329"/>
                    <a:pt x="30950" y="17796"/>
                  </a:cubicBezTo>
                  <a:cubicBezTo>
                    <a:pt x="30562" y="20476"/>
                    <a:pt x="29479" y="23012"/>
                    <a:pt x="27810" y="25143"/>
                  </a:cubicBezTo>
                  <a:cubicBezTo>
                    <a:pt x="24866" y="28904"/>
                    <a:pt x="20357" y="31102"/>
                    <a:pt x="15584" y="31107"/>
                  </a:cubicBezTo>
                  <a:cubicBezTo>
                    <a:pt x="13640" y="31105"/>
                    <a:pt x="11712" y="30745"/>
                    <a:pt x="9902" y="30040"/>
                  </a:cubicBezTo>
                  <a:cubicBezTo>
                    <a:pt x="7773" y="29209"/>
                    <a:pt x="5856" y="27918"/>
                    <a:pt x="4286" y="26258"/>
                  </a:cubicBezTo>
                  <a:cubicBezTo>
                    <a:pt x="3513" y="25443"/>
                    <a:pt x="2831" y="24545"/>
                    <a:pt x="2250" y="23584"/>
                  </a:cubicBezTo>
                  <a:cubicBezTo>
                    <a:pt x="1492" y="22331"/>
                    <a:pt x="915" y="20977"/>
                    <a:pt x="539" y="19562"/>
                  </a:cubicBezTo>
                  <a:cubicBezTo>
                    <a:pt x="407" y="19070"/>
                    <a:pt x="299" y="18551"/>
                    <a:pt x="211" y="18017"/>
                  </a:cubicBezTo>
                  <a:cubicBezTo>
                    <a:pt x="86" y="17246"/>
                    <a:pt x="21" y="16468"/>
                    <a:pt x="17" y="15690"/>
                  </a:cubicBezTo>
                  <a:cubicBezTo>
                    <a:pt x="10" y="14898"/>
                    <a:pt x="65" y="14106"/>
                    <a:pt x="181" y="13323"/>
                  </a:cubicBezTo>
                  <a:cubicBezTo>
                    <a:pt x="296" y="12506"/>
                    <a:pt x="481" y="11702"/>
                    <a:pt x="728" y="10915"/>
                  </a:cubicBezTo>
                  <a:cubicBezTo>
                    <a:pt x="2755" y="4434"/>
                    <a:pt x="8756" y="16"/>
                    <a:pt x="15549" y="12"/>
                  </a:cubicBezTo>
                  <a:lnTo>
                    <a:pt x="15547" y="10"/>
                  </a:lnTo>
                  <a:close/>
                  <a:moveTo>
                    <a:pt x="15549" y="0"/>
                  </a:moveTo>
                  <a:cubicBezTo>
                    <a:pt x="8761" y="0"/>
                    <a:pt x="2732" y="4445"/>
                    <a:pt x="716" y="10913"/>
                  </a:cubicBezTo>
                  <a:cubicBezTo>
                    <a:pt x="469" y="11700"/>
                    <a:pt x="287" y="12503"/>
                    <a:pt x="169" y="13321"/>
                  </a:cubicBezTo>
                  <a:cubicBezTo>
                    <a:pt x="54" y="14106"/>
                    <a:pt x="1" y="14898"/>
                    <a:pt x="5" y="15690"/>
                  </a:cubicBezTo>
                  <a:cubicBezTo>
                    <a:pt x="10" y="16470"/>
                    <a:pt x="75" y="17248"/>
                    <a:pt x="199" y="18017"/>
                  </a:cubicBezTo>
                  <a:cubicBezTo>
                    <a:pt x="282" y="18539"/>
                    <a:pt x="393" y="19054"/>
                    <a:pt x="527" y="19564"/>
                  </a:cubicBezTo>
                  <a:cubicBezTo>
                    <a:pt x="906" y="20980"/>
                    <a:pt x="1483" y="22335"/>
                    <a:pt x="2240" y="23589"/>
                  </a:cubicBezTo>
                  <a:cubicBezTo>
                    <a:pt x="4563" y="27440"/>
                    <a:pt x="8530" y="30257"/>
                    <a:pt x="13326" y="30955"/>
                  </a:cubicBezTo>
                  <a:cubicBezTo>
                    <a:pt x="14074" y="31063"/>
                    <a:pt x="14829" y="31116"/>
                    <a:pt x="15584" y="31119"/>
                  </a:cubicBezTo>
                  <a:cubicBezTo>
                    <a:pt x="22077" y="31119"/>
                    <a:pt x="27875" y="27052"/>
                    <a:pt x="30131" y="21040"/>
                  </a:cubicBezTo>
                  <a:cubicBezTo>
                    <a:pt x="30525" y="19994"/>
                    <a:pt x="30805" y="18906"/>
                    <a:pt x="30964" y="17798"/>
                  </a:cubicBezTo>
                  <a:cubicBezTo>
                    <a:pt x="31033" y="17322"/>
                    <a:pt x="31080" y="16849"/>
                    <a:pt x="31105" y="16378"/>
                  </a:cubicBezTo>
                  <a:cubicBezTo>
                    <a:pt x="31183" y="14914"/>
                    <a:pt x="31054" y="13448"/>
                    <a:pt x="30722" y="12021"/>
                  </a:cubicBezTo>
                  <a:cubicBezTo>
                    <a:pt x="30602" y="11506"/>
                    <a:pt x="30454" y="10996"/>
                    <a:pt x="30283" y="10502"/>
                  </a:cubicBezTo>
                  <a:cubicBezTo>
                    <a:pt x="30029" y="9765"/>
                    <a:pt x="29717" y="9047"/>
                    <a:pt x="29355" y="8354"/>
                  </a:cubicBezTo>
                  <a:cubicBezTo>
                    <a:pt x="27120" y="4083"/>
                    <a:pt x="22936" y="908"/>
                    <a:pt x="17803" y="164"/>
                  </a:cubicBezTo>
                  <a:cubicBezTo>
                    <a:pt x="17057" y="56"/>
                    <a:pt x="16304" y="0"/>
                    <a:pt x="1554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0"/>
            <p:cNvSpPr/>
            <p:nvPr/>
          </p:nvSpPr>
          <p:spPr>
            <a:xfrm>
              <a:off x="2861275" y="4546975"/>
              <a:ext cx="658650" cy="658675"/>
            </a:xfrm>
            <a:custGeom>
              <a:avLst/>
              <a:gdLst/>
              <a:ahLst/>
              <a:cxnLst/>
              <a:rect l="l" t="t" r="r" b="b"/>
              <a:pathLst>
                <a:path w="26346" h="26347" fill="none" extrusionOk="0">
                  <a:moveTo>
                    <a:pt x="22488" y="3859"/>
                  </a:moveTo>
                  <a:cubicBezTo>
                    <a:pt x="24958" y="6329"/>
                    <a:pt x="26346" y="9680"/>
                    <a:pt x="26346" y="13173"/>
                  </a:cubicBezTo>
                  <a:cubicBezTo>
                    <a:pt x="26346" y="16667"/>
                    <a:pt x="24958" y="20017"/>
                    <a:pt x="22488" y="22488"/>
                  </a:cubicBezTo>
                  <a:cubicBezTo>
                    <a:pt x="20017" y="24958"/>
                    <a:pt x="16667" y="26346"/>
                    <a:pt x="13173" y="26346"/>
                  </a:cubicBezTo>
                  <a:cubicBezTo>
                    <a:pt x="9680" y="26346"/>
                    <a:pt x="6329" y="24958"/>
                    <a:pt x="3859" y="22488"/>
                  </a:cubicBezTo>
                  <a:cubicBezTo>
                    <a:pt x="1388" y="20017"/>
                    <a:pt x="0" y="16667"/>
                    <a:pt x="0" y="13173"/>
                  </a:cubicBezTo>
                  <a:cubicBezTo>
                    <a:pt x="0" y="9680"/>
                    <a:pt x="1388" y="6329"/>
                    <a:pt x="3859" y="3859"/>
                  </a:cubicBezTo>
                  <a:cubicBezTo>
                    <a:pt x="6329" y="1388"/>
                    <a:pt x="9680" y="1"/>
                    <a:pt x="13173" y="1"/>
                  </a:cubicBezTo>
                  <a:cubicBezTo>
                    <a:pt x="16667" y="1"/>
                    <a:pt x="20017" y="1388"/>
                    <a:pt x="22488" y="3859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0"/>
            <p:cNvSpPr/>
            <p:nvPr/>
          </p:nvSpPr>
          <p:spPr>
            <a:xfrm>
              <a:off x="2892850" y="4588600"/>
              <a:ext cx="595500" cy="575475"/>
            </a:xfrm>
            <a:custGeom>
              <a:avLst/>
              <a:gdLst/>
              <a:ahLst/>
              <a:cxnLst/>
              <a:rect l="l" t="t" r="r" b="b"/>
              <a:pathLst>
                <a:path w="23820" h="23019" extrusionOk="0">
                  <a:moveTo>
                    <a:pt x="11896" y="0"/>
                  </a:moveTo>
                  <a:cubicBezTo>
                    <a:pt x="5865" y="7"/>
                    <a:pt x="864" y="4669"/>
                    <a:pt x="432" y="10684"/>
                  </a:cubicBezTo>
                  <a:cubicBezTo>
                    <a:pt x="0" y="16701"/>
                    <a:pt x="4286" y="22028"/>
                    <a:pt x="10255" y="22896"/>
                  </a:cubicBezTo>
                  <a:cubicBezTo>
                    <a:pt x="10809" y="22977"/>
                    <a:pt x="11365" y="23019"/>
                    <a:pt x="11924" y="23019"/>
                  </a:cubicBezTo>
                  <a:cubicBezTo>
                    <a:pt x="17955" y="23009"/>
                    <a:pt x="22959" y="18348"/>
                    <a:pt x="23388" y="12333"/>
                  </a:cubicBezTo>
                  <a:cubicBezTo>
                    <a:pt x="23820" y="6315"/>
                    <a:pt x="19534" y="989"/>
                    <a:pt x="13566" y="120"/>
                  </a:cubicBezTo>
                  <a:cubicBezTo>
                    <a:pt x="13014" y="40"/>
                    <a:pt x="12455" y="0"/>
                    <a:pt x="11896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0"/>
            <p:cNvSpPr/>
            <p:nvPr/>
          </p:nvSpPr>
          <p:spPr>
            <a:xfrm>
              <a:off x="2882925" y="4588425"/>
              <a:ext cx="615425" cy="575775"/>
            </a:xfrm>
            <a:custGeom>
              <a:avLst/>
              <a:gdLst/>
              <a:ahLst/>
              <a:cxnLst/>
              <a:rect l="l" t="t" r="r" b="b"/>
              <a:pathLst>
                <a:path w="24617" h="23031" extrusionOk="0">
                  <a:moveTo>
                    <a:pt x="12293" y="10"/>
                  </a:moveTo>
                  <a:lnTo>
                    <a:pt x="12293" y="12"/>
                  </a:lnTo>
                  <a:cubicBezTo>
                    <a:pt x="12852" y="12"/>
                    <a:pt x="13409" y="53"/>
                    <a:pt x="13963" y="132"/>
                  </a:cubicBezTo>
                  <a:cubicBezTo>
                    <a:pt x="19927" y="1000"/>
                    <a:pt x="24210" y="6327"/>
                    <a:pt x="23780" y="12340"/>
                  </a:cubicBezTo>
                  <a:cubicBezTo>
                    <a:pt x="23349" y="18350"/>
                    <a:pt x="18350" y="23012"/>
                    <a:pt x="12321" y="23019"/>
                  </a:cubicBezTo>
                  <a:cubicBezTo>
                    <a:pt x="11765" y="23019"/>
                    <a:pt x="11206" y="22979"/>
                    <a:pt x="10654" y="22899"/>
                  </a:cubicBezTo>
                  <a:cubicBezTo>
                    <a:pt x="4685" y="22033"/>
                    <a:pt x="397" y="16706"/>
                    <a:pt x="829" y="10691"/>
                  </a:cubicBezTo>
                  <a:cubicBezTo>
                    <a:pt x="1261" y="4676"/>
                    <a:pt x="6262" y="17"/>
                    <a:pt x="12293" y="10"/>
                  </a:cubicBezTo>
                  <a:close/>
                  <a:moveTo>
                    <a:pt x="12293" y="0"/>
                  </a:moveTo>
                  <a:cubicBezTo>
                    <a:pt x="6669" y="0"/>
                    <a:pt x="1746" y="4127"/>
                    <a:pt x="915" y="9857"/>
                  </a:cubicBezTo>
                  <a:cubicBezTo>
                    <a:pt x="0" y="16149"/>
                    <a:pt x="4360" y="21993"/>
                    <a:pt x="10652" y="22908"/>
                  </a:cubicBezTo>
                  <a:cubicBezTo>
                    <a:pt x="11203" y="22989"/>
                    <a:pt x="11762" y="23028"/>
                    <a:pt x="12321" y="23030"/>
                  </a:cubicBezTo>
                  <a:cubicBezTo>
                    <a:pt x="17948" y="23030"/>
                    <a:pt x="22868" y="18902"/>
                    <a:pt x="23702" y="13171"/>
                  </a:cubicBezTo>
                  <a:cubicBezTo>
                    <a:pt x="24616" y="6879"/>
                    <a:pt x="20257" y="1035"/>
                    <a:pt x="13965" y="120"/>
                  </a:cubicBezTo>
                  <a:cubicBezTo>
                    <a:pt x="13411" y="40"/>
                    <a:pt x="12852" y="0"/>
                    <a:pt x="1229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0"/>
            <p:cNvSpPr/>
            <p:nvPr/>
          </p:nvSpPr>
          <p:spPr>
            <a:xfrm>
              <a:off x="2814700" y="4787800"/>
              <a:ext cx="766375" cy="289275"/>
            </a:xfrm>
            <a:custGeom>
              <a:avLst/>
              <a:gdLst/>
              <a:ahLst/>
              <a:cxnLst/>
              <a:rect l="l" t="t" r="r" b="b"/>
              <a:pathLst>
                <a:path w="30655" h="11571" extrusionOk="0">
                  <a:moveTo>
                    <a:pt x="30192" y="1"/>
                  </a:moveTo>
                  <a:lnTo>
                    <a:pt x="0" y="7546"/>
                  </a:lnTo>
                  <a:cubicBezTo>
                    <a:pt x="379" y="8962"/>
                    <a:pt x="956" y="10317"/>
                    <a:pt x="1713" y="11571"/>
                  </a:cubicBezTo>
                  <a:lnTo>
                    <a:pt x="30573" y="4360"/>
                  </a:lnTo>
                  <a:cubicBezTo>
                    <a:pt x="30654" y="2896"/>
                    <a:pt x="30525" y="1428"/>
                    <a:pt x="30192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0"/>
            <p:cNvSpPr/>
            <p:nvPr/>
          </p:nvSpPr>
          <p:spPr>
            <a:xfrm>
              <a:off x="2801650" y="4696250"/>
              <a:ext cx="756850" cy="241550"/>
            </a:xfrm>
            <a:custGeom>
              <a:avLst/>
              <a:gdLst/>
              <a:ahLst/>
              <a:cxnLst/>
              <a:rect l="l" t="t" r="r" b="b"/>
              <a:pathLst>
                <a:path w="30274" h="9662" extrusionOk="0">
                  <a:moveTo>
                    <a:pt x="29347" y="1"/>
                  </a:moveTo>
                  <a:lnTo>
                    <a:pt x="0" y="7334"/>
                  </a:lnTo>
                  <a:cubicBezTo>
                    <a:pt x="5" y="8112"/>
                    <a:pt x="70" y="8890"/>
                    <a:pt x="194" y="9661"/>
                  </a:cubicBezTo>
                  <a:lnTo>
                    <a:pt x="30273" y="2143"/>
                  </a:lnTo>
                  <a:cubicBezTo>
                    <a:pt x="30019" y="1407"/>
                    <a:pt x="29710" y="691"/>
                    <a:pt x="293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0"/>
            <p:cNvSpPr/>
            <p:nvPr/>
          </p:nvSpPr>
          <p:spPr>
            <a:xfrm>
              <a:off x="2777975" y="4760150"/>
              <a:ext cx="776700" cy="562025"/>
            </a:xfrm>
            <a:custGeom>
              <a:avLst/>
              <a:gdLst/>
              <a:ahLst/>
              <a:cxnLst/>
              <a:rect l="l" t="t" r="r" b="b"/>
              <a:pathLst>
                <a:path w="31068" h="22481" extrusionOk="0">
                  <a:moveTo>
                    <a:pt x="1658" y="1"/>
                  </a:moveTo>
                  <a:lnTo>
                    <a:pt x="1658" y="1"/>
                  </a:lnTo>
                  <a:cubicBezTo>
                    <a:pt x="562" y="2201"/>
                    <a:pt x="1" y="4628"/>
                    <a:pt x="17" y="7087"/>
                  </a:cubicBezTo>
                  <a:cubicBezTo>
                    <a:pt x="21" y="7867"/>
                    <a:pt x="88" y="8645"/>
                    <a:pt x="213" y="9417"/>
                  </a:cubicBezTo>
                  <a:cubicBezTo>
                    <a:pt x="296" y="9936"/>
                    <a:pt x="405" y="10453"/>
                    <a:pt x="541" y="10961"/>
                  </a:cubicBezTo>
                  <a:cubicBezTo>
                    <a:pt x="917" y="12379"/>
                    <a:pt x="1495" y="13732"/>
                    <a:pt x="2252" y="14988"/>
                  </a:cubicBezTo>
                  <a:cubicBezTo>
                    <a:pt x="4577" y="18837"/>
                    <a:pt x="8542" y="21654"/>
                    <a:pt x="13340" y="22352"/>
                  </a:cubicBezTo>
                  <a:cubicBezTo>
                    <a:pt x="13938" y="22439"/>
                    <a:pt x="14538" y="22481"/>
                    <a:pt x="15137" y="22481"/>
                  </a:cubicBezTo>
                  <a:cubicBezTo>
                    <a:pt x="22061" y="22481"/>
                    <a:pt x="28760" y="16846"/>
                    <a:pt x="31068" y="10128"/>
                  </a:cubicBezTo>
                  <a:lnTo>
                    <a:pt x="31068" y="10128"/>
                  </a:lnTo>
                  <a:cubicBezTo>
                    <a:pt x="28814" y="16140"/>
                    <a:pt x="23015" y="20206"/>
                    <a:pt x="16520" y="20206"/>
                  </a:cubicBezTo>
                  <a:cubicBezTo>
                    <a:pt x="15776" y="20206"/>
                    <a:pt x="15023" y="20152"/>
                    <a:pt x="14265" y="20043"/>
                  </a:cubicBezTo>
                  <a:cubicBezTo>
                    <a:pt x="9470" y="19345"/>
                    <a:pt x="5503" y="16528"/>
                    <a:pt x="3180" y="12677"/>
                  </a:cubicBezTo>
                  <a:cubicBezTo>
                    <a:pt x="2423" y="11423"/>
                    <a:pt x="1845" y="10068"/>
                    <a:pt x="1467" y="8652"/>
                  </a:cubicBezTo>
                  <a:cubicBezTo>
                    <a:pt x="1333" y="8142"/>
                    <a:pt x="1224" y="7627"/>
                    <a:pt x="1141" y="7105"/>
                  </a:cubicBezTo>
                  <a:cubicBezTo>
                    <a:pt x="1017" y="6336"/>
                    <a:pt x="950" y="5558"/>
                    <a:pt x="945" y="4778"/>
                  </a:cubicBezTo>
                  <a:cubicBezTo>
                    <a:pt x="940" y="3984"/>
                    <a:pt x="993" y="3192"/>
                    <a:pt x="1109" y="2409"/>
                  </a:cubicBezTo>
                  <a:cubicBezTo>
                    <a:pt x="1227" y="1591"/>
                    <a:pt x="1409" y="786"/>
                    <a:pt x="1658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562;p30"/>
          <p:cNvGrpSpPr/>
          <p:nvPr/>
        </p:nvGrpSpPr>
        <p:grpSpPr>
          <a:xfrm rot="-297704">
            <a:off x="7899097" y="2513690"/>
            <a:ext cx="529816" cy="397428"/>
            <a:chOff x="2787100" y="3506250"/>
            <a:chExt cx="854925" cy="641300"/>
          </a:xfrm>
        </p:grpSpPr>
        <p:sp>
          <p:nvSpPr>
            <p:cNvPr id="563" name="Google Shape;563;p30"/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0"/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0"/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0"/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0"/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0"/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0"/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55899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50689-5612-EBC9-7DDE-FA102943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384" y="305110"/>
            <a:ext cx="7704000" cy="572700"/>
          </a:xfrm>
        </p:spPr>
        <p:txBody>
          <a:bodyPr/>
          <a:lstStyle/>
          <a:p>
            <a:r>
              <a:rPr lang="fr-FR" dirty="0"/>
              <a:t>Vérification de la qualité des données</a:t>
            </a:r>
            <a:br>
              <a:rPr lang="fr-FR" dirty="0"/>
            </a:br>
            <a:r>
              <a:rPr lang="fr-FR" dirty="0"/>
              <a:t>les valeurs manquantes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5461C0-447A-C73A-C51C-BFE8704B7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3817788"/>
            <a:ext cx="7704000" cy="1008334"/>
          </a:xfrm>
        </p:spPr>
        <p:txBody>
          <a:bodyPr anchor="t"/>
          <a:lstStyle/>
          <a:p>
            <a:pPr marL="139700" indent="0" algn="ctr">
              <a:buNone/>
            </a:pPr>
            <a:r>
              <a:rPr lang="fr-FR" sz="1600" dirty="0">
                <a:latin typeface="Doppio One"/>
                <a:sym typeface="Doppio One"/>
              </a:rPr>
              <a:t>37/1500 = 2.5% de valeur en moins. </a:t>
            </a:r>
          </a:p>
          <a:p>
            <a:pPr marL="139700" indent="0" algn="ctr">
              <a:buNone/>
            </a:pPr>
            <a:r>
              <a:rPr lang="fr-FR" sz="1600" dirty="0">
                <a:latin typeface="Doppio One"/>
                <a:sym typeface="Doppio One"/>
              </a:rPr>
              <a:t>Si on supprime ces lignes :</a:t>
            </a:r>
            <a:br>
              <a:rPr lang="fr-FR" sz="1600" dirty="0">
                <a:latin typeface="Doppio One"/>
                <a:sym typeface="Doppio One"/>
              </a:rPr>
            </a:br>
            <a:r>
              <a:rPr lang="fr-FR" sz="1600" dirty="0">
                <a:latin typeface="Doppio One"/>
                <a:sym typeface="Doppio One"/>
              </a:rPr>
              <a:t>On passe de 1000 T / 500 F (66.7% / 33.3%) à 971 T / 492 F (66.4% / 33.6%).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292FDB-27D9-5600-61CD-1C34700A1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6A89782-1529-8D0C-0859-BD0A7EA51D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89008" y="1325712"/>
            <a:ext cx="4073782" cy="2347741"/>
          </a:xfrm>
          <a:prstGeom prst="rect">
            <a:avLst/>
          </a:prstGeom>
        </p:spPr>
      </p:pic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E447382A-58FC-9E20-8CA0-6164E64E45D6}"/>
              </a:ext>
            </a:extLst>
          </p:cNvPr>
          <p:cNvSpPr/>
          <p:nvPr/>
        </p:nvSpPr>
        <p:spPr>
          <a:xfrm>
            <a:off x="889008" y="2878914"/>
            <a:ext cx="4025253" cy="214552"/>
          </a:xfrm>
          <a:prstGeom prst="roundRect">
            <a:avLst/>
          </a:prstGeom>
          <a:solidFill>
            <a:schemeClr val="accent1">
              <a:alpha val="3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288FC25-CC0F-337A-FB7C-3AD50A980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698" y="2341716"/>
            <a:ext cx="1590897" cy="905001"/>
          </a:xfrm>
          <a:prstGeom prst="rect">
            <a:avLst/>
          </a:prstGeom>
        </p:spPr>
      </p:pic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3248C5F1-837D-0007-C39A-4C7D33E06806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4914261" y="2794217"/>
            <a:ext cx="1084437" cy="191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0164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50689-5612-EBC9-7DDE-FA102943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16788"/>
            <a:ext cx="7704000" cy="572700"/>
          </a:xfrm>
        </p:spPr>
        <p:txBody>
          <a:bodyPr/>
          <a:lstStyle/>
          <a:p>
            <a:r>
              <a:rPr lang="fr-FR" dirty="0"/>
              <a:t>Vérification de la qualité des données</a:t>
            </a:r>
            <a:br>
              <a:rPr lang="fr-FR" dirty="0"/>
            </a:br>
            <a:r>
              <a:rPr lang="fr-FR" dirty="0"/>
              <a:t>les </a:t>
            </a:r>
            <a:r>
              <a:rPr lang="fr-FR" dirty="0" err="1"/>
              <a:t>outliers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292FDB-27D9-5600-61CD-1C34700A1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7</a:t>
            </a:fld>
            <a:endParaRPr lang="fr-FR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C4DD27A7-3ACA-6D41-1953-27D740180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389" y="1080993"/>
            <a:ext cx="4991222" cy="2760508"/>
          </a:xfrm>
          <a:prstGeom prst="rect">
            <a:avLst/>
          </a:prstGeom>
        </p:spPr>
      </p:pic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284BC8CE-0C27-A91C-EE9E-669CB132B306}"/>
              </a:ext>
            </a:extLst>
          </p:cNvPr>
          <p:cNvSpPr txBox="1">
            <a:spLocks/>
          </p:cNvSpPr>
          <p:nvPr/>
        </p:nvSpPr>
        <p:spPr>
          <a:xfrm>
            <a:off x="771083" y="3926054"/>
            <a:ext cx="7704000" cy="504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●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○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■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●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○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■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●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○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■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139700" indent="0" algn="ctr">
              <a:buFont typeface="Cabin"/>
              <a:buNone/>
            </a:pPr>
            <a:r>
              <a:rPr lang="fr-FR" sz="1600" dirty="0">
                <a:latin typeface="Doppio One"/>
                <a:sym typeface="Doppio One"/>
              </a:rPr>
              <a:t>Il y a des </a:t>
            </a:r>
            <a:r>
              <a:rPr lang="fr-FR" sz="1600" dirty="0" err="1">
                <a:latin typeface="Doppio One"/>
                <a:sym typeface="Doppio One"/>
              </a:rPr>
              <a:t>outliers</a:t>
            </a:r>
            <a:r>
              <a:rPr lang="fr-FR" sz="1600" dirty="0">
                <a:latin typeface="Doppio One"/>
                <a:sym typeface="Doppio One"/>
              </a:rPr>
              <a:t> sur toutes nos données et nous n’avons pas de raison de les supprimer.</a:t>
            </a:r>
          </a:p>
          <a:p>
            <a:pPr marL="139700" indent="0" algn="ctr">
              <a:buFont typeface="Cabin"/>
              <a:buNone/>
            </a:pPr>
            <a:endParaRPr lang="fr-FR" sz="1600" dirty="0">
              <a:latin typeface="Doppio One"/>
              <a:sym typeface="Doppio One"/>
            </a:endParaRPr>
          </a:p>
          <a:p>
            <a:pPr marL="139700" indent="0" algn="ctr">
              <a:buFont typeface="Cabin"/>
              <a:buNone/>
            </a:pPr>
            <a:r>
              <a:rPr lang="fr-FR" sz="1600" dirty="0">
                <a:latin typeface="Doppio One"/>
                <a:sym typeface="Doppio One"/>
              </a:rPr>
              <a:t>Les boites se recoupent beaucoup sauf pour </a:t>
            </a:r>
            <a:r>
              <a:rPr lang="fr-FR" sz="1600" dirty="0" err="1">
                <a:latin typeface="Doppio One"/>
                <a:sym typeface="Doppio One"/>
              </a:rPr>
              <a:t>margin_low</a:t>
            </a:r>
            <a:r>
              <a:rPr lang="fr-FR" sz="1600" dirty="0">
                <a:latin typeface="Doppio One"/>
                <a:sym typeface="Doppio One"/>
              </a:rPr>
              <a:t> et </a:t>
            </a:r>
            <a:r>
              <a:rPr lang="fr-FR" sz="1600" dirty="0" err="1">
                <a:latin typeface="Doppio One"/>
                <a:sym typeface="Doppio One"/>
              </a:rPr>
              <a:t>lenght</a:t>
            </a:r>
            <a:r>
              <a:rPr lang="fr-FR" sz="1600" dirty="0">
                <a:latin typeface="Doppio One"/>
                <a:sym typeface="Doppio On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5403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50689-5612-EBC9-7DDE-FA102943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16788"/>
            <a:ext cx="7704000" cy="572700"/>
          </a:xfrm>
        </p:spPr>
        <p:txBody>
          <a:bodyPr/>
          <a:lstStyle/>
          <a:p>
            <a:r>
              <a:rPr lang="fr-FR" dirty="0"/>
              <a:t>Vérification de la qualité des données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292FDB-27D9-5600-61CD-1C34700A1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8</a:t>
            </a:fld>
            <a:endParaRPr lang="fr-FR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C4DD27A7-3ACA-6D41-1953-27D7401806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57392" y="934519"/>
            <a:ext cx="3941543" cy="3330978"/>
          </a:xfrm>
          <a:prstGeom prst="rect">
            <a:avLst/>
          </a:prstGeom>
        </p:spPr>
      </p:pic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284BC8CE-0C27-A91C-EE9E-669CB132B306}"/>
              </a:ext>
            </a:extLst>
          </p:cNvPr>
          <p:cNvSpPr txBox="1">
            <a:spLocks/>
          </p:cNvSpPr>
          <p:nvPr/>
        </p:nvSpPr>
        <p:spPr>
          <a:xfrm>
            <a:off x="4927399" y="1331843"/>
            <a:ext cx="4025685" cy="504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●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○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■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●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○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■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●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○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■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139700" indent="0">
              <a:buFont typeface="Cabin"/>
              <a:buNone/>
            </a:pPr>
            <a:r>
              <a:rPr lang="fr-FR" sz="1600" dirty="0">
                <a:latin typeface="Doppio One"/>
                <a:sym typeface="Doppio One"/>
              </a:rPr>
              <a:t>Trois mesures sont fortement corrélées à la qualité du billet :</a:t>
            </a:r>
          </a:p>
          <a:p>
            <a:pPr marL="139700" indent="0">
              <a:buFont typeface="Cabin"/>
              <a:buNone/>
            </a:pPr>
            <a:endParaRPr lang="fr-FR" sz="1600" dirty="0">
              <a:latin typeface="Doppio One"/>
              <a:sym typeface="Doppio One"/>
            </a:endParaRPr>
          </a:p>
          <a:p>
            <a:r>
              <a:rPr lang="fr-FR" sz="1600" dirty="0" err="1">
                <a:latin typeface="Doppio One"/>
                <a:sym typeface="Doppio One"/>
              </a:rPr>
              <a:t>Lenght</a:t>
            </a:r>
            <a:r>
              <a:rPr lang="fr-FR" sz="1600" dirty="0">
                <a:latin typeface="Doppio One"/>
                <a:sym typeface="Doppio One"/>
              </a:rPr>
              <a:t> (0,85)</a:t>
            </a:r>
          </a:p>
          <a:p>
            <a:r>
              <a:rPr lang="fr-FR" sz="1600" dirty="0" err="1">
                <a:latin typeface="Doppio One"/>
                <a:sym typeface="Doppio One"/>
              </a:rPr>
              <a:t>Margin_up</a:t>
            </a:r>
            <a:r>
              <a:rPr lang="fr-FR" sz="1600" dirty="0">
                <a:latin typeface="Doppio One"/>
                <a:sym typeface="Doppio One"/>
              </a:rPr>
              <a:t> (-0,61)</a:t>
            </a:r>
          </a:p>
          <a:p>
            <a:r>
              <a:rPr lang="fr-FR" sz="1600" dirty="0" err="1">
                <a:latin typeface="Doppio One"/>
                <a:sym typeface="Doppio One"/>
              </a:rPr>
              <a:t>Margin_low</a:t>
            </a:r>
            <a:r>
              <a:rPr lang="fr-FR" sz="1600" dirty="0">
                <a:latin typeface="Doppio One"/>
                <a:sym typeface="Doppio One"/>
              </a:rPr>
              <a:t> (-0,78)</a:t>
            </a:r>
          </a:p>
          <a:p>
            <a:pPr marL="139700" indent="0">
              <a:buFont typeface="Cabin"/>
              <a:buNone/>
            </a:pPr>
            <a:endParaRPr lang="fr-FR" sz="1600" dirty="0">
              <a:latin typeface="Doppio One"/>
              <a:sym typeface="Doppio One"/>
            </a:endParaRPr>
          </a:p>
        </p:txBody>
      </p:sp>
    </p:spTree>
    <p:extLst>
      <p:ext uri="{BB962C8B-B14F-4D97-AF65-F5344CB8AC3E}">
        <p14:creationId xmlns:p14="http://schemas.microsoft.com/office/powerpoint/2010/main" val="65045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0"/>
          <p:cNvSpPr txBox="1">
            <a:spLocks noGrp="1"/>
          </p:cNvSpPr>
          <p:nvPr>
            <p:ph type="title" idx="2"/>
          </p:nvPr>
        </p:nvSpPr>
        <p:spPr>
          <a:xfrm>
            <a:off x="2996550" y="846766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81" name="Google Shape;481;p30"/>
          <p:cNvSpPr txBox="1">
            <a:spLocks noGrp="1"/>
          </p:cNvSpPr>
          <p:nvPr>
            <p:ph type="title"/>
          </p:nvPr>
        </p:nvSpPr>
        <p:spPr>
          <a:xfrm>
            <a:off x="1924800" y="2171625"/>
            <a:ext cx="5294400" cy="146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accent3"/>
                </a:solidFill>
              </a:rPr>
              <a:t>Méthodes de prédiction.</a:t>
            </a:r>
            <a:endParaRPr dirty="0">
              <a:solidFill>
                <a:schemeClr val="accent3"/>
              </a:solidFill>
            </a:endParaRPr>
          </a:p>
        </p:txBody>
      </p:sp>
      <p:cxnSp>
        <p:nvCxnSpPr>
          <p:cNvPr id="482" name="Google Shape;482;p30"/>
          <p:cNvCxnSpPr/>
          <p:nvPr/>
        </p:nvCxnSpPr>
        <p:spPr>
          <a:xfrm>
            <a:off x="4128525" y="1921404"/>
            <a:ext cx="9330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83" name="Google Shape;483;p30"/>
          <p:cNvGrpSpPr/>
          <p:nvPr/>
        </p:nvGrpSpPr>
        <p:grpSpPr>
          <a:xfrm rot="4621808">
            <a:off x="2376833" y="431218"/>
            <a:ext cx="933908" cy="1011918"/>
            <a:chOff x="2761250" y="617875"/>
            <a:chExt cx="1222900" cy="1325050"/>
          </a:xfrm>
        </p:grpSpPr>
        <p:sp>
          <p:nvSpPr>
            <p:cNvPr id="484" name="Google Shape;484;p30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0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0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0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0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0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0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1" name="Google Shape;491;p30"/>
          <p:cNvGrpSpPr/>
          <p:nvPr/>
        </p:nvGrpSpPr>
        <p:grpSpPr>
          <a:xfrm rot="1790401">
            <a:off x="6954508" y="1322976"/>
            <a:ext cx="701869" cy="1011948"/>
            <a:chOff x="1705850" y="434250"/>
            <a:chExt cx="978800" cy="1411225"/>
          </a:xfrm>
        </p:grpSpPr>
        <p:sp>
          <p:nvSpPr>
            <p:cNvPr id="492" name="Google Shape;492;p30"/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0"/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0"/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0"/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0"/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0"/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0"/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9" name="Google Shape;499;p30"/>
          <p:cNvGrpSpPr/>
          <p:nvPr/>
        </p:nvGrpSpPr>
        <p:grpSpPr>
          <a:xfrm rot="-1388379">
            <a:off x="1014117" y="2362682"/>
            <a:ext cx="584864" cy="513483"/>
            <a:chOff x="2665925" y="2466150"/>
            <a:chExt cx="627625" cy="551025"/>
          </a:xfrm>
        </p:grpSpPr>
        <p:sp>
          <p:nvSpPr>
            <p:cNvPr id="500" name="Google Shape;500;p30"/>
            <p:cNvSpPr/>
            <p:nvPr/>
          </p:nvSpPr>
          <p:spPr>
            <a:xfrm>
              <a:off x="2700675" y="2466150"/>
              <a:ext cx="592875" cy="549500"/>
            </a:xfrm>
            <a:custGeom>
              <a:avLst/>
              <a:gdLst/>
              <a:ahLst/>
              <a:cxnLst/>
              <a:rect l="l" t="t" r="r" b="b"/>
              <a:pathLst>
                <a:path w="23715" h="21980" extrusionOk="0">
                  <a:moveTo>
                    <a:pt x="6323" y="0"/>
                  </a:moveTo>
                  <a:cubicBezTo>
                    <a:pt x="5320" y="0"/>
                    <a:pt x="4347" y="220"/>
                    <a:pt x="3434" y="722"/>
                  </a:cubicBezTo>
                  <a:cubicBezTo>
                    <a:pt x="52" y="2578"/>
                    <a:pt x="1" y="6111"/>
                    <a:pt x="1" y="6111"/>
                  </a:cubicBezTo>
                  <a:cubicBezTo>
                    <a:pt x="1" y="6111"/>
                    <a:pt x="1555" y="3520"/>
                    <a:pt x="4741" y="3520"/>
                  </a:cubicBezTo>
                  <a:cubicBezTo>
                    <a:pt x="7746" y="3520"/>
                    <a:pt x="12205" y="5827"/>
                    <a:pt x="18179" y="14795"/>
                  </a:cubicBezTo>
                  <a:cubicBezTo>
                    <a:pt x="22322" y="21011"/>
                    <a:pt x="16293" y="21867"/>
                    <a:pt x="16293" y="21867"/>
                  </a:cubicBezTo>
                  <a:cubicBezTo>
                    <a:pt x="16293" y="21867"/>
                    <a:pt x="16625" y="21980"/>
                    <a:pt x="17147" y="21980"/>
                  </a:cubicBezTo>
                  <a:cubicBezTo>
                    <a:pt x="18141" y="21980"/>
                    <a:pt x="19823" y="21572"/>
                    <a:pt x="21209" y="19201"/>
                  </a:cubicBezTo>
                  <a:cubicBezTo>
                    <a:pt x="22213" y="17480"/>
                    <a:pt x="23714" y="15162"/>
                    <a:pt x="20548" y="10050"/>
                  </a:cubicBezTo>
                  <a:cubicBezTo>
                    <a:pt x="18795" y="7221"/>
                    <a:pt x="12072" y="0"/>
                    <a:pt x="6323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0"/>
            <p:cNvSpPr/>
            <p:nvPr/>
          </p:nvSpPr>
          <p:spPr>
            <a:xfrm>
              <a:off x="2700275" y="2537525"/>
              <a:ext cx="507325" cy="479550"/>
            </a:xfrm>
            <a:custGeom>
              <a:avLst/>
              <a:gdLst/>
              <a:ahLst/>
              <a:cxnLst/>
              <a:rect l="l" t="t" r="r" b="b"/>
              <a:pathLst>
                <a:path w="20293" h="19182" extrusionOk="0">
                  <a:moveTo>
                    <a:pt x="3446" y="0"/>
                  </a:moveTo>
                  <a:cubicBezTo>
                    <a:pt x="3175" y="0"/>
                    <a:pt x="2902" y="23"/>
                    <a:pt x="2633" y="67"/>
                  </a:cubicBezTo>
                  <a:cubicBezTo>
                    <a:pt x="1859" y="197"/>
                    <a:pt x="1241" y="508"/>
                    <a:pt x="793" y="995"/>
                  </a:cubicBezTo>
                  <a:cubicBezTo>
                    <a:pt x="264" y="1570"/>
                    <a:pt x="1" y="2353"/>
                    <a:pt x="8" y="3325"/>
                  </a:cubicBezTo>
                  <a:cubicBezTo>
                    <a:pt x="12" y="4263"/>
                    <a:pt x="269" y="5339"/>
                    <a:pt x="770" y="6519"/>
                  </a:cubicBezTo>
                  <a:cubicBezTo>
                    <a:pt x="1799" y="8945"/>
                    <a:pt x="3741" y="11545"/>
                    <a:pt x="6242" y="13843"/>
                  </a:cubicBezTo>
                  <a:cubicBezTo>
                    <a:pt x="6535" y="14113"/>
                    <a:pt x="6812" y="14355"/>
                    <a:pt x="7085" y="14586"/>
                  </a:cubicBezTo>
                  <a:cubicBezTo>
                    <a:pt x="8876" y="16108"/>
                    <a:pt x="10793" y="17338"/>
                    <a:pt x="12629" y="18147"/>
                  </a:cubicBezTo>
                  <a:cubicBezTo>
                    <a:pt x="13116" y="18361"/>
                    <a:pt x="13614" y="18551"/>
                    <a:pt x="14122" y="18712"/>
                  </a:cubicBezTo>
                  <a:cubicBezTo>
                    <a:pt x="15032" y="19001"/>
                    <a:pt x="15877" y="19158"/>
                    <a:pt x="16630" y="19179"/>
                  </a:cubicBezTo>
                  <a:cubicBezTo>
                    <a:pt x="16688" y="19181"/>
                    <a:pt x="16745" y="19181"/>
                    <a:pt x="16803" y="19181"/>
                  </a:cubicBezTo>
                  <a:cubicBezTo>
                    <a:pt x="17985" y="19181"/>
                    <a:pt x="18893" y="18846"/>
                    <a:pt x="19500" y="18186"/>
                  </a:cubicBezTo>
                  <a:cubicBezTo>
                    <a:pt x="20026" y="17613"/>
                    <a:pt x="20292" y="16828"/>
                    <a:pt x="20285" y="15856"/>
                  </a:cubicBezTo>
                  <a:cubicBezTo>
                    <a:pt x="20280" y="14919"/>
                    <a:pt x="20024" y="13845"/>
                    <a:pt x="19523" y="12665"/>
                  </a:cubicBezTo>
                  <a:cubicBezTo>
                    <a:pt x="18493" y="10238"/>
                    <a:pt x="16551" y="7636"/>
                    <a:pt x="14053" y="5341"/>
                  </a:cubicBezTo>
                  <a:cubicBezTo>
                    <a:pt x="13342" y="4688"/>
                    <a:pt x="12599" y="4071"/>
                    <a:pt x="11825" y="3498"/>
                  </a:cubicBezTo>
                  <a:cubicBezTo>
                    <a:pt x="10894" y="2801"/>
                    <a:pt x="9911" y="2178"/>
                    <a:pt x="8886" y="1630"/>
                  </a:cubicBezTo>
                  <a:cubicBezTo>
                    <a:pt x="8364" y="1353"/>
                    <a:pt x="7847" y="1106"/>
                    <a:pt x="7343" y="898"/>
                  </a:cubicBezTo>
                  <a:cubicBezTo>
                    <a:pt x="5928" y="310"/>
                    <a:pt x="4593" y="0"/>
                    <a:pt x="3485" y="0"/>
                  </a:cubicBezTo>
                  <a:cubicBezTo>
                    <a:pt x="3472" y="0"/>
                    <a:pt x="3459" y="0"/>
                    <a:pt x="3446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0"/>
            <p:cNvSpPr/>
            <p:nvPr/>
          </p:nvSpPr>
          <p:spPr>
            <a:xfrm>
              <a:off x="2665925" y="2537350"/>
              <a:ext cx="575950" cy="479825"/>
            </a:xfrm>
            <a:custGeom>
              <a:avLst/>
              <a:gdLst/>
              <a:ahLst/>
              <a:cxnLst/>
              <a:rect l="l" t="t" r="r" b="b"/>
              <a:pathLst>
                <a:path w="23038" h="19193" extrusionOk="0">
                  <a:moveTo>
                    <a:pt x="4859" y="0"/>
                  </a:moveTo>
                  <a:cubicBezTo>
                    <a:pt x="4859" y="0"/>
                    <a:pt x="4860" y="0"/>
                    <a:pt x="4860" y="0"/>
                  </a:cubicBezTo>
                  <a:lnTo>
                    <a:pt x="4860" y="0"/>
                  </a:lnTo>
                  <a:cubicBezTo>
                    <a:pt x="4860" y="0"/>
                    <a:pt x="4861" y="0"/>
                    <a:pt x="4861" y="0"/>
                  </a:cubicBezTo>
                  <a:close/>
                  <a:moveTo>
                    <a:pt x="4861" y="12"/>
                  </a:moveTo>
                  <a:cubicBezTo>
                    <a:pt x="5967" y="12"/>
                    <a:pt x="7302" y="324"/>
                    <a:pt x="8717" y="910"/>
                  </a:cubicBezTo>
                  <a:cubicBezTo>
                    <a:pt x="9218" y="1118"/>
                    <a:pt x="9738" y="1365"/>
                    <a:pt x="10260" y="1642"/>
                  </a:cubicBezTo>
                  <a:cubicBezTo>
                    <a:pt x="11285" y="2189"/>
                    <a:pt x="12266" y="2813"/>
                    <a:pt x="13197" y="3508"/>
                  </a:cubicBezTo>
                  <a:cubicBezTo>
                    <a:pt x="13970" y="4083"/>
                    <a:pt x="14714" y="4697"/>
                    <a:pt x="15423" y="5350"/>
                  </a:cubicBezTo>
                  <a:cubicBezTo>
                    <a:pt x="16686" y="6509"/>
                    <a:pt x="17808" y="7749"/>
                    <a:pt x="18757" y="9028"/>
                  </a:cubicBezTo>
                  <a:cubicBezTo>
                    <a:pt x="19673" y="10266"/>
                    <a:pt x="20391" y="11492"/>
                    <a:pt x="20893" y="12672"/>
                  </a:cubicBezTo>
                  <a:cubicBezTo>
                    <a:pt x="21394" y="13852"/>
                    <a:pt x="21648" y="14926"/>
                    <a:pt x="21654" y="15863"/>
                  </a:cubicBezTo>
                  <a:cubicBezTo>
                    <a:pt x="21661" y="16833"/>
                    <a:pt x="21396" y="17616"/>
                    <a:pt x="20872" y="18188"/>
                  </a:cubicBezTo>
                  <a:cubicBezTo>
                    <a:pt x="20567" y="18518"/>
                    <a:pt x="20179" y="18770"/>
                    <a:pt x="19720" y="18939"/>
                  </a:cubicBezTo>
                  <a:cubicBezTo>
                    <a:pt x="19274" y="19100"/>
                    <a:pt x="18754" y="19183"/>
                    <a:pt x="18179" y="19183"/>
                  </a:cubicBezTo>
                  <a:cubicBezTo>
                    <a:pt x="18122" y="19183"/>
                    <a:pt x="18064" y="19183"/>
                    <a:pt x="18006" y="19181"/>
                  </a:cubicBezTo>
                  <a:cubicBezTo>
                    <a:pt x="17251" y="19158"/>
                    <a:pt x="16408" y="19001"/>
                    <a:pt x="15499" y="18715"/>
                  </a:cubicBezTo>
                  <a:cubicBezTo>
                    <a:pt x="14991" y="18553"/>
                    <a:pt x="14492" y="18364"/>
                    <a:pt x="14005" y="18147"/>
                  </a:cubicBezTo>
                  <a:cubicBezTo>
                    <a:pt x="12169" y="17339"/>
                    <a:pt x="10253" y="16110"/>
                    <a:pt x="8463" y="14589"/>
                  </a:cubicBezTo>
                  <a:lnTo>
                    <a:pt x="8461" y="14589"/>
                  </a:lnTo>
                  <a:cubicBezTo>
                    <a:pt x="8189" y="14358"/>
                    <a:pt x="7914" y="14115"/>
                    <a:pt x="7621" y="13845"/>
                  </a:cubicBezTo>
                  <a:cubicBezTo>
                    <a:pt x="6357" y="12684"/>
                    <a:pt x="5235" y="11446"/>
                    <a:pt x="4284" y="10165"/>
                  </a:cubicBezTo>
                  <a:cubicBezTo>
                    <a:pt x="3367" y="8927"/>
                    <a:pt x="2649" y="7701"/>
                    <a:pt x="2148" y="6521"/>
                  </a:cubicBezTo>
                  <a:cubicBezTo>
                    <a:pt x="1649" y="5341"/>
                    <a:pt x="1393" y="4270"/>
                    <a:pt x="1386" y="3330"/>
                  </a:cubicBezTo>
                  <a:cubicBezTo>
                    <a:pt x="1382" y="2360"/>
                    <a:pt x="1645" y="1577"/>
                    <a:pt x="2171" y="1007"/>
                  </a:cubicBezTo>
                  <a:cubicBezTo>
                    <a:pt x="2617" y="520"/>
                    <a:pt x="3238" y="208"/>
                    <a:pt x="4009" y="79"/>
                  </a:cubicBezTo>
                  <a:cubicBezTo>
                    <a:pt x="4291" y="33"/>
                    <a:pt x="4575" y="12"/>
                    <a:pt x="4861" y="12"/>
                  </a:cubicBezTo>
                  <a:close/>
                  <a:moveTo>
                    <a:pt x="4860" y="0"/>
                  </a:moveTo>
                  <a:cubicBezTo>
                    <a:pt x="4574" y="0"/>
                    <a:pt x="4288" y="21"/>
                    <a:pt x="4007" y="67"/>
                  </a:cubicBezTo>
                  <a:cubicBezTo>
                    <a:pt x="3252" y="194"/>
                    <a:pt x="2622" y="499"/>
                    <a:pt x="2160" y="998"/>
                  </a:cubicBezTo>
                  <a:cubicBezTo>
                    <a:pt x="1" y="3348"/>
                    <a:pt x="2441" y="9102"/>
                    <a:pt x="7611" y="13852"/>
                  </a:cubicBezTo>
                  <a:cubicBezTo>
                    <a:pt x="7891" y="14111"/>
                    <a:pt x="8170" y="14358"/>
                    <a:pt x="8454" y="14595"/>
                  </a:cubicBezTo>
                  <a:lnTo>
                    <a:pt x="8456" y="14595"/>
                  </a:lnTo>
                  <a:cubicBezTo>
                    <a:pt x="10304" y="16166"/>
                    <a:pt x="12220" y="17371"/>
                    <a:pt x="14000" y="18156"/>
                  </a:cubicBezTo>
                  <a:cubicBezTo>
                    <a:pt x="14487" y="18371"/>
                    <a:pt x="14986" y="18560"/>
                    <a:pt x="15494" y="18724"/>
                  </a:cubicBezTo>
                  <a:cubicBezTo>
                    <a:pt x="16397" y="19008"/>
                    <a:pt x="17244" y="19167"/>
                    <a:pt x="18004" y="19190"/>
                  </a:cubicBezTo>
                  <a:cubicBezTo>
                    <a:pt x="18062" y="19190"/>
                    <a:pt x="18119" y="19193"/>
                    <a:pt x="18177" y="19193"/>
                  </a:cubicBezTo>
                  <a:cubicBezTo>
                    <a:pt x="19320" y="19193"/>
                    <a:pt x="20255" y="18872"/>
                    <a:pt x="20879" y="18193"/>
                  </a:cubicBezTo>
                  <a:cubicBezTo>
                    <a:pt x="23038" y="15845"/>
                    <a:pt x="20597" y="10088"/>
                    <a:pt x="15429" y="5341"/>
                  </a:cubicBezTo>
                  <a:cubicBezTo>
                    <a:pt x="14721" y="4688"/>
                    <a:pt x="13977" y="4073"/>
                    <a:pt x="13201" y="3498"/>
                  </a:cubicBezTo>
                  <a:cubicBezTo>
                    <a:pt x="12271" y="2801"/>
                    <a:pt x="11287" y="2178"/>
                    <a:pt x="10262" y="1630"/>
                  </a:cubicBezTo>
                  <a:cubicBezTo>
                    <a:pt x="9738" y="1351"/>
                    <a:pt x="9223" y="1106"/>
                    <a:pt x="8717" y="899"/>
                  </a:cubicBezTo>
                  <a:cubicBezTo>
                    <a:pt x="7305" y="312"/>
                    <a:pt x="5982" y="1"/>
                    <a:pt x="4860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0"/>
            <p:cNvSpPr/>
            <p:nvPr/>
          </p:nvSpPr>
          <p:spPr>
            <a:xfrm>
              <a:off x="2747900" y="2609975"/>
              <a:ext cx="408725" cy="340475"/>
            </a:xfrm>
            <a:custGeom>
              <a:avLst/>
              <a:gdLst/>
              <a:ahLst/>
              <a:cxnLst/>
              <a:rect l="l" t="t" r="r" b="b"/>
              <a:pathLst>
                <a:path w="16349" h="13619" extrusionOk="0">
                  <a:moveTo>
                    <a:pt x="3097" y="0"/>
                  </a:moveTo>
                  <a:cubicBezTo>
                    <a:pt x="2363" y="0"/>
                    <a:pt x="1799" y="206"/>
                    <a:pt x="1428" y="610"/>
                  </a:cubicBezTo>
                  <a:cubicBezTo>
                    <a:pt x="1" y="2164"/>
                    <a:pt x="1866" y="6207"/>
                    <a:pt x="5586" y="9624"/>
                  </a:cubicBezTo>
                  <a:cubicBezTo>
                    <a:pt x="8228" y="12051"/>
                    <a:pt x="11236" y="13618"/>
                    <a:pt x="13252" y="13618"/>
                  </a:cubicBezTo>
                  <a:cubicBezTo>
                    <a:pt x="13986" y="13618"/>
                    <a:pt x="14547" y="13413"/>
                    <a:pt x="14921" y="13007"/>
                  </a:cubicBezTo>
                  <a:cubicBezTo>
                    <a:pt x="16348" y="11455"/>
                    <a:pt x="14483" y="7410"/>
                    <a:pt x="10760" y="3992"/>
                  </a:cubicBezTo>
                  <a:cubicBezTo>
                    <a:pt x="8121" y="1568"/>
                    <a:pt x="5113" y="0"/>
                    <a:pt x="3097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0"/>
            <p:cNvSpPr/>
            <p:nvPr/>
          </p:nvSpPr>
          <p:spPr>
            <a:xfrm>
              <a:off x="2747675" y="2609800"/>
              <a:ext cx="409125" cy="340775"/>
            </a:xfrm>
            <a:custGeom>
              <a:avLst/>
              <a:gdLst/>
              <a:ahLst/>
              <a:cxnLst/>
              <a:rect l="l" t="t" r="r" b="b"/>
              <a:pathLst>
                <a:path w="16365" h="13631" extrusionOk="0">
                  <a:moveTo>
                    <a:pt x="3106" y="12"/>
                  </a:moveTo>
                  <a:cubicBezTo>
                    <a:pt x="4080" y="12"/>
                    <a:pt x="5304" y="376"/>
                    <a:pt x="6646" y="1067"/>
                  </a:cubicBezTo>
                  <a:cubicBezTo>
                    <a:pt x="8019" y="1776"/>
                    <a:pt x="9444" y="2792"/>
                    <a:pt x="10767" y="4004"/>
                  </a:cubicBezTo>
                  <a:cubicBezTo>
                    <a:pt x="12568" y="5659"/>
                    <a:pt x="13993" y="7509"/>
                    <a:pt x="14778" y="9213"/>
                  </a:cubicBezTo>
                  <a:cubicBezTo>
                    <a:pt x="15159" y="10040"/>
                    <a:pt x="15369" y="10788"/>
                    <a:pt x="15401" y="11434"/>
                  </a:cubicBezTo>
                  <a:cubicBezTo>
                    <a:pt x="15434" y="12102"/>
                    <a:pt x="15272" y="12633"/>
                    <a:pt x="14926" y="13011"/>
                  </a:cubicBezTo>
                  <a:cubicBezTo>
                    <a:pt x="14554" y="13415"/>
                    <a:pt x="13993" y="13621"/>
                    <a:pt x="13261" y="13621"/>
                  </a:cubicBezTo>
                  <a:cubicBezTo>
                    <a:pt x="12286" y="13621"/>
                    <a:pt x="11063" y="13256"/>
                    <a:pt x="9721" y="12566"/>
                  </a:cubicBezTo>
                  <a:cubicBezTo>
                    <a:pt x="8345" y="11857"/>
                    <a:pt x="6923" y="10843"/>
                    <a:pt x="5600" y="9629"/>
                  </a:cubicBezTo>
                  <a:cubicBezTo>
                    <a:pt x="3799" y="7973"/>
                    <a:pt x="2374" y="6124"/>
                    <a:pt x="1589" y="4420"/>
                  </a:cubicBezTo>
                  <a:cubicBezTo>
                    <a:pt x="1206" y="3593"/>
                    <a:pt x="998" y="2845"/>
                    <a:pt x="966" y="2198"/>
                  </a:cubicBezTo>
                  <a:cubicBezTo>
                    <a:pt x="933" y="1531"/>
                    <a:pt x="1093" y="1000"/>
                    <a:pt x="1441" y="621"/>
                  </a:cubicBezTo>
                  <a:cubicBezTo>
                    <a:pt x="1813" y="217"/>
                    <a:pt x="2372" y="12"/>
                    <a:pt x="3106" y="12"/>
                  </a:cubicBezTo>
                  <a:close/>
                  <a:moveTo>
                    <a:pt x="3106" y="0"/>
                  </a:moveTo>
                  <a:cubicBezTo>
                    <a:pt x="2392" y="0"/>
                    <a:pt x="1815" y="196"/>
                    <a:pt x="1432" y="614"/>
                  </a:cubicBezTo>
                  <a:cubicBezTo>
                    <a:pt x="0" y="2173"/>
                    <a:pt x="1864" y="6211"/>
                    <a:pt x="5590" y="9636"/>
                  </a:cubicBezTo>
                  <a:cubicBezTo>
                    <a:pt x="8324" y="12148"/>
                    <a:pt x="11301" y="13630"/>
                    <a:pt x="13259" y="13630"/>
                  </a:cubicBezTo>
                  <a:cubicBezTo>
                    <a:pt x="13972" y="13630"/>
                    <a:pt x="14552" y="13434"/>
                    <a:pt x="14933" y="13018"/>
                  </a:cubicBezTo>
                  <a:cubicBezTo>
                    <a:pt x="16364" y="11460"/>
                    <a:pt x="14503" y="7421"/>
                    <a:pt x="10774" y="3995"/>
                  </a:cubicBezTo>
                  <a:cubicBezTo>
                    <a:pt x="8040" y="1485"/>
                    <a:pt x="5064" y="0"/>
                    <a:pt x="3106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0"/>
            <p:cNvSpPr/>
            <p:nvPr/>
          </p:nvSpPr>
          <p:spPr>
            <a:xfrm>
              <a:off x="2716275" y="2553225"/>
              <a:ext cx="450800" cy="428675"/>
            </a:xfrm>
            <a:custGeom>
              <a:avLst/>
              <a:gdLst/>
              <a:ahLst/>
              <a:cxnLst/>
              <a:rect l="l" t="t" r="r" b="b"/>
              <a:pathLst>
                <a:path w="18032" h="17147" fill="none" extrusionOk="0">
                  <a:moveTo>
                    <a:pt x="12665" y="5530"/>
                  </a:moveTo>
                  <a:cubicBezTo>
                    <a:pt x="14711" y="7410"/>
                    <a:pt x="16336" y="9578"/>
                    <a:pt x="17184" y="11557"/>
                  </a:cubicBezTo>
                  <a:cubicBezTo>
                    <a:pt x="18031" y="13538"/>
                    <a:pt x="18031" y="15168"/>
                    <a:pt x="17184" y="16087"/>
                  </a:cubicBezTo>
                  <a:cubicBezTo>
                    <a:pt x="16339" y="17008"/>
                    <a:pt x="14713" y="17147"/>
                    <a:pt x="12670" y="16468"/>
                  </a:cubicBezTo>
                  <a:cubicBezTo>
                    <a:pt x="10626" y="15791"/>
                    <a:pt x="8329" y="14355"/>
                    <a:pt x="6283" y="12476"/>
                  </a:cubicBezTo>
                  <a:cubicBezTo>
                    <a:pt x="2025" y="8562"/>
                    <a:pt x="0" y="3836"/>
                    <a:pt x="1764" y="1917"/>
                  </a:cubicBezTo>
                  <a:cubicBezTo>
                    <a:pt x="3526" y="0"/>
                    <a:pt x="8407" y="1617"/>
                    <a:pt x="12665" y="553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0"/>
            <p:cNvSpPr/>
            <p:nvPr/>
          </p:nvSpPr>
          <p:spPr>
            <a:xfrm>
              <a:off x="2766075" y="2537900"/>
              <a:ext cx="249925" cy="453525"/>
            </a:xfrm>
            <a:custGeom>
              <a:avLst/>
              <a:gdLst/>
              <a:ahLst/>
              <a:cxnLst/>
              <a:rect l="l" t="t" r="r" b="b"/>
              <a:pathLst>
                <a:path w="9997" h="18141" extrusionOk="0">
                  <a:moveTo>
                    <a:pt x="859" y="0"/>
                  </a:moveTo>
                  <a:cubicBezTo>
                    <a:pt x="568" y="0"/>
                    <a:pt x="282" y="17"/>
                    <a:pt x="1" y="50"/>
                  </a:cubicBezTo>
                  <a:lnTo>
                    <a:pt x="587" y="1966"/>
                  </a:lnTo>
                  <a:lnTo>
                    <a:pt x="980" y="3248"/>
                  </a:lnTo>
                  <a:lnTo>
                    <a:pt x="3349" y="10985"/>
                  </a:lnTo>
                  <a:lnTo>
                    <a:pt x="3871" y="12685"/>
                  </a:lnTo>
                  <a:lnTo>
                    <a:pt x="4448" y="14576"/>
                  </a:lnTo>
                  <a:lnTo>
                    <a:pt x="4450" y="14576"/>
                  </a:lnTo>
                  <a:cubicBezTo>
                    <a:pt x="6298" y="16146"/>
                    <a:pt x="8216" y="17351"/>
                    <a:pt x="9997" y="18141"/>
                  </a:cubicBezTo>
                  <a:lnTo>
                    <a:pt x="9535" y="16635"/>
                  </a:lnTo>
                  <a:lnTo>
                    <a:pt x="9209" y="15566"/>
                  </a:lnTo>
                  <a:lnTo>
                    <a:pt x="7771" y="10868"/>
                  </a:lnTo>
                  <a:lnTo>
                    <a:pt x="7741" y="10777"/>
                  </a:lnTo>
                  <a:lnTo>
                    <a:pt x="7487" y="9937"/>
                  </a:lnTo>
                  <a:lnTo>
                    <a:pt x="7484" y="9935"/>
                  </a:lnTo>
                  <a:lnTo>
                    <a:pt x="6847" y="7857"/>
                  </a:lnTo>
                  <a:lnTo>
                    <a:pt x="5600" y="3781"/>
                  </a:lnTo>
                  <a:lnTo>
                    <a:pt x="5208" y="2497"/>
                  </a:lnTo>
                  <a:lnTo>
                    <a:pt x="4714" y="881"/>
                  </a:lnTo>
                  <a:cubicBezTo>
                    <a:pt x="3342" y="284"/>
                    <a:pt x="2059" y="0"/>
                    <a:pt x="859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0"/>
            <p:cNvSpPr/>
            <p:nvPr/>
          </p:nvSpPr>
          <p:spPr>
            <a:xfrm>
              <a:off x="2922450" y="2578150"/>
              <a:ext cx="193575" cy="439025"/>
            </a:xfrm>
            <a:custGeom>
              <a:avLst/>
              <a:gdLst/>
              <a:ahLst/>
              <a:cxnLst/>
              <a:rect l="l" t="t" r="r" b="b"/>
              <a:pathLst>
                <a:path w="7743" h="17561" extrusionOk="0">
                  <a:moveTo>
                    <a:pt x="1" y="1"/>
                  </a:moveTo>
                  <a:lnTo>
                    <a:pt x="509" y="1652"/>
                  </a:lnTo>
                  <a:lnTo>
                    <a:pt x="941" y="3063"/>
                  </a:lnTo>
                  <a:lnTo>
                    <a:pt x="2479" y="8085"/>
                  </a:lnTo>
                  <a:lnTo>
                    <a:pt x="2804" y="9151"/>
                  </a:lnTo>
                  <a:lnTo>
                    <a:pt x="2929" y="9555"/>
                  </a:lnTo>
                  <a:lnTo>
                    <a:pt x="2931" y="9558"/>
                  </a:lnTo>
                  <a:lnTo>
                    <a:pt x="3095" y="10098"/>
                  </a:lnTo>
                  <a:lnTo>
                    <a:pt x="4467" y="14575"/>
                  </a:lnTo>
                  <a:lnTo>
                    <a:pt x="4769" y="15573"/>
                  </a:lnTo>
                  <a:lnTo>
                    <a:pt x="5235" y="17094"/>
                  </a:lnTo>
                  <a:cubicBezTo>
                    <a:pt x="6136" y="17378"/>
                    <a:pt x="6983" y="17538"/>
                    <a:pt x="7743" y="17561"/>
                  </a:cubicBezTo>
                  <a:lnTo>
                    <a:pt x="7226" y="15868"/>
                  </a:lnTo>
                  <a:lnTo>
                    <a:pt x="6912" y="14836"/>
                  </a:lnTo>
                  <a:lnTo>
                    <a:pt x="4058" y="5519"/>
                  </a:lnTo>
                  <a:lnTo>
                    <a:pt x="3513" y="3737"/>
                  </a:lnTo>
                  <a:lnTo>
                    <a:pt x="2940" y="1866"/>
                  </a:lnTo>
                  <a:lnTo>
                    <a:pt x="1767" y="107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8" name="Google Shape;508;p30"/>
          <p:cNvGrpSpPr/>
          <p:nvPr/>
        </p:nvGrpSpPr>
        <p:grpSpPr>
          <a:xfrm rot="1135194">
            <a:off x="8103495" y="3119686"/>
            <a:ext cx="435970" cy="536160"/>
            <a:chOff x="4081850" y="3204400"/>
            <a:chExt cx="743225" cy="914025"/>
          </a:xfrm>
        </p:grpSpPr>
        <p:sp>
          <p:nvSpPr>
            <p:cNvPr id="509" name="Google Shape;509;p30"/>
            <p:cNvSpPr/>
            <p:nvPr/>
          </p:nvSpPr>
          <p:spPr>
            <a:xfrm>
              <a:off x="4106625" y="3204400"/>
              <a:ext cx="718450" cy="914025"/>
            </a:xfrm>
            <a:custGeom>
              <a:avLst/>
              <a:gdLst/>
              <a:ahLst/>
              <a:cxnLst/>
              <a:rect l="l" t="t" r="r" b="b"/>
              <a:pathLst>
                <a:path w="28738" h="36561" extrusionOk="0">
                  <a:moveTo>
                    <a:pt x="14832" y="0"/>
                  </a:moveTo>
                  <a:cubicBezTo>
                    <a:pt x="12888" y="0"/>
                    <a:pt x="11529" y="569"/>
                    <a:pt x="11529" y="569"/>
                  </a:cubicBezTo>
                  <a:cubicBezTo>
                    <a:pt x="11529" y="569"/>
                    <a:pt x="27955" y="2714"/>
                    <a:pt x="10506" y="29792"/>
                  </a:cubicBezTo>
                  <a:cubicBezTo>
                    <a:pt x="8291" y="33228"/>
                    <a:pt x="6253" y="34299"/>
                    <a:pt x="4573" y="34299"/>
                  </a:cubicBezTo>
                  <a:cubicBezTo>
                    <a:pt x="1798" y="34299"/>
                    <a:pt x="1" y="31378"/>
                    <a:pt x="0" y="31378"/>
                  </a:cubicBezTo>
                  <a:lnTo>
                    <a:pt x="0" y="31378"/>
                  </a:lnTo>
                  <a:cubicBezTo>
                    <a:pt x="0" y="31378"/>
                    <a:pt x="361" y="35656"/>
                    <a:pt x="6396" y="36372"/>
                  </a:cubicBezTo>
                  <a:cubicBezTo>
                    <a:pt x="7105" y="36457"/>
                    <a:pt x="7880" y="36561"/>
                    <a:pt x="8720" y="36561"/>
                  </a:cubicBezTo>
                  <a:cubicBezTo>
                    <a:pt x="11282" y="36561"/>
                    <a:pt x="14450" y="35596"/>
                    <a:pt x="18190" y="30193"/>
                  </a:cubicBezTo>
                  <a:cubicBezTo>
                    <a:pt x="21421" y="25527"/>
                    <a:pt x="28738" y="8230"/>
                    <a:pt x="20691" y="2014"/>
                  </a:cubicBezTo>
                  <a:cubicBezTo>
                    <a:pt x="18635" y="426"/>
                    <a:pt x="16515" y="0"/>
                    <a:pt x="14832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0"/>
            <p:cNvSpPr/>
            <p:nvPr/>
          </p:nvSpPr>
          <p:spPr>
            <a:xfrm>
              <a:off x="4081975" y="3206200"/>
              <a:ext cx="497850" cy="882300"/>
            </a:xfrm>
            <a:custGeom>
              <a:avLst/>
              <a:gdLst/>
              <a:ahLst/>
              <a:cxnLst/>
              <a:rect l="l" t="t" r="r" b="b"/>
              <a:pathLst>
                <a:path w="19914" h="35292" extrusionOk="0">
                  <a:moveTo>
                    <a:pt x="14683" y="1"/>
                  </a:moveTo>
                  <a:cubicBezTo>
                    <a:pt x="14676" y="1"/>
                    <a:pt x="14669" y="1"/>
                    <a:pt x="14662" y="1"/>
                  </a:cubicBezTo>
                  <a:cubicBezTo>
                    <a:pt x="12598" y="1"/>
                    <a:pt x="10190" y="1490"/>
                    <a:pt x="7886" y="4191"/>
                  </a:cubicBezTo>
                  <a:cubicBezTo>
                    <a:pt x="5553" y="6925"/>
                    <a:pt x="3475" y="10730"/>
                    <a:pt x="2032" y="14912"/>
                  </a:cubicBezTo>
                  <a:cubicBezTo>
                    <a:pt x="1843" y="15459"/>
                    <a:pt x="1679" y="15967"/>
                    <a:pt x="1531" y="16464"/>
                  </a:cubicBezTo>
                  <a:lnTo>
                    <a:pt x="1531" y="16466"/>
                  </a:lnTo>
                  <a:cubicBezTo>
                    <a:pt x="545" y="19731"/>
                    <a:pt x="19" y="22996"/>
                    <a:pt x="7" y="25907"/>
                  </a:cubicBezTo>
                  <a:cubicBezTo>
                    <a:pt x="0" y="26681"/>
                    <a:pt x="37" y="27454"/>
                    <a:pt x="116" y="28223"/>
                  </a:cubicBezTo>
                  <a:cubicBezTo>
                    <a:pt x="261" y="29600"/>
                    <a:pt x="541" y="30814"/>
                    <a:pt x="949" y="31830"/>
                  </a:cubicBezTo>
                  <a:cubicBezTo>
                    <a:pt x="1284" y="32661"/>
                    <a:pt x="1704" y="33356"/>
                    <a:pt x="2196" y="33899"/>
                  </a:cubicBezTo>
                  <a:cubicBezTo>
                    <a:pt x="2702" y="34455"/>
                    <a:pt x="3286" y="34852"/>
                    <a:pt x="3935" y="35076"/>
                  </a:cubicBezTo>
                  <a:cubicBezTo>
                    <a:pt x="4351" y="35217"/>
                    <a:pt x="4787" y="35291"/>
                    <a:pt x="5226" y="35291"/>
                  </a:cubicBezTo>
                  <a:cubicBezTo>
                    <a:pt x="5233" y="35291"/>
                    <a:pt x="5240" y="35291"/>
                    <a:pt x="5246" y="35291"/>
                  </a:cubicBezTo>
                  <a:cubicBezTo>
                    <a:pt x="7311" y="35291"/>
                    <a:pt x="9717" y="33802"/>
                    <a:pt x="12023" y="31100"/>
                  </a:cubicBezTo>
                  <a:cubicBezTo>
                    <a:pt x="14353" y="28369"/>
                    <a:pt x="16431" y="24561"/>
                    <a:pt x="17874" y="20384"/>
                  </a:cubicBezTo>
                  <a:cubicBezTo>
                    <a:pt x="18334" y="19061"/>
                    <a:pt x="18722" y="17715"/>
                    <a:pt x="19036" y="16351"/>
                  </a:cubicBezTo>
                  <a:cubicBezTo>
                    <a:pt x="19435" y="14635"/>
                    <a:pt x="19698" y="12956"/>
                    <a:pt x="19818" y="11359"/>
                  </a:cubicBezTo>
                  <a:cubicBezTo>
                    <a:pt x="19888" y="10502"/>
                    <a:pt x="19913" y="9668"/>
                    <a:pt x="19899" y="8879"/>
                  </a:cubicBezTo>
                  <a:cubicBezTo>
                    <a:pt x="19851" y="6022"/>
                    <a:pt x="19290" y="3688"/>
                    <a:pt x="18276" y="2129"/>
                  </a:cubicBezTo>
                  <a:cubicBezTo>
                    <a:pt x="17657" y="1174"/>
                    <a:pt x="16881" y="529"/>
                    <a:pt x="15972" y="215"/>
                  </a:cubicBezTo>
                  <a:cubicBezTo>
                    <a:pt x="15558" y="74"/>
                    <a:pt x="15121" y="1"/>
                    <a:pt x="14683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0"/>
            <p:cNvSpPr/>
            <p:nvPr/>
          </p:nvSpPr>
          <p:spPr>
            <a:xfrm>
              <a:off x="4081850" y="3206025"/>
              <a:ext cx="498125" cy="882575"/>
            </a:xfrm>
            <a:custGeom>
              <a:avLst/>
              <a:gdLst/>
              <a:ahLst/>
              <a:cxnLst/>
              <a:rect l="l" t="t" r="r" b="b"/>
              <a:pathLst>
                <a:path w="19925" h="35303" extrusionOk="0">
                  <a:moveTo>
                    <a:pt x="14667" y="12"/>
                  </a:moveTo>
                  <a:cubicBezTo>
                    <a:pt x="15113" y="12"/>
                    <a:pt x="15554" y="84"/>
                    <a:pt x="15977" y="229"/>
                  </a:cubicBezTo>
                  <a:cubicBezTo>
                    <a:pt x="16884" y="541"/>
                    <a:pt x="17660" y="1185"/>
                    <a:pt x="18279" y="2141"/>
                  </a:cubicBezTo>
                  <a:cubicBezTo>
                    <a:pt x="19288" y="3700"/>
                    <a:pt x="19851" y="6032"/>
                    <a:pt x="19900" y="8886"/>
                  </a:cubicBezTo>
                  <a:cubicBezTo>
                    <a:pt x="19913" y="9675"/>
                    <a:pt x="19888" y="10509"/>
                    <a:pt x="19819" y="11366"/>
                  </a:cubicBezTo>
                  <a:cubicBezTo>
                    <a:pt x="19699" y="12963"/>
                    <a:pt x="19435" y="14642"/>
                    <a:pt x="19036" y="16355"/>
                  </a:cubicBezTo>
                  <a:cubicBezTo>
                    <a:pt x="18722" y="17720"/>
                    <a:pt x="18334" y="19066"/>
                    <a:pt x="17877" y="20389"/>
                  </a:cubicBezTo>
                  <a:cubicBezTo>
                    <a:pt x="17140" y="22516"/>
                    <a:pt x="16251" y="24534"/>
                    <a:pt x="15231" y="26388"/>
                  </a:cubicBezTo>
                  <a:cubicBezTo>
                    <a:pt x="14245" y="28177"/>
                    <a:pt x="13167" y="29764"/>
                    <a:pt x="12024" y="31103"/>
                  </a:cubicBezTo>
                  <a:cubicBezTo>
                    <a:pt x="10890" y="32433"/>
                    <a:pt x="9733" y="33469"/>
                    <a:pt x="8588" y="34188"/>
                  </a:cubicBezTo>
                  <a:cubicBezTo>
                    <a:pt x="7415" y="34922"/>
                    <a:pt x="6293" y="35294"/>
                    <a:pt x="5251" y="35294"/>
                  </a:cubicBezTo>
                  <a:cubicBezTo>
                    <a:pt x="4806" y="35294"/>
                    <a:pt x="4365" y="35222"/>
                    <a:pt x="3942" y="35077"/>
                  </a:cubicBezTo>
                  <a:cubicBezTo>
                    <a:pt x="3296" y="34853"/>
                    <a:pt x="2709" y="34458"/>
                    <a:pt x="2204" y="33901"/>
                  </a:cubicBezTo>
                  <a:cubicBezTo>
                    <a:pt x="1714" y="33361"/>
                    <a:pt x="1294" y="32666"/>
                    <a:pt x="959" y="31837"/>
                  </a:cubicBezTo>
                  <a:cubicBezTo>
                    <a:pt x="553" y="30821"/>
                    <a:pt x="271" y="29607"/>
                    <a:pt x="128" y="28230"/>
                  </a:cubicBezTo>
                  <a:cubicBezTo>
                    <a:pt x="49" y="27459"/>
                    <a:pt x="12" y="26686"/>
                    <a:pt x="17" y="25914"/>
                  </a:cubicBezTo>
                  <a:cubicBezTo>
                    <a:pt x="28" y="23003"/>
                    <a:pt x="555" y="19738"/>
                    <a:pt x="1541" y="16475"/>
                  </a:cubicBezTo>
                  <a:lnTo>
                    <a:pt x="1543" y="16473"/>
                  </a:lnTo>
                  <a:cubicBezTo>
                    <a:pt x="1689" y="15977"/>
                    <a:pt x="1853" y="15469"/>
                    <a:pt x="2042" y="14921"/>
                  </a:cubicBezTo>
                  <a:cubicBezTo>
                    <a:pt x="2776" y="12792"/>
                    <a:pt x="3667" y="10774"/>
                    <a:pt x="4688" y="8920"/>
                  </a:cubicBezTo>
                  <a:cubicBezTo>
                    <a:pt x="5674" y="7129"/>
                    <a:pt x="6752" y="5542"/>
                    <a:pt x="7895" y="4203"/>
                  </a:cubicBezTo>
                  <a:cubicBezTo>
                    <a:pt x="9029" y="2873"/>
                    <a:pt x="10186" y="1834"/>
                    <a:pt x="11333" y="1118"/>
                  </a:cubicBezTo>
                  <a:cubicBezTo>
                    <a:pt x="12504" y="384"/>
                    <a:pt x="13626" y="12"/>
                    <a:pt x="14667" y="12"/>
                  </a:cubicBezTo>
                  <a:close/>
                  <a:moveTo>
                    <a:pt x="14667" y="1"/>
                  </a:moveTo>
                  <a:cubicBezTo>
                    <a:pt x="10426" y="1"/>
                    <a:pt x="5037" y="6214"/>
                    <a:pt x="2033" y="14917"/>
                  </a:cubicBezTo>
                  <a:cubicBezTo>
                    <a:pt x="1853" y="15439"/>
                    <a:pt x="1686" y="15953"/>
                    <a:pt x="1532" y="16468"/>
                  </a:cubicBezTo>
                  <a:lnTo>
                    <a:pt x="1532" y="16473"/>
                  </a:lnTo>
                  <a:cubicBezTo>
                    <a:pt x="513" y="19840"/>
                    <a:pt x="17" y="23091"/>
                    <a:pt x="8" y="25912"/>
                  </a:cubicBezTo>
                  <a:cubicBezTo>
                    <a:pt x="1" y="26688"/>
                    <a:pt x="38" y="27461"/>
                    <a:pt x="116" y="28230"/>
                  </a:cubicBezTo>
                  <a:cubicBezTo>
                    <a:pt x="262" y="29595"/>
                    <a:pt x="539" y="30816"/>
                    <a:pt x="950" y="31839"/>
                  </a:cubicBezTo>
                  <a:cubicBezTo>
                    <a:pt x="1615" y="33486"/>
                    <a:pt x="2615" y="34631"/>
                    <a:pt x="3940" y="35088"/>
                  </a:cubicBezTo>
                  <a:cubicBezTo>
                    <a:pt x="4356" y="35229"/>
                    <a:pt x="4792" y="35303"/>
                    <a:pt x="5231" y="35303"/>
                  </a:cubicBezTo>
                  <a:cubicBezTo>
                    <a:pt x="5238" y="35303"/>
                    <a:pt x="5245" y="35303"/>
                    <a:pt x="5251" y="35303"/>
                  </a:cubicBezTo>
                  <a:cubicBezTo>
                    <a:pt x="9493" y="35303"/>
                    <a:pt x="14882" y="29092"/>
                    <a:pt x="17886" y="20391"/>
                  </a:cubicBezTo>
                  <a:cubicBezTo>
                    <a:pt x="18346" y="19068"/>
                    <a:pt x="18734" y="17724"/>
                    <a:pt x="19048" y="16360"/>
                  </a:cubicBezTo>
                  <a:cubicBezTo>
                    <a:pt x="19449" y="14628"/>
                    <a:pt x="19713" y="12947"/>
                    <a:pt x="19830" y="11368"/>
                  </a:cubicBezTo>
                  <a:cubicBezTo>
                    <a:pt x="19897" y="10509"/>
                    <a:pt x="19925" y="9680"/>
                    <a:pt x="19911" y="8888"/>
                  </a:cubicBezTo>
                  <a:cubicBezTo>
                    <a:pt x="19863" y="6073"/>
                    <a:pt x="19311" y="3714"/>
                    <a:pt x="18288" y="2136"/>
                  </a:cubicBezTo>
                  <a:cubicBezTo>
                    <a:pt x="17681" y="1201"/>
                    <a:pt x="16912" y="541"/>
                    <a:pt x="15979" y="220"/>
                  </a:cubicBezTo>
                  <a:cubicBezTo>
                    <a:pt x="15563" y="77"/>
                    <a:pt x="15126" y="3"/>
                    <a:pt x="14688" y="3"/>
                  </a:cubicBezTo>
                  <a:cubicBezTo>
                    <a:pt x="14681" y="3"/>
                    <a:pt x="14674" y="3"/>
                    <a:pt x="14667" y="3"/>
                  </a:cubicBezTo>
                  <a:lnTo>
                    <a:pt x="14667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0"/>
            <p:cNvSpPr/>
            <p:nvPr/>
          </p:nvSpPr>
          <p:spPr>
            <a:xfrm>
              <a:off x="4152175" y="3329225"/>
              <a:ext cx="347700" cy="635150"/>
            </a:xfrm>
            <a:custGeom>
              <a:avLst/>
              <a:gdLst/>
              <a:ahLst/>
              <a:cxnLst/>
              <a:rect l="l" t="t" r="r" b="b"/>
              <a:pathLst>
                <a:path w="13908" h="25406" extrusionOk="0">
                  <a:moveTo>
                    <a:pt x="10494" y="0"/>
                  </a:moveTo>
                  <a:cubicBezTo>
                    <a:pt x="9111" y="0"/>
                    <a:pt x="7463" y="1090"/>
                    <a:pt x="5853" y="3071"/>
                  </a:cubicBezTo>
                  <a:cubicBezTo>
                    <a:pt x="4228" y="5071"/>
                    <a:pt x="2755" y="7848"/>
                    <a:pt x="1704" y="10889"/>
                  </a:cubicBezTo>
                  <a:cubicBezTo>
                    <a:pt x="545" y="14249"/>
                    <a:pt x="0" y="17595"/>
                    <a:pt x="173" y="20312"/>
                  </a:cubicBezTo>
                  <a:cubicBezTo>
                    <a:pt x="256" y="21633"/>
                    <a:pt x="506" y="22732"/>
                    <a:pt x="912" y="23582"/>
                  </a:cubicBezTo>
                  <a:cubicBezTo>
                    <a:pt x="1332" y="24459"/>
                    <a:pt x="1905" y="25030"/>
                    <a:pt x="2612" y="25272"/>
                  </a:cubicBezTo>
                  <a:cubicBezTo>
                    <a:pt x="2870" y="25362"/>
                    <a:pt x="3140" y="25406"/>
                    <a:pt x="3413" y="25406"/>
                  </a:cubicBezTo>
                  <a:cubicBezTo>
                    <a:pt x="4796" y="25406"/>
                    <a:pt x="6444" y="24314"/>
                    <a:pt x="8052" y="22335"/>
                  </a:cubicBezTo>
                  <a:cubicBezTo>
                    <a:pt x="9677" y="20333"/>
                    <a:pt x="11152" y="17558"/>
                    <a:pt x="12203" y="14514"/>
                  </a:cubicBezTo>
                  <a:cubicBezTo>
                    <a:pt x="13362" y="11157"/>
                    <a:pt x="13907" y="7811"/>
                    <a:pt x="13734" y="5094"/>
                  </a:cubicBezTo>
                  <a:cubicBezTo>
                    <a:pt x="13651" y="3773"/>
                    <a:pt x="13401" y="2672"/>
                    <a:pt x="12995" y="1824"/>
                  </a:cubicBezTo>
                  <a:cubicBezTo>
                    <a:pt x="12575" y="944"/>
                    <a:pt x="12002" y="376"/>
                    <a:pt x="11293" y="132"/>
                  </a:cubicBezTo>
                  <a:cubicBezTo>
                    <a:pt x="11037" y="44"/>
                    <a:pt x="10767" y="0"/>
                    <a:pt x="1049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0"/>
            <p:cNvSpPr/>
            <p:nvPr/>
          </p:nvSpPr>
          <p:spPr>
            <a:xfrm>
              <a:off x="4134675" y="3329050"/>
              <a:ext cx="382675" cy="635450"/>
            </a:xfrm>
            <a:custGeom>
              <a:avLst/>
              <a:gdLst/>
              <a:ahLst/>
              <a:cxnLst/>
              <a:rect l="l" t="t" r="r" b="b"/>
              <a:pathLst>
                <a:path w="15307" h="25418" extrusionOk="0">
                  <a:moveTo>
                    <a:pt x="11217" y="14"/>
                  </a:moveTo>
                  <a:cubicBezTo>
                    <a:pt x="11480" y="14"/>
                    <a:pt x="11743" y="58"/>
                    <a:pt x="11993" y="143"/>
                  </a:cubicBezTo>
                  <a:cubicBezTo>
                    <a:pt x="12700" y="388"/>
                    <a:pt x="13270" y="956"/>
                    <a:pt x="13690" y="1833"/>
                  </a:cubicBezTo>
                  <a:cubicBezTo>
                    <a:pt x="14097" y="2681"/>
                    <a:pt x="14346" y="3780"/>
                    <a:pt x="14429" y="5101"/>
                  </a:cubicBezTo>
                  <a:cubicBezTo>
                    <a:pt x="14512" y="6421"/>
                    <a:pt x="14427" y="7897"/>
                    <a:pt x="14175" y="9483"/>
                  </a:cubicBezTo>
                  <a:cubicBezTo>
                    <a:pt x="13912" y="11129"/>
                    <a:pt x="13483" y="12822"/>
                    <a:pt x="12898" y="14519"/>
                  </a:cubicBezTo>
                  <a:cubicBezTo>
                    <a:pt x="11848" y="17562"/>
                    <a:pt x="10375" y="20338"/>
                    <a:pt x="8749" y="22337"/>
                  </a:cubicBezTo>
                  <a:cubicBezTo>
                    <a:pt x="7142" y="24316"/>
                    <a:pt x="5496" y="25406"/>
                    <a:pt x="4113" y="25406"/>
                  </a:cubicBezTo>
                  <a:cubicBezTo>
                    <a:pt x="3843" y="25406"/>
                    <a:pt x="3572" y="25362"/>
                    <a:pt x="3316" y="25274"/>
                  </a:cubicBezTo>
                  <a:cubicBezTo>
                    <a:pt x="2610" y="25032"/>
                    <a:pt x="2037" y="24464"/>
                    <a:pt x="1619" y="23586"/>
                  </a:cubicBezTo>
                  <a:cubicBezTo>
                    <a:pt x="1213" y="22737"/>
                    <a:pt x="963" y="21638"/>
                    <a:pt x="880" y="20319"/>
                  </a:cubicBezTo>
                  <a:cubicBezTo>
                    <a:pt x="797" y="18999"/>
                    <a:pt x="883" y="17523"/>
                    <a:pt x="1134" y="15934"/>
                  </a:cubicBezTo>
                  <a:cubicBezTo>
                    <a:pt x="1395" y="14290"/>
                    <a:pt x="1825" y="12596"/>
                    <a:pt x="2411" y="10899"/>
                  </a:cubicBezTo>
                  <a:cubicBezTo>
                    <a:pt x="3462" y="7858"/>
                    <a:pt x="4935" y="5082"/>
                    <a:pt x="6558" y="3083"/>
                  </a:cubicBezTo>
                  <a:cubicBezTo>
                    <a:pt x="8167" y="1104"/>
                    <a:pt x="9814" y="14"/>
                    <a:pt x="11197" y="14"/>
                  </a:cubicBezTo>
                  <a:cubicBezTo>
                    <a:pt x="11203" y="14"/>
                    <a:pt x="11210" y="14"/>
                    <a:pt x="11217" y="14"/>
                  </a:cubicBezTo>
                  <a:close/>
                  <a:moveTo>
                    <a:pt x="11197" y="0"/>
                  </a:moveTo>
                  <a:cubicBezTo>
                    <a:pt x="8350" y="0"/>
                    <a:pt x="4586" y="4565"/>
                    <a:pt x="2400" y="10894"/>
                  </a:cubicBezTo>
                  <a:cubicBezTo>
                    <a:pt x="1" y="17842"/>
                    <a:pt x="409" y="24284"/>
                    <a:pt x="3312" y="25286"/>
                  </a:cubicBezTo>
                  <a:cubicBezTo>
                    <a:pt x="3570" y="25374"/>
                    <a:pt x="3840" y="25417"/>
                    <a:pt x="4113" y="25417"/>
                  </a:cubicBezTo>
                  <a:cubicBezTo>
                    <a:pt x="6960" y="25417"/>
                    <a:pt x="10723" y="20855"/>
                    <a:pt x="12910" y="14524"/>
                  </a:cubicBezTo>
                  <a:cubicBezTo>
                    <a:pt x="15307" y="7578"/>
                    <a:pt x="14900" y="1136"/>
                    <a:pt x="11998" y="134"/>
                  </a:cubicBezTo>
                  <a:cubicBezTo>
                    <a:pt x="11739" y="44"/>
                    <a:pt x="11469" y="0"/>
                    <a:pt x="11197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0"/>
            <p:cNvSpPr/>
            <p:nvPr/>
          </p:nvSpPr>
          <p:spPr>
            <a:xfrm>
              <a:off x="4120125" y="3272825"/>
              <a:ext cx="418300" cy="747900"/>
            </a:xfrm>
            <a:custGeom>
              <a:avLst/>
              <a:gdLst/>
              <a:ahLst/>
              <a:cxnLst/>
              <a:rect l="l" t="t" r="r" b="b"/>
              <a:pathLst>
                <a:path w="16732" h="29916" fill="none" extrusionOk="0">
                  <a:moveTo>
                    <a:pt x="13326" y="591"/>
                  </a:moveTo>
                  <a:cubicBezTo>
                    <a:pt x="15041" y="1185"/>
                    <a:pt x="16166" y="3267"/>
                    <a:pt x="16447" y="6380"/>
                  </a:cubicBezTo>
                  <a:cubicBezTo>
                    <a:pt x="16731" y="9492"/>
                    <a:pt x="16152" y="13381"/>
                    <a:pt x="14836" y="17193"/>
                  </a:cubicBezTo>
                  <a:cubicBezTo>
                    <a:pt x="13520" y="21003"/>
                    <a:pt x="11578" y="24420"/>
                    <a:pt x="9433" y="26694"/>
                  </a:cubicBezTo>
                  <a:cubicBezTo>
                    <a:pt x="7290" y="28971"/>
                    <a:pt x="5122" y="29915"/>
                    <a:pt x="3404" y="29322"/>
                  </a:cubicBezTo>
                  <a:cubicBezTo>
                    <a:pt x="1689" y="28731"/>
                    <a:pt x="566" y="26648"/>
                    <a:pt x="282" y="23536"/>
                  </a:cubicBezTo>
                  <a:cubicBezTo>
                    <a:pt x="1" y="20423"/>
                    <a:pt x="580" y="16533"/>
                    <a:pt x="1896" y="12723"/>
                  </a:cubicBezTo>
                  <a:cubicBezTo>
                    <a:pt x="3210" y="8913"/>
                    <a:pt x="5154" y="5496"/>
                    <a:pt x="7297" y="3219"/>
                  </a:cubicBezTo>
                  <a:cubicBezTo>
                    <a:pt x="9442" y="945"/>
                    <a:pt x="11610" y="0"/>
                    <a:pt x="13326" y="591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0"/>
            <p:cNvSpPr/>
            <p:nvPr/>
          </p:nvSpPr>
          <p:spPr>
            <a:xfrm>
              <a:off x="4081975" y="3231825"/>
              <a:ext cx="608550" cy="622075"/>
            </a:xfrm>
            <a:custGeom>
              <a:avLst/>
              <a:gdLst/>
              <a:ahLst/>
              <a:cxnLst/>
              <a:rect l="l" t="t" r="r" b="b"/>
              <a:pathLst>
                <a:path w="24342" h="24883" extrusionOk="0">
                  <a:moveTo>
                    <a:pt x="20008" y="1"/>
                  </a:moveTo>
                  <a:lnTo>
                    <a:pt x="18283" y="1102"/>
                  </a:lnTo>
                  <a:lnTo>
                    <a:pt x="16073" y="2993"/>
                  </a:lnTo>
                  <a:lnTo>
                    <a:pt x="14593" y="4256"/>
                  </a:lnTo>
                  <a:lnTo>
                    <a:pt x="5669" y="11892"/>
                  </a:lnTo>
                  <a:lnTo>
                    <a:pt x="3709" y="13571"/>
                  </a:lnTo>
                  <a:lnTo>
                    <a:pt x="3709" y="13573"/>
                  </a:lnTo>
                  <a:lnTo>
                    <a:pt x="1527" y="15436"/>
                  </a:lnTo>
                  <a:lnTo>
                    <a:pt x="1527" y="15441"/>
                  </a:lnTo>
                  <a:cubicBezTo>
                    <a:pt x="508" y="18808"/>
                    <a:pt x="12" y="22059"/>
                    <a:pt x="0" y="24882"/>
                  </a:cubicBezTo>
                  <a:lnTo>
                    <a:pt x="1737" y="23395"/>
                  </a:lnTo>
                  <a:lnTo>
                    <a:pt x="2967" y="22345"/>
                  </a:lnTo>
                  <a:lnTo>
                    <a:pt x="8389" y="17706"/>
                  </a:lnTo>
                  <a:lnTo>
                    <a:pt x="8491" y="17618"/>
                  </a:lnTo>
                  <a:lnTo>
                    <a:pt x="9463" y="16789"/>
                  </a:lnTo>
                  <a:lnTo>
                    <a:pt x="9463" y="16787"/>
                  </a:lnTo>
                  <a:lnTo>
                    <a:pt x="11862" y="14734"/>
                  </a:lnTo>
                  <a:lnTo>
                    <a:pt x="16563" y="10717"/>
                  </a:lnTo>
                  <a:lnTo>
                    <a:pt x="18043" y="9449"/>
                  </a:lnTo>
                  <a:lnTo>
                    <a:pt x="19906" y="7856"/>
                  </a:lnTo>
                  <a:lnTo>
                    <a:pt x="24342" y="4420"/>
                  </a:lnTo>
                  <a:cubicBezTo>
                    <a:pt x="23266" y="2321"/>
                    <a:pt x="21829" y="832"/>
                    <a:pt x="20008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0"/>
            <p:cNvSpPr/>
            <p:nvPr/>
          </p:nvSpPr>
          <p:spPr>
            <a:xfrm>
              <a:off x="4084750" y="3382550"/>
              <a:ext cx="630250" cy="619525"/>
            </a:xfrm>
            <a:custGeom>
              <a:avLst/>
              <a:gdLst/>
              <a:ahLst/>
              <a:cxnLst/>
              <a:rect l="l" t="t" r="r" b="b"/>
              <a:pathLst>
                <a:path w="25210" h="24781" extrusionOk="0">
                  <a:moveTo>
                    <a:pt x="24769" y="1"/>
                  </a:moveTo>
                  <a:lnTo>
                    <a:pt x="19712" y="4305"/>
                  </a:lnTo>
                  <a:lnTo>
                    <a:pt x="17807" y="5937"/>
                  </a:lnTo>
                  <a:lnTo>
                    <a:pt x="16182" y="7327"/>
                  </a:lnTo>
                  <a:lnTo>
                    <a:pt x="10388" y="12282"/>
                  </a:lnTo>
                  <a:lnTo>
                    <a:pt x="9158" y="13335"/>
                  </a:lnTo>
                  <a:lnTo>
                    <a:pt x="8694" y="13734"/>
                  </a:lnTo>
                  <a:lnTo>
                    <a:pt x="8694" y="13739"/>
                  </a:lnTo>
                  <a:lnTo>
                    <a:pt x="8068" y="14270"/>
                  </a:lnTo>
                  <a:lnTo>
                    <a:pt x="2905" y="18687"/>
                  </a:lnTo>
                  <a:lnTo>
                    <a:pt x="1755" y="19671"/>
                  </a:lnTo>
                  <a:lnTo>
                    <a:pt x="0" y="21169"/>
                  </a:lnTo>
                  <a:cubicBezTo>
                    <a:pt x="143" y="22534"/>
                    <a:pt x="423" y="23755"/>
                    <a:pt x="834" y="24781"/>
                  </a:cubicBezTo>
                  <a:lnTo>
                    <a:pt x="2787" y="23111"/>
                  </a:lnTo>
                  <a:lnTo>
                    <a:pt x="3979" y="22093"/>
                  </a:lnTo>
                  <a:lnTo>
                    <a:pt x="14718" y="12903"/>
                  </a:lnTo>
                  <a:lnTo>
                    <a:pt x="14718" y="12901"/>
                  </a:lnTo>
                  <a:lnTo>
                    <a:pt x="16777" y="11144"/>
                  </a:lnTo>
                  <a:lnTo>
                    <a:pt x="18932" y="9299"/>
                  </a:lnTo>
                  <a:lnTo>
                    <a:pt x="25210" y="3365"/>
                  </a:lnTo>
                  <a:cubicBezTo>
                    <a:pt x="25157" y="2233"/>
                    <a:pt x="25009" y="1107"/>
                    <a:pt x="24769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7" name="Google Shape;517;p30"/>
          <p:cNvGrpSpPr/>
          <p:nvPr/>
        </p:nvGrpSpPr>
        <p:grpSpPr>
          <a:xfrm rot="-5521010">
            <a:off x="6430167" y="794384"/>
            <a:ext cx="536764" cy="385807"/>
            <a:chOff x="3958725" y="4285850"/>
            <a:chExt cx="926000" cy="665575"/>
          </a:xfrm>
        </p:grpSpPr>
        <p:sp>
          <p:nvSpPr>
            <p:cNvPr id="518" name="Google Shape;518;p30"/>
            <p:cNvSpPr/>
            <p:nvPr/>
          </p:nvSpPr>
          <p:spPr>
            <a:xfrm>
              <a:off x="3958725" y="4286250"/>
              <a:ext cx="926000" cy="665175"/>
            </a:xfrm>
            <a:custGeom>
              <a:avLst/>
              <a:gdLst/>
              <a:ahLst/>
              <a:cxnLst/>
              <a:rect l="l" t="t" r="r" b="b"/>
              <a:pathLst>
                <a:path w="37040" h="26607" extrusionOk="0">
                  <a:moveTo>
                    <a:pt x="32631" y="0"/>
                  </a:moveTo>
                  <a:cubicBezTo>
                    <a:pt x="32452" y="0"/>
                    <a:pt x="32270" y="51"/>
                    <a:pt x="32109" y="159"/>
                  </a:cubicBezTo>
                  <a:lnTo>
                    <a:pt x="626" y="19435"/>
                  </a:lnTo>
                  <a:cubicBezTo>
                    <a:pt x="149" y="19705"/>
                    <a:pt x="1" y="20324"/>
                    <a:pt x="306" y="20781"/>
                  </a:cubicBezTo>
                  <a:lnTo>
                    <a:pt x="3557" y="26142"/>
                  </a:lnTo>
                  <a:cubicBezTo>
                    <a:pt x="3746" y="26441"/>
                    <a:pt x="4071" y="26607"/>
                    <a:pt x="4403" y="26607"/>
                  </a:cubicBezTo>
                  <a:cubicBezTo>
                    <a:pt x="4576" y="26607"/>
                    <a:pt x="4751" y="26562"/>
                    <a:pt x="4910" y="26468"/>
                  </a:cubicBezTo>
                  <a:lnTo>
                    <a:pt x="36349" y="7169"/>
                  </a:lnTo>
                  <a:cubicBezTo>
                    <a:pt x="36870" y="6913"/>
                    <a:pt x="37039" y="6253"/>
                    <a:pt x="36704" y="5777"/>
                  </a:cubicBezTo>
                  <a:lnTo>
                    <a:pt x="33456" y="480"/>
                  </a:lnTo>
                  <a:cubicBezTo>
                    <a:pt x="33281" y="171"/>
                    <a:pt x="32960" y="0"/>
                    <a:pt x="32631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0"/>
            <p:cNvSpPr/>
            <p:nvPr/>
          </p:nvSpPr>
          <p:spPr>
            <a:xfrm>
              <a:off x="4691775" y="4285850"/>
              <a:ext cx="192950" cy="223000"/>
            </a:xfrm>
            <a:custGeom>
              <a:avLst/>
              <a:gdLst/>
              <a:ahLst/>
              <a:cxnLst/>
              <a:rect l="l" t="t" r="r" b="b"/>
              <a:pathLst>
                <a:path w="7718" h="8920" extrusionOk="0">
                  <a:moveTo>
                    <a:pt x="3300" y="1"/>
                  </a:moveTo>
                  <a:cubicBezTo>
                    <a:pt x="3131" y="1"/>
                    <a:pt x="2959" y="47"/>
                    <a:pt x="2804" y="143"/>
                  </a:cubicBezTo>
                  <a:lnTo>
                    <a:pt x="0" y="1872"/>
                  </a:lnTo>
                  <a:lnTo>
                    <a:pt x="4230" y="8919"/>
                  </a:lnTo>
                  <a:lnTo>
                    <a:pt x="7027" y="7185"/>
                  </a:lnTo>
                  <a:cubicBezTo>
                    <a:pt x="7548" y="6929"/>
                    <a:pt x="7717" y="6269"/>
                    <a:pt x="7382" y="5793"/>
                  </a:cubicBezTo>
                  <a:lnTo>
                    <a:pt x="4134" y="496"/>
                  </a:lnTo>
                  <a:cubicBezTo>
                    <a:pt x="3962" y="179"/>
                    <a:pt x="3636" y="1"/>
                    <a:pt x="330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0"/>
            <p:cNvSpPr/>
            <p:nvPr/>
          </p:nvSpPr>
          <p:spPr>
            <a:xfrm>
              <a:off x="4538575" y="4330500"/>
              <a:ext cx="263475" cy="270350"/>
            </a:xfrm>
            <a:custGeom>
              <a:avLst/>
              <a:gdLst/>
              <a:ahLst/>
              <a:cxnLst/>
              <a:rect l="l" t="t" r="r" b="b"/>
              <a:pathLst>
                <a:path w="10539" h="10814" extrusionOk="0">
                  <a:moveTo>
                    <a:pt x="6269" y="1"/>
                  </a:moveTo>
                  <a:lnTo>
                    <a:pt x="0" y="3841"/>
                  </a:lnTo>
                  <a:lnTo>
                    <a:pt x="4272" y="10814"/>
                  </a:lnTo>
                  <a:lnTo>
                    <a:pt x="10539" y="6972"/>
                  </a:lnTo>
                  <a:lnTo>
                    <a:pt x="6269" y="1"/>
                  </a:ln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0"/>
            <p:cNvSpPr/>
            <p:nvPr/>
          </p:nvSpPr>
          <p:spPr>
            <a:xfrm>
              <a:off x="4319625" y="4512575"/>
              <a:ext cx="85175" cy="283575"/>
            </a:xfrm>
            <a:custGeom>
              <a:avLst/>
              <a:gdLst/>
              <a:ahLst/>
              <a:cxnLst/>
              <a:rect l="l" t="t" r="r" b="b"/>
              <a:pathLst>
                <a:path w="3407" h="11343" extrusionOk="0">
                  <a:moveTo>
                    <a:pt x="3138" y="0"/>
                  </a:moveTo>
                  <a:lnTo>
                    <a:pt x="0" y="1919"/>
                  </a:lnTo>
                  <a:lnTo>
                    <a:pt x="162" y="7389"/>
                  </a:lnTo>
                  <a:lnTo>
                    <a:pt x="278" y="11342"/>
                  </a:lnTo>
                  <a:lnTo>
                    <a:pt x="3406" y="9419"/>
                  </a:lnTo>
                  <a:lnTo>
                    <a:pt x="3325" y="6339"/>
                  </a:lnTo>
                  <a:lnTo>
                    <a:pt x="3138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0"/>
            <p:cNvSpPr/>
            <p:nvPr/>
          </p:nvSpPr>
          <p:spPr>
            <a:xfrm>
              <a:off x="3978350" y="4721700"/>
              <a:ext cx="85125" cy="229075"/>
            </a:xfrm>
            <a:custGeom>
              <a:avLst/>
              <a:gdLst/>
              <a:ahLst/>
              <a:cxnLst/>
              <a:rect l="l" t="t" r="r" b="b"/>
              <a:pathLst>
                <a:path w="3405" h="9163" extrusionOk="0">
                  <a:moveTo>
                    <a:pt x="3139" y="1"/>
                  </a:moveTo>
                  <a:lnTo>
                    <a:pt x="1" y="1920"/>
                  </a:lnTo>
                  <a:lnTo>
                    <a:pt x="72" y="4326"/>
                  </a:lnTo>
                  <a:lnTo>
                    <a:pt x="2762" y="8720"/>
                  </a:lnTo>
                  <a:cubicBezTo>
                    <a:pt x="2903" y="8953"/>
                    <a:pt x="3136" y="9114"/>
                    <a:pt x="3404" y="9163"/>
                  </a:cubicBezTo>
                  <a:lnTo>
                    <a:pt x="3323" y="6325"/>
                  </a:lnTo>
                  <a:lnTo>
                    <a:pt x="3139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0"/>
            <p:cNvSpPr/>
            <p:nvPr/>
          </p:nvSpPr>
          <p:spPr>
            <a:xfrm>
              <a:off x="4427750" y="4408782"/>
              <a:ext cx="147850" cy="321900"/>
            </a:xfrm>
            <a:custGeom>
              <a:avLst/>
              <a:gdLst/>
              <a:ahLst/>
              <a:cxnLst/>
              <a:rect l="l" t="t" r="r" b="b"/>
              <a:pathLst>
                <a:path w="5914" h="12876" extrusionOk="0">
                  <a:moveTo>
                    <a:pt x="5639" y="0"/>
                  </a:moveTo>
                  <a:lnTo>
                    <a:pt x="0" y="3457"/>
                  </a:lnTo>
                  <a:lnTo>
                    <a:pt x="69" y="6052"/>
                  </a:lnTo>
                  <a:lnTo>
                    <a:pt x="259" y="12571"/>
                  </a:lnTo>
                  <a:lnTo>
                    <a:pt x="270" y="12875"/>
                  </a:lnTo>
                  <a:lnTo>
                    <a:pt x="5913" y="9412"/>
                  </a:lnTo>
                  <a:lnTo>
                    <a:pt x="5909" y="9377"/>
                  </a:lnTo>
                  <a:lnTo>
                    <a:pt x="5722" y="2838"/>
                  </a:lnTo>
                  <a:lnTo>
                    <a:pt x="5639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4" name="Google Shape;524;p30"/>
          <p:cNvGrpSpPr/>
          <p:nvPr/>
        </p:nvGrpSpPr>
        <p:grpSpPr>
          <a:xfrm flipH="1">
            <a:off x="1296095" y="1965338"/>
            <a:ext cx="530166" cy="502936"/>
            <a:chOff x="1717700" y="2254700"/>
            <a:chExt cx="781725" cy="741575"/>
          </a:xfrm>
        </p:grpSpPr>
        <p:sp>
          <p:nvSpPr>
            <p:cNvPr id="525" name="Google Shape;525;p30"/>
            <p:cNvSpPr/>
            <p:nvPr/>
          </p:nvSpPr>
          <p:spPr>
            <a:xfrm>
              <a:off x="1748125" y="2300200"/>
              <a:ext cx="717650" cy="650525"/>
            </a:xfrm>
            <a:custGeom>
              <a:avLst/>
              <a:gdLst/>
              <a:ahLst/>
              <a:cxnLst/>
              <a:rect l="l" t="t" r="r" b="b"/>
              <a:pathLst>
                <a:path w="28706" h="26021" extrusionOk="0">
                  <a:moveTo>
                    <a:pt x="15025" y="0"/>
                  </a:moveTo>
                  <a:cubicBezTo>
                    <a:pt x="11160" y="0"/>
                    <a:pt x="7313" y="1600"/>
                    <a:pt x="4560" y="4734"/>
                  </a:cubicBezTo>
                  <a:cubicBezTo>
                    <a:pt x="162" y="9743"/>
                    <a:pt x="0" y="17021"/>
                    <a:pt x="3801" y="22174"/>
                  </a:cubicBezTo>
                  <a:cubicBezTo>
                    <a:pt x="4341" y="22872"/>
                    <a:pt x="4946" y="23518"/>
                    <a:pt x="5609" y="24102"/>
                  </a:cubicBezTo>
                  <a:cubicBezTo>
                    <a:pt x="5932" y="24386"/>
                    <a:pt x="6264" y="24652"/>
                    <a:pt x="6604" y="24901"/>
                  </a:cubicBezTo>
                  <a:cubicBezTo>
                    <a:pt x="6953" y="25155"/>
                    <a:pt x="7201" y="25230"/>
                    <a:pt x="7416" y="25230"/>
                  </a:cubicBezTo>
                  <a:cubicBezTo>
                    <a:pt x="7729" y="25230"/>
                    <a:pt x="7975" y="25072"/>
                    <a:pt x="8368" y="25072"/>
                  </a:cubicBezTo>
                  <a:cubicBezTo>
                    <a:pt x="8543" y="25072"/>
                    <a:pt x="8748" y="25103"/>
                    <a:pt x="9001" y="25194"/>
                  </a:cubicBezTo>
                  <a:cubicBezTo>
                    <a:pt x="9444" y="25354"/>
                    <a:pt x="9896" y="25492"/>
                    <a:pt x="10354" y="25608"/>
                  </a:cubicBezTo>
                  <a:cubicBezTo>
                    <a:pt x="11030" y="25776"/>
                    <a:pt x="11721" y="25894"/>
                    <a:pt x="12416" y="25959"/>
                  </a:cubicBezTo>
                  <a:cubicBezTo>
                    <a:pt x="12854" y="26000"/>
                    <a:pt x="13293" y="26021"/>
                    <a:pt x="13732" y="26021"/>
                  </a:cubicBezTo>
                  <a:cubicBezTo>
                    <a:pt x="17598" y="26021"/>
                    <a:pt x="21444" y="24419"/>
                    <a:pt x="24196" y="21288"/>
                  </a:cubicBezTo>
                  <a:cubicBezTo>
                    <a:pt x="28262" y="16658"/>
                    <a:pt x="28705" y="10089"/>
                    <a:pt x="25745" y="5051"/>
                  </a:cubicBezTo>
                  <a:cubicBezTo>
                    <a:pt x="25277" y="4480"/>
                    <a:pt x="24762" y="3949"/>
                    <a:pt x="24205" y="3465"/>
                  </a:cubicBezTo>
                  <a:cubicBezTo>
                    <a:pt x="23674" y="2996"/>
                    <a:pt x="23106" y="2569"/>
                    <a:pt x="22508" y="2185"/>
                  </a:cubicBezTo>
                  <a:cubicBezTo>
                    <a:pt x="21922" y="1809"/>
                    <a:pt x="21305" y="1479"/>
                    <a:pt x="20668" y="1195"/>
                  </a:cubicBezTo>
                  <a:cubicBezTo>
                    <a:pt x="20236" y="1003"/>
                    <a:pt x="19795" y="835"/>
                    <a:pt x="19347" y="687"/>
                  </a:cubicBezTo>
                  <a:cubicBezTo>
                    <a:pt x="18100" y="280"/>
                    <a:pt x="16803" y="52"/>
                    <a:pt x="15491" y="8"/>
                  </a:cubicBezTo>
                  <a:cubicBezTo>
                    <a:pt x="15336" y="3"/>
                    <a:pt x="15180" y="0"/>
                    <a:pt x="15025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0"/>
            <p:cNvSpPr/>
            <p:nvPr/>
          </p:nvSpPr>
          <p:spPr>
            <a:xfrm>
              <a:off x="1755500" y="2300325"/>
              <a:ext cx="740400" cy="695775"/>
            </a:xfrm>
            <a:custGeom>
              <a:avLst/>
              <a:gdLst/>
              <a:ahLst/>
              <a:cxnLst/>
              <a:rect l="l" t="t" r="r" b="b"/>
              <a:pathLst>
                <a:path w="29616" h="27831" extrusionOk="0">
                  <a:moveTo>
                    <a:pt x="14709" y="1"/>
                  </a:moveTo>
                  <a:cubicBezTo>
                    <a:pt x="10711" y="1"/>
                    <a:pt x="6906" y="1725"/>
                    <a:pt x="4270" y="4732"/>
                  </a:cubicBezTo>
                  <a:cubicBezTo>
                    <a:pt x="1084" y="8350"/>
                    <a:pt x="1" y="13360"/>
                    <a:pt x="1409" y="17972"/>
                  </a:cubicBezTo>
                  <a:cubicBezTo>
                    <a:pt x="2162" y="20449"/>
                    <a:pt x="3591" y="22666"/>
                    <a:pt x="5538" y="24372"/>
                  </a:cubicBezTo>
                  <a:cubicBezTo>
                    <a:pt x="5852" y="24649"/>
                    <a:pt x="6186" y="24919"/>
                    <a:pt x="6533" y="25169"/>
                  </a:cubicBezTo>
                  <a:cubicBezTo>
                    <a:pt x="7590" y="25942"/>
                    <a:pt x="8754" y="26561"/>
                    <a:pt x="9987" y="27009"/>
                  </a:cubicBezTo>
                  <a:cubicBezTo>
                    <a:pt x="10428" y="27166"/>
                    <a:pt x="10883" y="27304"/>
                    <a:pt x="11340" y="27418"/>
                  </a:cubicBezTo>
                  <a:cubicBezTo>
                    <a:pt x="12017" y="27586"/>
                    <a:pt x="12707" y="27704"/>
                    <a:pt x="13402" y="27769"/>
                  </a:cubicBezTo>
                  <a:cubicBezTo>
                    <a:pt x="13838" y="27810"/>
                    <a:pt x="14282" y="27831"/>
                    <a:pt x="14720" y="27831"/>
                  </a:cubicBezTo>
                  <a:cubicBezTo>
                    <a:pt x="14724" y="27831"/>
                    <a:pt x="14728" y="27831"/>
                    <a:pt x="14732" y="27831"/>
                  </a:cubicBezTo>
                  <a:cubicBezTo>
                    <a:pt x="20119" y="27831"/>
                    <a:pt x="25025" y="24719"/>
                    <a:pt x="27318" y="19844"/>
                  </a:cubicBezTo>
                  <a:cubicBezTo>
                    <a:pt x="29616" y="14965"/>
                    <a:pt x="28886" y="9200"/>
                    <a:pt x="25446" y="5048"/>
                  </a:cubicBezTo>
                  <a:cubicBezTo>
                    <a:pt x="24977" y="4478"/>
                    <a:pt x="24462" y="3947"/>
                    <a:pt x="23908" y="3462"/>
                  </a:cubicBezTo>
                  <a:cubicBezTo>
                    <a:pt x="23374" y="2993"/>
                    <a:pt x="22806" y="2566"/>
                    <a:pt x="22211" y="2185"/>
                  </a:cubicBezTo>
                  <a:cubicBezTo>
                    <a:pt x="21622" y="1809"/>
                    <a:pt x="21008" y="1476"/>
                    <a:pt x="20370" y="1194"/>
                  </a:cubicBezTo>
                  <a:cubicBezTo>
                    <a:pt x="19925" y="998"/>
                    <a:pt x="19484" y="827"/>
                    <a:pt x="19050" y="686"/>
                  </a:cubicBezTo>
                  <a:cubicBezTo>
                    <a:pt x="17803" y="280"/>
                    <a:pt x="16505" y="51"/>
                    <a:pt x="15196" y="10"/>
                  </a:cubicBezTo>
                  <a:cubicBezTo>
                    <a:pt x="15041" y="3"/>
                    <a:pt x="14882" y="1"/>
                    <a:pt x="14725" y="1"/>
                  </a:cubicBezTo>
                  <a:cubicBezTo>
                    <a:pt x="14720" y="1"/>
                    <a:pt x="14714" y="1"/>
                    <a:pt x="14709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0"/>
            <p:cNvSpPr/>
            <p:nvPr/>
          </p:nvSpPr>
          <p:spPr>
            <a:xfrm>
              <a:off x="1748125" y="2300150"/>
              <a:ext cx="751300" cy="696125"/>
            </a:xfrm>
            <a:custGeom>
              <a:avLst/>
              <a:gdLst/>
              <a:ahLst/>
              <a:cxnLst/>
              <a:rect l="l" t="t" r="r" b="b"/>
              <a:pathLst>
                <a:path w="30052" h="27845" extrusionOk="0">
                  <a:moveTo>
                    <a:pt x="15005" y="15"/>
                  </a:moveTo>
                  <a:cubicBezTo>
                    <a:pt x="15010" y="15"/>
                    <a:pt x="15015" y="15"/>
                    <a:pt x="15020" y="15"/>
                  </a:cubicBezTo>
                  <a:cubicBezTo>
                    <a:pt x="15177" y="15"/>
                    <a:pt x="15334" y="17"/>
                    <a:pt x="15491" y="21"/>
                  </a:cubicBezTo>
                  <a:cubicBezTo>
                    <a:pt x="16800" y="65"/>
                    <a:pt x="18098" y="294"/>
                    <a:pt x="19342" y="700"/>
                  </a:cubicBezTo>
                  <a:cubicBezTo>
                    <a:pt x="19774" y="841"/>
                    <a:pt x="20218" y="1012"/>
                    <a:pt x="20663" y="1208"/>
                  </a:cubicBezTo>
                  <a:cubicBezTo>
                    <a:pt x="21300" y="1490"/>
                    <a:pt x="21915" y="1820"/>
                    <a:pt x="22503" y="2197"/>
                  </a:cubicBezTo>
                  <a:cubicBezTo>
                    <a:pt x="23099" y="2580"/>
                    <a:pt x="23667" y="3007"/>
                    <a:pt x="24198" y="3476"/>
                  </a:cubicBezTo>
                  <a:cubicBezTo>
                    <a:pt x="24752" y="3961"/>
                    <a:pt x="25267" y="4489"/>
                    <a:pt x="25736" y="5060"/>
                  </a:cubicBezTo>
                  <a:cubicBezTo>
                    <a:pt x="26789" y="6327"/>
                    <a:pt x="27606" y="7773"/>
                    <a:pt x="28147" y="9329"/>
                  </a:cubicBezTo>
                  <a:cubicBezTo>
                    <a:pt x="29638" y="13584"/>
                    <a:pt x="28973" y="18297"/>
                    <a:pt x="26364" y="21975"/>
                  </a:cubicBezTo>
                  <a:cubicBezTo>
                    <a:pt x="23756" y="25652"/>
                    <a:pt x="19529" y="27833"/>
                    <a:pt x="15023" y="27833"/>
                  </a:cubicBezTo>
                  <a:cubicBezTo>
                    <a:pt x="15020" y="27833"/>
                    <a:pt x="15018" y="27833"/>
                    <a:pt x="15015" y="27833"/>
                  </a:cubicBezTo>
                  <a:cubicBezTo>
                    <a:pt x="14577" y="27833"/>
                    <a:pt x="14133" y="27812"/>
                    <a:pt x="13697" y="27771"/>
                  </a:cubicBezTo>
                  <a:cubicBezTo>
                    <a:pt x="13002" y="27706"/>
                    <a:pt x="12312" y="27589"/>
                    <a:pt x="11635" y="27420"/>
                  </a:cubicBezTo>
                  <a:cubicBezTo>
                    <a:pt x="11180" y="27307"/>
                    <a:pt x="10725" y="27168"/>
                    <a:pt x="10282" y="27011"/>
                  </a:cubicBezTo>
                  <a:cubicBezTo>
                    <a:pt x="9051" y="26563"/>
                    <a:pt x="7888" y="25945"/>
                    <a:pt x="6830" y="25173"/>
                  </a:cubicBezTo>
                  <a:cubicBezTo>
                    <a:pt x="6486" y="24922"/>
                    <a:pt x="6151" y="24654"/>
                    <a:pt x="5835" y="24374"/>
                  </a:cubicBezTo>
                  <a:cubicBezTo>
                    <a:pt x="3888" y="22670"/>
                    <a:pt x="2459" y="20454"/>
                    <a:pt x="1706" y="17979"/>
                  </a:cubicBezTo>
                  <a:cubicBezTo>
                    <a:pt x="420" y="13760"/>
                    <a:pt x="1210" y="9184"/>
                    <a:pt x="3835" y="5642"/>
                  </a:cubicBezTo>
                  <a:cubicBezTo>
                    <a:pt x="6458" y="2103"/>
                    <a:pt x="10601" y="15"/>
                    <a:pt x="15005" y="15"/>
                  </a:cubicBezTo>
                  <a:close/>
                  <a:moveTo>
                    <a:pt x="15020" y="1"/>
                  </a:moveTo>
                  <a:lnTo>
                    <a:pt x="15020" y="3"/>
                  </a:lnTo>
                  <a:cubicBezTo>
                    <a:pt x="11155" y="3"/>
                    <a:pt x="7310" y="1603"/>
                    <a:pt x="4560" y="4736"/>
                  </a:cubicBezTo>
                  <a:cubicBezTo>
                    <a:pt x="159" y="9745"/>
                    <a:pt x="0" y="17023"/>
                    <a:pt x="3801" y="22176"/>
                  </a:cubicBezTo>
                  <a:cubicBezTo>
                    <a:pt x="4394" y="22984"/>
                    <a:pt x="5073" y="23723"/>
                    <a:pt x="5828" y="24384"/>
                  </a:cubicBezTo>
                  <a:cubicBezTo>
                    <a:pt x="6149" y="24668"/>
                    <a:pt x="6484" y="24933"/>
                    <a:pt x="6823" y="25180"/>
                  </a:cubicBezTo>
                  <a:cubicBezTo>
                    <a:pt x="7883" y="25954"/>
                    <a:pt x="9047" y="26575"/>
                    <a:pt x="10280" y="27021"/>
                  </a:cubicBezTo>
                  <a:cubicBezTo>
                    <a:pt x="10725" y="27180"/>
                    <a:pt x="11178" y="27318"/>
                    <a:pt x="11633" y="27432"/>
                  </a:cubicBezTo>
                  <a:cubicBezTo>
                    <a:pt x="12312" y="27600"/>
                    <a:pt x="13000" y="27718"/>
                    <a:pt x="13697" y="27782"/>
                  </a:cubicBezTo>
                  <a:cubicBezTo>
                    <a:pt x="14136" y="27824"/>
                    <a:pt x="14574" y="27845"/>
                    <a:pt x="15015" y="27845"/>
                  </a:cubicBezTo>
                  <a:cubicBezTo>
                    <a:pt x="18881" y="27845"/>
                    <a:pt x="22725" y="26245"/>
                    <a:pt x="25475" y="23111"/>
                  </a:cubicBezTo>
                  <a:cubicBezTo>
                    <a:pt x="30051" y="17900"/>
                    <a:pt x="30035" y="10227"/>
                    <a:pt x="25745" y="5050"/>
                  </a:cubicBezTo>
                  <a:cubicBezTo>
                    <a:pt x="25277" y="4482"/>
                    <a:pt x="24762" y="3951"/>
                    <a:pt x="24205" y="3464"/>
                  </a:cubicBezTo>
                  <a:cubicBezTo>
                    <a:pt x="23672" y="2995"/>
                    <a:pt x="23106" y="2568"/>
                    <a:pt x="22508" y="2185"/>
                  </a:cubicBezTo>
                  <a:cubicBezTo>
                    <a:pt x="21922" y="1809"/>
                    <a:pt x="21305" y="1478"/>
                    <a:pt x="20668" y="1197"/>
                  </a:cubicBezTo>
                  <a:cubicBezTo>
                    <a:pt x="20236" y="1005"/>
                    <a:pt x="19795" y="834"/>
                    <a:pt x="19347" y="689"/>
                  </a:cubicBezTo>
                  <a:cubicBezTo>
                    <a:pt x="18100" y="280"/>
                    <a:pt x="16803" y="52"/>
                    <a:pt x="15491" y="10"/>
                  </a:cubicBezTo>
                  <a:cubicBezTo>
                    <a:pt x="15334" y="5"/>
                    <a:pt x="15177" y="1"/>
                    <a:pt x="1502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0"/>
            <p:cNvSpPr/>
            <p:nvPr/>
          </p:nvSpPr>
          <p:spPr>
            <a:xfrm>
              <a:off x="1828875" y="2353550"/>
              <a:ext cx="589400" cy="589400"/>
            </a:xfrm>
            <a:custGeom>
              <a:avLst/>
              <a:gdLst/>
              <a:ahLst/>
              <a:cxnLst/>
              <a:rect l="l" t="t" r="r" b="b"/>
              <a:pathLst>
                <a:path w="23576" h="23576" fill="none" extrusionOk="0">
                  <a:moveTo>
                    <a:pt x="20123" y="3452"/>
                  </a:moveTo>
                  <a:cubicBezTo>
                    <a:pt x="22333" y="5662"/>
                    <a:pt x="23575" y="8662"/>
                    <a:pt x="23575" y="11788"/>
                  </a:cubicBezTo>
                  <a:cubicBezTo>
                    <a:pt x="23575" y="14914"/>
                    <a:pt x="22333" y="17911"/>
                    <a:pt x="20123" y="20121"/>
                  </a:cubicBezTo>
                  <a:cubicBezTo>
                    <a:pt x="17911" y="22333"/>
                    <a:pt x="14914" y="23575"/>
                    <a:pt x="11788" y="23575"/>
                  </a:cubicBezTo>
                  <a:cubicBezTo>
                    <a:pt x="8661" y="23575"/>
                    <a:pt x="5664" y="22333"/>
                    <a:pt x="3452" y="20121"/>
                  </a:cubicBezTo>
                  <a:cubicBezTo>
                    <a:pt x="1243" y="17911"/>
                    <a:pt x="0" y="14914"/>
                    <a:pt x="0" y="11788"/>
                  </a:cubicBezTo>
                  <a:cubicBezTo>
                    <a:pt x="0" y="8662"/>
                    <a:pt x="1243" y="5662"/>
                    <a:pt x="3452" y="3452"/>
                  </a:cubicBezTo>
                  <a:cubicBezTo>
                    <a:pt x="5664" y="1243"/>
                    <a:pt x="8661" y="1"/>
                    <a:pt x="11788" y="1"/>
                  </a:cubicBezTo>
                  <a:cubicBezTo>
                    <a:pt x="14914" y="1"/>
                    <a:pt x="17911" y="1243"/>
                    <a:pt x="20123" y="3452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0"/>
            <p:cNvSpPr/>
            <p:nvPr/>
          </p:nvSpPr>
          <p:spPr>
            <a:xfrm>
              <a:off x="1854800" y="2392075"/>
              <a:ext cx="553825" cy="513575"/>
            </a:xfrm>
            <a:custGeom>
              <a:avLst/>
              <a:gdLst/>
              <a:ahLst/>
              <a:cxnLst/>
              <a:rect l="l" t="t" r="r" b="b"/>
              <a:pathLst>
                <a:path w="22153" h="20543" extrusionOk="0">
                  <a:moveTo>
                    <a:pt x="10769" y="1"/>
                  </a:moveTo>
                  <a:cubicBezTo>
                    <a:pt x="10066" y="1"/>
                    <a:pt x="9353" y="73"/>
                    <a:pt x="8640" y="224"/>
                  </a:cubicBezTo>
                  <a:cubicBezTo>
                    <a:pt x="3496" y="1311"/>
                    <a:pt x="0" y="6102"/>
                    <a:pt x="543" y="11330"/>
                  </a:cubicBezTo>
                  <a:cubicBezTo>
                    <a:pt x="1083" y="16560"/>
                    <a:pt x="5489" y="20536"/>
                    <a:pt x="10746" y="20543"/>
                  </a:cubicBezTo>
                  <a:cubicBezTo>
                    <a:pt x="10752" y="20543"/>
                    <a:pt x="10757" y="20543"/>
                    <a:pt x="10763" y="20543"/>
                  </a:cubicBezTo>
                  <a:cubicBezTo>
                    <a:pt x="12195" y="20543"/>
                    <a:pt x="13614" y="20243"/>
                    <a:pt x="14925" y="19661"/>
                  </a:cubicBezTo>
                  <a:cubicBezTo>
                    <a:pt x="19733" y="17529"/>
                    <a:pt x="22152" y="12113"/>
                    <a:pt x="20536" y="7111"/>
                  </a:cubicBezTo>
                  <a:cubicBezTo>
                    <a:pt x="19144" y="2803"/>
                    <a:pt x="15140" y="1"/>
                    <a:pt x="10769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0"/>
            <p:cNvSpPr/>
            <p:nvPr/>
          </p:nvSpPr>
          <p:spPr>
            <a:xfrm>
              <a:off x="1836200" y="2390675"/>
              <a:ext cx="574725" cy="515125"/>
            </a:xfrm>
            <a:custGeom>
              <a:avLst/>
              <a:gdLst/>
              <a:ahLst/>
              <a:cxnLst/>
              <a:rect l="l" t="t" r="r" b="b"/>
              <a:pathLst>
                <a:path w="22989" h="20605" extrusionOk="0">
                  <a:moveTo>
                    <a:pt x="9338" y="226"/>
                  </a:moveTo>
                  <a:cubicBezTo>
                    <a:pt x="4666" y="1196"/>
                    <a:pt x="1150" y="5334"/>
                    <a:pt x="1148" y="10298"/>
                  </a:cubicBezTo>
                  <a:cubicBezTo>
                    <a:pt x="1146" y="15415"/>
                    <a:pt x="4876" y="19657"/>
                    <a:pt x="9761" y="20458"/>
                  </a:cubicBezTo>
                  <a:lnTo>
                    <a:pt x="9761" y="20458"/>
                  </a:lnTo>
                  <a:cubicBezTo>
                    <a:pt x="7896" y="20140"/>
                    <a:pt x="6139" y="19311"/>
                    <a:pt x="4695" y="18043"/>
                  </a:cubicBezTo>
                  <a:cubicBezTo>
                    <a:pt x="421" y="14286"/>
                    <a:pt x="1" y="7777"/>
                    <a:pt x="3755" y="3503"/>
                  </a:cubicBezTo>
                  <a:cubicBezTo>
                    <a:pt x="5228" y="1823"/>
                    <a:pt x="7191" y="684"/>
                    <a:pt x="9338" y="226"/>
                  </a:cubicBezTo>
                  <a:close/>
                  <a:moveTo>
                    <a:pt x="11483" y="0"/>
                  </a:moveTo>
                  <a:cubicBezTo>
                    <a:pt x="10756" y="0"/>
                    <a:pt x="10038" y="77"/>
                    <a:pt x="9338" y="226"/>
                  </a:cubicBezTo>
                  <a:lnTo>
                    <a:pt x="9338" y="226"/>
                  </a:lnTo>
                  <a:cubicBezTo>
                    <a:pt x="10017" y="86"/>
                    <a:pt x="10720" y="12"/>
                    <a:pt x="11440" y="12"/>
                  </a:cubicBezTo>
                  <a:cubicBezTo>
                    <a:pt x="11460" y="12"/>
                    <a:pt x="11479" y="12"/>
                    <a:pt x="11499" y="12"/>
                  </a:cubicBezTo>
                  <a:cubicBezTo>
                    <a:pt x="11501" y="12"/>
                    <a:pt x="11502" y="12"/>
                    <a:pt x="11504" y="12"/>
                  </a:cubicBezTo>
                  <a:cubicBezTo>
                    <a:pt x="16773" y="12"/>
                    <a:pt x="21193" y="3994"/>
                    <a:pt x="21740" y="9236"/>
                  </a:cubicBezTo>
                  <a:cubicBezTo>
                    <a:pt x="22285" y="14480"/>
                    <a:pt x="18780" y="19290"/>
                    <a:pt x="13619" y="20372"/>
                  </a:cubicBezTo>
                  <a:cubicBezTo>
                    <a:pt x="12919" y="20520"/>
                    <a:pt x="12206" y="20594"/>
                    <a:pt x="11490" y="20594"/>
                  </a:cubicBezTo>
                  <a:cubicBezTo>
                    <a:pt x="11473" y="20594"/>
                    <a:pt x="11456" y="20594"/>
                    <a:pt x="11439" y="20594"/>
                  </a:cubicBezTo>
                  <a:cubicBezTo>
                    <a:pt x="10868" y="20594"/>
                    <a:pt x="10307" y="20548"/>
                    <a:pt x="9761" y="20458"/>
                  </a:cubicBezTo>
                  <a:lnTo>
                    <a:pt x="9761" y="20458"/>
                  </a:lnTo>
                  <a:cubicBezTo>
                    <a:pt x="10329" y="20555"/>
                    <a:pt x="10907" y="20604"/>
                    <a:pt x="11490" y="20604"/>
                  </a:cubicBezTo>
                  <a:cubicBezTo>
                    <a:pt x="11713" y="20604"/>
                    <a:pt x="11936" y="20597"/>
                    <a:pt x="12160" y="20583"/>
                  </a:cubicBezTo>
                  <a:cubicBezTo>
                    <a:pt x="14887" y="20407"/>
                    <a:pt x="17431" y="19156"/>
                    <a:pt x="19234" y="17103"/>
                  </a:cubicBezTo>
                  <a:cubicBezTo>
                    <a:pt x="22989" y="12829"/>
                    <a:pt x="22569" y="6320"/>
                    <a:pt x="18295" y="2563"/>
                  </a:cubicBezTo>
                  <a:cubicBezTo>
                    <a:pt x="16420" y="912"/>
                    <a:pt x="14006" y="0"/>
                    <a:pt x="11509" y="0"/>
                  </a:cubicBezTo>
                  <a:cubicBezTo>
                    <a:pt x="11506" y="0"/>
                    <a:pt x="11503" y="0"/>
                    <a:pt x="11499" y="0"/>
                  </a:cubicBezTo>
                  <a:cubicBezTo>
                    <a:pt x="11494" y="0"/>
                    <a:pt x="11489" y="0"/>
                    <a:pt x="1148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0"/>
            <p:cNvSpPr/>
            <p:nvPr/>
          </p:nvSpPr>
          <p:spPr>
            <a:xfrm>
              <a:off x="1918750" y="2300450"/>
              <a:ext cx="313075" cy="675175"/>
            </a:xfrm>
            <a:custGeom>
              <a:avLst/>
              <a:gdLst/>
              <a:ahLst/>
              <a:cxnLst/>
              <a:rect l="l" t="t" r="r" b="b"/>
              <a:pathLst>
                <a:path w="12523" h="27007" extrusionOk="0">
                  <a:moveTo>
                    <a:pt x="8666" y="0"/>
                  </a:moveTo>
                  <a:lnTo>
                    <a:pt x="0" y="25168"/>
                  </a:lnTo>
                  <a:cubicBezTo>
                    <a:pt x="1058" y="25942"/>
                    <a:pt x="2222" y="26561"/>
                    <a:pt x="3455" y="27006"/>
                  </a:cubicBezTo>
                  <a:lnTo>
                    <a:pt x="12522" y="677"/>
                  </a:lnTo>
                  <a:cubicBezTo>
                    <a:pt x="11275" y="270"/>
                    <a:pt x="9978" y="42"/>
                    <a:pt x="8666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0"/>
            <p:cNvSpPr/>
            <p:nvPr/>
          </p:nvSpPr>
          <p:spPr>
            <a:xfrm>
              <a:off x="2039000" y="2330125"/>
              <a:ext cx="271850" cy="664550"/>
            </a:xfrm>
            <a:custGeom>
              <a:avLst/>
              <a:gdLst/>
              <a:ahLst/>
              <a:cxnLst/>
              <a:rect l="l" t="t" r="r" b="b"/>
              <a:pathLst>
                <a:path w="10874" h="26582" extrusionOk="0">
                  <a:moveTo>
                    <a:pt x="9033" y="0"/>
                  </a:moveTo>
                  <a:lnTo>
                    <a:pt x="0" y="26233"/>
                  </a:lnTo>
                  <a:cubicBezTo>
                    <a:pt x="677" y="26401"/>
                    <a:pt x="1365" y="26517"/>
                    <a:pt x="2060" y="26581"/>
                  </a:cubicBezTo>
                  <a:lnTo>
                    <a:pt x="10873" y="988"/>
                  </a:lnTo>
                  <a:cubicBezTo>
                    <a:pt x="10287" y="612"/>
                    <a:pt x="9670" y="282"/>
                    <a:pt x="9033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0"/>
            <p:cNvSpPr/>
            <p:nvPr/>
          </p:nvSpPr>
          <p:spPr>
            <a:xfrm>
              <a:off x="1717700" y="2254700"/>
              <a:ext cx="674075" cy="599875"/>
            </a:xfrm>
            <a:custGeom>
              <a:avLst/>
              <a:gdLst/>
              <a:ahLst/>
              <a:cxnLst/>
              <a:rect l="l" t="t" r="r" b="b"/>
              <a:pathLst>
                <a:path w="26963" h="23995" extrusionOk="0">
                  <a:moveTo>
                    <a:pt x="14948" y="0"/>
                  </a:moveTo>
                  <a:cubicBezTo>
                    <a:pt x="11086" y="0"/>
                    <a:pt x="7245" y="1602"/>
                    <a:pt x="4498" y="4730"/>
                  </a:cubicBezTo>
                  <a:cubicBezTo>
                    <a:pt x="0" y="9849"/>
                    <a:pt x="767" y="18552"/>
                    <a:pt x="5018" y="23994"/>
                  </a:cubicBezTo>
                  <a:cubicBezTo>
                    <a:pt x="1219" y="18841"/>
                    <a:pt x="1379" y="11563"/>
                    <a:pt x="5777" y="6554"/>
                  </a:cubicBezTo>
                  <a:cubicBezTo>
                    <a:pt x="8530" y="3420"/>
                    <a:pt x="12377" y="1820"/>
                    <a:pt x="16242" y="1820"/>
                  </a:cubicBezTo>
                  <a:cubicBezTo>
                    <a:pt x="16397" y="1820"/>
                    <a:pt x="16553" y="1823"/>
                    <a:pt x="16708" y="1828"/>
                  </a:cubicBezTo>
                  <a:cubicBezTo>
                    <a:pt x="18020" y="1872"/>
                    <a:pt x="19317" y="2100"/>
                    <a:pt x="20564" y="2507"/>
                  </a:cubicBezTo>
                  <a:cubicBezTo>
                    <a:pt x="21012" y="2655"/>
                    <a:pt x="21453" y="2823"/>
                    <a:pt x="21885" y="3015"/>
                  </a:cubicBezTo>
                  <a:cubicBezTo>
                    <a:pt x="22522" y="3299"/>
                    <a:pt x="23139" y="3629"/>
                    <a:pt x="23725" y="4005"/>
                  </a:cubicBezTo>
                  <a:cubicBezTo>
                    <a:pt x="24323" y="4389"/>
                    <a:pt x="24891" y="4816"/>
                    <a:pt x="25422" y="5285"/>
                  </a:cubicBezTo>
                  <a:cubicBezTo>
                    <a:pt x="25979" y="5769"/>
                    <a:pt x="26494" y="6300"/>
                    <a:pt x="26962" y="6871"/>
                  </a:cubicBezTo>
                  <a:cubicBezTo>
                    <a:pt x="26210" y="5592"/>
                    <a:pt x="25258" y="4439"/>
                    <a:pt x="24143" y="3463"/>
                  </a:cubicBezTo>
                  <a:cubicBezTo>
                    <a:pt x="23610" y="2994"/>
                    <a:pt x="23042" y="2567"/>
                    <a:pt x="22446" y="2184"/>
                  </a:cubicBezTo>
                  <a:cubicBezTo>
                    <a:pt x="21857" y="1807"/>
                    <a:pt x="21243" y="1477"/>
                    <a:pt x="20603" y="1193"/>
                  </a:cubicBezTo>
                  <a:cubicBezTo>
                    <a:pt x="20172" y="1001"/>
                    <a:pt x="19731" y="830"/>
                    <a:pt x="19283" y="685"/>
                  </a:cubicBezTo>
                  <a:cubicBezTo>
                    <a:pt x="18038" y="279"/>
                    <a:pt x="16740" y="50"/>
                    <a:pt x="15429" y="8"/>
                  </a:cubicBezTo>
                  <a:cubicBezTo>
                    <a:pt x="15269" y="3"/>
                    <a:pt x="15108" y="0"/>
                    <a:pt x="14948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4" name="Google Shape;534;p30"/>
          <p:cNvGrpSpPr/>
          <p:nvPr/>
        </p:nvGrpSpPr>
        <p:grpSpPr>
          <a:xfrm rot="-5400000">
            <a:off x="7118787" y="285297"/>
            <a:ext cx="676069" cy="397542"/>
            <a:chOff x="3588600" y="2424575"/>
            <a:chExt cx="1002475" cy="589475"/>
          </a:xfrm>
        </p:grpSpPr>
        <p:sp>
          <p:nvSpPr>
            <p:cNvPr id="535" name="Google Shape;535;p30"/>
            <p:cNvSpPr/>
            <p:nvPr/>
          </p:nvSpPr>
          <p:spPr>
            <a:xfrm>
              <a:off x="3588600" y="2424575"/>
              <a:ext cx="1002475" cy="560325"/>
            </a:xfrm>
            <a:custGeom>
              <a:avLst/>
              <a:gdLst/>
              <a:ahLst/>
              <a:cxnLst/>
              <a:rect l="l" t="t" r="r" b="b"/>
              <a:pathLst>
                <a:path w="40099" h="22413" extrusionOk="0">
                  <a:moveTo>
                    <a:pt x="27641" y="1"/>
                  </a:moveTo>
                  <a:cubicBezTo>
                    <a:pt x="27012" y="1"/>
                    <a:pt x="26337" y="29"/>
                    <a:pt x="25612" y="87"/>
                  </a:cubicBezTo>
                  <a:cubicBezTo>
                    <a:pt x="20336" y="514"/>
                    <a:pt x="3522" y="5460"/>
                    <a:pt x="3792" y="14946"/>
                  </a:cubicBezTo>
                  <a:cubicBezTo>
                    <a:pt x="3942" y="20169"/>
                    <a:pt x="8167" y="22413"/>
                    <a:pt x="8167" y="22413"/>
                  </a:cubicBezTo>
                  <a:cubicBezTo>
                    <a:pt x="8167" y="22413"/>
                    <a:pt x="1" y="9286"/>
                    <a:pt x="29867" y="5871"/>
                  </a:cubicBezTo>
                  <a:cubicBezTo>
                    <a:pt x="30556" y="5793"/>
                    <a:pt x="31186" y="5756"/>
                    <a:pt x="31760" y="5756"/>
                  </a:cubicBezTo>
                  <a:cubicBezTo>
                    <a:pt x="39561" y="5756"/>
                    <a:pt x="37224" y="12517"/>
                    <a:pt x="37224" y="12517"/>
                  </a:cubicBezTo>
                  <a:cubicBezTo>
                    <a:pt x="37224" y="12517"/>
                    <a:pt x="40098" y="9727"/>
                    <a:pt x="37048" y="4948"/>
                  </a:cubicBezTo>
                  <a:cubicBezTo>
                    <a:pt x="35725" y="2876"/>
                    <a:pt x="34060" y="1"/>
                    <a:pt x="27641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0"/>
            <p:cNvSpPr/>
            <p:nvPr/>
          </p:nvSpPr>
          <p:spPr>
            <a:xfrm>
              <a:off x="3728825" y="2541225"/>
              <a:ext cx="821900" cy="472725"/>
            </a:xfrm>
            <a:custGeom>
              <a:avLst/>
              <a:gdLst/>
              <a:ahLst/>
              <a:cxnLst/>
              <a:rect l="l" t="t" r="r" b="b"/>
              <a:pathLst>
                <a:path w="32876" h="18909" extrusionOk="0">
                  <a:moveTo>
                    <a:pt x="24519" y="0"/>
                  </a:moveTo>
                  <a:cubicBezTo>
                    <a:pt x="22919" y="0"/>
                    <a:pt x="21194" y="178"/>
                    <a:pt x="19393" y="527"/>
                  </a:cubicBezTo>
                  <a:cubicBezTo>
                    <a:pt x="17470" y="903"/>
                    <a:pt x="15581" y="1434"/>
                    <a:pt x="13743" y="2117"/>
                  </a:cubicBezTo>
                  <a:cubicBezTo>
                    <a:pt x="12517" y="2568"/>
                    <a:pt x="11316" y="3085"/>
                    <a:pt x="10146" y="3664"/>
                  </a:cubicBezTo>
                  <a:cubicBezTo>
                    <a:pt x="8673" y="4389"/>
                    <a:pt x="7303" y="5193"/>
                    <a:pt x="6080" y="6052"/>
                  </a:cubicBezTo>
                  <a:cubicBezTo>
                    <a:pt x="5422" y="6507"/>
                    <a:pt x="4803" y="6980"/>
                    <a:pt x="4242" y="7458"/>
                  </a:cubicBezTo>
                  <a:cubicBezTo>
                    <a:pt x="2210" y="9183"/>
                    <a:pt x="857" y="10968"/>
                    <a:pt x="330" y="12621"/>
                  </a:cubicBezTo>
                  <a:cubicBezTo>
                    <a:pt x="5" y="13632"/>
                    <a:pt x="0" y="14574"/>
                    <a:pt x="309" y="15415"/>
                  </a:cubicBezTo>
                  <a:cubicBezTo>
                    <a:pt x="1129" y="17636"/>
                    <a:pt x="4073" y="18908"/>
                    <a:pt x="8384" y="18908"/>
                  </a:cubicBezTo>
                  <a:cubicBezTo>
                    <a:pt x="9984" y="18908"/>
                    <a:pt x="11709" y="18731"/>
                    <a:pt x="13508" y="18382"/>
                  </a:cubicBezTo>
                  <a:cubicBezTo>
                    <a:pt x="15433" y="18006"/>
                    <a:pt x="17322" y="17472"/>
                    <a:pt x="19160" y="16789"/>
                  </a:cubicBezTo>
                  <a:cubicBezTo>
                    <a:pt x="19668" y="16602"/>
                    <a:pt x="20132" y="16419"/>
                    <a:pt x="20578" y="16232"/>
                  </a:cubicBezTo>
                  <a:lnTo>
                    <a:pt x="20580" y="16232"/>
                  </a:lnTo>
                  <a:cubicBezTo>
                    <a:pt x="23519" y="15015"/>
                    <a:pt x="26186" y="13466"/>
                    <a:pt x="28297" y="11753"/>
                  </a:cubicBezTo>
                  <a:cubicBezTo>
                    <a:pt x="28858" y="11298"/>
                    <a:pt x="29393" y="10813"/>
                    <a:pt x="29904" y="10303"/>
                  </a:cubicBezTo>
                  <a:cubicBezTo>
                    <a:pt x="30813" y="9384"/>
                    <a:pt x="31522" y="8462"/>
                    <a:pt x="32016" y="7567"/>
                  </a:cubicBezTo>
                  <a:cubicBezTo>
                    <a:pt x="32418" y="6835"/>
                    <a:pt x="32672" y="6121"/>
                    <a:pt x="32771" y="5447"/>
                  </a:cubicBezTo>
                  <a:cubicBezTo>
                    <a:pt x="32875" y="4752"/>
                    <a:pt x="32813" y="4094"/>
                    <a:pt x="32591" y="3494"/>
                  </a:cubicBezTo>
                  <a:cubicBezTo>
                    <a:pt x="31772" y="1275"/>
                    <a:pt x="28830" y="0"/>
                    <a:pt x="24519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0"/>
            <p:cNvSpPr/>
            <p:nvPr/>
          </p:nvSpPr>
          <p:spPr>
            <a:xfrm>
              <a:off x="3728475" y="2541100"/>
              <a:ext cx="826625" cy="472950"/>
            </a:xfrm>
            <a:custGeom>
              <a:avLst/>
              <a:gdLst/>
              <a:ahLst/>
              <a:cxnLst/>
              <a:rect l="l" t="t" r="r" b="b"/>
              <a:pathLst>
                <a:path w="33065" h="18918" extrusionOk="0">
                  <a:moveTo>
                    <a:pt x="24533" y="12"/>
                  </a:moveTo>
                  <a:cubicBezTo>
                    <a:pt x="25568" y="12"/>
                    <a:pt x="26537" y="88"/>
                    <a:pt x="27422" y="236"/>
                  </a:cubicBezTo>
                  <a:cubicBezTo>
                    <a:pt x="28311" y="384"/>
                    <a:pt x="29112" y="605"/>
                    <a:pt x="29802" y="896"/>
                  </a:cubicBezTo>
                  <a:cubicBezTo>
                    <a:pt x="30506" y="1192"/>
                    <a:pt x="31100" y="1559"/>
                    <a:pt x="31566" y="1988"/>
                  </a:cubicBezTo>
                  <a:cubicBezTo>
                    <a:pt x="32044" y="2429"/>
                    <a:pt x="32393" y="2937"/>
                    <a:pt x="32601" y="3501"/>
                  </a:cubicBezTo>
                  <a:cubicBezTo>
                    <a:pt x="32822" y="4101"/>
                    <a:pt x="32882" y="4757"/>
                    <a:pt x="32781" y="5450"/>
                  </a:cubicBezTo>
                  <a:cubicBezTo>
                    <a:pt x="32679" y="6124"/>
                    <a:pt x="32425" y="6837"/>
                    <a:pt x="32026" y="7569"/>
                  </a:cubicBezTo>
                  <a:cubicBezTo>
                    <a:pt x="31532" y="8465"/>
                    <a:pt x="30823" y="9384"/>
                    <a:pt x="29915" y="10303"/>
                  </a:cubicBezTo>
                  <a:cubicBezTo>
                    <a:pt x="29405" y="10816"/>
                    <a:pt x="28869" y="11298"/>
                    <a:pt x="28308" y="11753"/>
                  </a:cubicBezTo>
                  <a:cubicBezTo>
                    <a:pt x="26200" y="13464"/>
                    <a:pt x="23531" y="15013"/>
                    <a:pt x="20594" y="16233"/>
                  </a:cubicBezTo>
                  <a:lnTo>
                    <a:pt x="20589" y="16235"/>
                  </a:lnTo>
                  <a:cubicBezTo>
                    <a:pt x="20144" y="16420"/>
                    <a:pt x="19682" y="16602"/>
                    <a:pt x="19174" y="16789"/>
                  </a:cubicBezTo>
                  <a:cubicBezTo>
                    <a:pt x="17336" y="17473"/>
                    <a:pt x="15447" y="18006"/>
                    <a:pt x="13522" y="18382"/>
                  </a:cubicBezTo>
                  <a:cubicBezTo>
                    <a:pt x="11721" y="18731"/>
                    <a:pt x="9998" y="18906"/>
                    <a:pt x="8398" y="18906"/>
                  </a:cubicBezTo>
                  <a:cubicBezTo>
                    <a:pt x="7364" y="18906"/>
                    <a:pt x="6391" y="18833"/>
                    <a:pt x="5509" y="18685"/>
                  </a:cubicBezTo>
                  <a:cubicBezTo>
                    <a:pt x="4620" y="18537"/>
                    <a:pt x="3819" y="18313"/>
                    <a:pt x="3129" y="18024"/>
                  </a:cubicBezTo>
                  <a:cubicBezTo>
                    <a:pt x="2425" y="17729"/>
                    <a:pt x="1831" y="17359"/>
                    <a:pt x="1365" y="16932"/>
                  </a:cubicBezTo>
                  <a:cubicBezTo>
                    <a:pt x="885" y="16491"/>
                    <a:pt x="538" y="15983"/>
                    <a:pt x="328" y="15420"/>
                  </a:cubicBezTo>
                  <a:cubicBezTo>
                    <a:pt x="19" y="14579"/>
                    <a:pt x="26" y="13640"/>
                    <a:pt x="349" y="12628"/>
                  </a:cubicBezTo>
                  <a:cubicBezTo>
                    <a:pt x="875" y="10977"/>
                    <a:pt x="2228" y="9193"/>
                    <a:pt x="4260" y="7468"/>
                  </a:cubicBezTo>
                  <a:cubicBezTo>
                    <a:pt x="4821" y="6992"/>
                    <a:pt x="5438" y="6519"/>
                    <a:pt x="6096" y="6062"/>
                  </a:cubicBezTo>
                  <a:cubicBezTo>
                    <a:pt x="7322" y="5203"/>
                    <a:pt x="8689" y="4401"/>
                    <a:pt x="10162" y="3674"/>
                  </a:cubicBezTo>
                  <a:cubicBezTo>
                    <a:pt x="11333" y="3094"/>
                    <a:pt x="12533" y="2580"/>
                    <a:pt x="13759" y="2129"/>
                  </a:cubicBezTo>
                  <a:cubicBezTo>
                    <a:pt x="15595" y="1446"/>
                    <a:pt x="17486" y="912"/>
                    <a:pt x="19407" y="536"/>
                  </a:cubicBezTo>
                  <a:cubicBezTo>
                    <a:pt x="21208" y="190"/>
                    <a:pt x="22933" y="12"/>
                    <a:pt x="24533" y="12"/>
                  </a:cubicBezTo>
                  <a:close/>
                  <a:moveTo>
                    <a:pt x="24533" y="0"/>
                  </a:moveTo>
                  <a:cubicBezTo>
                    <a:pt x="21377" y="0"/>
                    <a:pt x="17611" y="693"/>
                    <a:pt x="13755" y="2118"/>
                  </a:cubicBezTo>
                  <a:cubicBezTo>
                    <a:pt x="12529" y="2570"/>
                    <a:pt x="11328" y="3085"/>
                    <a:pt x="10157" y="3665"/>
                  </a:cubicBezTo>
                  <a:cubicBezTo>
                    <a:pt x="8668" y="4399"/>
                    <a:pt x="7301" y="5205"/>
                    <a:pt x="6091" y="6052"/>
                  </a:cubicBezTo>
                  <a:cubicBezTo>
                    <a:pt x="5431" y="6509"/>
                    <a:pt x="4814" y="6983"/>
                    <a:pt x="4253" y="7461"/>
                  </a:cubicBezTo>
                  <a:cubicBezTo>
                    <a:pt x="2249" y="9160"/>
                    <a:pt x="871" y="10952"/>
                    <a:pt x="340" y="12624"/>
                  </a:cubicBezTo>
                  <a:cubicBezTo>
                    <a:pt x="21" y="13614"/>
                    <a:pt x="0" y="14561"/>
                    <a:pt x="319" y="15424"/>
                  </a:cubicBezTo>
                  <a:cubicBezTo>
                    <a:pt x="1169" y="17724"/>
                    <a:pt x="4256" y="18918"/>
                    <a:pt x="8398" y="18918"/>
                  </a:cubicBezTo>
                  <a:cubicBezTo>
                    <a:pt x="11554" y="18918"/>
                    <a:pt x="15323" y="18225"/>
                    <a:pt x="19179" y="16801"/>
                  </a:cubicBezTo>
                  <a:cubicBezTo>
                    <a:pt x="19661" y="16623"/>
                    <a:pt x="20130" y="16438"/>
                    <a:pt x="20594" y="16244"/>
                  </a:cubicBezTo>
                  <a:lnTo>
                    <a:pt x="20596" y="16244"/>
                  </a:lnTo>
                  <a:cubicBezTo>
                    <a:pt x="23630" y="14986"/>
                    <a:pt x="26269" y="13425"/>
                    <a:pt x="28315" y="11762"/>
                  </a:cubicBezTo>
                  <a:cubicBezTo>
                    <a:pt x="28876" y="11308"/>
                    <a:pt x="29412" y="10825"/>
                    <a:pt x="29922" y="10312"/>
                  </a:cubicBezTo>
                  <a:cubicBezTo>
                    <a:pt x="30823" y="9400"/>
                    <a:pt x="31539" y="8479"/>
                    <a:pt x="32035" y="7576"/>
                  </a:cubicBezTo>
                  <a:cubicBezTo>
                    <a:pt x="32829" y="6126"/>
                    <a:pt x="33065" y="4725"/>
                    <a:pt x="32612" y="3499"/>
                  </a:cubicBezTo>
                  <a:cubicBezTo>
                    <a:pt x="31763" y="1196"/>
                    <a:pt x="28675" y="3"/>
                    <a:pt x="24533" y="3"/>
                  </a:cubicBezTo>
                  <a:lnTo>
                    <a:pt x="24533" y="0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0"/>
            <p:cNvSpPr/>
            <p:nvPr/>
          </p:nvSpPr>
          <p:spPr>
            <a:xfrm>
              <a:off x="3839525" y="2619200"/>
              <a:ext cx="606025" cy="324450"/>
            </a:xfrm>
            <a:custGeom>
              <a:avLst/>
              <a:gdLst/>
              <a:ahLst/>
              <a:cxnLst/>
              <a:rect l="l" t="t" r="r" b="b"/>
              <a:pathLst>
                <a:path w="24241" h="12978" extrusionOk="0">
                  <a:moveTo>
                    <a:pt x="18484" y="0"/>
                  </a:moveTo>
                  <a:cubicBezTo>
                    <a:pt x="16067" y="0"/>
                    <a:pt x="13169" y="578"/>
                    <a:pt x="10324" y="1628"/>
                  </a:cubicBezTo>
                  <a:cubicBezTo>
                    <a:pt x="7216" y="2778"/>
                    <a:pt x="4478" y="4364"/>
                    <a:pt x="2619" y="6094"/>
                  </a:cubicBezTo>
                  <a:cubicBezTo>
                    <a:pt x="760" y="7823"/>
                    <a:pt x="1" y="9490"/>
                    <a:pt x="481" y="10788"/>
                  </a:cubicBezTo>
                  <a:cubicBezTo>
                    <a:pt x="742" y="11497"/>
                    <a:pt x="1351" y="12049"/>
                    <a:pt x="2291" y="12425"/>
                  </a:cubicBezTo>
                  <a:cubicBezTo>
                    <a:pt x="3199" y="12792"/>
                    <a:pt x="4367" y="12977"/>
                    <a:pt x="5757" y="12977"/>
                  </a:cubicBezTo>
                  <a:cubicBezTo>
                    <a:pt x="8177" y="12977"/>
                    <a:pt x="11072" y="12400"/>
                    <a:pt x="13917" y="11349"/>
                  </a:cubicBezTo>
                  <a:cubicBezTo>
                    <a:pt x="17025" y="10202"/>
                    <a:pt x="19763" y="8613"/>
                    <a:pt x="21622" y="6884"/>
                  </a:cubicBezTo>
                  <a:cubicBezTo>
                    <a:pt x="23481" y="5154"/>
                    <a:pt x="24240" y="3487"/>
                    <a:pt x="23762" y="2189"/>
                  </a:cubicBezTo>
                  <a:cubicBezTo>
                    <a:pt x="23499" y="1481"/>
                    <a:pt x="22892" y="931"/>
                    <a:pt x="21952" y="552"/>
                  </a:cubicBezTo>
                  <a:cubicBezTo>
                    <a:pt x="21042" y="185"/>
                    <a:pt x="19876" y="0"/>
                    <a:pt x="1848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0"/>
            <p:cNvSpPr/>
            <p:nvPr/>
          </p:nvSpPr>
          <p:spPr>
            <a:xfrm>
              <a:off x="3826550" y="2619025"/>
              <a:ext cx="632050" cy="324775"/>
            </a:xfrm>
            <a:custGeom>
              <a:avLst/>
              <a:gdLst/>
              <a:ahLst/>
              <a:cxnLst/>
              <a:rect l="l" t="t" r="r" b="b"/>
              <a:pathLst>
                <a:path w="25282" h="12991" extrusionOk="0">
                  <a:moveTo>
                    <a:pt x="19005" y="12"/>
                  </a:moveTo>
                  <a:cubicBezTo>
                    <a:pt x="20395" y="12"/>
                    <a:pt x="21561" y="199"/>
                    <a:pt x="22469" y="564"/>
                  </a:cubicBezTo>
                  <a:cubicBezTo>
                    <a:pt x="23406" y="943"/>
                    <a:pt x="24014" y="1492"/>
                    <a:pt x="24274" y="2199"/>
                  </a:cubicBezTo>
                  <a:cubicBezTo>
                    <a:pt x="24517" y="2852"/>
                    <a:pt x="24445" y="3600"/>
                    <a:pt x="24060" y="4420"/>
                  </a:cubicBezTo>
                  <a:cubicBezTo>
                    <a:pt x="23688" y="5214"/>
                    <a:pt x="23041" y="6046"/>
                    <a:pt x="22139" y="6886"/>
                  </a:cubicBezTo>
                  <a:cubicBezTo>
                    <a:pt x="21234" y="7726"/>
                    <a:pt x="20118" y="8537"/>
                    <a:pt x="18823" y="9294"/>
                  </a:cubicBezTo>
                  <a:cubicBezTo>
                    <a:pt x="17481" y="10077"/>
                    <a:pt x="16004" y="10770"/>
                    <a:pt x="14434" y="11349"/>
                  </a:cubicBezTo>
                  <a:cubicBezTo>
                    <a:pt x="11589" y="12400"/>
                    <a:pt x="8693" y="12977"/>
                    <a:pt x="6276" y="12977"/>
                  </a:cubicBezTo>
                  <a:cubicBezTo>
                    <a:pt x="4886" y="12977"/>
                    <a:pt x="3720" y="12792"/>
                    <a:pt x="2810" y="12428"/>
                  </a:cubicBezTo>
                  <a:cubicBezTo>
                    <a:pt x="1873" y="12049"/>
                    <a:pt x="1266" y="11499"/>
                    <a:pt x="1005" y="10793"/>
                  </a:cubicBezTo>
                  <a:cubicBezTo>
                    <a:pt x="762" y="10139"/>
                    <a:pt x="834" y="9391"/>
                    <a:pt x="1219" y="8569"/>
                  </a:cubicBezTo>
                  <a:cubicBezTo>
                    <a:pt x="1591" y="7775"/>
                    <a:pt x="2238" y="6946"/>
                    <a:pt x="3140" y="6106"/>
                  </a:cubicBezTo>
                  <a:cubicBezTo>
                    <a:pt x="4046" y="5265"/>
                    <a:pt x="5161" y="4452"/>
                    <a:pt x="6456" y="3697"/>
                  </a:cubicBezTo>
                  <a:cubicBezTo>
                    <a:pt x="7798" y="2912"/>
                    <a:pt x="9275" y="2222"/>
                    <a:pt x="10845" y="1640"/>
                  </a:cubicBezTo>
                  <a:cubicBezTo>
                    <a:pt x="13688" y="592"/>
                    <a:pt x="16586" y="12"/>
                    <a:pt x="19003" y="12"/>
                  </a:cubicBezTo>
                  <a:close/>
                  <a:moveTo>
                    <a:pt x="19003" y="1"/>
                  </a:moveTo>
                  <a:cubicBezTo>
                    <a:pt x="16669" y="1"/>
                    <a:pt x="13799" y="539"/>
                    <a:pt x="10843" y="1631"/>
                  </a:cubicBezTo>
                  <a:cubicBezTo>
                    <a:pt x="4410" y="4007"/>
                    <a:pt x="0" y="8110"/>
                    <a:pt x="993" y="10797"/>
                  </a:cubicBezTo>
                  <a:cubicBezTo>
                    <a:pt x="1529" y="12250"/>
                    <a:pt x="3533" y="12991"/>
                    <a:pt x="6276" y="12991"/>
                  </a:cubicBezTo>
                  <a:cubicBezTo>
                    <a:pt x="8610" y="12991"/>
                    <a:pt x="11480" y="12455"/>
                    <a:pt x="14438" y="11363"/>
                  </a:cubicBezTo>
                  <a:cubicBezTo>
                    <a:pt x="20871" y="8987"/>
                    <a:pt x="25281" y="4882"/>
                    <a:pt x="24288" y="2194"/>
                  </a:cubicBezTo>
                  <a:cubicBezTo>
                    <a:pt x="23750" y="742"/>
                    <a:pt x="21748" y="1"/>
                    <a:pt x="19003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0"/>
            <p:cNvSpPr/>
            <p:nvPr/>
          </p:nvSpPr>
          <p:spPr>
            <a:xfrm>
              <a:off x="3793350" y="2581275"/>
              <a:ext cx="694500" cy="395675"/>
            </a:xfrm>
            <a:custGeom>
              <a:avLst/>
              <a:gdLst/>
              <a:ahLst/>
              <a:cxnLst/>
              <a:rect l="l" t="t" r="r" b="b"/>
              <a:pathLst>
                <a:path w="27780" h="15827" fill="none" extrusionOk="0">
                  <a:moveTo>
                    <a:pt x="27193" y="3000"/>
                  </a:moveTo>
                  <a:cubicBezTo>
                    <a:pt x="27780" y="4588"/>
                    <a:pt x="26942" y="6630"/>
                    <a:pt x="24861" y="8675"/>
                  </a:cubicBezTo>
                  <a:cubicBezTo>
                    <a:pt x="22783" y="10721"/>
                    <a:pt x="19631" y="12601"/>
                    <a:pt x="16103" y="13905"/>
                  </a:cubicBezTo>
                  <a:cubicBezTo>
                    <a:pt x="12575" y="15207"/>
                    <a:pt x="8957" y="15826"/>
                    <a:pt x="6048" y="15623"/>
                  </a:cubicBezTo>
                  <a:cubicBezTo>
                    <a:pt x="3138" y="15422"/>
                    <a:pt x="1173" y="14416"/>
                    <a:pt x="587" y="12827"/>
                  </a:cubicBezTo>
                  <a:cubicBezTo>
                    <a:pt x="1" y="11236"/>
                    <a:pt x="839" y="9195"/>
                    <a:pt x="2919" y="7149"/>
                  </a:cubicBezTo>
                  <a:cubicBezTo>
                    <a:pt x="4999" y="5106"/>
                    <a:pt x="8149" y="3224"/>
                    <a:pt x="11677" y="1922"/>
                  </a:cubicBezTo>
                  <a:cubicBezTo>
                    <a:pt x="15205" y="617"/>
                    <a:pt x="18823" y="0"/>
                    <a:pt x="21733" y="201"/>
                  </a:cubicBezTo>
                  <a:cubicBezTo>
                    <a:pt x="24642" y="405"/>
                    <a:pt x="26607" y="1411"/>
                    <a:pt x="27193" y="300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0"/>
            <p:cNvSpPr/>
            <p:nvPr/>
          </p:nvSpPr>
          <p:spPr>
            <a:xfrm>
              <a:off x="3681200" y="2703950"/>
              <a:ext cx="755175" cy="243275"/>
            </a:xfrm>
            <a:custGeom>
              <a:avLst/>
              <a:gdLst/>
              <a:ahLst/>
              <a:cxnLst/>
              <a:rect l="l" t="t" r="r" b="b"/>
              <a:pathLst>
                <a:path w="30207" h="9731" extrusionOk="0">
                  <a:moveTo>
                    <a:pt x="926" y="0"/>
                  </a:moveTo>
                  <a:cubicBezTo>
                    <a:pt x="129" y="1312"/>
                    <a:pt x="0" y="3260"/>
                    <a:pt x="259" y="5583"/>
                  </a:cubicBezTo>
                  <a:lnTo>
                    <a:pt x="2378" y="5980"/>
                  </a:lnTo>
                  <a:lnTo>
                    <a:pt x="4900" y="6585"/>
                  </a:lnTo>
                  <a:lnTo>
                    <a:pt x="6687" y="6906"/>
                  </a:lnTo>
                  <a:lnTo>
                    <a:pt x="17477" y="8832"/>
                  </a:lnTo>
                  <a:lnTo>
                    <a:pt x="19846" y="9255"/>
                  </a:lnTo>
                  <a:lnTo>
                    <a:pt x="19848" y="9255"/>
                  </a:lnTo>
                  <a:lnTo>
                    <a:pt x="22485" y="9730"/>
                  </a:lnTo>
                  <a:lnTo>
                    <a:pt x="22487" y="9730"/>
                  </a:lnTo>
                  <a:cubicBezTo>
                    <a:pt x="25521" y="8472"/>
                    <a:pt x="28160" y="6909"/>
                    <a:pt x="30206" y="5246"/>
                  </a:cubicBezTo>
                  <a:lnTo>
                    <a:pt x="28107" y="4872"/>
                  </a:lnTo>
                  <a:lnTo>
                    <a:pt x="26623" y="4604"/>
                  </a:lnTo>
                  <a:lnTo>
                    <a:pt x="20065" y="3434"/>
                  </a:lnTo>
                  <a:lnTo>
                    <a:pt x="19941" y="3413"/>
                  </a:lnTo>
                  <a:lnTo>
                    <a:pt x="18770" y="3200"/>
                  </a:lnTo>
                  <a:lnTo>
                    <a:pt x="18765" y="3200"/>
                  </a:lnTo>
                  <a:lnTo>
                    <a:pt x="15867" y="2683"/>
                  </a:lnTo>
                  <a:lnTo>
                    <a:pt x="10185" y="1665"/>
                  </a:lnTo>
                  <a:lnTo>
                    <a:pt x="8396" y="1349"/>
                  </a:lnTo>
                  <a:lnTo>
                    <a:pt x="6144" y="947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0"/>
            <p:cNvSpPr/>
            <p:nvPr/>
          </p:nvSpPr>
          <p:spPr>
            <a:xfrm>
              <a:off x="3728300" y="2598600"/>
              <a:ext cx="801050" cy="200325"/>
            </a:xfrm>
            <a:custGeom>
              <a:avLst/>
              <a:gdLst/>
              <a:ahLst/>
              <a:cxnLst/>
              <a:rect l="l" t="t" r="r" b="b"/>
              <a:pathLst>
                <a:path w="32042" h="8013" extrusionOk="0">
                  <a:moveTo>
                    <a:pt x="2584" y="0"/>
                  </a:moveTo>
                  <a:lnTo>
                    <a:pt x="0" y="2649"/>
                  </a:lnTo>
                  <a:lnTo>
                    <a:pt x="6096" y="3752"/>
                  </a:lnTo>
                  <a:lnTo>
                    <a:pt x="8403" y="4163"/>
                  </a:lnTo>
                  <a:lnTo>
                    <a:pt x="10368" y="4512"/>
                  </a:lnTo>
                  <a:lnTo>
                    <a:pt x="17371" y="5763"/>
                  </a:lnTo>
                  <a:lnTo>
                    <a:pt x="18858" y="6031"/>
                  </a:lnTo>
                  <a:lnTo>
                    <a:pt x="19421" y="6131"/>
                  </a:lnTo>
                  <a:lnTo>
                    <a:pt x="19426" y="6131"/>
                  </a:lnTo>
                  <a:lnTo>
                    <a:pt x="20178" y="6267"/>
                  </a:lnTo>
                  <a:lnTo>
                    <a:pt x="26420" y="7382"/>
                  </a:lnTo>
                  <a:lnTo>
                    <a:pt x="27810" y="7631"/>
                  </a:lnTo>
                  <a:lnTo>
                    <a:pt x="29929" y="8012"/>
                  </a:lnTo>
                  <a:cubicBezTo>
                    <a:pt x="30830" y="7100"/>
                    <a:pt x="31546" y="6177"/>
                    <a:pt x="32042" y="5276"/>
                  </a:cubicBezTo>
                  <a:lnTo>
                    <a:pt x="29682" y="4854"/>
                  </a:lnTo>
                  <a:lnTo>
                    <a:pt x="28241" y="4595"/>
                  </a:lnTo>
                  <a:lnTo>
                    <a:pt x="15258" y="2277"/>
                  </a:lnTo>
                  <a:lnTo>
                    <a:pt x="15256" y="2277"/>
                  </a:lnTo>
                  <a:lnTo>
                    <a:pt x="12769" y="1829"/>
                  </a:lnTo>
                  <a:lnTo>
                    <a:pt x="10164" y="1365"/>
                  </a:lnTo>
                  <a:lnTo>
                    <a:pt x="2584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3" name="Google Shape;543;p30"/>
          <p:cNvGrpSpPr/>
          <p:nvPr/>
        </p:nvGrpSpPr>
        <p:grpSpPr>
          <a:xfrm rot="5248599">
            <a:off x="913327" y="3588757"/>
            <a:ext cx="549186" cy="531470"/>
            <a:chOff x="1785750" y="3413025"/>
            <a:chExt cx="785025" cy="759700"/>
          </a:xfrm>
        </p:grpSpPr>
        <p:sp>
          <p:nvSpPr>
            <p:cNvPr id="544" name="Google Shape;544;p30"/>
            <p:cNvSpPr/>
            <p:nvPr/>
          </p:nvSpPr>
          <p:spPr>
            <a:xfrm>
              <a:off x="1785750" y="3414125"/>
              <a:ext cx="739475" cy="758125"/>
            </a:xfrm>
            <a:custGeom>
              <a:avLst/>
              <a:gdLst/>
              <a:ahLst/>
              <a:cxnLst/>
              <a:rect l="l" t="t" r="r" b="b"/>
              <a:pathLst>
                <a:path w="29579" h="30325" extrusionOk="0">
                  <a:moveTo>
                    <a:pt x="9020" y="1"/>
                  </a:moveTo>
                  <a:cubicBezTo>
                    <a:pt x="7692" y="1"/>
                    <a:pt x="5740" y="539"/>
                    <a:pt x="3861" y="3055"/>
                  </a:cubicBezTo>
                  <a:cubicBezTo>
                    <a:pt x="2298" y="5150"/>
                    <a:pt x="1" y="7953"/>
                    <a:pt x="3376" y="15081"/>
                  </a:cubicBezTo>
                  <a:cubicBezTo>
                    <a:pt x="5324" y="19195"/>
                    <a:pt x="13615" y="30324"/>
                    <a:pt x="21398" y="30324"/>
                  </a:cubicBezTo>
                  <a:cubicBezTo>
                    <a:pt x="22382" y="30324"/>
                    <a:pt x="23358" y="30147"/>
                    <a:pt x="24312" y="29754"/>
                  </a:cubicBezTo>
                  <a:cubicBezTo>
                    <a:pt x="28992" y="27831"/>
                    <a:pt x="29579" y="23234"/>
                    <a:pt x="29579" y="23234"/>
                  </a:cubicBezTo>
                  <a:lnTo>
                    <a:pt x="29579" y="23234"/>
                  </a:lnTo>
                  <a:cubicBezTo>
                    <a:pt x="29578" y="23234"/>
                    <a:pt x="27493" y="25961"/>
                    <a:pt x="23856" y="25961"/>
                  </a:cubicBezTo>
                  <a:cubicBezTo>
                    <a:pt x="19899" y="25961"/>
                    <a:pt x="14105" y="22732"/>
                    <a:pt x="7161" y="9243"/>
                  </a:cubicBezTo>
                  <a:cubicBezTo>
                    <a:pt x="2674" y="532"/>
                    <a:pt x="10659" y="303"/>
                    <a:pt x="10659" y="303"/>
                  </a:cubicBezTo>
                  <a:cubicBezTo>
                    <a:pt x="10659" y="303"/>
                    <a:pt x="10015" y="1"/>
                    <a:pt x="9020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0"/>
            <p:cNvSpPr/>
            <p:nvPr/>
          </p:nvSpPr>
          <p:spPr>
            <a:xfrm>
              <a:off x="1907725" y="3413150"/>
              <a:ext cx="621375" cy="676450"/>
            </a:xfrm>
            <a:custGeom>
              <a:avLst/>
              <a:gdLst/>
              <a:ahLst/>
              <a:cxnLst/>
              <a:rect l="l" t="t" r="r" b="b"/>
              <a:pathLst>
                <a:path w="24855" h="27058" extrusionOk="0">
                  <a:moveTo>
                    <a:pt x="4358" y="0"/>
                  </a:moveTo>
                  <a:cubicBezTo>
                    <a:pt x="3185" y="0"/>
                    <a:pt x="2222" y="319"/>
                    <a:pt x="1497" y="949"/>
                  </a:cubicBezTo>
                  <a:cubicBezTo>
                    <a:pt x="725" y="1619"/>
                    <a:pt x="266" y="2603"/>
                    <a:pt x="132" y="3870"/>
                  </a:cubicBezTo>
                  <a:cubicBezTo>
                    <a:pt x="0" y="5094"/>
                    <a:pt x="176" y="6532"/>
                    <a:pt x="656" y="8144"/>
                  </a:cubicBezTo>
                  <a:cubicBezTo>
                    <a:pt x="1640" y="11460"/>
                    <a:pt x="3789" y="15136"/>
                    <a:pt x="6710" y="18495"/>
                  </a:cubicBezTo>
                  <a:cubicBezTo>
                    <a:pt x="7537" y="19451"/>
                    <a:pt x="8417" y="20361"/>
                    <a:pt x="9343" y="21225"/>
                  </a:cubicBezTo>
                  <a:cubicBezTo>
                    <a:pt x="10504" y="22310"/>
                    <a:pt x="11700" y="23275"/>
                    <a:pt x="12898" y="24090"/>
                  </a:cubicBezTo>
                  <a:cubicBezTo>
                    <a:pt x="13538" y="24529"/>
                    <a:pt x="14178" y="24928"/>
                    <a:pt x="14803" y="25272"/>
                  </a:cubicBezTo>
                  <a:cubicBezTo>
                    <a:pt x="16911" y="26438"/>
                    <a:pt x="18881" y="27057"/>
                    <a:pt x="20497" y="27057"/>
                  </a:cubicBezTo>
                  <a:cubicBezTo>
                    <a:pt x="20606" y="27057"/>
                    <a:pt x="20714" y="27052"/>
                    <a:pt x="20818" y="27048"/>
                  </a:cubicBezTo>
                  <a:cubicBezTo>
                    <a:pt x="21848" y="26995"/>
                    <a:pt x="22702" y="26678"/>
                    <a:pt x="23358" y="26108"/>
                  </a:cubicBezTo>
                  <a:cubicBezTo>
                    <a:pt x="24129" y="25438"/>
                    <a:pt x="24589" y="24455"/>
                    <a:pt x="24723" y="23187"/>
                  </a:cubicBezTo>
                  <a:cubicBezTo>
                    <a:pt x="24854" y="21961"/>
                    <a:pt x="24677" y="20525"/>
                    <a:pt x="24199" y="18911"/>
                  </a:cubicBezTo>
                  <a:cubicBezTo>
                    <a:pt x="23215" y="15598"/>
                    <a:pt x="21063" y="11922"/>
                    <a:pt x="18144" y="8560"/>
                  </a:cubicBezTo>
                  <a:cubicBezTo>
                    <a:pt x="17800" y="8165"/>
                    <a:pt x="17477" y="7807"/>
                    <a:pt x="17154" y="7468"/>
                  </a:cubicBezTo>
                  <a:lnTo>
                    <a:pt x="17152" y="7465"/>
                  </a:lnTo>
                  <a:cubicBezTo>
                    <a:pt x="15041" y="5219"/>
                    <a:pt x="12723" y="3332"/>
                    <a:pt x="10449" y="2011"/>
                  </a:cubicBezTo>
                  <a:cubicBezTo>
                    <a:pt x="9846" y="1658"/>
                    <a:pt x="9223" y="1337"/>
                    <a:pt x="8585" y="1051"/>
                  </a:cubicBezTo>
                  <a:cubicBezTo>
                    <a:pt x="7442" y="543"/>
                    <a:pt x="6364" y="215"/>
                    <a:pt x="5385" y="74"/>
                  </a:cubicBezTo>
                  <a:cubicBezTo>
                    <a:pt x="5046" y="26"/>
                    <a:pt x="4702" y="0"/>
                    <a:pt x="4358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0"/>
            <p:cNvSpPr/>
            <p:nvPr/>
          </p:nvSpPr>
          <p:spPr>
            <a:xfrm>
              <a:off x="1866050" y="3413025"/>
              <a:ext cx="704725" cy="676675"/>
            </a:xfrm>
            <a:custGeom>
              <a:avLst/>
              <a:gdLst/>
              <a:ahLst/>
              <a:cxnLst/>
              <a:rect l="l" t="t" r="r" b="b"/>
              <a:pathLst>
                <a:path w="28189" h="27067" extrusionOk="0">
                  <a:moveTo>
                    <a:pt x="6022" y="1"/>
                  </a:moveTo>
                  <a:cubicBezTo>
                    <a:pt x="6022" y="1"/>
                    <a:pt x="6022" y="1"/>
                    <a:pt x="6022" y="1"/>
                  </a:cubicBezTo>
                  <a:lnTo>
                    <a:pt x="6022" y="1"/>
                  </a:lnTo>
                  <a:cubicBezTo>
                    <a:pt x="6023" y="1"/>
                    <a:pt x="6024" y="1"/>
                    <a:pt x="6025" y="1"/>
                  </a:cubicBezTo>
                  <a:close/>
                  <a:moveTo>
                    <a:pt x="6025" y="12"/>
                  </a:moveTo>
                  <a:cubicBezTo>
                    <a:pt x="6369" y="12"/>
                    <a:pt x="6710" y="38"/>
                    <a:pt x="7052" y="86"/>
                  </a:cubicBezTo>
                  <a:cubicBezTo>
                    <a:pt x="8031" y="227"/>
                    <a:pt x="9107" y="555"/>
                    <a:pt x="10250" y="1063"/>
                  </a:cubicBezTo>
                  <a:cubicBezTo>
                    <a:pt x="10887" y="1349"/>
                    <a:pt x="11511" y="1668"/>
                    <a:pt x="12113" y="2021"/>
                  </a:cubicBezTo>
                  <a:cubicBezTo>
                    <a:pt x="14388" y="3344"/>
                    <a:pt x="16706" y="5231"/>
                    <a:pt x="18814" y="7475"/>
                  </a:cubicBezTo>
                  <a:lnTo>
                    <a:pt x="18816" y="7477"/>
                  </a:lnTo>
                  <a:cubicBezTo>
                    <a:pt x="19139" y="7817"/>
                    <a:pt x="19463" y="8172"/>
                    <a:pt x="19807" y="8569"/>
                  </a:cubicBezTo>
                  <a:cubicBezTo>
                    <a:pt x="21282" y="10266"/>
                    <a:pt x="22561" y="12047"/>
                    <a:pt x="23612" y="13855"/>
                  </a:cubicBezTo>
                  <a:cubicBezTo>
                    <a:pt x="24626" y="15605"/>
                    <a:pt x="25381" y="17307"/>
                    <a:pt x="25861" y="18918"/>
                  </a:cubicBezTo>
                  <a:cubicBezTo>
                    <a:pt x="26339" y="20530"/>
                    <a:pt x="26514" y="21966"/>
                    <a:pt x="26385" y="23190"/>
                  </a:cubicBezTo>
                  <a:cubicBezTo>
                    <a:pt x="26251" y="24458"/>
                    <a:pt x="25792" y="25439"/>
                    <a:pt x="25020" y="26108"/>
                  </a:cubicBezTo>
                  <a:cubicBezTo>
                    <a:pt x="24365" y="26676"/>
                    <a:pt x="23513" y="26993"/>
                    <a:pt x="22485" y="27046"/>
                  </a:cubicBezTo>
                  <a:cubicBezTo>
                    <a:pt x="22381" y="27051"/>
                    <a:pt x="22273" y="27055"/>
                    <a:pt x="22164" y="27055"/>
                  </a:cubicBezTo>
                  <a:cubicBezTo>
                    <a:pt x="20548" y="27055"/>
                    <a:pt x="18578" y="26439"/>
                    <a:pt x="16473" y="25270"/>
                  </a:cubicBezTo>
                  <a:cubicBezTo>
                    <a:pt x="15847" y="24926"/>
                    <a:pt x="15207" y="24529"/>
                    <a:pt x="14568" y="24088"/>
                  </a:cubicBezTo>
                  <a:cubicBezTo>
                    <a:pt x="13369" y="23273"/>
                    <a:pt x="12173" y="22310"/>
                    <a:pt x="11012" y="21225"/>
                  </a:cubicBezTo>
                  <a:cubicBezTo>
                    <a:pt x="10086" y="20361"/>
                    <a:pt x="9209" y="19452"/>
                    <a:pt x="8380" y="18496"/>
                  </a:cubicBezTo>
                  <a:cubicBezTo>
                    <a:pt x="6904" y="16799"/>
                    <a:pt x="5625" y="15018"/>
                    <a:pt x="4574" y="13210"/>
                  </a:cubicBezTo>
                  <a:cubicBezTo>
                    <a:pt x="3561" y="11463"/>
                    <a:pt x="2806" y="9759"/>
                    <a:pt x="2326" y="8147"/>
                  </a:cubicBezTo>
                  <a:cubicBezTo>
                    <a:pt x="1848" y="6535"/>
                    <a:pt x="1672" y="5099"/>
                    <a:pt x="1801" y="3875"/>
                  </a:cubicBezTo>
                  <a:cubicBezTo>
                    <a:pt x="1938" y="2610"/>
                    <a:pt x="2397" y="1629"/>
                    <a:pt x="3166" y="959"/>
                  </a:cubicBezTo>
                  <a:cubicBezTo>
                    <a:pt x="3889" y="331"/>
                    <a:pt x="4852" y="12"/>
                    <a:pt x="6025" y="12"/>
                  </a:cubicBezTo>
                  <a:close/>
                  <a:moveTo>
                    <a:pt x="6022" y="1"/>
                  </a:moveTo>
                  <a:lnTo>
                    <a:pt x="6022" y="1"/>
                  </a:lnTo>
                  <a:cubicBezTo>
                    <a:pt x="4880" y="1"/>
                    <a:pt x="3902" y="306"/>
                    <a:pt x="3159" y="950"/>
                  </a:cubicBezTo>
                  <a:cubicBezTo>
                    <a:pt x="0" y="3695"/>
                    <a:pt x="2335" y="11555"/>
                    <a:pt x="8370" y="18503"/>
                  </a:cubicBezTo>
                  <a:cubicBezTo>
                    <a:pt x="9199" y="19461"/>
                    <a:pt x="10079" y="20371"/>
                    <a:pt x="11005" y="21234"/>
                  </a:cubicBezTo>
                  <a:cubicBezTo>
                    <a:pt x="12180" y="22331"/>
                    <a:pt x="13379" y="23291"/>
                    <a:pt x="14561" y="24100"/>
                  </a:cubicBezTo>
                  <a:cubicBezTo>
                    <a:pt x="15203" y="24541"/>
                    <a:pt x="15840" y="24935"/>
                    <a:pt x="16466" y="25282"/>
                  </a:cubicBezTo>
                  <a:cubicBezTo>
                    <a:pt x="18553" y="26436"/>
                    <a:pt x="20527" y="27067"/>
                    <a:pt x="22162" y="27067"/>
                  </a:cubicBezTo>
                  <a:cubicBezTo>
                    <a:pt x="22273" y="27067"/>
                    <a:pt x="22379" y="27064"/>
                    <a:pt x="22485" y="27060"/>
                  </a:cubicBezTo>
                  <a:cubicBezTo>
                    <a:pt x="23490" y="27007"/>
                    <a:pt x="24355" y="26702"/>
                    <a:pt x="25027" y="26118"/>
                  </a:cubicBezTo>
                  <a:cubicBezTo>
                    <a:pt x="28188" y="23372"/>
                    <a:pt x="25854" y="15513"/>
                    <a:pt x="19814" y="8562"/>
                  </a:cubicBezTo>
                  <a:cubicBezTo>
                    <a:pt x="19486" y="8186"/>
                    <a:pt x="19160" y="7824"/>
                    <a:pt x="18825" y="7470"/>
                  </a:cubicBezTo>
                  <a:lnTo>
                    <a:pt x="18823" y="7468"/>
                  </a:lnTo>
                  <a:cubicBezTo>
                    <a:pt x="16643" y="5150"/>
                    <a:pt x="14323" y="3296"/>
                    <a:pt x="12118" y="2012"/>
                  </a:cubicBezTo>
                  <a:cubicBezTo>
                    <a:pt x="11515" y="1659"/>
                    <a:pt x="10892" y="1340"/>
                    <a:pt x="10255" y="1054"/>
                  </a:cubicBezTo>
                  <a:cubicBezTo>
                    <a:pt x="9121" y="550"/>
                    <a:pt x="8038" y="215"/>
                    <a:pt x="7050" y="77"/>
                  </a:cubicBezTo>
                  <a:cubicBezTo>
                    <a:pt x="6710" y="28"/>
                    <a:pt x="6366" y="3"/>
                    <a:pt x="6022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0"/>
            <p:cNvSpPr/>
            <p:nvPr/>
          </p:nvSpPr>
          <p:spPr>
            <a:xfrm>
              <a:off x="1995350" y="3506475"/>
              <a:ext cx="474975" cy="482675"/>
            </a:xfrm>
            <a:custGeom>
              <a:avLst/>
              <a:gdLst/>
              <a:ahLst/>
              <a:cxnLst/>
              <a:rect l="l" t="t" r="r" b="b"/>
              <a:pathLst>
                <a:path w="18999" h="19307" extrusionOk="0">
                  <a:moveTo>
                    <a:pt x="2905" y="1"/>
                  </a:moveTo>
                  <a:cubicBezTo>
                    <a:pt x="2180" y="1"/>
                    <a:pt x="1587" y="197"/>
                    <a:pt x="1143" y="583"/>
                  </a:cubicBezTo>
                  <a:cubicBezTo>
                    <a:pt x="132" y="1460"/>
                    <a:pt x="0" y="3229"/>
                    <a:pt x="774" y="5566"/>
                  </a:cubicBezTo>
                  <a:cubicBezTo>
                    <a:pt x="1548" y="7900"/>
                    <a:pt x="3134" y="10521"/>
                    <a:pt x="5240" y="12945"/>
                  </a:cubicBezTo>
                  <a:cubicBezTo>
                    <a:pt x="6893" y="14848"/>
                    <a:pt x="8715" y="16455"/>
                    <a:pt x="10516" y="17598"/>
                  </a:cubicBezTo>
                  <a:cubicBezTo>
                    <a:pt x="12275" y="18715"/>
                    <a:pt x="13880" y="19306"/>
                    <a:pt x="15150" y="19306"/>
                  </a:cubicBezTo>
                  <a:cubicBezTo>
                    <a:pt x="15875" y="19306"/>
                    <a:pt x="16468" y="19112"/>
                    <a:pt x="16909" y="18727"/>
                  </a:cubicBezTo>
                  <a:cubicBezTo>
                    <a:pt x="18999" y="16912"/>
                    <a:pt x="17161" y="11366"/>
                    <a:pt x="12813" y="6362"/>
                  </a:cubicBezTo>
                  <a:cubicBezTo>
                    <a:pt x="11162" y="4462"/>
                    <a:pt x="9338" y="2853"/>
                    <a:pt x="7539" y="1710"/>
                  </a:cubicBezTo>
                  <a:cubicBezTo>
                    <a:pt x="5778" y="592"/>
                    <a:pt x="4175" y="1"/>
                    <a:pt x="2905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0"/>
            <p:cNvSpPr/>
            <p:nvPr/>
          </p:nvSpPr>
          <p:spPr>
            <a:xfrm>
              <a:off x="1971500" y="3506375"/>
              <a:ext cx="499050" cy="482950"/>
            </a:xfrm>
            <a:custGeom>
              <a:avLst/>
              <a:gdLst/>
              <a:ahLst/>
              <a:cxnLst/>
              <a:rect l="l" t="t" r="r" b="b"/>
              <a:pathLst>
                <a:path w="19962" h="19318" extrusionOk="0">
                  <a:moveTo>
                    <a:pt x="3859" y="12"/>
                  </a:moveTo>
                  <a:cubicBezTo>
                    <a:pt x="4492" y="12"/>
                    <a:pt x="5212" y="160"/>
                    <a:pt x="6004" y="453"/>
                  </a:cubicBezTo>
                  <a:cubicBezTo>
                    <a:pt x="6787" y="744"/>
                    <a:pt x="7625" y="1169"/>
                    <a:pt x="8491" y="1721"/>
                  </a:cubicBezTo>
                  <a:cubicBezTo>
                    <a:pt x="10290" y="2861"/>
                    <a:pt x="12114" y="4471"/>
                    <a:pt x="13765" y="6371"/>
                  </a:cubicBezTo>
                  <a:cubicBezTo>
                    <a:pt x="14829" y="7595"/>
                    <a:pt x="15762" y="8871"/>
                    <a:pt x="16535" y="10160"/>
                  </a:cubicBezTo>
                  <a:cubicBezTo>
                    <a:pt x="17284" y="11407"/>
                    <a:pt x="17854" y="12614"/>
                    <a:pt x="18228" y="13750"/>
                  </a:cubicBezTo>
                  <a:cubicBezTo>
                    <a:pt x="18604" y="14886"/>
                    <a:pt x="18768" y="15891"/>
                    <a:pt x="18713" y="16738"/>
                  </a:cubicBezTo>
                  <a:cubicBezTo>
                    <a:pt x="18657" y="17613"/>
                    <a:pt x="18371" y="18283"/>
                    <a:pt x="17861" y="18726"/>
                  </a:cubicBezTo>
                  <a:cubicBezTo>
                    <a:pt x="17418" y="19110"/>
                    <a:pt x="16826" y="19306"/>
                    <a:pt x="16104" y="19306"/>
                  </a:cubicBezTo>
                  <a:cubicBezTo>
                    <a:pt x="15471" y="19306"/>
                    <a:pt x="14751" y="19156"/>
                    <a:pt x="13959" y="18862"/>
                  </a:cubicBezTo>
                  <a:cubicBezTo>
                    <a:pt x="13176" y="18574"/>
                    <a:pt x="12338" y="18147"/>
                    <a:pt x="11472" y="17597"/>
                  </a:cubicBezTo>
                  <a:cubicBezTo>
                    <a:pt x="9673" y="16454"/>
                    <a:pt x="7849" y="14847"/>
                    <a:pt x="6198" y="12947"/>
                  </a:cubicBezTo>
                  <a:cubicBezTo>
                    <a:pt x="5134" y="11721"/>
                    <a:pt x="4201" y="10446"/>
                    <a:pt x="3427" y="9155"/>
                  </a:cubicBezTo>
                  <a:cubicBezTo>
                    <a:pt x="2679" y="7909"/>
                    <a:pt x="2109" y="6703"/>
                    <a:pt x="1735" y="5567"/>
                  </a:cubicBezTo>
                  <a:cubicBezTo>
                    <a:pt x="1359" y="4431"/>
                    <a:pt x="1195" y="3427"/>
                    <a:pt x="1250" y="2579"/>
                  </a:cubicBezTo>
                  <a:cubicBezTo>
                    <a:pt x="1305" y="1702"/>
                    <a:pt x="1592" y="1035"/>
                    <a:pt x="2102" y="591"/>
                  </a:cubicBezTo>
                  <a:cubicBezTo>
                    <a:pt x="2545" y="206"/>
                    <a:pt x="3136" y="12"/>
                    <a:pt x="3859" y="12"/>
                  </a:cubicBezTo>
                  <a:close/>
                  <a:moveTo>
                    <a:pt x="3859" y="0"/>
                  </a:moveTo>
                  <a:cubicBezTo>
                    <a:pt x="3150" y="0"/>
                    <a:pt x="2548" y="187"/>
                    <a:pt x="2095" y="582"/>
                  </a:cubicBezTo>
                  <a:cubicBezTo>
                    <a:pt x="1" y="2402"/>
                    <a:pt x="1834" y="7941"/>
                    <a:pt x="6189" y="12954"/>
                  </a:cubicBezTo>
                  <a:cubicBezTo>
                    <a:pt x="9599" y="16879"/>
                    <a:pt x="13545" y="19317"/>
                    <a:pt x="16104" y="19317"/>
                  </a:cubicBezTo>
                  <a:cubicBezTo>
                    <a:pt x="16813" y="19317"/>
                    <a:pt x="17415" y="19130"/>
                    <a:pt x="17868" y="18735"/>
                  </a:cubicBezTo>
                  <a:cubicBezTo>
                    <a:pt x="19962" y="16914"/>
                    <a:pt x="18129" y="11374"/>
                    <a:pt x="13774" y="6364"/>
                  </a:cubicBezTo>
                  <a:cubicBezTo>
                    <a:pt x="10364" y="2439"/>
                    <a:pt x="6418" y="0"/>
                    <a:pt x="385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0"/>
            <p:cNvSpPr/>
            <p:nvPr/>
          </p:nvSpPr>
          <p:spPr>
            <a:xfrm>
              <a:off x="1957425" y="3464225"/>
              <a:ext cx="524275" cy="572250"/>
            </a:xfrm>
            <a:custGeom>
              <a:avLst/>
              <a:gdLst/>
              <a:ahLst/>
              <a:cxnLst/>
              <a:rect l="l" t="t" r="r" b="b"/>
              <a:pathLst>
                <a:path w="20971" h="22890" fill="none" extrusionOk="0">
                  <a:moveTo>
                    <a:pt x="15154" y="7387"/>
                  </a:moveTo>
                  <a:cubicBezTo>
                    <a:pt x="17544" y="10137"/>
                    <a:pt x="19343" y="13201"/>
                    <a:pt x="20158" y="15907"/>
                  </a:cubicBezTo>
                  <a:cubicBezTo>
                    <a:pt x="20971" y="18614"/>
                    <a:pt x="20733" y="20738"/>
                    <a:pt x="19495" y="21814"/>
                  </a:cubicBezTo>
                  <a:cubicBezTo>
                    <a:pt x="18255" y="22890"/>
                    <a:pt x="16119" y="22830"/>
                    <a:pt x="13554" y="21645"/>
                  </a:cubicBezTo>
                  <a:cubicBezTo>
                    <a:pt x="10989" y="20463"/>
                    <a:pt x="8204" y="18253"/>
                    <a:pt x="5817" y="15503"/>
                  </a:cubicBezTo>
                  <a:cubicBezTo>
                    <a:pt x="3427" y="12753"/>
                    <a:pt x="1626" y="9689"/>
                    <a:pt x="813" y="6983"/>
                  </a:cubicBezTo>
                  <a:cubicBezTo>
                    <a:pt x="0" y="4279"/>
                    <a:pt x="238" y="2155"/>
                    <a:pt x="1476" y="1077"/>
                  </a:cubicBezTo>
                  <a:cubicBezTo>
                    <a:pt x="2714" y="1"/>
                    <a:pt x="4852" y="63"/>
                    <a:pt x="7417" y="1245"/>
                  </a:cubicBezTo>
                  <a:cubicBezTo>
                    <a:pt x="9982" y="2428"/>
                    <a:pt x="12765" y="4637"/>
                    <a:pt x="15154" y="7387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0"/>
            <p:cNvSpPr/>
            <p:nvPr/>
          </p:nvSpPr>
          <p:spPr>
            <a:xfrm>
              <a:off x="2169050" y="3463300"/>
              <a:ext cx="263475" cy="709425"/>
            </a:xfrm>
            <a:custGeom>
              <a:avLst/>
              <a:gdLst/>
              <a:ahLst/>
              <a:cxnLst/>
              <a:rect l="l" t="t" r="r" b="b"/>
              <a:pathLst>
                <a:path w="10539" h="28377" extrusionOk="0">
                  <a:moveTo>
                    <a:pt x="0" y="1"/>
                  </a:moveTo>
                  <a:lnTo>
                    <a:pt x="379" y="2030"/>
                  </a:lnTo>
                  <a:lnTo>
                    <a:pt x="644" y="3467"/>
                  </a:lnTo>
                  <a:lnTo>
                    <a:pt x="1831" y="9805"/>
                  </a:lnTo>
                  <a:lnTo>
                    <a:pt x="1854" y="9925"/>
                  </a:lnTo>
                  <a:lnTo>
                    <a:pt x="2064" y="11061"/>
                  </a:lnTo>
                  <a:lnTo>
                    <a:pt x="2067" y="11063"/>
                  </a:lnTo>
                  <a:lnTo>
                    <a:pt x="2591" y="13866"/>
                  </a:lnTo>
                  <a:lnTo>
                    <a:pt x="3616" y="19364"/>
                  </a:lnTo>
                  <a:lnTo>
                    <a:pt x="3939" y="21093"/>
                  </a:lnTo>
                  <a:lnTo>
                    <a:pt x="4348" y="23271"/>
                  </a:lnTo>
                  <a:lnTo>
                    <a:pt x="5285" y="28358"/>
                  </a:lnTo>
                  <a:cubicBezTo>
                    <a:pt x="5482" y="28370"/>
                    <a:pt x="5677" y="28376"/>
                    <a:pt x="5870" y="28376"/>
                  </a:cubicBezTo>
                  <a:cubicBezTo>
                    <a:pt x="7557" y="28376"/>
                    <a:pt x="9113" y="27897"/>
                    <a:pt x="10538" y="26940"/>
                  </a:cubicBezTo>
                  <a:lnTo>
                    <a:pt x="10365" y="25046"/>
                  </a:lnTo>
                  <a:lnTo>
                    <a:pt x="9885" y="22465"/>
                  </a:lnTo>
                  <a:lnTo>
                    <a:pt x="9562" y="20736"/>
                  </a:lnTo>
                  <a:lnTo>
                    <a:pt x="7611" y="10301"/>
                  </a:lnTo>
                  <a:lnTo>
                    <a:pt x="7181" y="8011"/>
                  </a:lnTo>
                  <a:lnTo>
                    <a:pt x="7179" y="8008"/>
                  </a:lnTo>
                  <a:lnTo>
                    <a:pt x="6705" y="5459"/>
                  </a:lnTo>
                  <a:lnTo>
                    <a:pt x="6703" y="5457"/>
                  </a:lnTo>
                  <a:cubicBezTo>
                    <a:pt x="4526" y="3139"/>
                    <a:pt x="2205" y="1285"/>
                    <a:pt x="0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0"/>
            <p:cNvSpPr/>
            <p:nvPr/>
          </p:nvSpPr>
          <p:spPr>
            <a:xfrm>
              <a:off x="2042325" y="3414925"/>
              <a:ext cx="215000" cy="748150"/>
            </a:xfrm>
            <a:custGeom>
              <a:avLst/>
              <a:gdLst/>
              <a:ahLst/>
              <a:cxnLst/>
              <a:rect l="l" t="t" r="r" b="b"/>
              <a:pathLst>
                <a:path w="8600" h="29926" extrusionOk="0">
                  <a:moveTo>
                    <a:pt x="1" y="1"/>
                  </a:moveTo>
                  <a:lnTo>
                    <a:pt x="428" y="2282"/>
                  </a:lnTo>
                  <a:lnTo>
                    <a:pt x="687" y="3675"/>
                  </a:lnTo>
                  <a:lnTo>
                    <a:pt x="3035" y="16231"/>
                  </a:lnTo>
                  <a:lnTo>
                    <a:pt x="3035" y="16233"/>
                  </a:lnTo>
                  <a:lnTo>
                    <a:pt x="3483" y="18637"/>
                  </a:lnTo>
                  <a:lnTo>
                    <a:pt x="3954" y="21158"/>
                  </a:lnTo>
                  <a:lnTo>
                    <a:pt x="5069" y="28346"/>
                  </a:lnTo>
                  <a:lnTo>
                    <a:pt x="8600" y="29925"/>
                  </a:lnTo>
                  <a:lnTo>
                    <a:pt x="7512" y="24024"/>
                  </a:lnTo>
                  <a:lnTo>
                    <a:pt x="7094" y="21795"/>
                  </a:lnTo>
                  <a:lnTo>
                    <a:pt x="6739" y="19895"/>
                  </a:lnTo>
                  <a:lnTo>
                    <a:pt x="5473" y="13123"/>
                  </a:lnTo>
                  <a:lnTo>
                    <a:pt x="5205" y="11684"/>
                  </a:lnTo>
                  <a:lnTo>
                    <a:pt x="5102" y="11139"/>
                  </a:lnTo>
                  <a:lnTo>
                    <a:pt x="5099" y="11137"/>
                  </a:lnTo>
                  <a:lnTo>
                    <a:pt x="4965" y="10408"/>
                  </a:lnTo>
                  <a:lnTo>
                    <a:pt x="3836" y="4372"/>
                  </a:lnTo>
                  <a:lnTo>
                    <a:pt x="3585" y="3028"/>
                  </a:lnTo>
                  <a:lnTo>
                    <a:pt x="3204" y="975"/>
                  </a:lnTo>
                  <a:cubicBezTo>
                    <a:pt x="2070" y="472"/>
                    <a:pt x="989" y="139"/>
                    <a:pt x="1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" name="Google Shape;552;p30"/>
          <p:cNvGrpSpPr/>
          <p:nvPr/>
        </p:nvGrpSpPr>
        <p:grpSpPr>
          <a:xfrm flipH="1">
            <a:off x="659293" y="404033"/>
            <a:ext cx="530159" cy="550985"/>
            <a:chOff x="2777975" y="4487350"/>
            <a:chExt cx="803150" cy="834825"/>
          </a:xfrm>
        </p:grpSpPr>
        <p:sp>
          <p:nvSpPr>
            <p:cNvPr id="553" name="Google Shape;553;p30"/>
            <p:cNvSpPr/>
            <p:nvPr/>
          </p:nvSpPr>
          <p:spPr>
            <a:xfrm>
              <a:off x="2801475" y="4545025"/>
              <a:ext cx="776425" cy="720275"/>
            </a:xfrm>
            <a:custGeom>
              <a:avLst/>
              <a:gdLst/>
              <a:ahLst/>
              <a:cxnLst/>
              <a:rect l="l" t="t" r="r" b="b"/>
              <a:pathLst>
                <a:path w="31057" h="28811" extrusionOk="0">
                  <a:moveTo>
                    <a:pt x="14617" y="0"/>
                  </a:moveTo>
                  <a:cubicBezTo>
                    <a:pt x="8672" y="0"/>
                    <a:pt x="3310" y="3412"/>
                    <a:pt x="718" y="8603"/>
                  </a:cubicBezTo>
                  <a:cubicBezTo>
                    <a:pt x="469" y="9391"/>
                    <a:pt x="287" y="10196"/>
                    <a:pt x="169" y="11012"/>
                  </a:cubicBezTo>
                  <a:cubicBezTo>
                    <a:pt x="53" y="11797"/>
                    <a:pt x="0" y="12589"/>
                    <a:pt x="5" y="13381"/>
                  </a:cubicBezTo>
                  <a:cubicBezTo>
                    <a:pt x="10" y="14161"/>
                    <a:pt x="77" y="14939"/>
                    <a:pt x="201" y="15710"/>
                  </a:cubicBezTo>
                  <a:cubicBezTo>
                    <a:pt x="284" y="16230"/>
                    <a:pt x="393" y="16747"/>
                    <a:pt x="527" y="17255"/>
                  </a:cubicBezTo>
                  <a:cubicBezTo>
                    <a:pt x="905" y="18673"/>
                    <a:pt x="1483" y="20028"/>
                    <a:pt x="2240" y="21282"/>
                  </a:cubicBezTo>
                  <a:cubicBezTo>
                    <a:pt x="4565" y="25133"/>
                    <a:pt x="8532" y="27950"/>
                    <a:pt x="13328" y="28648"/>
                  </a:cubicBezTo>
                  <a:cubicBezTo>
                    <a:pt x="14085" y="28757"/>
                    <a:pt x="14838" y="28811"/>
                    <a:pt x="15582" y="28811"/>
                  </a:cubicBezTo>
                  <a:cubicBezTo>
                    <a:pt x="22075" y="28811"/>
                    <a:pt x="27874" y="24745"/>
                    <a:pt x="30130" y="18733"/>
                  </a:cubicBezTo>
                  <a:cubicBezTo>
                    <a:pt x="30456" y="17802"/>
                    <a:pt x="30691" y="16842"/>
                    <a:pt x="30837" y="15865"/>
                  </a:cubicBezTo>
                  <a:cubicBezTo>
                    <a:pt x="30906" y="15389"/>
                    <a:pt x="30952" y="14916"/>
                    <a:pt x="30978" y="14445"/>
                  </a:cubicBezTo>
                  <a:cubicBezTo>
                    <a:pt x="31056" y="12953"/>
                    <a:pt x="30121" y="13422"/>
                    <a:pt x="29793" y="12021"/>
                  </a:cubicBezTo>
                  <a:cubicBezTo>
                    <a:pt x="29671" y="11506"/>
                    <a:pt x="29523" y="10998"/>
                    <a:pt x="29354" y="10504"/>
                  </a:cubicBezTo>
                  <a:cubicBezTo>
                    <a:pt x="29098" y="9765"/>
                    <a:pt x="28789" y="9047"/>
                    <a:pt x="28426" y="8356"/>
                  </a:cubicBezTo>
                  <a:cubicBezTo>
                    <a:pt x="26191" y="4085"/>
                    <a:pt x="22007" y="910"/>
                    <a:pt x="16874" y="164"/>
                  </a:cubicBezTo>
                  <a:cubicBezTo>
                    <a:pt x="16116" y="54"/>
                    <a:pt x="15362" y="0"/>
                    <a:pt x="14617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0"/>
            <p:cNvSpPr/>
            <p:nvPr/>
          </p:nvSpPr>
          <p:spPr>
            <a:xfrm>
              <a:off x="2801650" y="4487525"/>
              <a:ext cx="779300" cy="777675"/>
            </a:xfrm>
            <a:custGeom>
              <a:avLst/>
              <a:gdLst/>
              <a:ahLst/>
              <a:cxnLst/>
              <a:rect l="l" t="t" r="r" b="b"/>
              <a:pathLst>
                <a:path w="31172" h="31107" extrusionOk="0">
                  <a:moveTo>
                    <a:pt x="15542" y="0"/>
                  </a:moveTo>
                  <a:cubicBezTo>
                    <a:pt x="8747" y="5"/>
                    <a:pt x="2743" y="4422"/>
                    <a:pt x="716" y="10908"/>
                  </a:cubicBezTo>
                  <a:cubicBezTo>
                    <a:pt x="469" y="11693"/>
                    <a:pt x="284" y="12499"/>
                    <a:pt x="169" y="13316"/>
                  </a:cubicBezTo>
                  <a:cubicBezTo>
                    <a:pt x="53" y="14099"/>
                    <a:pt x="0" y="14891"/>
                    <a:pt x="5" y="15683"/>
                  </a:cubicBezTo>
                  <a:cubicBezTo>
                    <a:pt x="10" y="16461"/>
                    <a:pt x="74" y="17239"/>
                    <a:pt x="199" y="18010"/>
                  </a:cubicBezTo>
                  <a:cubicBezTo>
                    <a:pt x="287" y="18546"/>
                    <a:pt x="395" y="19066"/>
                    <a:pt x="527" y="19555"/>
                  </a:cubicBezTo>
                  <a:cubicBezTo>
                    <a:pt x="905" y="20970"/>
                    <a:pt x="1480" y="22326"/>
                    <a:pt x="2240" y="23580"/>
                  </a:cubicBezTo>
                  <a:cubicBezTo>
                    <a:pt x="4657" y="27588"/>
                    <a:pt x="8696" y="30269"/>
                    <a:pt x="13321" y="30941"/>
                  </a:cubicBezTo>
                  <a:cubicBezTo>
                    <a:pt x="14069" y="31049"/>
                    <a:pt x="14822" y="31105"/>
                    <a:pt x="15577" y="31105"/>
                  </a:cubicBezTo>
                  <a:lnTo>
                    <a:pt x="15579" y="31107"/>
                  </a:lnTo>
                  <a:cubicBezTo>
                    <a:pt x="20354" y="31098"/>
                    <a:pt x="24861" y="28900"/>
                    <a:pt x="27807" y="25143"/>
                  </a:cubicBezTo>
                  <a:cubicBezTo>
                    <a:pt x="29479" y="23009"/>
                    <a:pt x="30564" y="20474"/>
                    <a:pt x="30950" y="17791"/>
                  </a:cubicBezTo>
                  <a:cubicBezTo>
                    <a:pt x="31019" y="17325"/>
                    <a:pt x="31068" y="16849"/>
                    <a:pt x="31091" y="16373"/>
                  </a:cubicBezTo>
                  <a:cubicBezTo>
                    <a:pt x="31171" y="14909"/>
                    <a:pt x="31042" y="13443"/>
                    <a:pt x="30710" y="12014"/>
                  </a:cubicBezTo>
                  <a:cubicBezTo>
                    <a:pt x="30587" y="11504"/>
                    <a:pt x="30442" y="10993"/>
                    <a:pt x="30271" y="10497"/>
                  </a:cubicBezTo>
                  <a:cubicBezTo>
                    <a:pt x="30015" y="9760"/>
                    <a:pt x="29705" y="9042"/>
                    <a:pt x="29343" y="8352"/>
                  </a:cubicBezTo>
                  <a:cubicBezTo>
                    <a:pt x="28218" y="6209"/>
                    <a:pt x="26614" y="4355"/>
                    <a:pt x="24656" y="2935"/>
                  </a:cubicBezTo>
                  <a:cubicBezTo>
                    <a:pt x="23660" y="2217"/>
                    <a:pt x="22584" y="1619"/>
                    <a:pt x="21451" y="1155"/>
                  </a:cubicBezTo>
                  <a:cubicBezTo>
                    <a:pt x="19573" y="393"/>
                    <a:pt x="17567" y="0"/>
                    <a:pt x="15542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0"/>
            <p:cNvSpPr/>
            <p:nvPr/>
          </p:nvSpPr>
          <p:spPr>
            <a:xfrm>
              <a:off x="2801525" y="4487350"/>
              <a:ext cx="779600" cy="777975"/>
            </a:xfrm>
            <a:custGeom>
              <a:avLst/>
              <a:gdLst/>
              <a:ahLst/>
              <a:cxnLst/>
              <a:rect l="l" t="t" r="r" b="b"/>
              <a:pathLst>
                <a:path w="31184" h="31119" extrusionOk="0">
                  <a:moveTo>
                    <a:pt x="15547" y="10"/>
                  </a:moveTo>
                  <a:cubicBezTo>
                    <a:pt x="17572" y="12"/>
                    <a:pt x="19576" y="402"/>
                    <a:pt x="21453" y="1164"/>
                  </a:cubicBezTo>
                  <a:cubicBezTo>
                    <a:pt x="23714" y="2090"/>
                    <a:pt x="25723" y="3535"/>
                    <a:pt x="27318" y="5385"/>
                  </a:cubicBezTo>
                  <a:cubicBezTo>
                    <a:pt x="28106" y="6295"/>
                    <a:pt x="28784" y="7294"/>
                    <a:pt x="29343" y="8359"/>
                  </a:cubicBezTo>
                  <a:cubicBezTo>
                    <a:pt x="29706" y="9049"/>
                    <a:pt x="30015" y="9767"/>
                    <a:pt x="30271" y="10506"/>
                  </a:cubicBezTo>
                  <a:cubicBezTo>
                    <a:pt x="30442" y="11000"/>
                    <a:pt x="30588" y="11511"/>
                    <a:pt x="30710" y="12023"/>
                  </a:cubicBezTo>
                  <a:cubicBezTo>
                    <a:pt x="31043" y="13448"/>
                    <a:pt x="31170" y="14914"/>
                    <a:pt x="31091" y="16378"/>
                  </a:cubicBezTo>
                  <a:cubicBezTo>
                    <a:pt x="31066" y="16854"/>
                    <a:pt x="31019" y="17329"/>
                    <a:pt x="30950" y="17796"/>
                  </a:cubicBezTo>
                  <a:cubicBezTo>
                    <a:pt x="30562" y="20476"/>
                    <a:pt x="29479" y="23012"/>
                    <a:pt x="27810" y="25143"/>
                  </a:cubicBezTo>
                  <a:cubicBezTo>
                    <a:pt x="24866" y="28904"/>
                    <a:pt x="20357" y="31102"/>
                    <a:pt x="15584" y="31107"/>
                  </a:cubicBezTo>
                  <a:cubicBezTo>
                    <a:pt x="13640" y="31105"/>
                    <a:pt x="11712" y="30745"/>
                    <a:pt x="9902" y="30040"/>
                  </a:cubicBezTo>
                  <a:cubicBezTo>
                    <a:pt x="7773" y="29209"/>
                    <a:pt x="5856" y="27918"/>
                    <a:pt x="4286" y="26258"/>
                  </a:cubicBezTo>
                  <a:cubicBezTo>
                    <a:pt x="3513" y="25443"/>
                    <a:pt x="2831" y="24545"/>
                    <a:pt x="2250" y="23584"/>
                  </a:cubicBezTo>
                  <a:cubicBezTo>
                    <a:pt x="1492" y="22331"/>
                    <a:pt x="915" y="20977"/>
                    <a:pt x="539" y="19562"/>
                  </a:cubicBezTo>
                  <a:cubicBezTo>
                    <a:pt x="407" y="19070"/>
                    <a:pt x="299" y="18551"/>
                    <a:pt x="211" y="18017"/>
                  </a:cubicBezTo>
                  <a:cubicBezTo>
                    <a:pt x="86" y="17246"/>
                    <a:pt x="21" y="16468"/>
                    <a:pt x="17" y="15690"/>
                  </a:cubicBezTo>
                  <a:cubicBezTo>
                    <a:pt x="10" y="14898"/>
                    <a:pt x="65" y="14106"/>
                    <a:pt x="181" y="13323"/>
                  </a:cubicBezTo>
                  <a:cubicBezTo>
                    <a:pt x="296" y="12506"/>
                    <a:pt x="481" y="11702"/>
                    <a:pt x="728" y="10915"/>
                  </a:cubicBezTo>
                  <a:cubicBezTo>
                    <a:pt x="2755" y="4434"/>
                    <a:pt x="8756" y="16"/>
                    <a:pt x="15549" y="12"/>
                  </a:cubicBezTo>
                  <a:lnTo>
                    <a:pt x="15547" y="10"/>
                  </a:lnTo>
                  <a:close/>
                  <a:moveTo>
                    <a:pt x="15549" y="0"/>
                  </a:moveTo>
                  <a:cubicBezTo>
                    <a:pt x="8761" y="0"/>
                    <a:pt x="2732" y="4445"/>
                    <a:pt x="716" y="10913"/>
                  </a:cubicBezTo>
                  <a:cubicBezTo>
                    <a:pt x="469" y="11700"/>
                    <a:pt x="287" y="12503"/>
                    <a:pt x="169" y="13321"/>
                  </a:cubicBezTo>
                  <a:cubicBezTo>
                    <a:pt x="54" y="14106"/>
                    <a:pt x="1" y="14898"/>
                    <a:pt x="5" y="15690"/>
                  </a:cubicBezTo>
                  <a:cubicBezTo>
                    <a:pt x="10" y="16470"/>
                    <a:pt x="75" y="17248"/>
                    <a:pt x="199" y="18017"/>
                  </a:cubicBezTo>
                  <a:cubicBezTo>
                    <a:pt x="282" y="18539"/>
                    <a:pt x="393" y="19054"/>
                    <a:pt x="527" y="19564"/>
                  </a:cubicBezTo>
                  <a:cubicBezTo>
                    <a:pt x="906" y="20980"/>
                    <a:pt x="1483" y="22335"/>
                    <a:pt x="2240" y="23589"/>
                  </a:cubicBezTo>
                  <a:cubicBezTo>
                    <a:pt x="4563" y="27440"/>
                    <a:pt x="8530" y="30257"/>
                    <a:pt x="13326" y="30955"/>
                  </a:cubicBezTo>
                  <a:cubicBezTo>
                    <a:pt x="14074" y="31063"/>
                    <a:pt x="14829" y="31116"/>
                    <a:pt x="15584" y="31119"/>
                  </a:cubicBezTo>
                  <a:cubicBezTo>
                    <a:pt x="22077" y="31119"/>
                    <a:pt x="27875" y="27052"/>
                    <a:pt x="30131" y="21040"/>
                  </a:cubicBezTo>
                  <a:cubicBezTo>
                    <a:pt x="30525" y="19994"/>
                    <a:pt x="30805" y="18906"/>
                    <a:pt x="30964" y="17798"/>
                  </a:cubicBezTo>
                  <a:cubicBezTo>
                    <a:pt x="31033" y="17322"/>
                    <a:pt x="31080" y="16849"/>
                    <a:pt x="31105" y="16378"/>
                  </a:cubicBezTo>
                  <a:cubicBezTo>
                    <a:pt x="31183" y="14914"/>
                    <a:pt x="31054" y="13448"/>
                    <a:pt x="30722" y="12021"/>
                  </a:cubicBezTo>
                  <a:cubicBezTo>
                    <a:pt x="30602" y="11506"/>
                    <a:pt x="30454" y="10996"/>
                    <a:pt x="30283" y="10502"/>
                  </a:cubicBezTo>
                  <a:cubicBezTo>
                    <a:pt x="30029" y="9765"/>
                    <a:pt x="29717" y="9047"/>
                    <a:pt x="29355" y="8354"/>
                  </a:cubicBezTo>
                  <a:cubicBezTo>
                    <a:pt x="27120" y="4083"/>
                    <a:pt x="22936" y="908"/>
                    <a:pt x="17803" y="164"/>
                  </a:cubicBezTo>
                  <a:cubicBezTo>
                    <a:pt x="17057" y="56"/>
                    <a:pt x="16304" y="0"/>
                    <a:pt x="1554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0"/>
            <p:cNvSpPr/>
            <p:nvPr/>
          </p:nvSpPr>
          <p:spPr>
            <a:xfrm>
              <a:off x="2861275" y="4546975"/>
              <a:ext cx="658650" cy="658675"/>
            </a:xfrm>
            <a:custGeom>
              <a:avLst/>
              <a:gdLst/>
              <a:ahLst/>
              <a:cxnLst/>
              <a:rect l="l" t="t" r="r" b="b"/>
              <a:pathLst>
                <a:path w="26346" h="26347" fill="none" extrusionOk="0">
                  <a:moveTo>
                    <a:pt x="22488" y="3859"/>
                  </a:moveTo>
                  <a:cubicBezTo>
                    <a:pt x="24958" y="6329"/>
                    <a:pt x="26346" y="9680"/>
                    <a:pt x="26346" y="13173"/>
                  </a:cubicBezTo>
                  <a:cubicBezTo>
                    <a:pt x="26346" y="16667"/>
                    <a:pt x="24958" y="20017"/>
                    <a:pt x="22488" y="22488"/>
                  </a:cubicBezTo>
                  <a:cubicBezTo>
                    <a:pt x="20017" y="24958"/>
                    <a:pt x="16667" y="26346"/>
                    <a:pt x="13173" y="26346"/>
                  </a:cubicBezTo>
                  <a:cubicBezTo>
                    <a:pt x="9680" y="26346"/>
                    <a:pt x="6329" y="24958"/>
                    <a:pt x="3859" y="22488"/>
                  </a:cubicBezTo>
                  <a:cubicBezTo>
                    <a:pt x="1388" y="20017"/>
                    <a:pt x="0" y="16667"/>
                    <a:pt x="0" y="13173"/>
                  </a:cubicBezTo>
                  <a:cubicBezTo>
                    <a:pt x="0" y="9680"/>
                    <a:pt x="1388" y="6329"/>
                    <a:pt x="3859" y="3859"/>
                  </a:cubicBezTo>
                  <a:cubicBezTo>
                    <a:pt x="6329" y="1388"/>
                    <a:pt x="9680" y="1"/>
                    <a:pt x="13173" y="1"/>
                  </a:cubicBezTo>
                  <a:cubicBezTo>
                    <a:pt x="16667" y="1"/>
                    <a:pt x="20017" y="1388"/>
                    <a:pt x="22488" y="3859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0"/>
            <p:cNvSpPr/>
            <p:nvPr/>
          </p:nvSpPr>
          <p:spPr>
            <a:xfrm>
              <a:off x="2892850" y="4588600"/>
              <a:ext cx="595500" cy="575475"/>
            </a:xfrm>
            <a:custGeom>
              <a:avLst/>
              <a:gdLst/>
              <a:ahLst/>
              <a:cxnLst/>
              <a:rect l="l" t="t" r="r" b="b"/>
              <a:pathLst>
                <a:path w="23820" h="23019" extrusionOk="0">
                  <a:moveTo>
                    <a:pt x="11896" y="0"/>
                  </a:moveTo>
                  <a:cubicBezTo>
                    <a:pt x="5865" y="7"/>
                    <a:pt x="864" y="4669"/>
                    <a:pt x="432" y="10684"/>
                  </a:cubicBezTo>
                  <a:cubicBezTo>
                    <a:pt x="0" y="16701"/>
                    <a:pt x="4286" y="22028"/>
                    <a:pt x="10255" y="22896"/>
                  </a:cubicBezTo>
                  <a:cubicBezTo>
                    <a:pt x="10809" y="22977"/>
                    <a:pt x="11365" y="23019"/>
                    <a:pt x="11924" y="23019"/>
                  </a:cubicBezTo>
                  <a:cubicBezTo>
                    <a:pt x="17955" y="23009"/>
                    <a:pt x="22959" y="18348"/>
                    <a:pt x="23388" y="12333"/>
                  </a:cubicBezTo>
                  <a:cubicBezTo>
                    <a:pt x="23820" y="6315"/>
                    <a:pt x="19534" y="989"/>
                    <a:pt x="13566" y="120"/>
                  </a:cubicBezTo>
                  <a:cubicBezTo>
                    <a:pt x="13014" y="40"/>
                    <a:pt x="12455" y="0"/>
                    <a:pt x="11896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0"/>
            <p:cNvSpPr/>
            <p:nvPr/>
          </p:nvSpPr>
          <p:spPr>
            <a:xfrm>
              <a:off x="2882925" y="4588425"/>
              <a:ext cx="615425" cy="575775"/>
            </a:xfrm>
            <a:custGeom>
              <a:avLst/>
              <a:gdLst/>
              <a:ahLst/>
              <a:cxnLst/>
              <a:rect l="l" t="t" r="r" b="b"/>
              <a:pathLst>
                <a:path w="24617" h="23031" extrusionOk="0">
                  <a:moveTo>
                    <a:pt x="12293" y="10"/>
                  </a:moveTo>
                  <a:lnTo>
                    <a:pt x="12293" y="12"/>
                  </a:lnTo>
                  <a:cubicBezTo>
                    <a:pt x="12852" y="12"/>
                    <a:pt x="13409" y="53"/>
                    <a:pt x="13963" y="132"/>
                  </a:cubicBezTo>
                  <a:cubicBezTo>
                    <a:pt x="19927" y="1000"/>
                    <a:pt x="24210" y="6327"/>
                    <a:pt x="23780" y="12340"/>
                  </a:cubicBezTo>
                  <a:cubicBezTo>
                    <a:pt x="23349" y="18350"/>
                    <a:pt x="18350" y="23012"/>
                    <a:pt x="12321" y="23019"/>
                  </a:cubicBezTo>
                  <a:cubicBezTo>
                    <a:pt x="11765" y="23019"/>
                    <a:pt x="11206" y="22979"/>
                    <a:pt x="10654" y="22899"/>
                  </a:cubicBezTo>
                  <a:cubicBezTo>
                    <a:pt x="4685" y="22033"/>
                    <a:pt x="397" y="16706"/>
                    <a:pt x="829" y="10691"/>
                  </a:cubicBezTo>
                  <a:cubicBezTo>
                    <a:pt x="1261" y="4676"/>
                    <a:pt x="6262" y="17"/>
                    <a:pt x="12293" y="10"/>
                  </a:cubicBezTo>
                  <a:close/>
                  <a:moveTo>
                    <a:pt x="12293" y="0"/>
                  </a:moveTo>
                  <a:cubicBezTo>
                    <a:pt x="6669" y="0"/>
                    <a:pt x="1746" y="4127"/>
                    <a:pt x="915" y="9857"/>
                  </a:cubicBezTo>
                  <a:cubicBezTo>
                    <a:pt x="0" y="16149"/>
                    <a:pt x="4360" y="21993"/>
                    <a:pt x="10652" y="22908"/>
                  </a:cubicBezTo>
                  <a:cubicBezTo>
                    <a:pt x="11203" y="22989"/>
                    <a:pt x="11762" y="23028"/>
                    <a:pt x="12321" y="23030"/>
                  </a:cubicBezTo>
                  <a:cubicBezTo>
                    <a:pt x="17948" y="23030"/>
                    <a:pt x="22868" y="18902"/>
                    <a:pt x="23702" y="13171"/>
                  </a:cubicBezTo>
                  <a:cubicBezTo>
                    <a:pt x="24616" y="6879"/>
                    <a:pt x="20257" y="1035"/>
                    <a:pt x="13965" y="120"/>
                  </a:cubicBezTo>
                  <a:cubicBezTo>
                    <a:pt x="13411" y="40"/>
                    <a:pt x="12852" y="0"/>
                    <a:pt x="1229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0"/>
            <p:cNvSpPr/>
            <p:nvPr/>
          </p:nvSpPr>
          <p:spPr>
            <a:xfrm>
              <a:off x="2814700" y="4787800"/>
              <a:ext cx="766375" cy="289275"/>
            </a:xfrm>
            <a:custGeom>
              <a:avLst/>
              <a:gdLst/>
              <a:ahLst/>
              <a:cxnLst/>
              <a:rect l="l" t="t" r="r" b="b"/>
              <a:pathLst>
                <a:path w="30655" h="11571" extrusionOk="0">
                  <a:moveTo>
                    <a:pt x="30192" y="1"/>
                  </a:moveTo>
                  <a:lnTo>
                    <a:pt x="0" y="7546"/>
                  </a:lnTo>
                  <a:cubicBezTo>
                    <a:pt x="379" y="8962"/>
                    <a:pt x="956" y="10317"/>
                    <a:pt x="1713" y="11571"/>
                  </a:cubicBezTo>
                  <a:lnTo>
                    <a:pt x="30573" y="4360"/>
                  </a:lnTo>
                  <a:cubicBezTo>
                    <a:pt x="30654" y="2896"/>
                    <a:pt x="30525" y="1428"/>
                    <a:pt x="30192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0"/>
            <p:cNvSpPr/>
            <p:nvPr/>
          </p:nvSpPr>
          <p:spPr>
            <a:xfrm>
              <a:off x="2801650" y="4696250"/>
              <a:ext cx="756850" cy="241550"/>
            </a:xfrm>
            <a:custGeom>
              <a:avLst/>
              <a:gdLst/>
              <a:ahLst/>
              <a:cxnLst/>
              <a:rect l="l" t="t" r="r" b="b"/>
              <a:pathLst>
                <a:path w="30274" h="9662" extrusionOk="0">
                  <a:moveTo>
                    <a:pt x="29347" y="1"/>
                  </a:moveTo>
                  <a:lnTo>
                    <a:pt x="0" y="7334"/>
                  </a:lnTo>
                  <a:cubicBezTo>
                    <a:pt x="5" y="8112"/>
                    <a:pt x="70" y="8890"/>
                    <a:pt x="194" y="9661"/>
                  </a:cubicBezTo>
                  <a:lnTo>
                    <a:pt x="30273" y="2143"/>
                  </a:lnTo>
                  <a:cubicBezTo>
                    <a:pt x="30019" y="1407"/>
                    <a:pt x="29710" y="691"/>
                    <a:pt x="293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0"/>
            <p:cNvSpPr/>
            <p:nvPr/>
          </p:nvSpPr>
          <p:spPr>
            <a:xfrm>
              <a:off x="2777975" y="4760150"/>
              <a:ext cx="776700" cy="562025"/>
            </a:xfrm>
            <a:custGeom>
              <a:avLst/>
              <a:gdLst/>
              <a:ahLst/>
              <a:cxnLst/>
              <a:rect l="l" t="t" r="r" b="b"/>
              <a:pathLst>
                <a:path w="31068" h="22481" extrusionOk="0">
                  <a:moveTo>
                    <a:pt x="1658" y="1"/>
                  </a:moveTo>
                  <a:lnTo>
                    <a:pt x="1658" y="1"/>
                  </a:lnTo>
                  <a:cubicBezTo>
                    <a:pt x="562" y="2201"/>
                    <a:pt x="1" y="4628"/>
                    <a:pt x="17" y="7087"/>
                  </a:cubicBezTo>
                  <a:cubicBezTo>
                    <a:pt x="21" y="7867"/>
                    <a:pt x="88" y="8645"/>
                    <a:pt x="213" y="9417"/>
                  </a:cubicBezTo>
                  <a:cubicBezTo>
                    <a:pt x="296" y="9936"/>
                    <a:pt x="405" y="10453"/>
                    <a:pt x="541" y="10961"/>
                  </a:cubicBezTo>
                  <a:cubicBezTo>
                    <a:pt x="917" y="12379"/>
                    <a:pt x="1495" y="13732"/>
                    <a:pt x="2252" y="14988"/>
                  </a:cubicBezTo>
                  <a:cubicBezTo>
                    <a:pt x="4577" y="18837"/>
                    <a:pt x="8542" y="21654"/>
                    <a:pt x="13340" y="22352"/>
                  </a:cubicBezTo>
                  <a:cubicBezTo>
                    <a:pt x="13938" y="22439"/>
                    <a:pt x="14538" y="22481"/>
                    <a:pt x="15137" y="22481"/>
                  </a:cubicBezTo>
                  <a:cubicBezTo>
                    <a:pt x="22061" y="22481"/>
                    <a:pt x="28760" y="16846"/>
                    <a:pt x="31068" y="10128"/>
                  </a:cubicBezTo>
                  <a:lnTo>
                    <a:pt x="31068" y="10128"/>
                  </a:lnTo>
                  <a:cubicBezTo>
                    <a:pt x="28814" y="16140"/>
                    <a:pt x="23015" y="20206"/>
                    <a:pt x="16520" y="20206"/>
                  </a:cubicBezTo>
                  <a:cubicBezTo>
                    <a:pt x="15776" y="20206"/>
                    <a:pt x="15023" y="20152"/>
                    <a:pt x="14265" y="20043"/>
                  </a:cubicBezTo>
                  <a:cubicBezTo>
                    <a:pt x="9470" y="19345"/>
                    <a:pt x="5503" y="16528"/>
                    <a:pt x="3180" y="12677"/>
                  </a:cubicBezTo>
                  <a:cubicBezTo>
                    <a:pt x="2423" y="11423"/>
                    <a:pt x="1845" y="10068"/>
                    <a:pt x="1467" y="8652"/>
                  </a:cubicBezTo>
                  <a:cubicBezTo>
                    <a:pt x="1333" y="8142"/>
                    <a:pt x="1224" y="7627"/>
                    <a:pt x="1141" y="7105"/>
                  </a:cubicBezTo>
                  <a:cubicBezTo>
                    <a:pt x="1017" y="6336"/>
                    <a:pt x="950" y="5558"/>
                    <a:pt x="945" y="4778"/>
                  </a:cubicBezTo>
                  <a:cubicBezTo>
                    <a:pt x="940" y="3984"/>
                    <a:pt x="993" y="3192"/>
                    <a:pt x="1109" y="2409"/>
                  </a:cubicBezTo>
                  <a:cubicBezTo>
                    <a:pt x="1227" y="1591"/>
                    <a:pt x="1409" y="786"/>
                    <a:pt x="1658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562;p30"/>
          <p:cNvGrpSpPr/>
          <p:nvPr/>
        </p:nvGrpSpPr>
        <p:grpSpPr>
          <a:xfrm rot="-297704">
            <a:off x="7899097" y="2513690"/>
            <a:ext cx="529816" cy="397428"/>
            <a:chOff x="2787100" y="3506250"/>
            <a:chExt cx="854925" cy="641300"/>
          </a:xfrm>
        </p:grpSpPr>
        <p:sp>
          <p:nvSpPr>
            <p:cNvPr id="563" name="Google Shape;563;p30"/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0"/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0"/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0"/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0"/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0"/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0"/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575;p31">
            <a:extLst>
              <a:ext uri="{FF2B5EF4-FFF2-40B4-BE49-F238E27FC236}">
                <a16:creationId xmlns:a16="http://schemas.microsoft.com/office/drawing/2014/main" id="{99C5A4A1-6821-AC00-100F-78EABC467FB8}"/>
              </a:ext>
            </a:extLst>
          </p:cNvPr>
          <p:cNvSpPr txBox="1">
            <a:spLocks/>
          </p:cNvSpPr>
          <p:nvPr/>
        </p:nvSpPr>
        <p:spPr>
          <a:xfrm>
            <a:off x="3176454" y="3567512"/>
            <a:ext cx="2791091" cy="819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ppio One"/>
              <a:buNone/>
              <a:defRPr sz="5000" b="0" i="0" u="none" strike="noStrike" cap="none">
                <a:solidFill>
                  <a:schemeClr val="accent1"/>
                </a:solidFill>
                <a:latin typeface="Doppio One"/>
                <a:ea typeface="Doppio One"/>
                <a:cs typeface="Doppio One"/>
                <a:sym typeface="Doppio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400" dirty="0"/>
              <a:t>K-</a:t>
            </a:r>
            <a:r>
              <a:rPr lang="fr-FR" sz="2400" dirty="0" err="1"/>
              <a:t>Means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829625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50689-5612-EBC9-7DDE-FA102943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91836"/>
            <a:ext cx="7704000" cy="572700"/>
          </a:xfrm>
        </p:spPr>
        <p:txBody>
          <a:bodyPr/>
          <a:lstStyle/>
          <a:p>
            <a:r>
              <a:rPr lang="fr-FR" dirty="0"/>
              <a:t>Présentation du K-</a:t>
            </a:r>
            <a:r>
              <a:rPr lang="fr-FR" dirty="0" err="1"/>
              <a:t>means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5461C0-447A-C73A-C51C-BFE8704B7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3067" y="1035584"/>
            <a:ext cx="4313439" cy="3267018"/>
          </a:xfrm>
        </p:spPr>
        <p:txBody>
          <a:bodyPr anchor="t"/>
          <a:lstStyle/>
          <a:p>
            <a:pPr marL="139700" indent="0">
              <a:buNone/>
            </a:pPr>
            <a:r>
              <a:rPr lang="fr-FR" sz="1600" dirty="0">
                <a:latin typeface="Doppio One"/>
                <a:sym typeface="Doppio One"/>
              </a:rPr>
              <a:t>Le K-</a:t>
            </a:r>
            <a:r>
              <a:rPr lang="fr-FR" sz="1600" dirty="0" err="1">
                <a:latin typeface="Doppio One"/>
                <a:sym typeface="Doppio One"/>
              </a:rPr>
              <a:t>means</a:t>
            </a:r>
            <a:r>
              <a:rPr lang="fr-FR" sz="1600" dirty="0">
                <a:latin typeface="Doppio One"/>
                <a:sym typeface="Doppio One"/>
              </a:rPr>
              <a:t> est un </a:t>
            </a:r>
            <a:r>
              <a:rPr lang="fr-FR" sz="1600" dirty="0" err="1">
                <a:latin typeface="Doppio One"/>
                <a:sym typeface="Doppio One"/>
              </a:rPr>
              <a:t>alogrithme</a:t>
            </a:r>
            <a:r>
              <a:rPr lang="fr-FR" sz="1600" dirty="0">
                <a:latin typeface="Doppio One"/>
                <a:sym typeface="Doppio One"/>
              </a:rPr>
              <a:t> non-supervisé:</a:t>
            </a:r>
          </a:p>
          <a:p>
            <a:pPr marL="139700" indent="0">
              <a:buNone/>
            </a:pPr>
            <a:r>
              <a:rPr lang="fr-FR" sz="1600" dirty="0">
                <a:latin typeface="Doppio One"/>
                <a:sym typeface="Doppio One"/>
              </a:rPr>
              <a:t>Il n’a pas besoin de savoir si un billet est vrai ou faux pour lui attribuer une classe.</a:t>
            </a:r>
          </a:p>
          <a:p>
            <a:pPr marL="139700" indent="0">
              <a:buNone/>
            </a:pPr>
            <a:endParaRPr lang="fr-FR" sz="1600" dirty="0">
              <a:latin typeface="Doppio One"/>
              <a:sym typeface="Doppio One"/>
            </a:endParaRPr>
          </a:p>
          <a:p>
            <a:pPr marL="139700" indent="0">
              <a:buNone/>
            </a:pPr>
            <a:r>
              <a:rPr lang="fr-FR" sz="1600" dirty="0">
                <a:latin typeface="Doppio One"/>
                <a:sym typeface="Doppio One"/>
              </a:rPr>
              <a:t>En revanche, il a  besoin de savoir en combien de catégorie il faut séparer nos données.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292FDB-27D9-5600-61CD-1C34700A1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10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7021706-6C50-6B38-C19C-F0BEEE124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30" y="744994"/>
            <a:ext cx="4167162" cy="4167162"/>
          </a:xfrm>
          <a:prstGeom prst="rect">
            <a:avLst/>
          </a:prstGeom>
        </p:spPr>
      </p:pic>
      <p:grpSp>
        <p:nvGrpSpPr>
          <p:cNvPr id="19" name="Google Shape;491;p30">
            <a:extLst>
              <a:ext uri="{FF2B5EF4-FFF2-40B4-BE49-F238E27FC236}">
                <a16:creationId xmlns:a16="http://schemas.microsoft.com/office/drawing/2014/main" id="{9CE0DC9D-9550-6AA7-1637-504AA18DCE4C}"/>
              </a:ext>
            </a:extLst>
          </p:cNvPr>
          <p:cNvGrpSpPr/>
          <p:nvPr/>
        </p:nvGrpSpPr>
        <p:grpSpPr>
          <a:xfrm rot="1790401">
            <a:off x="7945092" y="3869674"/>
            <a:ext cx="701869" cy="1011948"/>
            <a:chOff x="1705850" y="434250"/>
            <a:chExt cx="978800" cy="1411225"/>
          </a:xfrm>
        </p:grpSpPr>
        <p:sp>
          <p:nvSpPr>
            <p:cNvPr id="20" name="Google Shape;492;p30">
              <a:extLst>
                <a:ext uri="{FF2B5EF4-FFF2-40B4-BE49-F238E27FC236}">
                  <a16:creationId xmlns:a16="http://schemas.microsoft.com/office/drawing/2014/main" id="{53DE07AC-DCA8-49BC-0CB7-6F69A58E6870}"/>
                </a:ext>
              </a:extLst>
            </p:cNvPr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93;p30">
              <a:extLst>
                <a:ext uri="{FF2B5EF4-FFF2-40B4-BE49-F238E27FC236}">
                  <a16:creationId xmlns:a16="http://schemas.microsoft.com/office/drawing/2014/main" id="{FDDF68AE-1369-6102-BECA-611AE7097014}"/>
                </a:ext>
              </a:extLst>
            </p:cNvPr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94;p30">
              <a:extLst>
                <a:ext uri="{FF2B5EF4-FFF2-40B4-BE49-F238E27FC236}">
                  <a16:creationId xmlns:a16="http://schemas.microsoft.com/office/drawing/2014/main" id="{92412262-EF24-1FA6-BCCF-43349E99184D}"/>
                </a:ext>
              </a:extLst>
            </p:cNvPr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95;p30">
              <a:extLst>
                <a:ext uri="{FF2B5EF4-FFF2-40B4-BE49-F238E27FC236}">
                  <a16:creationId xmlns:a16="http://schemas.microsoft.com/office/drawing/2014/main" id="{B40C7CBB-3906-5C79-BD73-A3CF8CCE2FD1}"/>
                </a:ext>
              </a:extLst>
            </p:cNvPr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96;p30">
              <a:extLst>
                <a:ext uri="{FF2B5EF4-FFF2-40B4-BE49-F238E27FC236}">
                  <a16:creationId xmlns:a16="http://schemas.microsoft.com/office/drawing/2014/main" id="{56A3A213-AF2C-62B2-EB62-B0042691DA2D}"/>
                </a:ext>
              </a:extLst>
            </p:cNvPr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97;p30">
              <a:extLst>
                <a:ext uri="{FF2B5EF4-FFF2-40B4-BE49-F238E27FC236}">
                  <a16:creationId xmlns:a16="http://schemas.microsoft.com/office/drawing/2014/main" id="{85B3848B-3AF8-FD2E-9A31-E2D7E164D472}"/>
                </a:ext>
              </a:extLst>
            </p:cNvPr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98;p30">
              <a:extLst>
                <a:ext uri="{FF2B5EF4-FFF2-40B4-BE49-F238E27FC236}">
                  <a16:creationId xmlns:a16="http://schemas.microsoft.com/office/drawing/2014/main" id="{8AB24BD1-7846-2173-8A12-0BADD29ABB11}"/>
                </a:ext>
              </a:extLst>
            </p:cNvPr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562;p30">
            <a:extLst>
              <a:ext uri="{FF2B5EF4-FFF2-40B4-BE49-F238E27FC236}">
                <a16:creationId xmlns:a16="http://schemas.microsoft.com/office/drawing/2014/main" id="{A7543A7F-985C-7216-A3FD-0708542CC476}"/>
              </a:ext>
            </a:extLst>
          </p:cNvPr>
          <p:cNvGrpSpPr/>
          <p:nvPr/>
        </p:nvGrpSpPr>
        <p:grpSpPr>
          <a:xfrm rot="-297704">
            <a:off x="8480497" y="4632069"/>
            <a:ext cx="529816" cy="397428"/>
            <a:chOff x="2787100" y="3506250"/>
            <a:chExt cx="854925" cy="641300"/>
          </a:xfrm>
        </p:grpSpPr>
        <p:sp>
          <p:nvSpPr>
            <p:cNvPr id="44" name="Google Shape;563;p30">
              <a:extLst>
                <a:ext uri="{FF2B5EF4-FFF2-40B4-BE49-F238E27FC236}">
                  <a16:creationId xmlns:a16="http://schemas.microsoft.com/office/drawing/2014/main" id="{A7F9C08E-3103-04CC-4EE2-4B388B6EC4FB}"/>
                </a:ext>
              </a:extLst>
            </p:cNvPr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64;p30">
              <a:extLst>
                <a:ext uri="{FF2B5EF4-FFF2-40B4-BE49-F238E27FC236}">
                  <a16:creationId xmlns:a16="http://schemas.microsoft.com/office/drawing/2014/main" id="{8F6965CD-16B4-61BB-E0D7-B0BF0237DF1B}"/>
                </a:ext>
              </a:extLst>
            </p:cNvPr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65;p30">
              <a:extLst>
                <a:ext uri="{FF2B5EF4-FFF2-40B4-BE49-F238E27FC236}">
                  <a16:creationId xmlns:a16="http://schemas.microsoft.com/office/drawing/2014/main" id="{B9E97159-F379-6D0C-B3A8-7743D51FD214}"/>
                </a:ext>
              </a:extLst>
            </p:cNvPr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66;p30">
              <a:extLst>
                <a:ext uri="{FF2B5EF4-FFF2-40B4-BE49-F238E27FC236}">
                  <a16:creationId xmlns:a16="http://schemas.microsoft.com/office/drawing/2014/main" id="{C10EA4A7-7BA2-9F2F-82D4-5892A46F76FF}"/>
                </a:ext>
              </a:extLst>
            </p:cNvPr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67;p30">
              <a:extLst>
                <a:ext uri="{FF2B5EF4-FFF2-40B4-BE49-F238E27FC236}">
                  <a16:creationId xmlns:a16="http://schemas.microsoft.com/office/drawing/2014/main" id="{59F0DB3B-ABDF-96EF-98B0-3EB395BD79E0}"/>
                </a:ext>
              </a:extLst>
            </p:cNvPr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68;p30">
              <a:extLst>
                <a:ext uri="{FF2B5EF4-FFF2-40B4-BE49-F238E27FC236}">
                  <a16:creationId xmlns:a16="http://schemas.microsoft.com/office/drawing/2014/main" id="{A0D154CD-D7D5-B01C-2A21-1291F8F34610}"/>
                </a:ext>
              </a:extLst>
            </p:cNvPr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69;p30">
              <a:extLst>
                <a:ext uri="{FF2B5EF4-FFF2-40B4-BE49-F238E27FC236}">
                  <a16:creationId xmlns:a16="http://schemas.microsoft.com/office/drawing/2014/main" id="{BA0C5A17-1516-B601-BAB7-E7FE0A8A8A49}"/>
                </a:ext>
              </a:extLst>
            </p:cNvPr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" name="Google Shape;483;p30">
            <a:extLst>
              <a:ext uri="{FF2B5EF4-FFF2-40B4-BE49-F238E27FC236}">
                <a16:creationId xmlns:a16="http://schemas.microsoft.com/office/drawing/2014/main" id="{8488AC6B-B645-98CF-F5BE-960A2395D162}"/>
              </a:ext>
            </a:extLst>
          </p:cNvPr>
          <p:cNvGrpSpPr/>
          <p:nvPr/>
        </p:nvGrpSpPr>
        <p:grpSpPr>
          <a:xfrm rot="4621808">
            <a:off x="6864613" y="6844"/>
            <a:ext cx="933908" cy="1011918"/>
            <a:chOff x="2761250" y="617875"/>
            <a:chExt cx="1222900" cy="1325050"/>
          </a:xfrm>
        </p:grpSpPr>
        <p:sp>
          <p:nvSpPr>
            <p:cNvPr id="52" name="Google Shape;484;p30">
              <a:extLst>
                <a:ext uri="{FF2B5EF4-FFF2-40B4-BE49-F238E27FC236}">
                  <a16:creationId xmlns:a16="http://schemas.microsoft.com/office/drawing/2014/main" id="{BB4FEF4C-06EC-5A06-FFA3-BC09AA1A27E9}"/>
                </a:ext>
              </a:extLst>
            </p:cNvPr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85;p30">
              <a:extLst>
                <a:ext uri="{FF2B5EF4-FFF2-40B4-BE49-F238E27FC236}">
                  <a16:creationId xmlns:a16="http://schemas.microsoft.com/office/drawing/2014/main" id="{8D337423-2DC0-DEBF-C970-AA5B5A32EB1B}"/>
                </a:ext>
              </a:extLst>
            </p:cNvPr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86;p30">
              <a:extLst>
                <a:ext uri="{FF2B5EF4-FFF2-40B4-BE49-F238E27FC236}">
                  <a16:creationId xmlns:a16="http://schemas.microsoft.com/office/drawing/2014/main" id="{1C6377BA-4CD4-2F6F-54CA-E84C34131C08}"/>
                </a:ext>
              </a:extLst>
            </p:cNvPr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87;p30">
              <a:extLst>
                <a:ext uri="{FF2B5EF4-FFF2-40B4-BE49-F238E27FC236}">
                  <a16:creationId xmlns:a16="http://schemas.microsoft.com/office/drawing/2014/main" id="{3753B526-7628-CE7A-BEC1-ABA52864AD0B}"/>
                </a:ext>
              </a:extLst>
            </p:cNvPr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88;p30">
              <a:extLst>
                <a:ext uri="{FF2B5EF4-FFF2-40B4-BE49-F238E27FC236}">
                  <a16:creationId xmlns:a16="http://schemas.microsoft.com/office/drawing/2014/main" id="{084A68E0-26C4-EAAE-010F-1AA30458B7B2}"/>
                </a:ext>
              </a:extLst>
            </p:cNvPr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89;p30">
              <a:extLst>
                <a:ext uri="{FF2B5EF4-FFF2-40B4-BE49-F238E27FC236}">
                  <a16:creationId xmlns:a16="http://schemas.microsoft.com/office/drawing/2014/main" id="{6C48F1F3-1214-6158-625A-E457BBF084CF}"/>
                </a:ext>
              </a:extLst>
            </p:cNvPr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90;p30">
              <a:extLst>
                <a:ext uri="{FF2B5EF4-FFF2-40B4-BE49-F238E27FC236}">
                  <a16:creationId xmlns:a16="http://schemas.microsoft.com/office/drawing/2014/main" id="{9F9903FB-2186-BB3B-3783-E84D520D315D}"/>
                </a:ext>
              </a:extLst>
            </p:cNvPr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02240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50689-5612-EBC9-7DDE-FA102943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91836"/>
            <a:ext cx="7704000" cy="572700"/>
          </a:xfrm>
        </p:spPr>
        <p:txBody>
          <a:bodyPr/>
          <a:lstStyle/>
          <a:p>
            <a:r>
              <a:rPr lang="fr-FR" dirty="0"/>
              <a:t>Calibrage du K-</a:t>
            </a:r>
            <a:r>
              <a:rPr lang="fr-FR" dirty="0" err="1"/>
              <a:t>means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5461C0-447A-C73A-C51C-BFE8704B7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9011" y="3864765"/>
            <a:ext cx="7325978" cy="429850"/>
          </a:xfrm>
        </p:spPr>
        <p:txBody>
          <a:bodyPr anchor="t"/>
          <a:lstStyle/>
          <a:p>
            <a:pPr marL="139700" indent="0" algn="ctr">
              <a:buNone/>
            </a:pPr>
            <a:r>
              <a:rPr lang="fr-FR" sz="1600" dirty="0">
                <a:latin typeface="Doppio One"/>
                <a:sym typeface="Doppio One"/>
              </a:rPr>
              <a:t>L’inertie diminue faiblement (pas de coude) après 2 clusters.</a:t>
            </a:r>
          </a:p>
          <a:p>
            <a:pPr marL="139700" indent="0" algn="ctr">
              <a:buNone/>
            </a:pPr>
            <a:r>
              <a:rPr lang="fr-FR" sz="1600" dirty="0">
                <a:latin typeface="Doppio One"/>
                <a:sym typeface="Doppio One"/>
              </a:rPr>
              <a:t>Le score de silhouette chute énormément après ce palier.</a:t>
            </a:r>
          </a:p>
          <a:p>
            <a:pPr marL="139700" indent="0" algn="ctr">
              <a:buNone/>
            </a:pPr>
            <a:r>
              <a:rPr lang="fr-FR" sz="1600" dirty="0">
                <a:latin typeface="Doppio One"/>
                <a:sym typeface="Doppio One"/>
              </a:rPr>
              <a:t>Nous allons donc paramétrer notre k-</a:t>
            </a:r>
            <a:r>
              <a:rPr lang="fr-FR" sz="1600" dirty="0" err="1">
                <a:latin typeface="Doppio One"/>
                <a:sym typeface="Doppio One"/>
              </a:rPr>
              <a:t>means</a:t>
            </a:r>
            <a:r>
              <a:rPr lang="fr-FR" sz="1600" dirty="0">
                <a:latin typeface="Doppio One"/>
                <a:sym typeface="Doppio One"/>
              </a:rPr>
              <a:t> avec 2 clusters.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292FDB-27D9-5600-61CD-1C34700A1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11</a:t>
            </a:fld>
            <a:endParaRPr lang="fr-FR" dirty="0"/>
          </a:p>
        </p:txBody>
      </p:sp>
      <p:grpSp>
        <p:nvGrpSpPr>
          <p:cNvPr id="19" name="Google Shape;491;p30">
            <a:extLst>
              <a:ext uri="{FF2B5EF4-FFF2-40B4-BE49-F238E27FC236}">
                <a16:creationId xmlns:a16="http://schemas.microsoft.com/office/drawing/2014/main" id="{9CE0DC9D-9550-6AA7-1637-504AA18DCE4C}"/>
              </a:ext>
            </a:extLst>
          </p:cNvPr>
          <p:cNvGrpSpPr/>
          <p:nvPr/>
        </p:nvGrpSpPr>
        <p:grpSpPr>
          <a:xfrm rot="1790401">
            <a:off x="7945092" y="3869674"/>
            <a:ext cx="701869" cy="1011948"/>
            <a:chOff x="1705850" y="434250"/>
            <a:chExt cx="978800" cy="1411225"/>
          </a:xfrm>
        </p:grpSpPr>
        <p:sp>
          <p:nvSpPr>
            <p:cNvPr id="20" name="Google Shape;492;p30">
              <a:extLst>
                <a:ext uri="{FF2B5EF4-FFF2-40B4-BE49-F238E27FC236}">
                  <a16:creationId xmlns:a16="http://schemas.microsoft.com/office/drawing/2014/main" id="{53DE07AC-DCA8-49BC-0CB7-6F69A58E6870}"/>
                </a:ext>
              </a:extLst>
            </p:cNvPr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93;p30">
              <a:extLst>
                <a:ext uri="{FF2B5EF4-FFF2-40B4-BE49-F238E27FC236}">
                  <a16:creationId xmlns:a16="http://schemas.microsoft.com/office/drawing/2014/main" id="{FDDF68AE-1369-6102-BECA-611AE7097014}"/>
                </a:ext>
              </a:extLst>
            </p:cNvPr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94;p30">
              <a:extLst>
                <a:ext uri="{FF2B5EF4-FFF2-40B4-BE49-F238E27FC236}">
                  <a16:creationId xmlns:a16="http://schemas.microsoft.com/office/drawing/2014/main" id="{92412262-EF24-1FA6-BCCF-43349E99184D}"/>
                </a:ext>
              </a:extLst>
            </p:cNvPr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95;p30">
              <a:extLst>
                <a:ext uri="{FF2B5EF4-FFF2-40B4-BE49-F238E27FC236}">
                  <a16:creationId xmlns:a16="http://schemas.microsoft.com/office/drawing/2014/main" id="{B40C7CBB-3906-5C79-BD73-A3CF8CCE2FD1}"/>
                </a:ext>
              </a:extLst>
            </p:cNvPr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96;p30">
              <a:extLst>
                <a:ext uri="{FF2B5EF4-FFF2-40B4-BE49-F238E27FC236}">
                  <a16:creationId xmlns:a16="http://schemas.microsoft.com/office/drawing/2014/main" id="{56A3A213-AF2C-62B2-EB62-B0042691DA2D}"/>
                </a:ext>
              </a:extLst>
            </p:cNvPr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97;p30">
              <a:extLst>
                <a:ext uri="{FF2B5EF4-FFF2-40B4-BE49-F238E27FC236}">
                  <a16:creationId xmlns:a16="http://schemas.microsoft.com/office/drawing/2014/main" id="{85B3848B-3AF8-FD2E-9A31-E2D7E164D472}"/>
                </a:ext>
              </a:extLst>
            </p:cNvPr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98;p30">
              <a:extLst>
                <a:ext uri="{FF2B5EF4-FFF2-40B4-BE49-F238E27FC236}">
                  <a16:creationId xmlns:a16="http://schemas.microsoft.com/office/drawing/2014/main" id="{8AB24BD1-7846-2173-8A12-0BADD29ABB11}"/>
                </a:ext>
              </a:extLst>
            </p:cNvPr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562;p30">
            <a:extLst>
              <a:ext uri="{FF2B5EF4-FFF2-40B4-BE49-F238E27FC236}">
                <a16:creationId xmlns:a16="http://schemas.microsoft.com/office/drawing/2014/main" id="{A7543A7F-985C-7216-A3FD-0708542CC476}"/>
              </a:ext>
            </a:extLst>
          </p:cNvPr>
          <p:cNvGrpSpPr/>
          <p:nvPr/>
        </p:nvGrpSpPr>
        <p:grpSpPr>
          <a:xfrm rot="-297704">
            <a:off x="8480497" y="4632069"/>
            <a:ext cx="529816" cy="397428"/>
            <a:chOff x="2787100" y="3506250"/>
            <a:chExt cx="854925" cy="641300"/>
          </a:xfrm>
        </p:grpSpPr>
        <p:sp>
          <p:nvSpPr>
            <p:cNvPr id="44" name="Google Shape;563;p30">
              <a:extLst>
                <a:ext uri="{FF2B5EF4-FFF2-40B4-BE49-F238E27FC236}">
                  <a16:creationId xmlns:a16="http://schemas.microsoft.com/office/drawing/2014/main" id="{A7F9C08E-3103-04CC-4EE2-4B388B6EC4FB}"/>
                </a:ext>
              </a:extLst>
            </p:cNvPr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64;p30">
              <a:extLst>
                <a:ext uri="{FF2B5EF4-FFF2-40B4-BE49-F238E27FC236}">
                  <a16:creationId xmlns:a16="http://schemas.microsoft.com/office/drawing/2014/main" id="{8F6965CD-16B4-61BB-E0D7-B0BF0237DF1B}"/>
                </a:ext>
              </a:extLst>
            </p:cNvPr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65;p30">
              <a:extLst>
                <a:ext uri="{FF2B5EF4-FFF2-40B4-BE49-F238E27FC236}">
                  <a16:creationId xmlns:a16="http://schemas.microsoft.com/office/drawing/2014/main" id="{B9E97159-F379-6D0C-B3A8-7743D51FD214}"/>
                </a:ext>
              </a:extLst>
            </p:cNvPr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66;p30">
              <a:extLst>
                <a:ext uri="{FF2B5EF4-FFF2-40B4-BE49-F238E27FC236}">
                  <a16:creationId xmlns:a16="http://schemas.microsoft.com/office/drawing/2014/main" id="{C10EA4A7-7BA2-9F2F-82D4-5892A46F76FF}"/>
                </a:ext>
              </a:extLst>
            </p:cNvPr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67;p30">
              <a:extLst>
                <a:ext uri="{FF2B5EF4-FFF2-40B4-BE49-F238E27FC236}">
                  <a16:creationId xmlns:a16="http://schemas.microsoft.com/office/drawing/2014/main" id="{59F0DB3B-ABDF-96EF-98B0-3EB395BD79E0}"/>
                </a:ext>
              </a:extLst>
            </p:cNvPr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68;p30">
              <a:extLst>
                <a:ext uri="{FF2B5EF4-FFF2-40B4-BE49-F238E27FC236}">
                  <a16:creationId xmlns:a16="http://schemas.microsoft.com/office/drawing/2014/main" id="{A0D154CD-D7D5-B01C-2A21-1291F8F34610}"/>
                </a:ext>
              </a:extLst>
            </p:cNvPr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69;p30">
              <a:extLst>
                <a:ext uri="{FF2B5EF4-FFF2-40B4-BE49-F238E27FC236}">
                  <a16:creationId xmlns:a16="http://schemas.microsoft.com/office/drawing/2014/main" id="{BA0C5A17-1516-B601-BAB7-E7FE0A8A8A49}"/>
                </a:ext>
              </a:extLst>
            </p:cNvPr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" name="Google Shape;483;p30">
            <a:extLst>
              <a:ext uri="{FF2B5EF4-FFF2-40B4-BE49-F238E27FC236}">
                <a16:creationId xmlns:a16="http://schemas.microsoft.com/office/drawing/2014/main" id="{8488AC6B-B645-98CF-F5BE-960A2395D162}"/>
              </a:ext>
            </a:extLst>
          </p:cNvPr>
          <p:cNvGrpSpPr/>
          <p:nvPr/>
        </p:nvGrpSpPr>
        <p:grpSpPr>
          <a:xfrm rot="4621808">
            <a:off x="32946" y="62639"/>
            <a:ext cx="933908" cy="1011918"/>
            <a:chOff x="2761250" y="617875"/>
            <a:chExt cx="1222900" cy="1325050"/>
          </a:xfrm>
        </p:grpSpPr>
        <p:sp>
          <p:nvSpPr>
            <p:cNvPr id="52" name="Google Shape;484;p30">
              <a:extLst>
                <a:ext uri="{FF2B5EF4-FFF2-40B4-BE49-F238E27FC236}">
                  <a16:creationId xmlns:a16="http://schemas.microsoft.com/office/drawing/2014/main" id="{BB4FEF4C-06EC-5A06-FFA3-BC09AA1A27E9}"/>
                </a:ext>
              </a:extLst>
            </p:cNvPr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85;p30">
              <a:extLst>
                <a:ext uri="{FF2B5EF4-FFF2-40B4-BE49-F238E27FC236}">
                  <a16:creationId xmlns:a16="http://schemas.microsoft.com/office/drawing/2014/main" id="{8D337423-2DC0-DEBF-C970-AA5B5A32EB1B}"/>
                </a:ext>
              </a:extLst>
            </p:cNvPr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86;p30">
              <a:extLst>
                <a:ext uri="{FF2B5EF4-FFF2-40B4-BE49-F238E27FC236}">
                  <a16:creationId xmlns:a16="http://schemas.microsoft.com/office/drawing/2014/main" id="{1C6377BA-4CD4-2F6F-54CA-E84C34131C08}"/>
                </a:ext>
              </a:extLst>
            </p:cNvPr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87;p30">
              <a:extLst>
                <a:ext uri="{FF2B5EF4-FFF2-40B4-BE49-F238E27FC236}">
                  <a16:creationId xmlns:a16="http://schemas.microsoft.com/office/drawing/2014/main" id="{3753B526-7628-CE7A-BEC1-ABA52864AD0B}"/>
                </a:ext>
              </a:extLst>
            </p:cNvPr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88;p30">
              <a:extLst>
                <a:ext uri="{FF2B5EF4-FFF2-40B4-BE49-F238E27FC236}">
                  <a16:creationId xmlns:a16="http://schemas.microsoft.com/office/drawing/2014/main" id="{084A68E0-26C4-EAAE-010F-1AA30458B7B2}"/>
                </a:ext>
              </a:extLst>
            </p:cNvPr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89;p30">
              <a:extLst>
                <a:ext uri="{FF2B5EF4-FFF2-40B4-BE49-F238E27FC236}">
                  <a16:creationId xmlns:a16="http://schemas.microsoft.com/office/drawing/2014/main" id="{6C48F1F3-1214-6158-625A-E457BBF084CF}"/>
                </a:ext>
              </a:extLst>
            </p:cNvPr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90;p30">
              <a:extLst>
                <a:ext uri="{FF2B5EF4-FFF2-40B4-BE49-F238E27FC236}">
                  <a16:creationId xmlns:a16="http://schemas.microsoft.com/office/drawing/2014/main" id="{9F9903FB-2186-BB3B-3783-E84D520D315D}"/>
                </a:ext>
              </a:extLst>
            </p:cNvPr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Image 5">
            <a:extLst>
              <a:ext uri="{FF2B5EF4-FFF2-40B4-BE49-F238E27FC236}">
                <a16:creationId xmlns:a16="http://schemas.microsoft.com/office/drawing/2014/main" id="{70F0B7D5-6782-F0ED-0F94-710483594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00" y="826477"/>
            <a:ext cx="8046165" cy="283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724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50689-5612-EBC9-7DDE-FA102943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91836"/>
            <a:ext cx="7704000" cy="572700"/>
          </a:xfrm>
        </p:spPr>
        <p:txBody>
          <a:bodyPr/>
          <a:lstStyle/>
          <a:p>
            <a:r>
              <a:rPr lang="fr-FR" dirty="0"/>
              <a:t>Résultats du K-</a:t>
            </a:r>
            <a:r>
              <a:rPr lang="fr-FR" dirty="0" err="1"/>
              <a:t>means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5461C0-447A-C73A-C51C-BFE8704B7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62986" y="2660037"/>
            <a:ext cx="4414736" cy="1240866"/>
          </a:xfrm>
        </p:spPr>
        <p:txBody>
          <a:bodyPr anchor="t"/>
          <a:lstStyle/>
          <a:p>
            <a:pPr marL="139700" indent="0" algn="ctr">
              <a:buNone/>
            </a:pPr>
            <a:r>
              <a:rPr lang="fr-FR" sz="1600" dirty="0">
                <a:latin typeface="Doppio One"/>
                <a:sym typeface="Doppio One"/>
              </a:rPr>
              <a:t>Si on croise la </a:t>
            </a:r>
            <a:r>
              <a:rPr lang="fr-FR" sz="1600" dirty="0" err="1">
                <a:latin typeface="Doppio One"/>
                <a:sym typeface="Doppio One"/>
              </a:rPr>
              <a:t>clusterisation</a:t>
            </a:r>
            <a:r>
              <a:rPr lang="fr-FR" sz="1600" dirty="0">
                <a:latin typeface="Doppio One"/>
                <a:sym typeface="Doppio One"/>
              </a:rPr>
              <a:t> et les véritables données des billets, le k-</a:t>
            </a:r>
            <a:r>
              <a:rPr lang="fr-FR" sz="1600" dirty="0" err="1">
                <a:latin typeface="Doppio One"/>
                <a:sym typeface="Doppio One"/>
              </a:rPr>
              <a:t>means</a:t>
            </a:r>
            <a:r>
              <a:rPr lang="fr-FR" sz="1600" dirty="0">
                <a:latin typeface="Doppio One"/>
                <a:sym typeface="Doppio One"/>
              </a:rPr>
              <a:t> a mal catégorisé 23 billets.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292FDB-27D9-5600-61CD-1C34700A1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12</a:t>
            </a:fld>
            <a:endParaRPr lang="fr-FR" dirty="0"/>
          </a:p>
        </p:txBody>
      </p:sp>
      <p:grpSp>
        <p:nvGrpSpPr>
          <p:cNvPr id="19" name="Google Shape;491;p30">
            <a:extLst>
              <a:ext uri="{FF2B5EF4-FFF2-40B4-BE49-F238E27FC236}">
                <a16:creationId xmlns:a16="http://schemas.microsoft.com/office/drawing/2014/main" id="{9CE0DC9D-9550-6AA7-1637-504AA18DCE4C}"/>
              </a:ext>
            </a:extLst>
          </p:cNvPr>
          <p:cNvGrpSpPr/>
          <p:nvPr/>
        </p:nvGrpSpPr>
        <p:grpSpPr>
          <a:xfrm rot="1790401">
            <a:off x="7945092" y="3869674"/>
            <a:ext cx="701869" cy="1011948"/>
            <a:chOff x="1705850" y="434250"/>
            <a:chExt cx="978800" cy="1411225"/>
          </a:xfrm>
        </p:grpSpPr>
        <p:sp>
          <p:nvSpPr>
            <p:cNvPr id="20" name="Google Shape;492;p30">
              <a:extLst>
                <a:ext uri="{FF2B5EF4-FFF2-40B4-BE49-F238E27FC236}">
                  <a16:creationId xmlns:a16="http://schemas.microsoft.com/office/drawing/2014/main" id="{53DE07AC-DCA8-49BC-0CB7-6F69A58E6870}"/>
                </a:ext>
              </a:extLst>
            </p:cNvPr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93;p30">
              <a:extLst>
                <a:ext uri="{FF2B5EF4-FFF2-40B4-BE49-F238E27FC236}">
                  <a16:creationId xmlns:a16="http://schemas.microsoft.com/office/drawing/2014/main" id="{FDDF68AE-1369-6102-BECA-611AE7097014}"/>
                </a:ext>
              </a:extLst>
            </p:cNvPr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94;p30">
              <a:extLst>
                <a:ext uri="{FF2B5EF4-FFF2-40B4-BE49-F238E27FC236}">
                  <a16:creationId xmlns:a16="http://schemas.microsoft.com/office/drawing/2014/main" id="{92412262-EF24-1FA6-BCCF-43349E99184D}"/>
                </a:ext>
              </a:extLst>
            </p:cNvPr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95;p30">
              <a:extLst>
                <a:ext uri="{FF2B5EF4-FFF2-40B4-BE49-F238E27FC236}">
                  <a16:creationId xmlns:a16="http://schemas.microsoft.com/office/drawing/2014/main" id="{B40C7CBB-3906-5C79-BD73-A3CF8CCE2FD1}"/>
                </a:ext>
              </a:extLst>
            </p:cNvPr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96;p30">
              <a:extLst>
                <a:ext uri="{FF2B5EF4-FFF2-40B4-BE49-F238E27FC236}">
                  <a16:creationId xmlns:a16="http://schemas.microsoft.com/office/drawing/2014/main" id="{56A3A213-AF2C-62B2-EB62-B0042691DA2D}"/>
                </a:ext>
              </a:extLst>
            </p:cNvPr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97;p30">
              <a:extLst>
                <a:ext uri="{FF2B5EF4-FFF2-40B4-BE49-F238E27FC236}">
                  <a16:creationId xmlns:a16="http://schemas.microsoft.com/office/drawing/2014/main" id="{85B3848B-3AF8-FD2E-9A31-E2D7E164D472}"/>
                </a:ext>
              </a:extLst>
            </p:cNvPr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98;p30">
              <a:extLst>
                <a:ext uri="{FF2B5EF4-FFF2-40B4-BE49-F238E27FC236}">
                  <a16:creationId xmlns:a16="http://schemas.microsoft.com/office/drawing/2014/main" id="{8AB24BD1-7846-2173-8A12-0BADD29ABB11}"/>
                </a:ext>
              </a:extLst>
            </p:cNvPr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562;p30">
            <a:extLst>
              <a:ext uri="{FF2B5EF4-FFF2-40B4-BE49-F238E27FC236}">
                <a16:creationId xmlns:a16="http://schemas.microsoft.com/office/drawing/2014/main" id="{A7543A7F-985C-7216-A3FD-0708542CC476}"/>
              </a:ext>
            </a:extLst>
          </p:cNvPr>
          <p:cNvGrpSpPr/>
          <p:nvPr/>
        </p:nvGrpSpPr>
        <p:grpSpPr>
          <a:xfrm rot="-297704">
            <a:off x="8480497" y="4632069"/>
            <a:ext cx="529816" cy="397428"/>
            <a:chOff x="2787100" y="3506250"/>
            <a:chExt cx="854925" cy="641300"/>
          </a:xfrm>
        </p:grpSpPr>
        <p:sp>
          <p:nvSpPr>
            <p:cNvPr id="44" name="Google Shape;563;p30">
              <a:extLst>
                <a:ext uri="{FF2B5EF4-FFF2-40B4-BE49-F238E27FC236}">
                  <a16:creationId xmlns:a16="http://schemas.microsoft.com/office/drawing/2014/main" id="{A7F9C08E-3103-04CC-4EE2-4B388B6EC4FB}"/>
                </a:ext>
              </a:extLst>
            </p:cNvPr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64;p30">
              <a:extLst>
                <a:ext uri="{FF2B5EF4-FFF2-40B4-BE49-F238E27FC236}">
                  <a16:creationId xmlns:a16="http://schemas.microsoft.com/office/drawing/2014/main" id="{8F6965CD-16B4-61BB-E0D7-B0BF0237DF1B}"/>
                </a:ext>
              </a:extLst>
            </p:cNvPr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65;p30">
              <a:extLst>
                <a:ext uri="{FF2B5EF4-FFF2-40B4-BE49-F238E27FC236}">
                  <a16:creationId xmlns:a16="http://schemas.microsoft.com/office/drawing/2014/main" id="{B9E97159-F379-6D0C-B3A8-7743D51FD214}"/>
                </a:ext>
              </a:extLst>
            </p:cNvPr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66;p30">
              <a:extLst>
                <a:ext uri="{FF2B5EF4-FFF2-40B4-BE49-F238E27FC236}">
                  <a16:creationId xmlns:a16="http://schemas.microsoft.com/office/drawing/2014/main" id="{C10EA4A7-7BA2-9F2F-82D4-5892A46F76FF}"/>
                </a:ext>
              </a:extLst>
            </p:cNvPr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67;p30">
              <a:extLst>
                <a:ext uri="{FF2B5EF4-FFF2-40B4-BE49-F238E27FC236}">
                  <a16:creationId xmlns:a16="http://schemas.microsoft.com/office/drawing/2014/main" id="{59F0DB3B-ABDF-96EF-98B0-3EB395BD79E0}"/>
                </a:ext>
              </a:extLst>
            </p:cNvPr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68;p30">
              <a:extLst>
                <a:ext uri="{FF2B5EF4-FFF2-40B4-BE49-F238E27FC236}">
                  <a16:creationId xmlns:a16="http://schemas.microsoft.com/office/drawing/2014/main" id="{A0D154CD-D7D5-B01C-2A21-1291F8F34610}"/>
                </a:ext>
              </a:extLst>
            </p:cNvPr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69;p30">
              <a:extLst>
                <a:ext uri="{FF2B5EF4-FFF2-40B4-BE49-F238E27FC236}">
                  <a16:creationId xmlns:a16="http://schemas.microsoft.com/office/drawing/2014/main" id="{BA0C5A17-1516-B601-BAB7-E7FE0A8A8A49}"/>
                </a:ext>
              </a:extLst>
            </p:cNvPr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" name="Google Shape;483;p30">
            <a:extLst>
              <a:ext uri="{FF2B5EF4-FFF2-40B4-BE49-F238E27FC236}">
                <a16:creationId xmlns:a16="http://schemas.microsoft.com/office/drawing/2014/main" id="{8488AC6B-B645-98CF-F5BE-960A2395D162}"/>
              </a:ext>
            </a:extLst>
          </p:cNvPr>
          <p:cNvGrpSpPr/>
          <p:nvPr/>
        </p:nvGrpSpPr>
        <p:grpSpPr>
          <a:xfrm rot="4621808">
            <a:off x="32946" y="62639"/>
            <a:ext cx="933908" cy="1011918"/>
            <a:chOff x="2761250" y="617875"/>
            <a:chExt cx="1222900" cy="1325050"/>
          </a:xfrm>
        </p:grpSpPr>
        <p:sp>
          <p:nvSpPr>
            <p:cNvPr id="52" name="Google Shape;484;p30">
              <a:extLst>
                <a:ext uri="{FF2B5EF4-FFF2-40B4-BE49-F238E27FC236}">
                  <a16:creationId xmlns:a16="http://schemas.microsoft.com/office/drawing/2014/main" id="{BB4FEF4C-06EC-5A06-FFA3-BC09AA1A27E9}"/>
                </a:ext>
              </a:extLst>
            </p:cNvPr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85;p30">
              <a:extLst>
                <a:ext uri="{FF2B5EF4-FFF2-40B4-BE49-F238E27FC236}">
                  <a16:creationId xmlns:a16="http://schemas.microsoft.com/office/drawing/2014/main" id="{8D337423-2DC0-DEBF-C970-AA5B5A32EB1B}"/>
                </a:ext>
              </a:extLst>
            </p:cNvPr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86;p30">
              <a:extLst>
                <a:ext uri="{FF2B5EF4-FFF2-40B4-BE49-F238E27FC236}">
                  <a16:creationId xmlns:a16="http://schemas.microsoft.com/office/drawing/2014/main" id="{1C6377BA-4CD4-2F6F-54CA-E84C34131C08}"/>
                </a:ext>
              </a:extLst>
            </p:cNvPr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87;p30">
              <a:extLst>
                <a:ext uri="{FF2B5EF4-FFF2-40B4-BE49-F238E27FC236}">
                  <a16:creationId xmlns:a16="http://schemas.microsoft.com/office/drawing/2014/main" id="{3753B526-7628-CE7A-BEC1-ABA52864AD0B}"/>
                </a:ext>
              </a:extLst>
            </p:cNvPr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88;p30">
              <a:extLst>
                <a:ext uri="{FF2B5EF4-FFF2-40B4-BE49-F238E27FC236}">
                  <a16:creationId xmlns:a16="http://schemas.microsoft.com/office/drawing/2014/main" id="{084A68E0-26C4-EAAE-010F-1AA30458B7B2}"/>
                </a:ext>
              </a:extLst>
            </p:cNvPr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89;p30">
              <a:extLst>
                <a:ext uri="{FF2B5EF4-FFF2-40B4-BE49-F238E27FC236}">
                  <a16:creationId xmlns:a16="http://schemas.microsoft.com/office/drawing/2014/main" id="{6C48F1F3-1214-6158-625A-E457BBF084CF}"/>
                </a:ext>
              </a:extLst>
            </p:cNvPr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90;p30">
              <a:extLst>
                <a:ext uri="{FF2B5EF4-FFF2-40B4-BE49-F238E27FC236}">
                  <a16:creationId xmlns:a16="http://schemas.microsoft.com/office/drawing/2014/main" id="{9F9903FB-2186-BB3B-3783-E84D520D315D}"/>
                </a:ext>
              </a:extLst>
            </p:cNvPr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Image 6">
            <a:extLst>
              <a:ext uri="{FF2B5EF4-FFF2-40B4-BE49-F238E27FC236}">
                <a16:creationId xmlns:a16="http://schemas.microsoft.com/office/drawing/2014/main" id="{4E63F56D-EA01-BBC4-1F5A-0C61E56E0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749582"/>
            <a:ext cx="3151311" cy="250488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63C8C8F-B861-8343-3924-FA301FAAB5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0000" y="3269970"/>
            <a:ext cx="3151311" cy="121779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C8DED0F-30E4-E593-D764-71882A5D0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4723" y="1137196"/>
            <a:ext cx="2291262" cy="1360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900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0"/>
          <p:cNvSpPr txBox="1">
            <a:spLocks noGrp="1"/>
          </p:cNvSpPr>
          <p:nvPr>
            <p:ph type="title" idx="2"/>
          </p:nvPr>
        </p:nvSpPr>
        <p:spPr>
          <a:xfrm>
            <a:off x="2996550" y="846766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81" name="Google Shape;481;p30"/>
          <p:cNvSpPr txBox="1">
            <a:spLocks noGrp="1"/>
          </p:cNvSpPr>
          <p:nvPr>
            <p:ph type="title"/>
          </p:nvPr>
        </p:nvSpPr>
        <p:spPr>
          <a:xfrm>
            <a:off x="1924800" y="2171625"/>
            <a:ext cx="5294400" cy="146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accent3"/>
                </a:solidFill>
              </a:rPr>
              <a:t>Méthodes de prédiction.</a:t>
            </a:r>
            <a:endParaRPr dirty="0">
              <a:solidFill>
                <a:schemeClr val="accent3"/>
              </a:solidFill>
            </a:endParaRPr>
          </a:p>
        </p:txBody>
      </p:sp>
      <p:cxnSp>
        <p:nvCxnSpPr>
          <p:cNvPr id="482" name="Google Shape;482;p30"/>
          <p:cNvCxnSpPr/>
          <p:nvPr/>
        </p:nvCxnSpPr>
        <p:spPr>
          <a:xfrm>
            <a:off x="4128525" y="1921404"/>
            <a:ext cx="9330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83" name="Google Shape;483;p30"/>
          <p:cNvGrpSpPr/>
          <p:nvPr/>
        </p:nvGrpSpPr>
        <p:grpSpPr>
          <a:xfrm rot="4621808">
            <a:off x="2376833" y="431218"/>
            <a:ext cx="933908" cy="1011918"/>
            <a:chOff x="2761250" y="617875"/>
            <a:chExt cx="1222900" cy="1325050"/>
          </a:xfrm>
        </p:grpSpPr>
        <p:sp>
          <p:nvSpPr>
            <p:cNvPr id="484" name="Google Shape;484;p30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0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0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0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0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0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0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1" name="Google Shape;491;p30"/>
          <p:cNvGrpSpPr/>
          <p:nvPr/>
        </p:nvGrpSpPr>
        <p:grpSpPr>
          <a:xfrm rot="1790401">
            <a:off x="6954508" y="1322976"/>
            <a:ext cx="701869" cy="1011948"/>
            <a:chOff x="1705850" y="434250"/>
            <a:chExt cx="978800" cy="1411225"/>
          </a:xfrm>
        </p:grpSpPr>
        <p:sp>
          <p:nvSpPr>
            <p:cNvPr id="492" name="Google Shape;492;p30"/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0"/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0"/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0"/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0"/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0"/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0"/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9" name="Google Shape;499;p30"/>
          <p:cNvGrpSpPr/>
          <p:nvPr/>
        </p:nvGrpSpPr>
        <p:grpSpPr>
          <a:xfrm rot="-1388379">
            <a:off x="1014117" y="2362682"/>
            <a:ext cx="584864" cy="513483"/>
            <a:chOff x="2665925" y="2466150"/>
            <a:chExt cx="627625" cy="551025"/>
          </a:xfrm>
        </p:grpSpPr>
        <p:sp>
          <p:nvSpPr>
            <p:cNvPr id="500" name="Google Shape;500;p30"/>
            <p:cNvSpPr/>
            <p:nvPr/>
          </p:nvSpPr>
          <p:spPr>
            <a:xfrm>
              <a:off x="2700675" y="2466150"/>
              <a:ext cx="592875" cy="549500"/>
            </a:xfrm>
            <a:custGeom>
              <a:avLst/>
              <a:gdLst/>
              <a:ahLst/>
              <a:cxnLst/>
              <a:rect l="l" t="t" r="r" b="b"/>
              <a:pathLst>
                <a:path w="23715" h="21980" extrusionOk="0">
                  <a:moveTo>
                    <a:pt x="6323" y="0"/>
                  </a:moveTo>
                  <a:cubicBezTo>
                    <a:pt x="5320" y="0"/>
                    <a:pt x="4347" y="220"/>
                    <a:pt x="3434" y="722"/>
                  </a:cubicBezTo>
                  <a:cubicBezTo>
                    <a:pt x="52" y="2578"/>
                    <a:pt x="1" y="6111"/>
                    <a:pt x="1" y="6111"/>
                  </a:cubicBezTo>
                  <a:cubicBezTo>
                    <a:pt x="1" y="6111"/>
                    <a:pt x="1555" y="3520"/>
                    <a:pt x="4741" y="3520"/>
                  </a:cubicBezTo>
                  <a:cubicBezTo>
                    <a:pt x="7746" y="3520"/>
                    <a:pt x="12205" y="5827"/>
                    <a:pt x="18179" y="14795"/>
                  </a:cubicBezTo>
                  <a:cubicBezTo>
                    <a:pt x="22322" y="21011"/>
                    <a:pt x="16293" y="21867"/>
                    <a:pt x="16293" y="21867"/>
                  </a:cubicBezTo>
                  <a:cubicBezTo>
                    <a:pt x="16293" y="21867"/>
                    <a:pt x="16625" y="21980"/>
                    <a:pt x="17147" y="21980"/>
                  </a:cubicBezTo>
                  <a:cubicBezTo>
                    <a:pt x="18141" y="21980"/>
                    <a:pt x="19823" y="21572"/>
                    <a:pt x="21209" y="19201"/>
                  </a:cubicBezTo>
                  <a:cubicBezTo>
                    <a:pt x="22213" y="17480"/>
                    <a:pt x="23714" y="15162"/>
                    <a:pt x="20548" y="10050"/>
                  </a:cubicBezTo>
                  <a:cubicBezTo>
                    <a:pt x="18795" y="7221"/>
                    <a:pt x="12072" y="0"/>
                    <a:pt x="6323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0"/>
            <p:cNvSpPr/>
            <p:nvPr/>
          </p:nvSpPr>
          <p:spPr>
            <a:xfrm>
              <a:off x="2700275" y="2537525"/>
              <a:ext cx="507325" cy="479550"/>
            </a:xfrm>
            <a:custGeom>
              <a:avLst/>
              <a:gdLst/>
              <a:ahLst/>
              <a:cxnLst/>
              <a:rect l="l" t="t" r="r" b="b"/>
              <a:pathLst>
                <a:path w="20293" h="19182" extrusionOk="0">
                  <a:moveTo>
                    <a:pt x="3446" y="0"/>
                  </a:moveTo>
                  <a:cubicBezTo>
                    <a:pt x="3175" y="0"/>
                    <a:pt x="2902" y="23"/>
                    <a:pt x="2633" y="67"/>
                  </a:cubicBezTo>
                  <a:cubicBezTo>
                    <a:pt x="1859" y="197"/>
                    <a:pt x="1241" y="508"/>
                    <a:pt x="793" y="995"/>
                  </a:cubicBezTo>
                  <a:cubicBezTo>
                    <a:pt x="264" y="1570"/>
                    <a:pt x="1" y="2353"/>
                    <a:pt x="8" y="3325"/>
                  </a:cubicBezTo>
                  <a:cubicBezTo>
                    <a:pt x="12" y="4263"/>
                    <a:pt x="269" y="5339"/>
                    <a:pt x="770" y="6519"/>
                  </a:cubicBezTo>
                  <a:cubicBezTo>
                    <a:pt x="1799" y="8945"/>
                    <a:pt x="3741" y="11545"/>
                    <a:pt x="6242" y="13843"/>
                  </a:cubicBezTo>
                  <a:cubicBezTo>
                    <a:pt x="6535" y="14113"/>
                    <a:pt x="6812" y="14355"/>
                    <a:pt x="7085" y="14586"/>
                  </a:cubicBezTo>
                  <a:cubicBezTo>
                    <a:pt x="8876" y="16108"/>
                    <a:pt x="10793" y="17338"/>
                    <a:pt x="12629" y="18147"/>
                  </a:cubicBezTo>
                  <a:cubicBezTo>
                    <a:pt x="13116" y="18361"/>
                    <a:pt x="13614" y="18551"/>
                    <a:pt x="14122" y="18712"/>
                  </a:cubicBezTo>
                  <a:cubicBezTo>
                    <a:pt x="15032" y="19001"/>
                    <a:pt x="15877" y="19158"/>
                    <a:pt x="16630" y="19179"/>
                  </a:cubicBezTo>
                  <a:cubicBezTo>
                    <a:pt x="16688" y="19181"/>
                    <a:pt x="16745" y="19181"/>
                    <a:pt x="16803" y="19181"/>
                  </a:cubicBezTo>
                  <a:cubicBezTo>
                    <a:pt x="17985" y="19181"/>
                    <a:pt x="18893" y="18846"/>
                    <a:pt x="19500" y="18186"/>
                  </a:cubicBezTo>
                  <a:cubicBezTo>
                    <a:pt x="20026" y="17613"/>
                    <a:pt x="20292" y="16828"/>
                    <a:pt x="20285" y="15856"/>
                  </a:cubicBezTo>
                  <a:cubicBezTo>
                    <a:pt x="20280" y="14919"/>
                    <a:pt x="20024" y="13845"/>
                    <a:pt x="19523" y="12665"/>
                  </a:cubicBezTo>
                  <a:cubicBezTo>
                    <a:pt x="18493" y="10238"/>
                    <a:pt x="16551" y="7636"/>
                    <a:pt x="14053" y="5341"/>
                  </a:cubicBezTo>
                  <a:cubicBezTo>
                    <a:pt x="13342" y="4688"/>
                    <a:pt x="12599" y="4071"/>
                    <a:pt x="11825" y="3498"/>
                  </a:cubicBezTo>
                  <a:cubicBezTo>
                    <a:pt x="10894" y="2801"/>
                    <a:pt x="9911" y="2178"/>
                    <a:pt x="8886" y="1630"/>
                  </a:cubicBezTo>
                  <a:cubicBezTo>
                    <a:pt x="8364" y="1353"/>
                    <a:pt x="7847" y="1106"/>
                    <a:pt x="7343" y="898"/>
                  </a:cubicBezTo>
                  <a:cubicBezTo>
                    <a:pt x="5928" y="310"/>
                    <a:pt x="4593" y="0"/>
                    <a:pt x="3485" y="0"/>
                  </a:cubicBezTo>
                  <a:cubicBezTo>
                    <a:pt x="3472" y="0"/>
                    <a:pt x="3459" y="0"/>
                    <a:pt x="3446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0"/>
            <p:cNvSpPr/>
            <p:nvPr/>
          </p:nvSpPr>
          <p:spPr>
            <a:xfrm>
              <a:off x="2665925" y="2537350"/>
              <a:ext cx="575950" cy="479825"/>
            </a:xfrm>
            <a:custGeom>
              <a:avLst/>
              <a:gdLst/>
              <a:ahLst/>
              <a:cxnLst/>
              <a:rect l="l" t="t" r="r" b="b"/>
              <a:pathLst>
                <a:path w="23038" h="19193" extrusionOk="0">
                  <a:moveTo>
                    <a:pt x="4859" y="0"/>
                  </a:moveTo>
                  <a:cubicBezTo>
                    <a:pt x="4859" y="0"/>
                    <a:pt x="4860" y="0"/>
                    <a:pt x="4860" y="0"/>
                  </a:cubicBezTo>
                  <a:lnTo>
                    <a:pt x="4860" y="0"/>
                  </a:lnTo>
                  <a:cubicBezTo>
                    <a:pt x="4860" y="0"/>
                    <a:pt x="4861" y="0"/>
                    <a:pt x="4861" y="0"/>
                  </a:cubicBezTo>
                  <a:close/>
                  <a:moveTo>
                    <a:pt x="4861" y="12"/>
                  </a:moveTo>
                  <a:cubicBezTo>
                    <a:pt x="5967" y="12"/>
                    <a:pt x="7302" y="324"/>
                    <a:pt x="8717" y="910"/>
                  </a:cubicBezTo>
                  <a:cubicBezTo>
                    <a:pt x="9218" y="1118"/>
                    <a:pt x="9738" y="1365"/>
                    <a:pt x="10260" y="1642"/>
                  </a:cubicBezTo>
                  <a:cubicBezTo>
                    <a:pt x="11285" y="2189"/>
                    <a:pt x="12266" y="2813"/>
                    <a:pt x="13197" y="3508"/>
                  </a:cubicBezTo>
                  <a:cubicBezTo>
                    <a:pt x="13970" y="4083"/>
                    <a:pt x="14714" y="4697"/>
                    <a:pt x="15423" y="5350"/>
                  </a:cubicBezTo>
                  <a:cubicBezTo>
                    <a:pt x="16686" y="6509"/>
                    <a:pt x="17808" y="7749"/>
                    <a:pt x="18757" y="9028"/>
                  </a:cubicBezTo>
                  <a:cubicBezTo>
                    <a:pt x="19673" y="10266"/>
                    <a:pt x="20391" y="11492"/>
                    <a:pt x="20893" y="12672"/>
                  </a:cubicBezTo>
                  <a:cubicBezTo>
                    <a:pt x="21394" y="13852"/>
                    <a:pt x="21648" y="14926"/>
                    <a:pt x="21654" y="15863"/>
                  </a:cubicBezTo>
                  <a:cubicBezTo>
                    <a:pt x="21661" y="16833"/>
                    <a:pt x="21396" y="17616"/>
                    <a:pt x="20872" y="18188"/>
                  </a:cubicBezTo>
                  <a:cubicBezTo>
                    <a:pt x="20567" y="18518"/>
                    <a:pt x="20179" y="18770"/>
                    <a:pt x="19720" y="18939"/>
                  </a:cubicBezTo>
                  <a:cubicBezTo>
                    <a:pt x="19274" y="19100"/>
                    <a:pt x="18754" y="19183"/>
                    <a:pt x="18179" y="19183"/>
                  </a:cubicBezTo>
                  <a:cubicBezTo>
                    <a:pt x="18122" y="19183"/>
                    <a:pt x="18064" y="19183"/>
                    <a:pt x="18006" y="19181"/>
                  </a:cubicBezTo>
                  <a:cubicBezTo>
                    <a:pt x="17251" y="19158"/>
                    <a:pt x="16408" y="19001"/>
                    <a:pt x="15499" y="18715"/>
                  </a:cubicBezTo>
                  <a:cubicBezTo>
                    <a:pt x="14991" y="18553"/>
                    <a:pt x="14492" y="18364"/>
                    <a:pt x="14005" y="18147"/>
                  </a:cubicBezTo>
                  <a:cubicBezTo>
                    <a:pt x="12169" y="17339"/>
                    <a:pt x="10253" y="16110"/>
                    <a:pt x="8463" y="14589"/>
                  </a:cubicBezTo>
                  <a:lnTo>
                    <a:pt x="8461" y="14589"/>
                  </a:lnTo>
                  <a:cubicBezTo>
                    <a:pt x="8189" y="14358"/>
                    <a:pt x="7914" y="14115"/>
                    <a:pt x="7621" y="13845"/>
                  </a:cubicBezTo>
                  <a:cubicBezTo>
                    <a:pt x="6357" y="12684"/>
                    <a:pt x="5235" y="11446"/>
                    <a:pt x="4284" y="10165"/>
                  </a:cubicBezTo>
                  <a:cubicBezTo>
                    <a:pt x="3367" y="8927"/>
                    <a:pt x="2649" y="7701"/>
                    <a:pt x="2148" y="6521"/>
                  </a:cubicBezTo>
                  <a:cubicBezTo>
                    <a:pt x="1649" y="5341"/>
                    <a:pt x="1393" y="4270"/>
                    <a:pt x="1386" y="3330"/>
                  </a:cubicBezTo>
                  <a:cubicBezTo>
                    <a:pt x="1382" y="2360"/>
                    <a:pt x="1645" y="1577"/>
                    <a:pt x="2171" y="1007"/>
                  </a:cubicBezTo>
                  <a:cubicBezTo>
                    <a:pt x="2617" y="520"/>
                    <a:pt x="3238" y="208"/>
                    <a:pt x="4009" y="79"/>
                  </a:cubicBezTo>
                  <a:cubicBezTo>
                    <a:pt x="4291" y="33"/>
                    <a:pt x="4575" y="12"/>
                    <a:pt x="4861" y="12"/>
                  </a:cubicBezTo>
                  <a:close/>
                  <a:moveTo>
                    <a:pt x="4860" y="0"/>
                  </a:moveTo>
                  <a:cubicBezTo>
                    <a:pt x="4574" y="0"/>
                    <a:pt x="4288" y="21"/>
                    <a:pt x="4007" y="67"/>
                  </a:cubicBezTo>
                  <a:cubicBezTo>
                    <a:pt x="3252" y="194"/>
                    <a:pt x="2622" y="499"/>
                    <a:pt x="2160" y="998"/>
                  </a:cubicBezTo>
                  <a:cubicBezTo>
                    <a:pt x="1" y="3348"/>
                    <a:pt x="2441" y="9102"/>
                    <a:pt x="7611" y="13852"/>
                  </a:cubicBezTo>
                  <a:cubicBezTo>
                    <a:pt x="7891" y="14111"/>
                    <a:pt x="8170" y="14358"/>
                    <a:pt x="8454" y="14595"/>
                  </a:cubicBezTo>
                  <a:lnTo>
                    <a:pt x="8456" y="14595"/>
                  </a:lnTo>
                  <a:cubicBezTo>
                    <a:pt x="10304" y="16166"/>
                    <a:pt x="12220" y="17371"/>
                    <a:pt x="14000" y="18156"/>
                  </a:cubicBezTo>
                  <a:cubicBezTo>
                    <a:pt x="14487" y="18371"/>
                    <a:pt x="14986" y="18560"/>
                    <a:pt x="15494" y="18724"/>
                  </a:cubicBezTo>
                  <a:cubicBezTo>
                    <a:pt x="16397" y="19008"/>
                    <a:pt x="17244" y="19167"/>
                    <a:pt x="18004" y="19190"/>
                  </a:cubicBezTo>
                  <a:cubicBezTo>
                    <a:pt x="18062" y="19190"/>
                    <a:pt x="18119" y="19193"/>
                    <a:pt x="18177" y="19193"/>
                  </a:cubicBezTo>
                  <a:cubicBezTo>
                    <a:pt x="19320" y="19193"/>
                    <a:pt x="20255" y="18872"/>
                    <a:pt x="20879" y="18193"/>
                  </a:cubicBezTo>
                  <a:cubicBezTo>
                    <a:pt x="23038" y="15845"/>
                    <a:pt x="20597" y="10088"/>
                    <a:pt x="15429" y="5341"/>
                  </a:cubicBezTo>
                  <a:cubicBezTo>
                    <a:pt x="14721" y="4688"/>
                    <a:pt x="13977" y="4073"/>
                    <a:pt x="13201" y="3498"/>
                  </a:cubicBezTo>
                  <a:cubicBezTo>
                    <a:pt x="12271" y="2801"/>
                    <a:pt x="11287" y="2178"/>
                    <a:pt x="10262" y="1630"/>
                  </a:cubicBezTo>
                  <a:cubicBezTo>
                    <a:pt x="9738" y="1351"/>
                    <a:pt x="9223" y="1106"/>
                    <a:pt x="8717" y="899"/>
                  </a:cubicBezTo>
                  <a:cubicBezTo>
                    <a:pt x="7305" y="312"/>
                    <a:pt x="5982" y="1"/>
                    <a:pt x="4860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0"/>
            <p:cNvSpPr/>
            <p:nvPr/>
          </p:nvSpPr>
          <p:spPr>
            <a:xfrm>
              <a:off x="2747900" y="2609975"/>
              <a:ext cx="408725" cy="340475"/>
            </a:xfrm>
            <a:custGeom>
              <a:avLst/>
              <a:gdLst/>
              <a:ahLst/>
              <a:cxnLst/>
              <a:rect l="l" t="t" r="r" b="b"/>
              <a:pathLst>
                <a:path w="16349" h="13619" extrusionOk="0">
                  <a:moveTo>
                    <a:pt x="3097" y="0"/>
                  </a:moveTo>
                  <a:cubicBezTo>
                    <a:pt x="2363" y="0"/>
                    <a:pt x="1799" y="206"/>
                    <a:pt x="1428" y="610"/>
                  </a:cubicBezTo>
                  <a:cubicBezTo>
                    <a:pt x="1" y="2164"/>
                    <a:pt x="1866" y="6207"/>
                    <a:pt x="5586" y="9624"/>
                  </a:cubicBezTo>
                  <a:cubicBezTo>
                    <a:pt x="8228" y="12051"/>
                    <a:pt x="11236" y="13618"/>
                    <a:pt x="13252" y="13618"/>
                  </a:cubicBezTo>
                  <a:cubicBezTo>
                    <a:pt x="13986" y="13618"/>
                    <a:pt x="14547" y="13413"/>
                    <a:pt x="14921" y="13007"/>
                  </a:cubicBezTo>
                  <a:cubicBezTo>
                    <a:pt x="16348" y="11455"/>
                    <a:pt x="14483" y="7410"/>
                    <a:pt x="10760" y="3992"/>
                  </a:cubicBezTo>
                  <a:cubicBezTo>
                    <a:pt x="8121" y="1568"/>
                    <a:pt x="5113" y="0"/>
                    <a:pt x="3097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0"/>
            <p:cNvSpPr/>
            <p:nvPr/>
          </p:nvSpPr>
          <p:spPr>
            <a:xfrm>
              <a:off x="2747675" y="2609800"/>
              <a:ext cx="409125" cy="340775"/>
            </a:xfrm>
            <a:custGeom>
              <a:avLst/>
              <a:gdLst/>
              <a:ahLst/>
              <a:cxnLst/>
              <a:rect l="l" t="t" r="r" b="b"/>
              <a:pathLst>
                <a:path w="16365" h="13631" extrusionOk="0">
                  <a:moveTo>
                    <a:pt x="3106" y="12"/>
                  </a:moveTo>
                  <a:cubicBezTo>
                    <a:pt x="4080" y="12"/>
                    <a:pt x="5304" y="376"/>
                    <a:pt x="6646" y="1067"/>
                  </a:cubicBezTo>
                  <a:cubicBezTo>
                    <a:pt x="8019" y="1776"/>
                    <a:pt x="9444" y="2792"/>
                    <a:pt x="10767" y="4004"/>
                  </a:cubicBezTo>
                  <a:cubicBezTo>
                    <a:pt x="12568" y="5659"/>
                    <a:pt x="13993" y="7509"/>
                    <a:pt x="14778" y="9213"/>
                  </a:cubicBezTo>
                  <a:cubicBezTo>
                    <a:pt x="15159" y="10040"/>
                    <a:pt x="15369" y="10788"/>
                    <a:pt x="15401" y="11434"/>
                  </a:cubicBezTo>
                  <a:cubicBezTo>
                    <a:pt x="15434" y="12102"/>
                    <a:pt x="15272" y="12633"/>
                    <a:pt x="14926" y="13011"/>
                  </a:cubicBezTo>
                  <a:cubicBezTo>
                    <a:pt x="14554" y="13415"/>
                    <a:pt x="13993" y="13621"/>
                    <a:pt x="13261" y="13621"/>
                  </a:cubicBezTo>
                  <a:cubicBezTo>
                    <a:pt x="12286" y="13621"/>
                    <a:pt x="11063" y="13256"/>
                    <a:pt x="9721" y="12566"/>
                  </a:cubicBezTo>
                  <a:cubicBezTo>
                    <a:pt x="8345" y="11857"/>
                    <a:pt x="6923" y="10843"/>
                    <a:pt x="5600" y="9629"/>
                  </a:cubicBezTo>
                  <a:cubicBezTo>
                    <a:pt x="3799" y="7973"/>
                    <a:pt x="2374" y="6124"/>
                    <a:pt x="1589" y="4420"/>
                  </a:cubicBezTo>
                  <a:cubicBezTo>
                    <a:pt x="1206" y="3593"/>
                    <a:pt x="998" y="2845"/>
                    <a:pt x="966" y="2198"/>
                  </a:cubicBezTo>
                  <a:cubicBezTo>
                    <a:pt x="933" y="1531"/>
                    <a:pt x="1093" y="1000"/>
                    <a:pt x="1441" y="621"/>
                  </a:cubicBezTo>
                  <a:cubicBezTo>
                    <a:pt x="1813" y="217"/>
                    <a:pt x="2372" y="12"/>
                    <a:pt x="3106" y="12"/>
                  </a:cubicBezTo>
                  <a:close/>
                  <a:moveTo>
                    <a:pt x="3106" y="0"/>
                  </a:moveTo>
                  <a:cubicBezTo>
                    <a:pt x="2392" y="0"/>
                    <a:pt x="1815" y="196"/>
                    <a:pt x="1432" y="614"/>
                  </a:cubicBezTo>
                  <a:cubicBezTo>
                    <a:pt x="0" y="2173"/>
                    <a:pt x="1864" y="6211"/>
                    <a:pt x="5590" y="9636"/>
                  </a:cubicBezTo>
                  <a:cubicBezTo>
                    <a:pt x="8324" y="12148"/>
                    <a:pt x="11301" y="13630"/>
                    <a:pt x="13259" y="13630"/>
                  </a:cubicBezTo>
                  <a:cubicBezTo>
                    <a:pt x="13972" y="13630"/>
                    <a:pt x="14552" y="13434"/>
                    <a:pt x="14933" y="13018"/>
                  </a:cubicBezTo>
                  <a:cubicBezTo>
                    <a:pt x="16364" y="11460"/>
                    <a:pt x="14503" y="7421"/>
                    <a:pt x="10774" y="3995"/>
                  </a:cubicBezTo>
                  <a:cubicBezTo>
                    <a:pt x="8040" y="1485"/>
                    <a:pt x="5064" y="0"/>
                    <a:pt x="3106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0"/>
            <p:cNvSpPr/>
            <p:nvPr/>
          </p:nvSpPr>
          <p:spPr>
            <a:xfrm>
              <a:off x="2716275" y="2553225"/>
              <a:ext cx="450800" cy="428675"/>
            </a:xfrm>
            <a:custGeom>
              <a:avLst/>
              <a:gdLst/>
              <a:ahLst/>
              <a:cxnLst/>
              <a:rect l="l" t="t" r="r" b="b"/>
              <a:pathLst>
                <a:path w="18032" h="17147" fill="none" extrusionOk="0">
                  <a:moveTo>
                    <a:pt x="12665" y="5530"/>
                  </a:moveTo>
                  <a:cubicBezTo>
                    <a:pt x="14711" y="7410"/>
                    <a:pt x="16336" y="9578"/>
                    <a:pt x="17184" y="11557"/>
                  </a:cubicBezTo>
                  <a:cubicBezTo>
                    <a:pt x="18031" y="13538"/>
                    <a:pt x="18031" y="15168"/>
                    <a:pt x="17184" y="16087"/>
                  </a:cubicBezTo>
                  <a:cubicBezTo>
                    <a:pt x="16339" y="17008"/>
                    <a:pt x="14713" y="17147"/>
                    <a:pt x="12670" y="16468"/>
                  </a:cubicBezTo>
                  <a:cubicBezTo>
                    <a:pt x="10626" y="15791"/>
                    <a:pt x="8329" y="14355"/>
                    <a:pt x="6283" y="12476"/>
                  </a:cubicBezTo>
                  <a:cubicBezTo>
                    <a:pt x="2025" y="8562"/>
                    <a:pt x="0" y="3836"/>
                    <a:pt x="1764" y="1917"/>
                  </a:cubicBezTo>
                  <a:cubicBezTo>
                    <a:pt x="3526" y="0"/>
                    <a:pt x="8407" y="1617"/>
                    <a:pt x="12665" y="553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0"/>
            <p:cNvSpPr/>
            <p:nvPr/>
          </p:nvSpPr>
          <p:spPr>
            <a:xfrm>
              <a:off x="2766075" y="2537900"/>
              <a:ext cx="249925" cy="453525"/>
            </a:xfrm>
            <a:custGeom>
              <a:avLst/>
              <a:gdLst/>
              <a:ahLst/>
              <a:cxnLst/>
              <a:rect l="l" t="t" r="r" b="b"/>
              <a:pathLst>
                <a:path w="9997" h="18141" extrusionOk="0">
                  <a:moveTo>
                    <a:pt x="859" y="0"/>
                  </a:moveTo>
                  <a:cubicBezTo>
                    <a:pt x="568" y="0"/>
                    <a:pt x="282" y="17"/>
                    <a:pt x="1" y="50"/>
                  </a:cubicBezTo>
                  <a:lnTo>
                    <a:pt x="587" y="1966"/>
                  </a:lnTo>
                  <a:lnTo>
                    <a:pt x="980" y="3248"/>
                  </a:lnTo>
                  <a:lnTo>
                    <a:pt x="3349" y="10985"/>
                  </a:lnTo>
                  <a:lnTo>
                    <a:pt x="3871" y="12685"/>
                  </a:lnTo>
                  <a:lnTo>
                    <a:pt x="4448" y="14576"/>
                  </a:lnTo>
                  <a:lnTo>
                    <a:pt x="4450" y="14576"/>
                  </a:lnTo>
                  <a:cubicBezTo>
                    <a:pt x="6298" y="16146"/>
                    <a:pt x="8216" y="17351"/>
                    <a:pt x="9997" y="18141"/>
                  </a:cubicBezTo>
                  <a:lnTo>
                    <a:pt x="9535" y="16635"/>
                  </a:lnTo>
                  <a:lnTo>
                    <a:pt x="9209" y="15566"/>
                  </a:lnTo>
                  <a:lnTo>
                    <a:pt x="7771" y="10868"/>
                  </a:lnTo>
                  <a:lnTo>
                    <a:pt x="7741" y="10777"/>
                  </a:lnTo>
                  <a:lnTo>
                    <a:pt x="7487" y="9937"/>
                  </a:lnTo>
                  <a:lnTo>
                    <a:pt x="7484" y="9935"/>
                  </a:lnTo>
                  <a:lnTo>
                    <a:pt x="6847" y="7857"/>
                  </a:lnTo>
                  <a:lnTo>
                    <a:pt x="5600" y="3781"/>
                  </a:lnTo>
                  <a:lnTo>
                    <a:pt x="5208" y="2497"/>
                  </a:lnTo>
                  <a:lnTo>
                    <a:pt x="4714" y="881"/>
                  </a:lnTo>
                  <a:cubicBezTo>
                    <a:pt x="3342" y="284"/>
                    <a:pt x="2059" y="0"/>
                    <a:pt x="859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0"/>
            <p:cNvSpPr/>
            <p:nvPr/>
          </p:nvSpPr>
          <p:spPr>
            <a:xfrm>
              <a:off x="2922450" y="2578150"/>
              <a:ext cx="193575" cy="439025"/>
            </a:xfrm>
            <a:custGeom>
              <a:avLst/>
              <a:gdLst/>
              <a:ahLst/>
              <a:cxnLst/>
              <a:rect l="l" t="t" r="r" b="b"/>
              <a:pathLst>
                <a:path w="7743" h="17561" extrusionOk="0">
                  <a:moveTo>
                    <a:pt x="1" y="1"/>
                  </a:moveTo>
                  <a:lnTo>
                    <a:pt x="509" y="1652"/>
                  </a:lnTo>
                  <a:lnTo>
                    <a:pt x="941" y="3063"/>
                  </a:lnTo>
                  <a:lnTo>
                    <a:pt x="2479" y="8085"/>
                  </a:lnTo>
                  <a:lnTo>
                    <a:pt x="2804" y="9151"/>
                  </a:lnTo>
                  <a:lnTo>
                    <a:pt x="2929" y="9555"/>
                  </a:lnTo>
                  <a:lnTo>
                    <a:pt x="2931" y="9558"/>
                  </a:lnTo>
                  <a:lnTo>
                    <a:pt x="3095" y="10098"/>
                  </a:lnTo>
                  <a:lnTo>
                    <a:pt x="4467" y="14575"/>
                  </a:lnTo>
                  <a:lnTo>
                    <a:pt x="4769" y="15573"/>
                  </a:lnTo>
                  <a:lnTo>
                    <a:pt x="5235" y="17094"/>
                  </a:lnTo>
                  <a:cubicBezTo>
                    <a:pt x="6136" y="17378"/>
                    <a:pt x="6983" y="17538"/>
                    <a:pt x="7743" y="17561"/>
                  </a:cubicBezTo>
                  <a:lnTo>
                    <a:pt x="7226" y="15868"/>
                  </a:lnTo>
                  <a:lnTo>
                    <a:pt x="6912" y="14836"/>
                  </a:lnTo>
                  <a:lnTo>
                    <a:pt x="4058" y="5519"/>
                  </a:lnTo>
                  <a:lnTo>
                    <a:pt x="3513" y="3737"/>
                  </a:lnTo>
                  <a:lnTo>
                    <a:pt x="2940" y="1866"/>
                  </a:lnTo>
                  <a:lnTo>
                    <a:pt x="1767" y="107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8" name="Google Shape;508;p30"/>
          <p:cNvGrpSpPr/>
          <p:nvPr/>
        </p:nvGrpSpPr>
        <p:grpSpPr>
          <a:xfrm rot="1135194">
            <a:off x="8103495" y="3119686"/>
            <a:ext cx="435970" cy="536160"/>
            <a:chOff x="4081850" y="3204400"/>
            <a:chExt cx="743225" cy="914025"/>
          </a:xfrm>
        </p:grpSpPr>
        <p:sp>
          <p:nvSpPr>
            <p:cNvPr id="509" name="Google Shape;509;p30"/>
            <p:cNvSpPr/>
            <p:nvPr/>
          </p:nvSpPr>
          <p:spPr>
            <a:xfrm>
              <a:off x="4106625" y="3204400"/>
              <a:ext cx="718450" cy="914025"/>
            </a:xfrm>
            <a:custGeom>
              <a:avLst/>
              <a:gdLst/>
              <a:ahLst/>
              <a:cxnLst/>
              <a:rect l="l" t="t" r="r" b="b"/>
              <a:pathLst>
                <a:path w="28738" h="36561" extrusionOk="0">
                  <a:moveTo>
                    <a:pt x="14832" y="0"/>
                  </a:moveTo>
                  <a:cubicBezTo>
                    <a:pt x="12888" y="0"/>
                    <a:pt x="11529" y="569"/>
                    <a:pt x="11529" y="569"/>
                  </a:cubicBezTo>
                  <a:cubicBezTo>
                    <a:pt x="11529" y="569"/>
                    <a:pt x="27955" y="2714"/>
                    <a:pt x="10506" y="29792"/>
                  </a:cubicBezTo>
                  <a:cubicBezTo>
                    <a:pt x="8291" y="33228"/>
                    <a:pt x="6253" y="34299"/>
                    <a:pt x="4573" y="34299"/>
                  </a:cubicBezTo>
                  <a:cubicBezTo>
                    <a:pt x="1798" y="34299"/>
                    <a:pt x="1" y="31378"/>
                    <a:pt x="0" y="31378"/>
                  </a:cubicBezTo>
                  <a:lnTo>
                    <a:pt x="0" y="31378"/>
                  </a:lnTo>
                  <a:cubicBezTo>
                    <a:pt x="0" y="31378"/>
                    <a:pt x="361" y="35656"/>
                    <a:pt x="6396" y="36372"/>
                  </a:cubicBezTo>
                  <a:cubicBezTo>
                    <a:pt x="7105" y="36457"/>
                    <a:pt x="7880" y="36561"/>
                    <a:pt x="8720" y="36561"/>
                  </a:cubicBezTo>
                  <a:cubicBezTo>
                    <a:pt x="11282" y="36561"/>
                    <a:pt x="14450" y="35596"/>
                    <a:pt x="18190" y="30193"/>
                  </a:cubicBezTo>
                  <a:cubicBezTo>
                    <a:pt x="21421" y="25527"/>
                    <a:pt x="28738" y="8230"/>
                    <a:pt x="20691" y="2014"/>
                  </a:cubicBezTo>
                  <a:cubicBezTo>
                    <a:pt x="18635" y="426"/>
                    <a:pt x="16515" y="0"/>
                    <a:pt x="14832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0"/>
            <p:cNvSpPr/>
            <p:nvPr/>
          </p:nvSpPr>
          <p:spPr>
            <a:xfrm>
              <a:off x="4081975" y="3206200"/>
              <a:ext cx="497850" cy="882300"/>
            </a:xfrm>
            <a:custGeom>
              <a:avLst/>
              <a:gdLst/>
              <a:ahLst/>
              <a:cxnLst/>
              <a:rect l="l" t="t" r="r" b="b"/>
              <a:pathLst>
                <a:path w="19914" h="35292" extrusionOk="0">
                  <a:moveTo>
                    <a:pt x="14683" y="1"/>
                  </a:moveTo>
                  <a:cubicBezTo>
                    <a:pt x="14676" y="1"/>
                    <a:pt x="14669" y="1"/>
                    <a:pt x="14662" y="1"/>
                  </a:cubicBezTo>
                  <a:cubicBezTo>
                    <a:pt x="12598" y="1"/>
                    <a:pt x="10190" y="1490"/>
                    <a:pt x="7886" y="4191"/>
                  </a:cubicBezTo>
                  <a:cubicBezTo>
                    <a:pt x="5553" y="6925"/>
                    <a:pt x="3475" y="10730"/>
                    <a:pt x="2032" y="14912"/>
                  </a:cubicBezTo>
                  <a:cubicBezTo>
                    <a:pt x="1843" y="15459"/>
                    <a:pt x="1679" y="15967"/>
                    <a:pt x="1531" y="16464"/>
                  </a:cubicBezTo>
                  <a:lnTo>
                    <a:pt x="1531" y="16466"/>
                  </a:lnTo>
                  <a:cubicBezTo>
                    <a:pt x="545" y="19731"/>
                    <a:pt x="19" y="22996"/>
                    <a:pt x="7" y="25907"/>
                  </a:cubicBezTo>
                  <a:cubicBezTo>
                    <a:pt x="0" y="26681"/>
                    <a:pt x="37" y="27454"/>
                    <a:pt x="116" y="28223"/>
                  </a:cubicBezTo>
                  <a:cubicBezTo>
                    <a:pt x="261" y="29600"/>
                    <a:pt x="541" y="30814"/>
                    <a:pt x="949" y="31830"/>
                  </a:cubicBezTo>
                  <a:cubicBezTo>
                    <a:pt x="1284" y="32661"/>
                    <a:pt x="1704" y="33356"/>
                    <a:pt x="2196" y="33899"/>
                  </a:cubicBezTo>
                  <a:cubicBezTo>
                    <a:pt x="2702" y="34455"/>
                    <a:pt x="3286" y="34852"/>
                    <a:pt x="3935" y="35076"/>
                  </a:cubicBezTo>
                  <a:cubicBezTo>
                    <a:pt x="4351" y="35217"/>
                    <a:pt x="4787" y="35291"/>
                    <a:pt x="5226" y="35291"/>
                  </a:cubicBezTo>
                  <a:cubicBezTo>
                    <a:pt x="5233" y="35291"/>
                    <a:pt x="5240" y="35291"/>
                    <a:pt x="5246" y="35291"/>
                  </a:cubicBezTo>
                  <a:cubicBezTo>
                    <a:pt x="7311" y="35291"/>
                    <a:pt x="9717" y="33802"/>
                    <a:pt x="12023" y="31100"/>
                  </a:cubicBezTo>
                  <a:cubicBezTo>
                    <a:pt x="14353" y="28369"/>
                    <a:pt x="16431" y="24561"/>
                    <a:pt x="17874" y="20384"/>
                  </a:cubicBezTo>
                  <a:cubicBezTo>
                    <a:pt x="18334" y="19061"/>
                    <a:pt x="18722" y="17715"/>
                    <a:pt x="19036" y="16351"/>
                  </a:cubicBezTo>
                  <a:cubicBezTo>
                    <a:pt x="19435" y="14635"/>
                    <a:pt x="19698" y="12956"/>
                    <a:pt x="19818" y="11359"/>
                  </a:cubicBezTo>
                  <a:cubicBezTo>
                    <a:pt x="19888" y="10502"/>
                    <a:pt x="19913" y="9668"/>
                    <a:pt x="19899" y="8879"/>
                  </a:cubicBezTo>
                  <a:cubicBezTo>
                    <a:pt x="19851" y="6022"/>
                    <a:pt x="19290" y="3688"/>
                    <a:pt x="18276" y="2129"/>
                  </a:cubicBezTo>
                  <a:cubicBezTo>
                    <a:pt x="17657" y="1174"/>
                    <a:pt x="16881" y="529"/>
                    <a:pt x="15972" y="215"/>
                  </a:cubicBezTo>
                  <a:cubicBezTo>
                    <a:pt x="15558" y="74"/>
                    <a:pt x="15121" y="1"/>
                    <a:pt x="14683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0"/>
            <p:cNvSpPr/>
            <p:nvPr/>
          </p:nvSpPr>
          <p:spPr>
            <a:xfrm>
              <a:off x="4081850" y="3206025"/>
              <a:ext cx="498125" cy="882575"/>
            </a:xfrm>
            <a:custGeom>
              <a:avLst/>
              <a:gdLst/>
              <a:ahLst/>
              <a:cxnLst/>
              <a:rect l="l" t="t" r="r" b="b"/>
              <a:pathLst>
                <a:path w="19925" h="35303" extrusionOk="0">
                  <a:moveTo>
                    <a:pt x="14667" y="12"/>
                  </a:moveTo>
                  <a:cubicBezTo>
                    <a:pt x="15113" y="12"/>
                    <a:pt x="15554" y="84"/>
                    <a:pt x="15977" y="229"/>
                  </a:cubicBezTo>
                  <a:cubicBezTo>
                    <a:pt x="16884" y="541"/>
                    <a:pt x="17660" y="1185"/>
                    <a:pt x="18279" y="2141"/>
                  </a:cubicBezTo>
                  <a:cubicBezTo>
                    <a:pt x="19288" y="3700"/>
                    <a:pt x="19851" y="6032"/>
                    <a:pt x="19900" y="8886"/>
                  </a:cubicBezTo>
                  <a:cubicBezTo>
                    <a:pt x="19913" y="9675"/>
                    <a:pt x="19888" y="10509"/>
                    <a:pt x="19819" y="11366"/>
                  </a:cubicBezTo>
                  <a:cubicBezTo>
                    <a:pt x="19699" y="12963"/>
                    <a:pt x="19435" y="14642"/>
                    <a:pt x="19036" y="16355"/>
                  </a:cubicBezTo>
                  <a:cubicBezTo>
                    <a:pt x="18722" y="17720"/>
                    <a:pt x="18334" y="19066"/>
                    <a:pt x="17877" y="20389"/>
                  </a:cubicBezTo>
                  <a:cubicBezTo>
                    <a:pt x="17140" y="22516"/>
                    <a:pt x="16251" y="24534"/>
                    <a:pt x="15231" y="26388"/>
                  </a:cubicBezTo>
                  <a:cubicBezTo>
                    <a:pt x="14245" y="28177"/>
                    <a:pt x="13167" y="29764"/>
                    <a:pt x="12024" y="31103"/>
                  </a:cubicBezTo>
                  <a:cubicBezTo>
                    <a:pt x="10890" y="32433"/>
                    <a:pt x="9733" y="33469"/>
                    <a:pt x="8588" y="34188"/>
                  </a:cubicBezTo>
                  <a:cubicBezTo>
                    <a:pt x="7415" y="34922"/>
                    <a:pt x="6293" y="35294"/>
                    <a:pt x="5251" y="35294"/>
                  </a:cubicBezTo>
                  <a:cubicBezTo>
                    <a:pt x="4806" y="35294"/>
                    <a:pt x="4365" y="35222"/>
                    <a:pt x="3942" y="35077"/>
                  </a:cubicBezTo>
                  <a:cubicBezTo>
                    <a:pt x="3296" y="34853"/>
                    <a:pt x="2709" y="34458"/>
                    <a:pt x="2204" y="33901"/>
                  </a:cubicBezTo>
                  <a:cubicBezTo>
                    <a:pt x="1714" y="33361"/>
                    <a:pt x="1294" y="32666"/>
                    <a:pt x="959" y="31837"/>
                  </a:cubicBezTo>
                  <a:cubicBezTo>
                    <a:pt x="553" y="30821"/>
                    <a:pt x="271" y="29607"/>
                    <a:pt x="128" y="28230"/>
                  </a:cubicBezTo>
                  <a:cubicBezTo>
                    <a:pt x="49" y="27459"/>
                    <a:pt x="12" y="26686"/>
                    <a:pt x="17" y="25914"/>
                  </a:cubicBezTo>
                  <a:cubicBezTo>
                    <a:pt x="28" y="23003"/>
                    <a:pt x="555" y="19738"/>
                    <a:pt x="1541" y="16475"/>
                  </a:cubicBezTo>
                  <a:lnTo>
                    <a:pt x="1543" y="16473"/>
                  </a:lnTo>
                  <a:cubicBezTo>
                    <a:pt x="1689" y="15977"/>
                    <a:pt x="1853" y="15469"/>
                    <a:pt x="2042" y="14921"/>
                  </a:cubicBezTo>
                  <a:cubicBezTo>
                    <a:pt x="2776" y="12792"/>
                    <a:pt x="3667" y="10774"/>
                    <a:pt x="4688" y="8920"/>
                  </a:cubicBezTo>
                  <a:cubicBezTo>
                    <a:pt x="5674" y="7129"/>
                    <a:pt x="6752" y="5542"/>
                    <a:pt x="7895" y="4203"/>
                  </a:cubicBezTo>
                  <a:cubicBezTo>
                    <a:pt x="9029" y="2873"/>
                    <a:pt x="10186" y="1834"/>
                    <a:pt x="11333" y="1118"/>
                  </a:cubicBezTo>
                  <a:cubicBezTo>
                    <a:pt x="12504" y="384"/>
                    <a:pt x="13626" y="12"/>
                    <a:pt x="14667" y="12"/>
                  </a:cubicBezTo>
                  <a:close/>
                  <a:moveTo>
                    <a:pt x="14667" y="1"/>
                  </a:moveTo>
                  <a:cubicBezTo>
                    <a:pt x="10426" y="1"/>
                    <a:pt x="5037" y="6214"/>
                    <a:pt x="2033" y="14917"/>
                  </a:cubicBezTo>
                  <a:cubicBezTo>
                    <a:pt x="1853" y="15439"/>
                    <a:pt x="1686" y="15953"/>
                    <a:pt x="1532" y="16468"/>
                  </a:cubicBezTo>
                  <a:lnTo>
                    <a:pt x="1532" y="16473"/>
                  </a:lnTo>
                  <a:cubicBezTo>
                    <a:pt x="513" y="19840"/>
                    <a:pt x="17" y="23091"/>
                    <a:pt x="8" y="25912"/>
                  </a:cubicBezTo>
                  <a:cubicBezTo>
                    <a:pt x="1" y="26688"/>
                    <a:pt x="38" y="27461"/>
                    <a:pt x="116" y="28230"/>
                  </a:cubicBezTo>
                  <a:cubicBezTo>
                    <a:pt x="262" y="29595"/>
                    <a:pt x="539" y="30816"/>
                    <a:pt x="950" y="31839"/>
                  </a:cubicBezTo>
                  <a:cubicBezTo>
                    <a:pt x="1615" y="33486"/>
                    <a:pt x="2615" y="34631"/>
                    <a:pt x="3940" y="35088"/>
                  </a:cubicBezTo>
                  <a:cubicBezTo>
                    <a:pt x="4356" y="35229"/>
                    <a:pt x="4792" y="35303"/>
                    <a:pt x="5231" y="35303"/>
                  </a:cubicBezTo>
                  <a:cubicBezTo>
                    <a:pt x="5238" y="35303"/>
                    <a:pt x="5245" y="35303"/>
                    <a:pt x="5251" y="35303"/>
                  </a:cubicBezTo>
                  <a:cubicBezTo>
                    <a:pt x="9493" y="35303"/>
                    <a:pt x="14882" y="29092"/>
                    <a:pt x="17886" y="20391"/>
                  </a:cubicBezTo>
                  <a:cubicBezTo>
                    <a:pt x="18346" y="19068"/>
                    <a:pt x="18734" y="17724"/>
                    <a:pt x="19048" y="16360"/>
                  </a:cubicBezTo>
                  <a:cubicBezTo>
                    <a:pt x="19449" y="14628"/>
                    <a:pt x="19713" y="12947"/>
                    <a:pt x="19830" y="11368"/>
                  </a:cubicBezTo>
                  <a:cubicBezTo>
                    <a:pt x="19897" y="10509"/>
                    <a:pt x="19925" y="9680"/>
                    <a:pt x="19911" y="8888"/>
                  </a:cubicBezTo>
                  <a:cubicBezTo>
                    <a:pt x="19863" y="6073"/>
                    <a:pt x="19311" y="3714"/>
                    <a:pt x="18288" y="2136"/>
                  </a:cubicBezTo>
                  <a:cubicBezTo>
                    <a:pt x="17681" y="1201"/>
                    <a:pt x="16912" y="541"/>
                    <a:pt x="15979" y="220"/>
                  </a:cubicBezTo>
                  <a:cubicBezTo>
                    <a:pt x="15563" y="77"/>
                    <a:pt x="15126" y="3"/>
                    <a:pt x="14688" y="3"/>
                  </a:cubicBezTo>
                  <a:cubicBezTo>
                    <a:pt x="14681" y="3"/>
                    <a:pt x="14674" y="3"/>
                    <a:pt x="14667" y="3"/>
                  </a:cubicBezTo>
                  <a:lnTo>
                    <a:pt x="14667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0"/>
            <p:cNvSpPr/>
            <p:nvPr/>
          </p:nvSpPr>
          <p:spPr>
            <a:xfrm>
              <a:off x="4152175" y="3329225"/>
              <a:ext cx="347700" cy="635150"/>
            </a:xfrm>
            <a:custGeom>
              <a:avLst/>
              <a:gdLst/>
              <a:ahLst/>
              <a:cxnLst/>
              <a:rect l="l" t="t" r="r" b="b"/>
              <a:pathLst>
                <a:path w="13908" h="25406" extrusionOk="0">
                  <a:moveTo>
                    <a:pt x="10494" y="0"/>
                  </a:moveTo>
                  <a:cubicBezTo>
                    <a:pt x="9111" y="0"/>
                    <a:pt x="7463" y="1090"/>
                    <a:pt x="5853" y="3071"/>
                  </a:cubicBezTo>
                  <a:cubicBezTo>
                    <a:pt x="4228" y="5071"/>
                    <a:pt x="2755" y="7848"/>
                    <a:pt x="1704" y="10889"/>
                  </a:cubicBezTo>
                  <a:cubicBezTo>
                    <a:pt x="545" y="14249"/>
                    <a:pt x="0" y="17595"/>
                    <a:pt x="173" y="20312"/>
                  </a:cubicBezTo>
                  <a:cubicBezTo>
                    <a:pt x="256" y="21633"/>
                    <a:pt x="506" y="22732"/>
                    <a:pt x="912" y="23582"/>
                  </a:cubicBezTo>
                  <a:cubicBezTo>
                    <a:pt x="1332" y="24459"/>
                    <a:pt x="1905" y="25030"/>
                    <a:pt x="2612" y="25272"/>
                  </a:cubicBezTo>
                  <a:cubicBezTo>
                    <a:pt x="2870" y="25362"/>
                    <a:pt x="3140" y="25406"/>
                    <a:pt x="3413" y="25406"/>
                  </a:cubicBezTo>
                  <a:cubicBezTo>
                    <a:pt x="4796" y="25406"/>
                    <a:pt x="6444" y="24314"/>
                    <a:pt x="8052" y="22335"/>
                  </a:cubicBezTo>
                  <a:cubicBezTo>
                    <a:pt x="9677" y="20333"/>
                    <a:pt x="11152" y="17558"/>
                    <a:pt x="12203" y="14514"/>
                  </a:cubicBezTo>
                  <a:cubicBezTo>
                    <a:pt x="13362" y="11157"/>
                    <a:pt x="13907" y="7811"/>
                    <a:pt x="13734" y="5094"/>
                  </a:cubicBezTo>
                  <a:cubicBezTo>
                    <a:pt x="13651" y="3773"/>
                    <a:pt x="13401" y="2672"/>
                    <a:pt x="12995" y="1824"/>
                  </a:cubicBezTo>
                  <a:cubicBezTo>
                    <a:pt x="12575" y="944"/>
                    <a:pt x="12002" y="376"/>
                    <a:pt x="11293" y="132"/>
                  </a:cubicBezTo>
                  <a:cubicBezTo>
                    <a:pt x="11037" y="44"/>
                    <a:pt x="10767" y="0"/>
                    <a:pt x="1049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0"/>
            <p:cNvSpPr/>
            <p:nvPr/>
          </p:nvSpPr>
          <p:spPr>
            <a:xfrm>
              <a:off x="4134675" y="3329050"/>
              <a:ext cx="382675" cy="635450"/>
            </a:xfrm>
            <a:custGeom>
              <a:avLst/>
              <a:gdLst/>
              <a:ahLst/>
              <a:cxnLst/>
              <a:rect l="l" t="t" r="r" b="b"/>
              <a:pathLst>
                <a:path w="15307" h="25418" extrusionOk="0">
                  <a:moveTo>
                    <a:pt x="11217" y="14"/>
                  </a:moveTo>
                  <a:cubicBezTo>
                    <a:pt x="11480" y="14"/>
                    <a:pt x="11743" y="58"/>
                    <a:pt x="11993" y="143"/>
                  </a:cubicBezTo>
                  <a:cubicBezTo>
                    <a:pt x="12700" y="388"/>
                    <a:pt x="13270" y="956"/>
                    <a:pt x="13690" y="1833"/>
                  </a:cubicBezTo>
                  <a:cubicBezTo>
                    <a:pt x="14097" y="2681"/>
                    <a:pt x="14346" y="3780"/>
                    <a:pt x="14429" y="5101"/>
                  </a:cubicBezTo>
                  <a:cubicBezTo>
                    <a:pt x="14512" y="6421"/>
                    <a:pt x="14427" y="7897"/>
                    <a:pt x="14175" y="9483"/>
                  </a:cubicBezTo>
                  <a:cubicBezTo>
                    <a:pt x="13912" y="11129"/>
                    <a:pt x="13483" y="12822"/>
                    <a:pt x="12898" y="14519"/>
                  </a:cubicBezTo>
                  <a:cubicBezTo>
                    <a:pt x="11848" y="17562"/>
                    <a:pt x="10375" y="20338"/>
                    <a:pt x="8749" y="22337"/>
                  </a:cubicBezTo>
                  <a:cubicBezTo>
                    <a:pt x="7142" y="24316"/>
                    <a:pt x="5496" y="25406"/>
                    <a:pt x="4113" y="25406"/>
                  </a:cubicBezTo>
                  <a:cubicBezTo>
                    <a:pt x="3843" y="25406"/>
                    <a:pt x="3572" y="25362"/>
                    <a:pt x="3316" y="25274"/>
                  </a:cubicBezTo>
                  <a:cubicBezTo>
                    <a:pt x="2610" y="25032"/>
                    <a:pt x="2037" y="24464"/>
                    <a:pt x="1619" y="23586"/>
                  </a:cubicBezTo>
                  <a:cubicBezTo>
                    <a:pt x="1213" y="22737"/>
                    <a:pt x="963" y="21638"/>
                    <a:pt x="880" y="20319"/>
                  </a:cubicBezTo>
                  <a:cubicBezTo>
                    <a:pt x="797" y="18999"/>
                    <a:pt x="883" y="17523"/>
                    <a:pt x="1134" y="15934"/>
                  </a:cubicBezTo>
                  <a:cubicBezTo>
                    <a:pt x="1395" y="14290"/>
                    <a:pt x="1825" y="12596"/>
                    <a:pt x="2411" y="10899"/>
                  </a:cubicBezTo>
                  <a:cubicBezTo>
                    <a:pt x="3462" y="7858"/>
                    <a:pt x="4935" y="5082"/>
                    <a:pt x="6558" y="3083"/>
                  </a:cubicBezTo>
                  <a:cubicBezTo>
                    <a:pt x="8167" y="1104"/>
                    <a:pt x="9814" y="14"/>
                    <a:pt x="11197" y="14"/>
                  </a:cubicBezTo>
                  <a:cubicBezTo>
                    <a:pt x="11203" y="14"/>
                    <a:pt x="11210" y="14"/>
                    <a:pt x="11217" y="14"/>
                  </a:cubicBezTo>
                  <a:close/>
                  <a:moveTo>
                    <a:pt x="11197" y="0"/>
                  </a:moveTo>
                  <a:cubicBezTo>
                    <a:pt x="8350" y="0"/>
                    <a:pt x="4586" y="4565"/>
                    <a:pt x="2400" y="10894"/>
                  </a:cubicBezTo>
                  <a:cubicBezTo>
                    <a:pt x="1" y="17842"/>
                    <a:pt x="409" y="24284"/>
                    <a:pt x="3312" y="25286"/>
                  </a:cubicBezTo>
                  <a:cubicBezTo>
                    <a:pt x="3570" y="25374"/>
                    <a:pt x="3840" y="25417"/>
                    <a:pt x="4113" y="25417"/>
                  </a:cubicBezTo>
                  <a:cubicBezTo>
                    <a:pt x="6960" y="25417"/>
                    <a:pt x="10723" y="20855"/>
                    <a:pt x="12910" y="14524"/>
                  </a:cubicBezTo>
                  <a:cubicBezTo>
                    <a:pt x="15307" y="7578"/>
                    <a:pt x="14900" y="1136"/>
                    <a:pt x="11998" y="134"/>
                  </a:cubicBezTo>
                  <a:cubicBezTo>
                    <a:pt x="11739" y="44"/>
                    <a:pt x="11469" y="0"/>
                    <a:pt x="11197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0"/>
            <p:cNvSpPr/>
            <p:nvPr/>
          </p:nvSpPr>
          <p:spPr>
            <a:xfrm>
              <a:off x="4120125" y="3272825"/>
              <a:ext cx="418300" cy="747900"/>
            </a:xfrm>
            <a:custGeom>
              <a:avLst/>
              <a:gdLst/>
              <a:ahLst/>
              <a:cxnLst/>
              <a:rect l="l" t="t" r="r" b="b"/>
              <a:pathLst>
                <a:path w="16732" h="29916" fill="none" extrusionOk="0">
                  <a:moveTo>
                    <a:pt x="13326" y="591"/>
                  </a:moveTo>
                  <a:cubicBezTo>
                    <a:pt x="15041" y="1185"/>
                    <a:pt x="16166" y="3267"/>
                    <a:pt x="16447" y="6380"/>
                  </a:cubicBezTo>
                  <a:cubicBezTo>
                    <a:pt x="16731" y="9492"/>
                    <a:pt x="16152" y="13381"/>
                    <a:pt x="14836" y="17193"/>
                  </a:cubicBezTo>
                  <a:cubicBezTo>
                    <a:pt x="13520" y="21003"/>
                    <a:pt x="11578" y="24420"/>
                    <a:pt x="9433" y="26694"/>
                  </a:cubicBezTo>
                  <a:cubicBezTo>
                    <a:pt x="7290" y="28971"/>
                    <a:pt x="5122" y="29915"/>
                    <a:pt x="3404" y="29322"/>
                  </a:cubicBezTo>
                  <a:cubicBezTo>
                    <a:pt x="1689" y="28731"/>
                    <a:pt x="566" y="26648"/>
                    <a:pt x="282" y="23536"/>
                  </a:cubicBezTo>
                  <a:cubicBezTo>
                    <a:pt x="1" y="20423"/>
                    <a:pt x="580" y="16533"/>
                    <a:pt x="1896" y="12723"/>
                  </a:cubicBezTo>
                  <a:cubicBezTo>
                    <a:pt x="3210" y="8913"/>
                    <a:pt x="5154" y="5496"/>
                    <a:pt x="7297" y="3219"/>
                  </a:cubicBezTo>
                  <a:cubicBezTo>
                    <a:pt x="9442" y="945"/>
                    <a:pt x="11610" y="0"/>
                    <a:pt x="13326" y="591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0"/>
            <p:cNvSpPr/>
            <p:nvPr/>
          </p:nvSpPr>
          <p:spPr>
            <a:xfrm>
              <a:off x="4081975" y="3231825"/>
              <a:ext cx="608550" cy="622075"/>
            </a:xfrm>
            <a:custGeom>
              <a:avLst/>
              <a:gdLst/>
              <a:ahLst/>
              <a:cxnLst/>
              <a:rect l="l" t="t" r="r" b="b"/>
              <a:pathLst>
                <a:path w="24342" h="24883" extrusionOk="0">
                  <a:moveTo>
                    <a:pt x="20008" y="1"/>
                  </a:moveTo>
                  <a:lnTo>
                    <a:pt x="18283" y="1102"/>
                  </a:lnTo>
                  <a:lnTo>
                    <a:pt x="16073" y="2993"/>
                  </a:lnTo>
                  <a:lnTo>
                    <a:pt x="14593" y="4256"/>
                  </a:lnTo>
                  <a:lnTo>
                    <a:pt x="5669" y="11892"/>
                  </a:lnTo>
                  <a:lnTo>
                    <a:pt x="3709" y="13571"/>
                  </a:lnTo>
                  <a:lnTo>
                    <a:pt x="3709" y="13573"/>
                  </a:lnTo>
                  <a:lnTo>
                    <a:pt x="1527" y="15436"/>
                  </a:lnTo>
                  <a:lnTo>
                    <a:pt x="1527" y="15441"/>
                  </a:lnTo>
                  <a:cubicBezTo>
                    <a:pt x="508" y="18808"/>
                    <a:pt x="12" y="22059"/>
                    <a:pt x="0" y="24882"/>
                  </a:cubicBezTo>
                  <a:lnTo>
                    <a:pt x="1737" y="23395"/>
                  </a:lnTo>
                  <a:lnTo>
                    <a:pt x="2967" y="22345"/>
                  </a:lnTo>
                  <a:lnTo>
                    <a:pt x="8389" y="17706"/>
                  </a:lnTo>
                  <a:lnTo>
                    <a:pt x="8491" y="17618"/>
                  </a:lnTo>
                  <a:lnTo>
                    <a:pt x="9463" y="16789"/>
                  </a:lnTo>
                  <a:lnTo>
                    <a:pt x="9463" y="16787"/>
                  </a:lnTo>
                  <a:lnTo>
                    <a:pt x="11862" y="14734"/>
                  </a:lnTo>
                  <a:lnTo>
                    <a:pt x="16563" y="10717"/>
                  </a:lnTo>
                  <a:lnTo>
                    <a:pt x="18043" y="9449"/>
                  </a:lnTo>
                  <a:lnTo>
                    <a:pt x="19906" y="7856"/>
                  </a:lnTo>
                  <a:lnTo>
                    <a:pt x="24342" y="4420"/>
                  </a:lnTo>
                  <a:cubicBezTo>
                    <a:pt x="23266" y="2321"/>
                    <a:pt x="21829" y="832"/>
                    <a:pt x="20008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0"/>
            <p:cNvSpPr/>
            <p:nvPr/>
          </p:nvSpPr>
          <p:spPr>
            <a:xfrm>
              <a:off x="4084750" y="3382550"/>
              <a:ext cx="630250" cy="619525"/>
            </a:xfrm>
            <a:custGeom>
              <a:avLst/>
              <a:gdLst/>
              <a:ahLst/>
              <a:cxnLst/>
              <a:rect l="l" t="t" r="r" b="b"/>
              <a:pathLst>
                <a:path w="25210" h="24781" extrusionOk="0">
                  <a:moveTo>
                    <a:pt x="24769" y="1"/>
                  </a:moveTo>
                  <a:lnTo>
                    <a:pt x="19712" y="4305"/>
                  </a:lnTo>
                  <a:lnTo>
                    <a:pt x="17807" y="5937"/>
                  </a:lnTo>
                  <a:lnTo>
                    <a:pt x="16182" y="7327"/>
                  </a:lnTo>
                  <a:lnTo>
                    <a:pt x="10388" y="12282"/>
                  </a:lnTo>
                  <a:lnTo>
                    <a:pt x="9158" y="13335"/>
                  </a:lnTo>
                  <a:lnTo>
                    <a:pt x="8694" y="13734"/>
                  </a:lnTo>
                  <a:lnTo>
                    <a:pt x="8694" y="13739"/>
                  </a:lnTo>
                  <a:lnTo>
                    <a:pt x="8068" y="14270"/>
                  </a:lnTo>
                  <a:lnTo>
                    <a:pt x="2905" y="18687"/>
                  </a:lnTo>
                  <a:lnTo>
                    <a:pt x="1755" y="19671"/>
                  </a:lnTo>
                  <a:lnTo>
                    <a:pt x="0" y="21169"/>
                  </a:lnTo>
                  <a:cubicBezTo>
                    <a:pt x="143" y="22534"/>
                    <a:pt x="423" y="23755"/>
                    <a:pt x="834" y="24781"/>
                  </a:cubicBezTo>
                  <a:lnTo>
                    <a:pt x="2787" y="23111"/>
                  </a:lnTo>
                  <a:lnTo>
                    <a:pt x="3979" y="22093"/>
                  </a:lnTo>
                  <a:lnTo>
                    <a:pt x="14718" y="12903"/>
                  </a:lnTo>
                  <a:lnTo>
                    <a:pt x="14718" y="12901"/>
                  </a:lnTo>
                  <a:lnTo>
                    <a:pt x="16777" y="11144"/>
                  </a:lnTo>
                  <a:lnTo>
                    <a:pt x="18932" y="9299"/>
                  </a:lnTo>
                  <a:lnTo>
                    <a:pt x="25210" y="3365"/>
                  </a:lnTo>
                  <a:cubicBezTo>
                    <a:pt x="25157" y="2233"/>
                    <a:pt x="25009" y="1107"/>
                    <a:pt x="24769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7" name="Google Shape;517;p30"/>
          <p:cNvGrpSpPr/>
          <p:nvPr/>
        </p:nvGrpSpPr>
        <p:grpSpPr>
          <a:xfrm rot="-5521010">
            <a:off x="6430167" y="794384"/>
            <a:ext cx="536764" cy="385807"/>
            <a:chOff x="3958725" y="4285850"/>
            <a:chExt cx="926000" cy="665575"/>
          </a:xfrm>
        </p:grpSpPr>
        <p:sp>
          <p:nvSpPr>
            <p:cNvPr id="518" name="Google Shape;518;p30"/>
            <p:cNvSpPr/>
            <p:nvPr/>
          </p:nvSpPr>
          <p:spPr>
            <a:xfrm>
              <a:off x="3958725" y="4286250"/>
              <a:ext cx="926000" cy="665175"/>
            </a:xfrm>
            <a:custGeom>
              <a:avLst/>
              <a:gdLst/>
              <a:ahLst/>
              <a:cxnLst/>
              <a:rect l="l" t="t" r="r" b="b"/>
              <a:pathLst>
                <a:path w="37040" h="26607" extrusionOk="0">
                  <a:moveTo>
                    <a:pt x="32631" y="0"/>
                  </a:moveTo>
                  <a:cubicBezTo>
                    <a:pt x="32452" y="0"/>
                    <a:pt x="32270" y="51"/>
                    <a:pt x="32109" y="159"/>
                  </a:cubicBezTo>
                  <a:lnTo>
                    <a:pt x="626" y="19435"/>
                  </a:lnTo>
                  <a:cubicBezTo>
                    <a:pt x="149" y="19705"/>
                    <a:pt x="1" y="20324"/>
                    <a:pt x="306" y="20781"/>
                  </a:cubicBezTo>
                  <a:lnTo>
                    <a:pt x="3557" y="26142"/>
                  </a:lnTo>
                  <a:cubicBezTo>
                    <a:pt x="3746" y="26441"/>
                    <a:pt x="4071" y="26607"/>
                    <a:pt x="4403" y="26607"/>
                  </a:cubicBezTo>
                  <a:cubicBezTo>
                    <a:pt x="4576" y="26607"/>
                    <a:pt x="4751" y="26562"/>
                    <a:pt x="4910" y="26468"/>
                  </a:cubicBezTo>
                  <a:lnTo>
                    <a:pt x="36349" y="7169"/>
                  </a:lnTo>
                  <a:cubicBezTo>
                    <a:pt x="36870" y="6913"/>
                    <a:pt x="37039" y="6253"/>
                    <a:pt x="36704" y="5777"/>
                  </a:cubicBezTo>
                  <a:lnTo>
                    <a:pt x="33456" y="480"/>
                  </a:lnTo>
                  <a:cubicBezTo>
                    <a:pt x="33281" y="171"/>
                    <a:pt x="32960" y="0"/>
                    <a:pt x="32631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0"/>
            <p:cNvSpPr/>
            <p:nvPr/>
          </p:nvSpPr>
          <p:spPr>
            <a:xfrm>
              <a:off x="4691775" y="4285850"/>
              <a:ext cx="192950" cy="223000"/>
            </a:xfrm>
            <a:custGeom>
              <a:avLst/>
              <a:gdLst/>
              <a:ahLst/>
              <a:cxnLst/>
              <a:rect l="l" t="t" r="r" b="b"/>
              <a:pathLst>
                <a:path w="7718" h="8920" extrusionOk="0">
                  <a:moveTo>
                    <a:pt x="3300" y="1"/>
                  </a:moveTo>
                  <a:cubicBezTo>
                    <a:pt x="3131" y="1"/>
                    <a:pt x="2959" y="47"/>
                    <a:pt x="2804" y="143"/>
                  </a:cubicBezTo>
                  <a:lnTo>
                    <a:pt x="0" y="1872"/>
                  </a:lnTo>
                  <a:lnTo>
                    <a:pt x="4230" y="8919"/>
                  </a:lnTo>
                  <a:lnTo>
                    <a:pt x="7027" y="7185"/>
                  </a:lnTo>
                  <a:cubicBezTo>
                    <a:pt x="7548" y="6929"/>
                    <a:pt x="7717" y="6269"/>
                    <a:pt x="7382" y="5793"/>
                  </a:cubicBezTo>
                  <a:lnTo>
                    <a:pt x="4134" y="496"/>
                  </a:lnTo>
                  <a:cubicBezTo>
                    <a:pt x="3962" y="179"/>
                    <a:pt x="3636" y="1"/>
                    <a:pt x="330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0"/>
            <p:cNvSpPr/>
            <p:nvPr/>
          </p:nvSpPr>
          <p:spPr>
            <a:xfrm>
              <a:off x="4538575" y="4330500"/>
              <a:ext cx="263475" cy="270350"/>
            </a:xfrm>
            <a:custGeom>
              <a:avLst/>
              <a:gdLst/>
              <a:ahLst/>
              <a:cxnLst/>
              <a:rect l="l" t="t" r="r" b="b"/>
              <a:pathLst>
                <a:path w="10539" h="10814" extrusionOk="0">
                  <a:moveTo>
                    <a:pt x="6269" y="1"/>
                  </a:moveTo>
                  <a:lnTo>
                    <a:pt x="0" y="3841"/>
                  </a:lnTo>
                  <a:lnTo>
                    <a:pt x="4272" y="10814"/>
                  </a:lnTo>
                  <a:lnTo>
                    <a:pt x="10539" y="6972"/>
                  </a:lnTo>
                  <a:lnTo>
                    <a:pt x="6269" y="1"/>
                  </a:ln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0"/>
            <p:cNvSpPr/>
            <p:nvPr/>
          </p:nvSpPr>
          <p:spPr>
            <a:xfrm>
              <a:off x="4319625" y="4512575"/>
              <a:ext cx="85175" cy="283575"/>
            </a:xfrm>
            <a:custGeom>
              <a:avLst/>
              <a:gdLst/>
              <a:ahLst/>
              <a:cxnLst/>
              <a:rect l="l" t="t" r="r" b="b"/>
              <a:pathLst>
                <a:path w="3407" h="11343" extrusionOk="0">
                  <a:moveTo>
                    <a:pt x="3138" y="0"/>
                  </a:moveTo>
                  <a:lnTo>
                    <a:pt x="0" y="1919"/>
                  </a:lnTo>
                  <a:lnTo>
                    <a:pt x="162" y="7389"/>
                  </a:lnTo>
                  <a:lnTo>
                    <a:pt x="278" y="11342"/>
                  </a:lnTo>
                  <a:lnTo>
                    <a:pt x="3406" y="9419"/>
                  </a:lnTo>
                  <a:lnTo>
                    <a:pt x="3325" y="6339"/>
                  </a:lnTo>
                  <a:lnTo>
                    <a:pt x="3138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0"/>
            <p:cNvSpPr/>
            <p:nvPr/>
          </p:nvSpPr>
          <p:spPr>
            <a:xfrm>
              <a:off x="3978350" y="4721700"/>
              <a:ext cx="85125" cy="229075"/>
            </a:xfrm>
            <a:custGeom>
              <a:avLst/>
              <a:gdLst/>
              <a:ahLst/>
              <a:cxnLst/>
              <a:rect l="l" t="t" r="r" b="b"/>
              <a:pathLst>
                <a:path w="3405" h="9163" extrusionOk="0">
                  <a:moveTo>
                    <a:pt x="3139" y="1"/>
                  </a:moveTo>
                  <a:lnTo>
                    <a:pt x="1" y="1920"/>
                  </a:lnTo>
                  <a:lnTo>
                    <a:pt x="72" y="4326"/>
                  </a:lnTo>
                  <a:lnTo>
                    <a:pt x="2762" y="8720"/>
                  </a:lnTo>
                  <a:cubicBezTo>
                    <a:pt x="2903" y="8953"/>
                    <a:pt x="3136" y="9114"/>
                    <a:pt x="3404" y="9163"/>
                  </a:cubicBezTo>
                  <a:lnTo>
                    <a:pt x="3323" y="6325"/>
                  </a:lnTo>
                  <a:lnTo>
                    <a:pt x="3139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0"/>
            <p:cNvSpPr/>
            <p:nvPr/>
          </p:nvSpPr>
          <p:spPr>
            <a:xfrm>
              <a:off x="4427750" y="4408782"/>
              <a:ext cx="147850" cy="321900"/>
            </a:xfrm>
            <a:custGeom>
              <a:avLst/>
              <a:gdLst/>
              <a:ahLst/>
              <a:cxnLst/>
              <a:rect l="l" t="t" r="r" b="b"/>
              <a:pathLst>
                <a:path w="5914" h="12876" extrusionOk="0">
                  <a:moveTo>
                    <a:pt x="5639" y="0"/>
                  </a:moveTo>
                  <a:lnTo>
                    <a:pt x="0" y="3457"/>
                  </a:lnTo>
                  <a:lnTo>
                    <a:pt x="69" y="6052"/>
                  </a:lnTo>
                  <a:lnTo>
                    <a:pt x="259" y="12571"/>
                  </a:lnTo>
                  <a:lnTo>
                    <a:pt x="270" y="12875"/>
                  </a:lnTo>
                  <a:lnTo>
                    <a:pt x="5913" y="9412"/>
                  </a:lnTo>
                  <a:lnTo>
                    <a:pt x="5909" y="9377"/>
                  </a:lnTo>
                  <a:lnTo>
                    <a:pt x="5722" y="2838"/>
                  </a:lnTo>
                  <a:lnTo>
                    <a:pt x="5639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4" name="Google Shape;524;p30"/>
          <p:cNvGrpSpPr/>
          <p:nvPr/>
        </p:nvGrpSpPr>
        <p:grpSpPr>
          <a:xfrm flipH="1">
            <a:off x="1296095" y="1965338"/>
            <a:ext cx="530166" cy="502936"/>
            <a:chOff x="1717700" y="2254700"/>
            <a:chExt cx="781725" cy="741575"/>
          </a:xfrm>
        </p:grpSpPr>
        <p:sp>
          <p:nvSpPr>
            <p:cNvPr id="525" name="Google Shape;525;p30"/>
            <p:cNvSpPr/>
            <p:nvPr/>
          </p:nvSpPr>
          <p:spPr>
            <a:xfrm>
              <a:off x="1748125" y="2300200"/>
              <a:ext cx="717650" cy="650525"/>
            </a:xfrm>
            <a:custGeom>
              <a:avLst/>
              <a:gdLst/>
              <a:ahLst/>
              <a:cxnLst/>
              <a:rect l="l" t="t" r="r" b="b"/>
              <a:pathLst>
                <a:path w="28706" h="26021" extrusionOk="0">
                  <a:moveTo>
                    <a:pt x="15025" y="0"/>
                  </a:moveTo>
                  <a:cubicBezTo>
                    <a:pt x="11160" y="0"/>
                    <a:pt x="7313" y="1600"/>
                    <a:pt x="4560" y="4734"/>
                  </a:cubicBezTo>
                  <a:cubicBezTo>
                    <a:pt x="162" y="9743"/>
                    <a:pt x="0" y="17021"/>
                    <a:pt x="3801" y="22174"/>
                  </a:cubicBezTo>
                  <a:cubicBezTo>
                    <a:pt x="4341" y="22872"/>
                    <a:pt x="4946" y="23518"/>
                    <a:pt x="5609" y="24102"/>
                  </a:cubicBezTo>
                  <a:cubicBezTo>
                    <a:pt x="5932" y="24386"/>
                    <a:pt x="6264" y="24652"/>
                    <a:pt x="6604" y="24901"/>
                  </a:cubicBezTo>
                  <a:cubicBezTo>
                    <a:pt x="6953" y="25155"/>
                    <a:pt x="7201" y="25230"/>
                    <a:pt x="7416" y="25230"/>
                  </a:cubicBezTo>
                  <a:cubicBezTo>
                    <a:pt x="7729" y="25230"/>
                    <a:pt x="7975" y="25072"/>
                    <a:pt x="8368" y="25072"/>
                  </a:cubicBezTo>
                  <a:cubicBezTo>
                    <a:pt x="8543" y="25072"/>
                    <a:pt x="8748" y="25103"/>
                    <a:pt x="9001" y="25194"/>
                  </a:cubicBezTo>
                  <a:cubicBezTo>
                    <a:pt x="9444" y="25354"/>
                    <a:pt x="9896" y="25492"/>
                    <a:pt x="10354" y="25608"/>
                  </a:cubicBezTo>
                  <a:cubicBezTo>
                    <a:pt x="11030" y="25776"/>
                    <a:pt x="11721" y="25894"/>
                    <a:pt x="12416" y="25959"/>
                  </a:cubicBezTo>
                  <a:cubicBezTo>
                    <a:pt x="12854" y="26000"/>
                    <a:pt x="13293" y="26021"/>
                    <a:pt x="13732" y="26021"/>
                  </a:cubicBezTo>
                  <a:cubicBezTo>
                    <a:pt x="17598" y="26021"/>
                    <a:pt x="21444" y="24419"/>
                    <a:pt x="24196" y="21288"/>
                  </a:cubicBezTo>
                  <a:cubicBezTo>
                    <a:pt x="28262" y="16658"/>
                    <a:pt x="28705" y="10089"/>
                    <a:pt x="25745" y="5051"/>
                  </a:cubicBezTo>
                  <a:cubicBezTo>
                    <a:pt x="25277" y="4480"/>
                    <a:pt x="24762" y="3949"/>
                    <a:pt x="24205" y="3465"/>
                  </a:cubicBezTo>
                  <a:cubicBezTo>
                    <a:pt x="23674" y="2996"/>
                    <a:pt x="23106" y="2569"/>
                    <a:pt x="22508" y="2185"/>
                  </a:cubicBezTo>
                  <a:cubicBezTo>
                    <a:pt x="21922" y="1809"/>
                    <a:pt x="21305" y="1479"/>
                    <a:pt x="20668" y="1195"/>
                  </a:cubicBezTo>
                  <a:cubicBezTo>
                    <a:pt x="20236" y="1003"/>
                    <a:pt x="19795" y="835"/>
                    <a:pt x="19347" y="687"/>
                  </a:cubicBezTo>
                  <a:cubicBezTo>
                    <a:pt x="18100" y="280"/>
                    <a:pt x="16803" y="52"/>
                    <a:pt x="15491" y="8"/>
                  </a:cubicBezTo>
                  <a:cubicBezTo>
                    <a:pt x="15336" y="3"/>
                    <a:pt x="15180" y="0"/>
                    <a:pt x="15025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0"/>
            <p:cNvSpPr/>
            <p:nvPr/>
          </p:nvSpPr>
          <p:spPr>
            <a:xfrm>
              <a:off x="1755500" y="2300325"/>
              <a:ext cx="740400" cy="695775"/>
            </a:xfrm>
            <a:custGeom>
              <a:avLst/>
              <a:gdLst/>
              <a:ahLst/>
              <a:cxnLst/>
              <a:rect l="l" t="t" r="r" b="b"/>
              <a:pathLst>
                <a:path w="29616" h="27831" extrusionOk="0">
                  <a:moveTo>
                    <a:pt x="14709" y="1"/>
                  </a:moveTo>
                  <a:cubicBezTo>
                    <a:pt x="10711" y="1"/>
                    <a:pt x="6906" y="1725"/>
                    <a:pt x="4270" y="4732"/>
                  </a:cubicBezTo>
                  <a:cubicBezTo>
                    <a:pt x="1084" y="8350"/>
                    <a:pt x="1" y="13360"/>
                    <a:pt x="1409" y="17972"/>
                  </a:cubicBezTo>
                  <a:cubicBezTo>
                    <a:pt x="2162" y="20449"/>
                    <a:pt x="3591" y="22666"/>
                    <a:pt x="5538" y="24372"/>
                  </a:cubicBezTo>
                  <a:cubicBezTo>
                    <a:pt x="5852" y="24649"/>
                    <a:pt x="6186" y="24919"/>
                    <a:pt x="6533" y="25169"/>
                  </a:cubicBezTo>
                  <a:cubicBezTo>
                    <a:pt x="7590" y="25942"/>
                    <a:pt x="8754" y="26561"/>
                    <a:pt x="9987" y="27009"/>
                  </a:cubicBezTo>
                  <a:cubicBezTo>
                    <a:pt x="10428" y="27166"/>
                    <a:pt x="10883" y="27304"/>
                    <a:pt x="11340" y="27418"/>
                  </a:cubicBezTo>
                  <a:cubicBezTo>
                    <a:pt x="12017" y="27586"/>
                    <a:pt x="12707" y="27704"/>
                    <a:pt x="13402" y="27769"/>
                  </a:cubicBezTo>
                  <a:cubicBezTo>
                    <a:pt x="13838" y="27810"/>
                    <a:pt x="14282" y="27831"/>
                    <a:pt x="14720" y="27831"/>
                  </a:cubicBezTo>
                  <a:cubicBezTo>
                    <a:pt x="14724" y="27831"/>
                    <a:pt x="14728" y="27831"/>
                    <a:pt x="14732" y="27831"/>
                  </a:cubicBezTo>
                  <a:cubicBezTo>
                    <a:pt x="20119" y="27831"/>
                    <a:pt x="25025" y="24719"/>
                    <a:pt x="27318" y="19844"/>
                  </a:cubicBezTo>
                  <a:cubicBezTo>
                    <a:pt x="29616" y="14965"/>
                    <a:pt x="28886" y="9200"/>
                    <a:pt x="25446" y="5048"/>
                  </a:cubicBezTo>
                  <a:cubicBezTo>
                    <a:pt x="24977" y="4478"/>
                    <a:pt x="24462" y="3947"/>
                    <a:pt x="23908" y="3462"/>
                  </a:cubicBezTo>
                  <a:cubicBezTo>
                    <a:pt x="23374" y="2993"/>
                    <a:pt x="22806" y="2566"/>
                    <a:pt x="22211" y="2185"/>
                  </a:cubicBezTo>
                  <a:cubicBezTo>
                    <a:pt x="21622" y="1809"/>
                    <a:pt x="21008" y="1476"/>
                    <a:pt x="20370" y="1194"/>
                  </a:cubicBezTo>
                  <a:cubicBezTo>
                    <a:pt x="19925" y="998"/>
                    <a:pt x="19484" y="827"/>
                    <a:pt x="19050" y="686"/>
                  </a:cubicBezTo>
                  <a:cubicBezTo>
                    <a:pt x="17803" y="280"/>
                    <a:pt x="16505" y="51"/>
                    <a:pt x="15196" y="10"/>
                  </a:cubicBezTo>
                  <a:cubicBezTo>
                    <a:pt x="15041" y="3"/>
                    <a:pt x="14882" y="1"/>
                    <a:pt x="14725" y="1"/>
                  </a:cubicBezTo>
                  <a:cubicBezTo>
                    <a:pt x="14720" y="1"/>
                    <a:pt x="14714" y="1"/>
                    <a:pt x="14709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0"/>
            <p:cNvSpPr/>
            <p:nvPr/>
          </p:nvSpPr>
          <p:spPr>
            <a:xfrm>
              <a:off x="1748125" y="2300150"/>
              <a:ext cx="751300" cy="696125"/>
            </a:xfrm>
            <a:custGeom>
              <a:avLst/>
              <a:gdLst/>
              <a:ahLst/>
              <a:cxnLst/>
              <a:rect l="l" t="t" r="r" b="b"/>
              <a:pathLst>
                <a:path w="30052" h="27845" extrusionOk="0">
                  <a:moveTo>
                    <a:pt x="15005" y="15"/>
                  </a:moveTo>
                  <a:cubicBezTo>
                    <a:pt x="15010" y="15"/>
                    <a:pt x="15015" y="15"/>
                    <a:pt x="15020" y="15"/>
                  </a:cubicBezTo>
                  <a:cubicBezTo>
                    <a:pt x="15177" y="15"/>
                    <a:pt x="15334" y="17"/>
                    <a:pt x="15491" y="21"/>
                  </a:cubicBezTo>
                  <a:cubicBezTo>
                    <a:pt x="16800" y="65"/>
                    <a:pt x="18098" y="294"/>
                    <a:pt x="19342" y="700"/>
                  </a:cubicBezTo>
                  <a:cubicBezTo>
                    <a:pt x="19774" y="841"/>
                    <a:pt x="20218" y="1012"/>
                    <a:pt x="20663" y="1208"/>
                  </a:cubicBezTo>
                  <a:cubicBezTo>
                    <a:pt x="21300" y="1490"/>
                    <a:pt x="21915" y="1820"/>
                    <a:pt x="22503" y="2197"/>
                  </a:cubicBezTo>
                  <a:cubicBezTo>
                    <a:pt x="23099" y="2580"/>
                    <a:pt x="23667" y="3007"/>
                    <a:pt x="24198" y="3476"/>
                  </a:cubicBezTo>
                  <a:cubicBezTo>
                    <a:pt x="24752" y="3961"/>
                    <a:pt x="25267" y="4489"/>
                    <a:pt x="25736" y="5060"/>
                  </a:cubicBezTo>
                  <a:cubicBezTo>
                    <a:pt x="26789" y="6327"/>
                    <a:pt x="27606" y="7773"/>
                    <a:pt x="28147" y="9329"/>
                  </a:cubicBezTo>
                  <a:cubicBezTo>
                    <a:pt x="29638" y="13584"/>
                    <a:pt x="28973" y="18297"/>
                    <a:pt x="26364" y="21975"/>
                  </a:cubicBezTo>
                  <a:cubicBezTo>
                    <a:pt x="23756" y="25652"/>
                    <a:pt x="19529" y="27833"/>
                    <a:pt x="15023" y="27833"/>
                  </a:cubicBezTo>
                  <a:cubicBezTo>
                    <a:pt x="15020" y="27833"/>
                    <a:pt x="15018" y="27833"/>
                    <a:pt x="15015" y="27833"/>
                  </a:cubicBezTo>
                  <a:cubicBezTo>
                    <a:pt x="14577" y="27833"/>
                    <a:pt x="14133" y="27812"/>
                    <a:pt x="13697" y="27771"/>
                  </a:cubicBezTo>
                  <a:cubicBezTo>
                    <a:pt x="13002" y="27706"/>
                    <a:pt x="12312" y="27589"/>
                    <a:pt x="11635" y="27420"/>
                  </a:cubicBezTo>
                  <a:cubicBezTo>
                    <a:pt x="11180" y="27307"/>
                    <a:pt x="10725" y="27168"/>
                    <a:pt x="10282" y="27011"/>
                  </a:cubicBezTo>
                  <a:cubicBezTo>
                    <a:pt x="9051" y="26563"/>
                    <a:pt x="7888" y="25945"/>
                    <a:pt x="6830" y="25173"/>
                  </a:cubicBezTo>
                  <a:cubicBezTo>
                    <a:pt x="6486" y="24922"/>
                    <a:pt x="6151" y="24654"/>
                    <a:pt x="5835" y="24374"/>
                  </a:cubicBezTo>
                  <a:cubicBezTo>
                    <a:pt x="3888" y="22670"/>
                    <a:pt x="2459" y="20454"/>
                    <a:pt x="1706" y="17979"/>
                  </a:cubicBezTo>
                  <a:cubicBezTo>
                    <a:pt x="420" y="13760"/>
                    <a:pt x="1210" y="9184"/>
                    <a:pt x="3835" y="5642"/>
                  </a:cubicBezTo>
                  <a:cubicBezTo>
                    <a:pt x="6458" y="2103"/>
                    <a:pt x="10601" y="15"/>
                    <a:pt x="15005" y="15"/>
                  </a:cubicBezTo>
                  <a:close/>
                  <a:moveTo>
                    <a:pt x="15020" y="1"/>
                  </a:moveTo>
                  <a:lnTo>
                    <a:pt x="15020" y="3"/>
                  </a:lnTo>
                  <a:cubicBezTo>
                    <a:pt x="11155" y="3"/>
                    <a:pt x="7310" y="1603"/>
                    <a:pt x="4560" y="4736"/>
                  </a:cubicBezTo>
                  <a:cubicBezTo>
                    <a:pt x="159" y="9745"/>
                    <a:pt x="0" y="17023"/>
                    <a:pt x="3801" y="22176"/>
                  </a:cubicBezTo>
                  <a:cubicBezTo>
                    <a:pt x="4394" y="22984"/>
                    <a:pt x="5073" y="23723"/>
                    <a:pt x="5828" y="24384"/>
                  </a:cubicBezTo>
                  <a:cubicBezTo>
                    <a:pt x="6149" y="24668"/>
                    <a:pt x="6484" y="24933"/>
                    <a:pt x="6823" y="25180"/>
                  </a:cubicBezTo>
                  <a:cubicBezTo>
                    <a:pt x="7883" y="25954"/>
                    <a:pt x="9047" y="26575"/>
                    <a:pt x="10280" y="27021"/>
                  </a:cubicBezTo>
                  <a:cubicBezTo>
                    <a:pt x="10725" y="27180"/>
                    <a:pt x="11178" y="27318"/>
                    <a:pt x="11633" y="27432"/>
                  </a:cubicBezTo>
                  <a:cubicBezTo>
                    <a:pt x="12312" y="27600"/>
                    <a:pt x="13000" y="27718"/>
                    <a:pt x="13697" y="27782"/>
                  </a:cubicBezTo>
                  <a:cubicBezTo>
                    <a:pt x="14136" y="27824"/>
                    <a:pt x="14574" y="27845"/>
                    <a:pt x="15015" y="27845"/>
                  </a:cubicBezTo>
                  <a:cubicBezTo>
                    <a:pt x="18881" y="27845"/>
                    <a:pt x="22725" y="26245"/>
                    <a:pt x="25475" y="23111"/>
                  </a:cubicBezTo>
                  <a:cubicBezTo>
                    <a:pt x="30051" y="17900"/>
                    <a:pt x="30035" y="10227"/>
                    <a:pt x="25745" y="5050"/>
                  </a:cubicBezTo>
                  <a:cubicBezTo>
                    <a:pt x="25277" y="4482"/>
                    <a:pt x="24762" y="3951"/>
                    <a:pt x="24205" y="3464"/>
                  </a:cubicBezTo>
                  <a:cubicBezTo>
                    <a:pt x="23672" y="2995"/>
                    <a:pt x="23106" y="2568"/>
                    <a:pt x="22508" y="2185"/>
                  </a:cubicBezTo>
                  <a:cubicBezTo>
                    <a:pt x="21922" y="1809"/>
                    <a:pt x="21305" y="1478"/>
                    <a:pt x="20668" y="1197"/>
                  </a:cubicBezTo>
                  <a:cubicBezTo>
                    <a:pt x="20236" y="1005"/>
                    <a:pt x="19795" y="834"/>
                    <a:pt x="19347" y="689"/>
                  </a:cubicBezTo>
                  <a:cubicBezTo>
                    <a:pt x="18100" y="280"/>
                    <a:pt x="16803" y="52"/>
                    <a:pt x="15491" y="10"/>
                  </a:cubicBezTo>
                  <a:cubicBezTo>
                    <a:pt x="15334" y="5"/>
                    <a:pt x="15177" y="1"/>
                    <a:pt x="1502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0"/>
            <p:cNvSpPr/>
            <p:nvPr/>
          </p:nvSpPr>
          <p:spPr>
            <a:xfrm>
              <a:off x="1828875" y="2353550"/>
              <a:ext cx="589400" cy="589400"/>
            </a:xfrm>
            <a:custGeom>
              <a:avLst/>
              <a:gdLst/>
              <a:ahLst/>
              <a:cxnLst/>
              <a:rect l="l" t="t" r="r" b="b"/>
              <a:pathLst>
                <a:path w="23576" h="23576" fill="none" extrusionOk="0">
                  <a:moveTo>
                    <a:pt x="20123" y="3452"/>
                  </a:moveTo>
                  <a:cubicBezTo>
                    <a:pt x="22333" y="5662"/>
                    <a:pt x="23575" y="8662"/>
                    <a:pt x="23575" y="11788"/>
                  </a:cubicBezTo>
                  <a:cubicBezTo>
                    <a:pt x="23575" y="14914"/>
                    <a:pt x="22333" y="17911"/>
                    <a:pt x="20123" y="20121"/>
                  </a:cubicBezTo>
                  <a:cubicBezTo>
                    <a:pt x="17911" y="22333"/>
                    <a:pt x="14914" y="23575"/>
                    <a:pt x="11788" y="23575"/>
                  </a:cubicBezTo>
                  <a:cubicBezTo>
                    <a:pt x="8661" y="23575"/>
                    <a:pt x="5664" y="22333"/>
                    <a:pt x="3452" y="20121"/>
                  </a:cubicBezTo>
                  <a:cubicBezTo>
                    <a:pt x="1243" y="17911"/>
                    <a:pt x="0" y="14914"/>
                    <a:pt x="0" y="11788"/>
                  </a:cubicBezTo>
                  <a:cubicBezTo>
                    <a:pt x="0" y="8662"/>
                    <a:pt x="1243" y="5662"/>
                    <a:pt x="3452" y="3452"/>
                  </a:cubicBezTo>
                  <a:cubicBezTo>
                    <a:pt x="5664" y="1243"/>
                    <a:pt x="8661" y="1"/>
                    <a:pt x="11788" y="1"/>
                  </a:cubicBezTo>
                  <a:cubicBezTo>
                    <a:pt x="14914" y="1"/>
                    <a:pt x="17911" y="1243"/>
                    <a:pt x="20123" y="3452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0"/>
            <p:cNvSpPr/>
            <p:nvPr/>
          </p:nvSpPr>
          <p:spPr>
            <a:xfrm>
              <a:off x="1854800" y="2392075"/>
              <a:ext cx="553825" cy="513575"/>
            </a:xfrm>
            <a:custGeom>
              <a:avLst/>
              <a:gdLst/>
              <a:ahLst/>
              <a:cxnLst/>
              <a:rect l="l" t="t" r="r" b="b"/>
              <a:pathLst>
                <a:path w="22153" h="20543" extrusionOk="0">
                  <a:moveTo>
                    <a:pt x="10769" y="1"/>
                  </a:moveTo>
                  <a:cubicBezTo>
                    <a:pt x="10066" y="1"/>
                    <a:pt x="9353" y="73"/>
                    <a:pt x="8640" y="224"/>
                  </a:cubicBezTo>
                  <a:cubicBezTo>
                    <a:pt x="3496" y="1311"/>
                    <a:pt x="0" y="6102"/>
                    <a:pt x="543" y="11330"/>
                  </a:cubicBezTo>
                  <a:cubicBezTo>
                    <a:pt x="1083" y="16560"/>
                    <a:pt x="5489" y="20536"/>
                    <a:pt x="10746" y="20543"/>
                  </a:cubicBezTo>
                  <a:cubicBezTo>
                    <a:pt x="10752" y="20543"/>
                    <a:pt x="10757" y="20543"/>
                    <a:pt x="10763" y="20543"/>
                  </a:cubicBezTo>
                  <a:cubicBezTo>
                    <a:pt x="12195" y="20543"/>
                    <a:pt x="13614" y="20243"/>
                    <a:pt x="14925" y="19661"/>
                  </a:cubicBezTo>
                  <a:cubicBezTo>
                    <a:pt x="19733" y="17529"/>
                    <a:pt x="22152" y="12113"/>
                    <a:pt x="20536" y="7111"/>
                  </a:cubicBezTo>
                  <a:cubicBezTo>
                    <a:pt x="19144" y="2803"/>
                    <a:pt x="15140" y="1"/>
                    <a:pt x="10769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0"/>
            <p:cNvSpPr/>
            <p:nvPr/>
          </p:nvSpPr>
          <p:spPr>
            <a:xfrm>
              <a:off x="1836200" y="2390675"/>
              <a:ext cx="574725" cy="515125"/>
            </a:xfrm>
            <a:custGeom>
              <a:avLst/>
              <a:gdLst/>
              <a:ahLst/>
              <a:cxnLst/>
              <a:rect l="l" t="t" r="r" b="b"/>
              <a:pathLst>
                <a:path w="22989" h="20605" extrusionOk="0">
                  <a:moveTo>
                    <a:pt x="9338" y="226"/>
                  </a:moveTo>
                  <a:cubicBezTo>
                    <a:pt x="4666" y="1196"/>
                    <a:pt x="1150" y="5334"/>
                    <a:pt x="1148" y="10298"/>
                  </a:cubicBezTo>
                  <a:cubicBezTo>
                    <a:pt x="1146" y="15415"/>
                    <a:pt x="4876" y="19657"/>
                    <a:pt x="9761" y="20458"/>
                  </a:cubicBezTo>
                  <a:lnTo>
                    <a:pt x="9761" y="20458"/>
                  </a:lnTo>
                  <a:cubicBezTo>
                    <a:pt x="7896" y="20140"/>
                    <a:pt x="6139" y="19311"/>
                    <a:pt x="4695" y="18043"/>
                  </a:cubicBezTo>
                  <a:cubicBezTo>
                    <a:pt x="421" y="14286"/>
                    <a:pt x="1" y="7777"/>
                    <a:pt x="3755" y="3503"/>
                  </a:cubicBezTo>
                  <a:cubicBezTo>
                    <a:pt x="5228" y="1823"/>
                    <a:pt x="7191" y="684"/>
                    <a:pt x="9338" y="226"/>
                  </a:cubicBezTo>
                  <a:close/>
                  <a:moveTo>
                    <a:pt x="11483" y="0"/>
                  </a:moveTo>
                  <a:cubicBezTo>
                    <a:pt x="10756" y="0"/>
                    <a:pt x="10038" y="77"/>
                    <a:pt x="9338" y="226"/>
                  </a:cubicBezTo>
                  <a:lnTo>
                    <a:pt x="9338" y="226"/>
                  </a:lnTo>
                  <a:cubicBezTo>
                    <a:pt x="10017" y="86"/>
                    <a:pt x="10720" y="12"/>
                    <a:pt x="11440" y="12"/>
                  </a:cubicBezTo>
                  <a:cubicBezTo>
                    <a:pt x="11460" y="12"/>
                    <a:pt x="11479" y="12"/>
                    <a:pt x="11499" y="12"/>
                  </a:cubicBezTo>
                  <a:cubicBezTo>
                    <a:pt x="11501" y="12"/>
                    <a:pt x="11502" y="12"/>
                    <a:pt x="11504" y="12"/>
                  </a:cubicBezTo>
                  <a:cubicBezTo>
                    <a:pt x="16773" y="12"/>
                    <a:pt x="21193" y="3994"/>
                    <a:pt x="21740" y="9236"/>
                  </a:cubicBezTo>
                  <a:cubicBezTo>
                    <a:pt x="22285" y="14480"/>
                    <a:pt x="18780" y="19290"/>
                    <a:pt x="13619" y="20372"/>
                  </a:cubicBezTo>
                  <a:cubicBezTo>
                    <a:pt x="12919" y="20520"/>
                    <a:pt x="12206" y="20594"/>
                    <a:pt x="11490" y="20594"/>
                  </a:cubicBezTo>
                  <a:cubicBezTo>
                    <a:pt x="11473" y="20594"/>
                    <a:pt x="11456" y="20594"/>
                    <a:pt x="11439" y="20594"/>
                  </a:cubicBezTo>
                  <a:cubicBezTo>
                    <a:pt x="10868" y="20594"/>
                    <a:pt x="10307" y="20548"/>
                    <a:pt x="9761" y="20458"/>
                  </a:cubicBezTo>
                  <a:lnTo>
                    <a:pt x="9761" y="20458"/>
                  </a:lnTo>
                  <a:cubicBezTo>
                    <a:pt x="10329" y="20555"/>
                    <a:pt x="10907" y="20604"/>
                    <a:pt x="11490" y="20604"/>
                  </a:cubicBezTo>
                  <a:cubicBezTo>
                    <a:pt x="11713" y="20604"/>
                    <a:pt x="11936" y="20597"/>
                    <a:pt x="12160" y="20583"/>
                  </a:cubicBezTo>
                  <a:cubicBezTo>
                    <a:pt x="14887" y="20407"/>
                    <a:pt x="17431" y="19156"/>
                    <a:pt x="19234" y="17103"/>
                  </a:cubicBezTo>
                  <a:cubicBezTo>
                    <a:pt x="22989" y="12829"/>
                    <a:pt x="22569" y="6320"/>
                    <a:pt x="18295" y="2563"/>
                  </a:cubicBezTo>
                  <a:cubicBezTo>
                    <a:pt x="16420" y="912"/>
                    <a:pt x="14006" y="0"/>
                    <a:pt x="11509" y="0"/>
                  </a:cubicBezTo>
                  <a:cubicBezTo>
                    <a:pt x="11506" y="0"/>
                    <a:pt x="11503" y="0"/>
                    <a:pt x="11499" y="0"/>
                  </a:cubicBezTo>
                  <a:cubicBezTo>
                    <a:pt x="11494" y="0"/>
                    <a:pt x="11489" y="0"/>
                    <a:pt x="1148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0"/>
            <p:cNvSpPr/>
            <p:nvPr/>
          </p:nvSpPr>
          <p:spPr>
            <a:xfrm>
              <a:off x="1918750" y="2300450"/>
              <a:ext cx="313075" cy="675175"/>
            </a:xfrm>
            <a:custGeom>
              <a:avLst/>
              <a:gdLst/>
              <a:ahLst/>
              <a:cxnLst/>
              <a:rect l="l" t="t" r="r" b="b"/>
              <a:pathLst>
                <a:path w="12523" h="27007" extrusionOk="0">
                  <a:moveTo>
                    <a:pt x="8666" y="0"/>
                  </a:moveTo>
                  <a:lnTo>
                    <a:pt x="0" y="25168"/>
                  </a:lnTo>
                  <a:cubicBezTo>
                    <a:pt x="1058" y="25942"/>
                    <a:pt x="2222" y="26561"/>
                    <a:pt x="3455" y="27006"/>
                  </a:cubicBezTo>
                  <a:lnTo>
                    <a:pt x="12522" y="677"/>
                  </a:lnTo>
                  <a:cubicBezTo>
                    <a:pt x="11275" y="270"/>
                    <a:pt x="9978" y="42"/>
                    <a:pt x="8666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0"/>
            <p:cNvSpPr/>
            <p:nvPr/>
          </p:nvSpPr>
          <p:spPr>
            <a:xfrm>
              <a:off x="2039000" y="2330125"/>
              <a:ext cx="271850" cy="664550"/>
            </a:xfrm>
            <a:custGeom>
              <a:avLst/>
              <a:gdLst/>
              <a:ahLst/>
              <a:cxnLst/>
              <a:rect l="l" t="t" r="r" b="b"/>
              <a:pathLst>
                <a:path w="10874" h="26582" extrusionOk="0">
                  <a:moveTo>
                    <a:pt x="9033" y="0"/>
                  </a:moveTo>
                  <a:lnTo>
                    <a:pt x="0" y="26233"/>
                  </a:lnTo>
                  <a:cubicBezTo>
                    <a:pt x="677" y="26401"/>
                    <a:pt x="1365" y="26517"/>
                    <a:pt x="2060" y="26581"/>
                  </a:cubicBezTo>
                  <a:lnTo>
                    <a:pt x="10873" y="988"/>
                  </a:lnTo>
                  <a:cubicBezTo>
                    <a:pt x="10287" y="612"/>
                    <a:pt x="9670" y="282"/>
                    <a:pt x="9033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0"/>
            <p:cNvSpPr/>
            <p:nvPr/>
          </p:nvSpPr>
          <p:spPr>
            <a:xfrm>
              <a:off x="1717700" y="2254700"/>
              <a:ext cx="674075" cy="599875"/>
            </a:xfrm>
            <a:custGeom>
              <a:avLst/>
              <a:gdLst/>
              <a:ahLst/>
              <a:cxnLst/>
              <a:rect l="l" t="t" r="r" b="b"/>
              <a:pathLst>
                <a:path w="26963" h="23995" extrusionOk="0">
                  <a:moveTo>
                    <a:pt x="14948" y="0"/>
                  </a:moveTo>
                  <a:cubicBezTo>
                    <a:pt x="11086" y="0"/>
                    <a:pt x="7245" y="1602"/>
                    <a:pt x="4498" y="4730"/>
                  </a:cubicBezTo>
                  <a:cubicBezTo>
                    <a:pt x="0" y="9849"/>
                    <a:pt x="767" y="18552"/>
                    <a:pt x="5018" y="23994"/>
                  </a:cubicBezTo>
                  <a:cubicBezTo>
                    <a:pt x="1219" y="18841"/>
                    <a:pt x="1379" y="11563"/>
                    <a:pt x="5777" y="6554"/>
                  </a:cubicBezTo>
                  <a:cubicBezTo>
                    <a:pt x="8530" y="3420"/>
                    <a:pt x="12377" y="1820"/>
                    <a:pt x="16242" y="1820"/>
                  </a:cubicBezTo>
                  <a:cubicBezTo>
                    <a:pt x="16397" y="1820"/>
                    <a:pt x="16553" y="1823"/>
                    <a:pt x="16708" y="1828"/>
                  </a:cubicBezTo>
                  <a:cubicBezTo>
                    <a:pt x="18020" y="1872"/>
                    <a:pt x="19317" y="2100"/>
                    <a:pt x="20564" y="2507"/>
                  </a:cubicBezTo>
                  <a:cubicBezTo>
                    <a:pt x="21012" y="2655"/>
                    <a:pt x="21453" y="2823"/>
                    <a:pt x="21885" y="3015"/>
                  </a:cubicBezTo>
                  <a:cubicBezTo>
                    <a:pt x="22522" y="3299"/>
                    <a:pt x="23139" y="3629"/>
                    <a:pt x="23725" y="4005"/>
                  </a:cubicBezTo>
                  <a:cubicBezTo>
                    <a:pt x="24323" y="4389"/>
                    <a:pt x="24891" y="4816"/>
                    <a:pt x="25422" y="5285"/>
                  </a:cubicBezTo>
                  <a:cubicBezTo>
                    <a:pt x="25979" y="5769"/>
                    <a:pt x="26494" y="6300"/>
                    <a:pt x="26962" y="6871"/>
                  </a:cubicBezTo>
                  <a:cubicBezTo>
                    <a:pt x="26210" y="5592"/>
                    <a:pt x="25258" y="4439"/>
                    <a:pt x="24143" y="3463"/>
                  </a:cubicBezTo>
                  <a:cubicBezTo>
                    <a:pt x="23610" y="2994"/>
                    <a:pt x="23042" y="2567"/>
                    <a:pt x="22446" y="2184"/>
                  </a:cubicBezTo>
                  <a:cubicBezTo>
                    <a:pt x="21857" y="1807"/>
                    <a:pt x="21243" y="1477"/>
                    <a:pt x="20603" y="1193"/>
                  </a:cubicBezTo>
                  <a:cubicBezTo>
                    <a:pt x="20172" y="1001"/>
                    <a:pt x="19731" y="830"/>
                    <a:pt x="19283" y="685"/>
                  </a:cubicBezTo>
                  <a:cubicBezTo>
                    <a:pt x="18038" y="279"/>
                    <a:pt x="16740" y="50"/>
                    <a:pt x="15429" y="8"/>
                  </a:cubicBezTo>
                  <a:cubicBezTo>
                    <a:pt x="15269" y="3"/>
                    <a:pt x="15108" y="0"/>
                    <a:pt x="14948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4" name="Google Shape;534;p30"/>
          <p:cNvGrpSpPr/>
          <p:nvPr/>
        </p:nvGrpSpPr>
        <p:grpSpPr>
          <a:xfrm rot="-5400000">
            <a:off x="7118787" y="285297"/>
            <a:ext cx="676069" cy="397542"/>
            <a:chOff x="3588600" y="2424575"/>
            <a:chExt cx="1002475" cy="589475"/>
          </a:xfrm>
        </p:grpSpPr>
        <p:sp>
          <p:nvSpPr>
            <p:cNvPr id="535" name="Google Shape;535;p30"/>
            <p:cNvSpPr/>
            <p:nvPr/>
          </p:nvSpPr>
          <p:spPr>
            <a:xfrm>
              <a:off x="3588600" y="2424575"/>
              <a:ext cx="1002475" cy="560325"/>
            </a:xfrm>
            <a:custGeom>
              <a:avLst/>
              <a:gdLst/>
              <a:ahLst/>
              <a:cxnLst/>
              <a:rect l="l" t="t" r="r" b="b"/>
              <a:pathLst>
                <a:path w="40099" h="22413" extrusionOk="0">
                  <a:moveTo>
                    <a:pt x="27641" y="1"/>
                  </a:moveTo>
                  <a:cubicBezTo>
                    <a:pt x="27012" y="1"/>
                    <a:pt x="26337" y="29"/>
                    <a:pt x="25612" y="87"/>
                  </a:cubicBezTo>
                  <a:cubicBezTo>
                    <a:pt x="20336" y="514"/>
                    <a:pt x="3522" y="5460"/>
                    <a:pt x="3792" y="14946"/>
                  </a:cubicBezTo>
                  <a:cubicBezTo>
                    <a:pt x="3942" y="20169"/>
                    <a:pt x="8167" y="22413"/>
                    <a:pt x="8167" y="22413"/>
                  </a:cubicBezTo>
                  <a:cubicBezTo>
                    <a:pt x="8167" y="22413"/>
                    <a:pt x="1" y="9286"/>
                    <a:pt x="29867" y="5871"/>
                  </a:cubicBezTo>
                  <a:cubicBezTo>
                    <a:pt x="30556" y="5793"/>
                    <a:pt x="31186" y="5756"/>
                    <a:pt x="31760" y="5756"/>
                  </a:cubicBezTo>
                  <a:cubicBezTo>
                    <a:pt x="39561" y="5756"/>
                    <a:pt x="37224" y="12517"/>
                    <a:pt x="37224" y="12517"/>
                  </a:cubicBezTo>
                  <a:cubicBezTo>
                    <a:pt x="37224" y="12517"/>
                    <a:pt x="40098" y="9727"/>
                    <a:pt x="37048" y="4948"/>
                  </a:cubicBezTo>
                  <a:cubicBezTo>
                    <a:pt x="35725" y="2876"/>
                    <a:pt x="34060" y="1"/>
                    <a:pt x="27641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0"/>
            <p:cNvSpPr/>
            <p:nvPr/>
          </p:nvSpPr>
          <p:spPr>
            <a:xfrm>
              <a:off x="3728825" y="2541225"/>
              <a:ext cx="821900" cy="472725"/>
            </a:xfrm>
            <a:custGeom>
              <a:avLst/>
              <a:gdLst/>
              <a:ahLst/>
              <a:cxnLst/>
              <a:rect l="l" t="t" r="r" b="b"/>
              <a:pathLst>
                <a:path w="32876" h="18909" extrusionOk="0">
                  <a:moveTo>
                    <a:pt x="24519" y="0"/>
                  </a:moveTo>
                  <a:cubicBezTo>
                    <a:pt x="22919" y="0"/>
                    <a:pt x="21194" y="178"/>
                    <a:pt x="19393" y="527"/>
                  </a:cubicBezTo>
                  <a:cubicBezTo>
                    <a:pt x="17470" y="903"/>
                    <a:pt x="15581" y="1434"/>
                    <a:pt x="13743" y="2117"/>
                  </a:cubicBezTo>
                  <a:cubicBezTo>
                    <a:pt x="12517" y="2568"/>
                    <a:pt x="11316" y="3085"/>
                    <a:pt x="10146" y="3664"/>
                  </a:cubicBezTo>
                  <a:cubicBezTo>
                    <a:pt x="8673" y="4389"/>
                    <a:pt x="7303" y="5193"/>
                    <a:pt x="6080" y="6052"/>
                  </a:cubicBezTo>
                  <a:cubicBezTo>
                    <a:pt x="5422" y="6507"/>
                    <a:pt x="4803" y="6980"/>
                    <a:pt x="4242" y="7458"/>
                  </a:cubicBezTo>
                  <a:cubicBezTo>
                    <a:pt x="2210" y="9183"/>
                    <a:pt x="857" y="10968"/>
                    <a:pt x="330" y="12621"/>
                  </a:cubicBezTo>
                  <a:cubicBezTo>
                    <a:pt x="5" y="13632"/>
                    <a:pt x="0" y="14574"/>
                    <a:pt x="309" y="15415"/>
                  </a:cubicBezTo>
                  <a:cubicBezTo>
                    <a:pt x="1129" y="17636"/>
                    <a:pt x="4073" y="18908"/>
                    <a:pt x="8384" y="18908"/>
                  </a:cubicBezTo>
                  <a:cubicBezTo>
                    <a:pt x="9984" y="18908"/>
                    <a:pt x="11709" y="18731"/>
                    <a:pt x="13508" y="18382"/>
                  </a:cubicBezTo>
                  <a:cubicBezTo>
                    <a:pt x="15433" y="18006"/>
                    <a:pt x="17322" y="17472"/>
                    <a:pt x="19160" y="16789"/>
                  </a:cubicBezTo>
                  <a:cubicBezTo>
                    <a:pt x="19668" y="16602"/>
                    <a:pt x="20132" y="16419"/>
                    <a:pt x="20578" y="16232"/>
                  </a:cubicBezTo>
                  <a:lnTo>
                    <a:pt x="20580" y="16232"/>
                  </a:lnTo>
                  <a:cubicBezTo>
                    <a:pt x="23519" y="15015"/>
                    <a:pt x="26186" y="13466"/>
                    <a:pt x="28297" y="11753"/>
                  </a:cubicBezTo>
                  <a:cubicBezTo>
                    <a:pt x="28858" y="11298"/>
                    <a:pt x="29393" y="10813"/>
                    <a:pt x="29904" y="10303"/>
                  </a:cubicBezTo>
                  <a:cubicBezTo>
                    <a:pt x="30813" y="9384"/>
                    <a:pt x="31522" y="8462"/>
                    <a:pt x="32016" y="7567"/>
                  </a:cubicBezTo>
                  <a:cubicBezTo>
                    <a:pt x="32418" y="6835"/>
                    <a:pt x="32672" y="6121"/>
                    <a:pt x="32771" y="5447"/>
                  </a:cubicBezTo>
                  <a:cubicBezTo>
                    <a:pt x="32875" y="4752"/>
                    <a:pt x="32813" y="4094"/>
                    <a:pt x="32591" y="3494"/>
                  </a:cubicBezTo>
                  <a:cubicBezTo>
                    <a:pt x="31772" y="1275"/>
                    <a:pt x="28830" y="0"/>
                    <a:pt x="24519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0"/>
            <p:cNvSpPr/>
            <p:nvPr/>
          </p:nvSpPr>
          <p:spPr>
            <a:xfrm>
              <a:off x="3728475" y="2541100"/>
              <a:ext cx="826625" cy="472950"/>
            </a:xfrm>
            <a:custGeom>
              <a:avLst/>
              <a:gdLst/>
              <a:ahLst/>
              <a:cxnLst/>
              <a:rect l="l" t="t" r="r" b="b"/>
              <a:pathLst>
                <a:path w="33065" h="18918" extrusionOk="0">
                  <a:moveTo>
                    <a:pt x="24533" y="12"/>
                  </a:moveTo>
                  <a:cubicBezTo>
                    <a:pt x="25568" y="12"/>
                    <a:pt x="26537" y="88"/>
                    <a:pt x="27422" y="236"/>
                  </a:cubicBezTo>
                  <a:cubicBezTo>
                    <a:pt x="28311" y="384"/>
                    <a:pt x="29112" y="605"/>
                    <a:pt x="29802" y="896"/>
                  </a:cubicBezTo>
                  <a:cubicBezTo>
                    <a:pt x="30506" y="1192"/>
                    <a:pt x="31100" y="1559"/>
                    <a:pt x="31566" y="1988"/>
                  </a:cubicBezTo>
                  <a:cubicBezTo>
                    <a:pt x="32044" y="2429"/>
                    <a:pt x="32393" y="2937"/>
                    <a:pt x="32601" y="3501"/>
                  </a:cubicBezTo>
                  <a:cubicBezTo>
                    <a:pt x="32822" y="4101"/>
                    <a:pt x="32882" y="4757"/>
                    <a:pt x="32781" y="5450"/>
                  </a:cubicBezTo>
                  <a:cubicBezTo>
                    <a:pt x="32679" y="6124"/>
                    <a:pt x="32425" y="6837"/>
                    <a:pt x="32026" y="7569"/>
                  </a:cubicBezTo>
                  <a:cubicBezTo>
                    <a:pt x="31532" y="8465"/>
                    <a:pt x="30823" y="9384"/>
                    <a:pt x="29915" y="10303"/>
                  </a:cubicBezTo>
                  <a:cubicBezTo>
                    <a:pt x="29405" y="10816"/>
                    <a:pt x="28869" y="11298"/>
                    <a:pt x="28308" y="11753"/>
                  </a:cubicBezTo>
                  <a:cubicBezTo>
                    <a:pt x="26200" y="13464"/>
                    <a:pt x="23531" y="15013"/>
                    <a:pt x="20594" y="16233"/>
                  </a:cubicBezTo>
                  <a:lnTo>
                    <a:pt x="20589" y="16235"/>
                  </a:lnTo>
                  <a:cubicBezTo>
                    <a:pt x="20144" y="16420"/>
                    <a:pt x="19682" y="16602"/>
                    <a:pt x="19174" y="16789"/>
                  </a:cubicBezTo>
                  <a:cubicBezTo>
                    <a:pt x="17336" y="17473"/>
                    <a:pt x="15447" y="18006"/>
                    <a:pt x="13522" y="18382"/>
                  </a:cubicBezTo>
                  <a:cubicBezTo>
                    <a:pt x="11721" y="18731"/>
                    <a:pt x="9998" y="18906"/>
                    <a:pt x="8398" y="18906"/>
                  </a:cubicBezTo>
                  <a:cubicBezTo>
                    <a:pt x="7364" y="18906"/>
                    <a:pt x="6391" y="18833"/>
                    <a:pt x="5509" y="18685"/>
                  </a:cubicBezTo>
                  <a:cubicBezTo>
                    <a:pt x="4620" y="18537"/>
                    <a:pt x="3819" y="18313"/>
                    <a:pt x="3129" y="18024"/>
                  </a:cubicBezTo>
                  <a:cubicBezTo>
                    <a:pt x="2425" y="17729"/>
                    <a:pt x="1831" y="17359"/>
                    <a:pt x="1365" y="16932"/>
                  </a:cubicBezTo>
                  <a:cubicBezTo>
                    <a:pt x="885" y="16491"/>
                    <a:pt x="538" y="15983"/>
                    <a:pt x="328" y="15420"/>
                  </a:cubicBezTo>
                  <a:cubicBezTo>
                    <a:pt x="19" y="14579"/>
                    <a:pt x="26" y="13640"/>
                    <a:pt x="349" y="12628"/>
                  </a:cubicBezTo>
                  <a:cubicBezTo>
                    <a:pt x="875" y="10977"/>
                    <a:pt x="2228" y="9193"/>
                    <a:pt x="4260" y="7468"/>
                  </a:cubicBezTo>
                  <a:cubicBezTo>
                    <a:pt x="4821" y="6992"/>
                    <a:pt x="5438" y="6519"/>
                    <a:pt x="6096" y="6062"/>
                  </a:cubicBezTo>
                  <a:cubicBezTo>
                    <a:pt x="7322" y="5203"/>
                    <a:pt x="8689" y="4401"/>
                    <a:pt x="10162" y="3674"/>
                  </a:cubicBezTo>
                  <a:cubicBezTo>
                    <a:pt x="11333" y="3094"/>
                    <a:pt x="12533" y="2580"/>
                    <a:pt x="13759" y="2129"/>
                  </a:cubicBezTo>
                  <a:cubicBezTo>
                    <a:pt x="15595" y="1446"/>
                    <a:pt x="17486" y="912"/>
                    <a:pt x="19407" y="536"/>
                  </a:cubicBezTo>
                  <a:cubicBezTo>
                    <a:pt x="21208" y="190"/>
                    <a:pt x="22933" y="12"/>
                    <a:pt x="24533" y="12"/>
                  </a:cubicBezTo>
                  <a:close/>
                  <a:moveTo>
                    <a:pt x="24533" y="0"/>
                  </a:moveTo>
                  <a:cubicBezTo>
                    <a:pt x="21377" y="0"/>
                    <a:pt x="17611" y="693"/>
                    <a:pt x="13755" y="2118"/>
                  </a:cubicBezTo>
                  <a:cubicBezTo>
                    <a:pt x="12529" y="2570"/>
                    <a:pt x="11328" y="3085"/>
                    <a:pt x="10157" y="3665"/>
                  </a:cubicBezTo>
                  <a:cubicBezTo>
                    <a:pt x="8668" y="4399"/>
                    <a:pt x="7301" y="5205"/>
                    <a:pt x="6091" y="6052"/>
                  </a:cubicBezTo>
                  <a:cubicBezTo>
                    <a:pt x="5431" y="6509"/>
                    <a:pt x="4814" y="6983"/>
                    <a:pt x="4253" y="7461"/>
                  </a:cubicBezTo>
                  <a:cubicBezTo>
                    <a:pt x="2249" y="9160"/>
                    <a:pt x="871" y="10952"/>
                    <a:pt x="340" y="12624"/>
                  </a:cubicBezTo>
                  <a:cubicBezTo>
                    <a:pt x="21" y="13614"/>
                    <a:pt x="0" y="14561"/>
                    <a:pt x="319" y="15424"/>
                  </a:cubicBezTo>
                  <a:cubicBezTo>
                    <a:pt x="1169" y="17724"/>
                    <a:pt x="4256" y="18918"/>
                    <a:pt x="8398" y="18918"/>
                  </a:cubicBezTo>
                  <a:cubicBezTo>
                    <a:pt x="11554" y="18918"/>
                    <a:pt x="15323" y="18225"/>
                    <a:pt x="19179" y="16801"/>
                  </a:cubicBezTo>
                  <a:cubicBezTo>
                    <a:pt x="19661" y="16623"/>
                    <a:pt x="20130" y="16438"/>
                    <a:pt x="20594" y="16244"/>
                  </a:cubicBezTo>
                  <a:lnTo>
                    <a:pt x="20596" y="16244"/>
                  </a:lnTo>
                  <a:cubicBezTo>
                    <a:pt x="23630" y="14986"/>
                    <a:pt x="26269" y="13425"/>
                    <a:pt x="28315" y="11762"/>
                  </a:cubicBezTo>
                  <a:cubicBezTo>
                    <a:pt x="28876" y="11308"/>
                    <a:pt x="29412" y="10825"/>
                    <a:pt x="29922" y="10312"/>
                  </a:cubicBezTo>
                  <a:cubicBezTo>
                    <a:pt x="30823" y="9400"/>
                    <a:pt x="31539" y="8479"/>
                    <a:pt x="32035" y="7576"/>
                  </a:cubicBezTo>
                  <a:cubicBezTo>
                    <a:pt x="32829" y="6126"/>
                    <a:pt x="33065" y="4725"/>
                    <a:pt x="32612" y="3499"/>
                  </a:cubicBezTo>
                  <a:cubicBezTo>
                    <a:pt x="31763" y="1196"/>
                    <a:pt x="28675" y="3"/>
                    <a:pt x="24533" y="3"/>
                  </a:cubicBezTo>
                  <a:lnTo>
                    <a:pt x="24533" y="0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0"/>
            <p:cNvSpPr/>
            <p:nvPr/>
          </p:nvSpPr>
          <p:spPr>
            <a:xfrm>
              <a:off x="3839525" y="2619200"/>
              <a:ext cx="606025" cy="324450"/>
            </a:xfrm>
            <a:custGeom>
              <a:avLst/>
              <a:gdLst/>
              <a:ahLst/>
              <a:cxnLst/>
              <a:rect l="l" t="t" r="r" b="b"/>
              <a:pathLst>
                <a:path w="24241" h="12978" extrusionOk="0">
                  <a:moveTo>
                    <a:pt x="18484" y="0"/>
                  </a:moveTo>
                  <a:cubicBezTo>
                    <a:pt x="16067" y="0"/>
                    <a:pt x="13169" y="578"/>
                    <a:pt x="10324" y="1628"/>
                  </a:cubicBezTo>
                  <a:cubicBezTo>
                    <a:pt x="7216" y="2778"/>
                    <a:pt x="4478" y="4364"/>
                    <a:pt x="2619" y="6094"/>
                  </a:cubicBezTo>
                  <a:cubicBezTo>
                    <a:pt x="760" y="7823"/>
                    <a:pt x="1" y="9490"/>
                    <a:pt x="481" y="10788"/>
                  </a:cubicBezTo>
                  <a:cubicBezTo>
                    <a:pt x="742" y="11497"/>
                    <a:pt x="1351" y="12049"/>
                    <a:pt x="2291" y="12425"/>
                  </a:cubicBezTo>
                  <a:cubicBezTo>
                    <a:pt x="3199" y="12792"/>
                    <a:pt x="4367" y="12977"/>
                    <a:pt x="5757" y="12977"/>
                  </a:cubicBezTo>
                  <a:cubicBezTo>
                    <a:pt x="8177" y="12977"/>
                    <a:pt x="11072" y="12400"/>
                    <a:pt x="13917" y="11349"/>
                  </a:cubicBezTo>
                  <a:cubicBezTo>
                    <a:pt x="17025" y="10202"/>
                    <a:pt x="19763" y="8613"/>
                    <a:pt x="21622" y="6884"/>
                  </a:cubicBezTo>
                  <a:cubicBezTo>
                    <a:pt x="23481" y="5154"/>
                    <a:pt x="24240" y="3487"/>
                    <a:pt x="23762" y="2189"/>
                  </a:cubicBezTo>
                  <a:cubicBezTo>
                    <a:pt x="23499" y="1481"/>
                    <a:pt x="22892" y="931"/>
                    <a:pt x="21952" y="552"/>
                  </a:cubicBezTo>
                  <a:cubicBezTo>
                    <a:pt x="21042" y="185"/>
                    <a:pt x="19876" y="0"/>
                    <a:pt x="1848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0"/>
            <p:cNvSpPr/>
            <p:nvPr/>
          </p:nvSpPr>
          <p:spPr>
            <a:xfrm>
              <a:off x="3826550" y="2619025"/>
              <a:ext cx="632050" cy="324775"/>
            </a:xfrm>
            <a:custGeom>
              <a:avLst/>
              <a:gdLst/>
              <a:ahLst/>
              <a:cxnLst/>
              <a:rect l="l" t="t" r="r" b="b"/>
              <a:pathLst>
                <a:path w="25282" h="12991" extrusionOk="0">
                  <a:moveTo>
                    <a:pt x="19005" y="12"/>
                  </a:moveTo>
                  <a:cubicBezTo>
                    <a:pt x="20395" y="12"/>
                    <a:pt x="21561" y="199"/>
                    <a:pt x="22469" y="564"/>
                  </a:cubicBezTo>
                  <a:cubicBezTo>
                    <a:pt x="23406" y="943"/>
                    <a:pt x="24014" y="1492"/>
                    <a:pt x="24274" y="2199"/>
                  </a:cubicBezTo>
                  <a:cubicBezTo>
                    <a:pt x="24517" y="2852"/>
                    <a:pt x="24445" y="3600"/>
                    <a:pt x="24060" y="4420"/>
                  </a:cubicBezTo>
                  <a:cubicBezTo>
                    <a:pt x="23688" y="5214"/>
                    <a:pt x="23041" y="6046"/>
                    <a:pt x="22139" y="6886"/>
                  </a:cubicBezTo>
                  <a:cubicBezTo>
                    <a:pt x="21234" y="7726"/>
                    <a:pt x="20118" y="8537"/>
                    <a:pt x="18823" y="9294"/>
                  </a:cubicBezTo>
                  <a:cubicBezTo>
                    <a:pt x="17481" y="10077"/>
                    <a:pt x="16004" y="10770"/>
                    <a:pt x="14434" y="11349"/>
                  </a:cubicBezTo>
                  <a:cubicBezTo>
                    <a:pt x="11589" y="12400"/>
                    <a:pt x="8693" y="12977"/>
                    <a:pt x="6276" y="12977"/>
                  </a:cubicBezTo>
                  <a:cubicBezTo>
                    <a:pt x="4886" y="12977"/>
                    <a:pt x="3720" y="12792"/>
                    <a:pt x="2810" y="12428"/>
                  </a:cubicBezTo>
                  <a:cubicBezTo>
                    <a:pt x="1873" y="12049"/>
                    <a:pt x="1266" y="11499"/>
                    <a:pt x="1005" y="10793"/>
                  </a:cubicBezTo>
                  <a:cubicBezTo>
                    <a:pt x="762" y="10139"/>
                    <a:pt x="834" y="9391"/>
                    <a:pt x="1219" y="8569"/>
                  </a:cubicBezTo>
                  <a:cubicBezTo>
                    <a:pt x="1591" y="7775"/>
                    <a:pt x="2238" y="6946"/>
                    <a:pt x="3140" y="6106"/>
                  </a:cubicBezTo>
                  <a:cubicBezTo>
                    <a:pt x="4046" y="5265"/>
                    <a:pt x="5161" y="4452"/>
                    <a:pt x="6456" y="3697"/>
                  </a:cubicBezTo>
                  <a:cubicBezTo>
                    <a:pt x="7798" y="2912"/>
                    <a:pt x="9275" y="2222"/>
                    <a:pt x="10845" y="1640"/>
                  </a:cubicBezTo>
                  <a:cubicBezTo>
                    <a:pt x="13688" y="592"/>
                    <a:pt x="16586" y="12"/>
                    <a:pt x="19003" y="12"/>
                  </a:cubicBezTo>
                  <a:close/>
                  <a:moveTo>
                    <a:pt x="19003" y="1"/>
                  </a:moveTo>
                  <a:cubicBezTo>
                    <a:pt x="16669" y="1"/>
                    <a:pt x="13799" y="539"/>
                    <a:pt x="10843" y="1631"/>
                  </a:cubicBezTo>
                  <a:cubicBezTo>
                    <a:pt x="4410" y="4007"/>
                    <a:pt x="0" y="8110"/>
                    <a:pt x="993" y="10797"/>
                  </a:cubicBezTo>
                  <a:cubicBezTo>
                    <a:pt x="1529" y="12250"/>
                    <a:pt x="3533" y="12991"/>
                    <a:pt x="6276" y="12991"/>
                  </a:cubicBezTo>
                  <a:cubicBezTo>
                    <a:pt x="8610" y="12991"/>
                    <a:pt x="11480" y="12455"/>
                    <a:pt x="14438" y="11363"/>
                  </a:cubicBezTo>
                  <a:cubicBezTo>
                    <a:pt x="20871" y="8987"/>
                    <a:pt x="25281" y="4882"/>
                    <a:pt x="24288" y="2194"/>
                  </a:cubicBezTo>
                  <a:cubicBezTo>
                    <a:pt x="23750" y="742"/>
                    <a:pt x="21748" y="1"/>
                    <a:pt x="19003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0"/>
            <p:cNvSpPr/>
            <p:nvPr/>
          </p:nvSpPr>
          <p:spPr>
            <a:xfrm>
              <a:off x="3793350" y="2581275"/>
              <a:ext cx="694500" cy="395675"/>
            </a:xfrm>
            <a:custGeom>
              <a:avLst/>
              <a:gdLst/>
              <a:ahLst/>
              <a:cxnLst/>
              <a:rect l="l" t="t" r="r" b="b"/>
              <a:pathLst>
                <a:path w="27780" h="15827" fill="none" extrusionOk="0">
                  <a:moveTo>
                    <a:pt x="27193" y="3000"/>
                  </a:moveTo>
                  <a:cubicBezTo>
                    <a:pt x="27780" y="4588"/>
                    <a:pt x="26942" y="6630"/>
                    <a:pt x="24861" y="8675"/>
                  </a:cubicBezTo>
                  <a:cubicBezTo>
                    <a:pt x="22783" y="10721"/>
                    <a:pt x="19631" y="12601"/>
                    <a:pt x="16103" y="13905"/>
                  </a:cubicBezTo>
                  <a:cubicBezTo>
                    <a:pt x="12575" y="15207"/>
                    <a:pt x="8957" y="15826"/>
                    <a:pt x="6048" y="15623"/>
                  </a:cubicBezTo>
                  <a:cubicBezTo>
                    <a:pt x="3138" y="15422"/>
                    <a:pt x="1173" y="14416"/>
                    <a:pt x="587" y="12827"/>
                  </a:cubicBezTo>
                  <a:cubicBezTo>
                    <a:pt x="1" y="11236"/>
                    <a:pt x="839" y="9195"/>
                    <a:pt x="2919" y="7149"/>
                  </a:cubicBezTo>
                  <a:cubicBezTo>
                    <a:pt x="4999" y="5106"/>
                    <a:pt x="8149" y="3224"/>
                    <a:pt x="11677" y="1922"/>
                  </a:cubicBezTo>
                  <a:cubicBezTo>
                    <a:pt x="15205" y="617"/>
                    <a:pt x="18823" y="0"/>
                    <a:pt x="21733" y="201"/>
                  </a:cubicBezTo>
                  <a:cubicBezTo>
                    <a:pt x="24642" y="405"/>
                    <a:pt x="26607" y="1411"/>
                    <a:pt x="27193" y="300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0"/>
            <p:cNvSpPr/>
            <p:nvPr/>
          </p:nvSpPr>
          <p:spPr>
            <a:xfrm>
              <a:off x="3681200" y="2703950"/>
              <a:ext cx="755175" cy="243275"/>
            </a:xfrm>
            <a:custGeom>
              <a:avLst/>
              <a:gdLst/>
              <a:ahLst/>
              <a:cxnLst/>
              <a:rect l="l" t="t" r="r" b="b"/>
              <a:pathLst>
                <a:path w="30207" h="9731" extrusionOk="0">
                  <a:moveTo>
                    <a:pt x="926" y="0"/>
                  </a:moveTo>
                  <a:cubicBezTo>
                    <a:pt x="129" y="1312"/>
                    <a:pt x="0" y="3260"/>
                    <a:pt x="259" y="5583"/>
                  </a:cubicBezTo>
                  <a:lnTo>
                    <a:pt x="2378" y="5980"/>
                  </a:lnTo>
                  <a:lnTo>
                    <a:pt x="4900" y="6585"/>
                  </a:lnTo>
                  <a:lnTo>
                    <a:pt x="6687" y="6906"/>
                  </a:lnTo>
                  <a:lnTo>
                    <a:pt x="17477" y="8832"/>
                  </a:lnTo>
                  <a:lnTo>
                    <a:pt x="19846" y="9255"/>
                  </a:lnTo>
                  <a:lnTo>
                    <a:pt x="19848" y="9255"/>
                  </a:lnTo>
                  <a:lnTo>
                    <a:pt x="22485" y="9730"/>
                  </a:lnTo>
                  <a:lnTo>
                    <a:pt x="22487" y="9730"/>
                  </a:lnTo>
                  <a:cubicBezTo>
                    <a:pt x="25521" y="8472"/>
                    <a:pt x="28160" y="6909"/>
                    <a:pt x="30206" y="5246"/>
                  </a:cubicBezTo>
                  <a:lnTo>
                    <a:pt x="28107" y="4872"/>
                  </a:lnTo>
                  <a:lnTo>
                    <a:pt x="26623" y="4604"/>
                  </a:lnTo>
                  <a:lnTo>
                    <a:pt x="20065" y="3434"/>
                  </a:lnTo>
                  <a:lnTo>
                    <a:pt x="19941" y="3413"/>
                  </a:lnTo>
                  <a:lnTo>
                    <a:pt x="18770" y="3200"/>
                  </a:lnTo>
                  <a:lnTo>
                    <a:pt x="18765" y="3200"/>
                  </a:lnTo>
                  <a:lnTo>
                    <a:pt x="15867" y="2683"/>
                  </a:lnTo>
                  <a:lnTo>
                    <a:pt x="10185" y="1665"/>
                  </a:lnTo>
                  <a:lnTo>
                    <a:pt x="8396" y="1349"/>
                  </a:lnTo>
                  <a:lnTo>
                    <a:pt x="6144" y="947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0"/>
            <p:cNvSpPr/>
            <p:nvPr/>
          </p:nvSpPr>
          <p:spPr>
            <a:xfrm>
              <a:off x="3728300" y="2598600"/>
              <a:ext cx="801050" cy="200325"/>
            </a:xfrm>
            <a:custGeom>
              <a:avLst/>
              <a:gdLst/>
              <a:ahLst/>
              <a:cxnLst/>
              <a:rect l="l" t="t" r="r" b="b"/>
              <a:pathLst>
                <a:path w="32042" h="8013" extrusionOk="0">
                  <a:moveTo>
                    <a:pt x="2584" y="0"/>
                  </a:moveTo>
                  <a:lnTo>
                    <a:pt x="0" y="2649"/>
                  </a:lnTo>
                  <a:lnTo>
                    <a:pt x="6096" y="3752"/>
                  </a:lnTo>
                  <a:lnTo>
                    <a:pt x="8403" y="4163"/>
                  </a:lnTo>
                  <a:lnTo>
                    <a:pt x="10368" y="4512"/>
                  </a:lnTo>
                  <a:lnTo>
                    <a:pt x="17371" y="5763"/>
                  </a:lnTo>
                  <a:lnTo>
                    <a:pt x="18858" y="6031"/>
                  </a:lnTo>
                  <a:lnTo>
                    <a:pt x="19421" y="6131"/>
                  </a:lnTo>
                  <a:lnTo>
                    <a:pt x="19426" y="6131"/>
                  </a:lnTo>
                  <a:lnTo>
                    <a:pt x="20178" y="6267"/>
                  </a:lnTo>
                  <a:lnTo>
                    <a:pt x="26420" y="7382"/>
                  </a:lnTo>
                  <a:lnTo>
                    <a:pt x="27810" y="7631"/>
                  </a:lnTo>
                  <a:lnTo>
                    <a:pt x="29929" y="8012"/>
                  </a:lnTo>
                  <a:cubicBezTo>
                    <a:pt x="30830" y="7100"/>
                    <a:pt x="31546" y="6177"/>
                    <a:pt x="32042" y="5276"/>
                  </a:cubicBezTo>
                  <a:lnTo>
                    <a:pt x="29682" y="4854"/>
                  </a:lnTo>
                  <a:lnTo>
                    <a:pt x="28241" y="4595"/>
                  </a:lnTo>
                  <a:lnTo>
                    <a:pt x="15258" y="2277"/>
                  </a:lnTo>
                  <a:lnTo>
                    <a:pt x="15256" y="2277"/>
                  </a:lnTo>
                  <a:lnTo>
                    <a:pt x="12769" y="1829"/>
                  </a:lnTo>
                  <a:lnTo>
                    <a:pt x="10164" y="1365"/>
                  </a:lnTo>
                  <a:lnTo>
                    <a:pt x="2584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3" name="Google Shape;543;p30"/>
          <p:cNvGrpSpPr/>
          <p:nvPr/>
        </p:nvGrpSpPr>
        <p:grpSpPr>
          <a:xfrm rot="5248599">
            <a:off x="913327" y="3588757"/>
            <a:ext cx="549186" cy="531470"/>
            <a:chOff x="1785750" y="3413025"/>
            <a:chExt cx="785025" cy="759700"/>
          </a:xfrm>
        </p:grpSpPr>
        <p:sp>
          <p:nvSpPr>
            <p:cNvPr id="544" name="Google Shape;544;p30"/>
            <p:cNvSpPr/>
            <p:nvPr/>
          </p:nvSpPr>
          <p:spPr>
            <a:xfrm>
              <a:off x="1785750" y="3414125"/>
              <a:ext cx="739475" cy="758125"/>
            </a:xfrm>
            <a:custGeom>
              <a:avLst/>
              <a:gdLst/>
              <a:ahLst/>
              <a:cxnLst/>
              <a:rect l="l" t="t" r="r" b="b"/>
              <a:pathLst>
                <a:path w="29579" h="30325" extrusionOk="0">
                  <a:moveTo>
                    <a:pt x="9020" y="1"/>
                  </a:moveTo>
                  <a:cubicBezTo>
                    <a:pt x="7692" y="1"/>
                    <a:pt x="5740" y="539"/>
                    <a:pt x="3861" y="3055"/>
                  </a:cubicBezTo>
                  <a:cubicBezTo>
                    <a:pt x="2298" y="5150"/>
                    <a:pt x="1" y="7953"/>
                    <a:pt x="3376" y="15081"/>
                  </a:cubicBezTo>
                  <a:cubicBezTo>
                    <a:pt x="5324" y="19195"/>
                    <a:pt x="13615" y="30324"/>
                    <a:pt x="21398" y="30324"/>
                  </a:cubicBezTo>
                  <a:cubicBezTo>
                    <a:pt x="22382" y="30324"/>
                    <a:pt x="23358" y="30147"/>
                    <a:pt x="24312" y="29754"/>
                  </a:cubicBezTo>
                  <a:cubicBezTo>
                    <a:pt x="28992" y="27831"/>
                    <a:pt x="29579" y="23234"/>
                    <a:pt x="29579" y="23234"/>
                  </a:cubicBezTo>
                  <a:lnTo>
                    <a:pt x="29579" y="23234"/>
                  </a:lnTo>
                  <a:cubicBezTo>
                    <a:pt x="29578" y="23234"/>
                    <a:pt x="27493" y="25961"/>
                    <a:pt x="23856" y="25961"/>
                  </a:cubicBezTo>
                  <a:cubicBezTo>
                    <a:pt x="19899" y="25961"/>
                    <a:pt x="14105" y="22732"/>
                    <a:pt x="7161" y="9243"/>
                  </a:cubicBezTo>
                  <a:cubicBezTo>
                    <a:pt x="2674" y="532"/>
                    <a:pt x="10659" y="303"/>
                    <a:pt x="10659" y="303"/>
                  </a:cubicBezTo>
                  <a:cubicBezTo>
                    <a:pt x="10659" y="303"/>
                    <a:pt x="10015" y="1"/>
                    <a:pt x="9020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0"/>
            <p:cNvSpPr/>
            <p:nvPr/>
          </p:nvSpPr>
          <p:spPr>
            <a:xfrm>
              <a:off x="1907725" y="3413150"/>
              <a:ext cx="621375" cy="676450"/>
            </a:xfrm>
            <a:custGeom>
              <a:avLst/>
              <a:gdLst/>
              <a:ahLst/>
              <a:cxnLst/>
              <a:rect l="l" t="t" r="r" b="b"/>
              <a:pathLst>
                <a:path w="24855" h="27058" extrusionOk="0">
                  <a:moveTo>
                    <a:pt x="4358" y="0"/>
                  </a:moveTo>
                  <a:cubicBezTo>
                    <a:pt x="3185" y="0"/>
                    <a:pt x="2222" y="319"/>
                    <a:pt x="1497" y="949"/>
                  </a:cubicBezTo>
                  <a:cubicBezTo>
                    <a:pt x="725" y="1619"/>
                    <a:pt x="266" y="2603"/>
                    <a:pt x="132" y="3870"/>
                  </a:cubicBezTo>
                  <a:cubicBezTo>
                    <a:pt x="0" y="5094"/>
                    <a:pt x="176" y="6532"/>
                    <a:pt x="656" y="8144"/>
                  </a:cubicBezTo>
                  <a:cubicBezTo>
                    <a:pt x="1640" y="11460"/>
                    <a:pt x="3789" y="15136"/>
                    <a:pt x="6710" y="18495"/>
                  </a:cubicBezTo>
                  <a:cubicBezTo>
                    <a:pt x="7537" y="19451"/>
                    <a:pt x="8417" y="20361"/>
                    <a:pt x="9343" y="21225"/>
                  </a:cubicBezTo>
                  <a:cubicBezTo>
                    <a:pt x="10504" y="22310"/>
                    <a:pt x="11700" y="23275"/>
                    <a:pt x="12898" y="24090"/>
                  </a:cubicBezTo>
                  <a:cubicBezTo>
                    <a:pt x="13538" y="24529"/>
                    <a:pt x="14178" y="24928"/>
                    <a:pt x="14803" y="25272"/>
                  </a:cubicBezTo>
                  <a:cubicBezTo>
                    <a:pt x="16911" y="26438"/>
                    <a:pt x="18881" y="27057"/>
                    <a:pt x="20497" y="27057"/>
                  </a:cubicBezTo>
                  <a:cubicBezTo>
                    <a:pt x="20606" y="27057"/>
                    <a:pt x="20714" y="27052"/>
                    <a:pt x="20818" y="27048"/>
                  </a:cubicBezTo>
                  <a:cubicBezTo>
                    <a:pt x="21848" y="26995"/>
                    <a:pt x="22702" y="26678"/>
                    <a:pt x="23358" y="26108"/>
                  </a:cubicBezTo>
                  <a:cubicBezTo>
                    <a:pt x="24129" y="25438"/>
                    <a:pt x="24589" y="24455"/>
                    <a:pt x="24723" y="23187"/>
                  </a:cubicBezTo>
                  <a:cubicBezTo>
                    <a:pt x="24854" y="21961"/>
                    <a:pt x="24677" y="20525"/>
                    <a:pt x="24199" y="18911"/>
                  </a:cubicBezTo>
                  <a:cubicBezTo>
                    <a:pt x="23215" y="15598"/>
                    <a:pt x="21063" y="11922"/>
                    <a:pt x="18144" y="8560"/>
                  </a:cubicBezTo>
                  <a:cubicBezTo>
                    <a:pt x="17800" y="8165"/>
                    <a:pt x="17477" y="7807"/>
                    <a:pt x="17154" y="7468"/>
                  </a:cubicBezTo>
                  <a:lnTo>
                    <a:pt x="17152" y="7465"/>
                  </a:lnTo>
                  <a:cubicBezTo>
                    <a:pt x="15041" y="5219"/>
                    <a:pt x="12723" y="3332"/>
                    <a:pt x="10449" y="2011"/>
                  </a:cubicBezTo>
                  <a:cubicBezTo>
                    <a:pt x="9846" y="1658"/>
                    <a:pt x="9223" y="1337"/>
                    <a:pt x="8585" y="1051"/>
                  </a:cubicBezTo>
                  <a:cubicBezTo>
                    <a:pt x="7442" y="543"/>
                    <a:pt x="6364" y="215"/>
                    <a:pt x="5385" y="74"/>
                  </a:cubicBezTo>
                  <a:cubicBezTo>
                    <a:pt x="5046" y="26"/>
                    <a:pt x="4702" y="0"/>
                    <a:pt x="4358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0"/>
            <p:cNvSpPr/>
            <p:nvPr/>
          </p:nvSpPr>
          <p:spPr>
            <a:xfrm>
              <a:off x="1866050" y="3413025"/>
              <a:ext cx="704725" cy="676675"/>
            </a:xfrm>
            <a:custGeom>
              <a:avLst/>
              <a:gdLst/>
              <a:ahLst/>
              <a:cxnLst/>
              <a:rect l="l" t="t" r="r" b="b"/>
              <a:pathLst>
                <a:path w="28189" h="27067" extrusionOk="0">
                  <a:moveTo>
                    <a:pt x="6022" y="1"/>
                  </a:moveTo>
                  <a:cubicBezTo>
                    <a:pt x="6022" y="1"/>
                    <a:pt x="6022" y="1"/>
                    <a:pt x="6022" y="1"/>
                  </a:cubicBezTo>
                  <a:lnTo>
                    <a:pt x="6022" y="1"/>
                  </a:lnTo>
                  <a:cubicBezTo>
                    <a:pt x="6023" y="1"/>
                    <a:pt x="6024" y="1"/>
                    <a:pt x="6025" y="1"/>
                  </a:cubicBezTo>
                  <a:close/>
                  <a:moveTo>
                    <a:pt x="6025" y="12"/>
                  </a:moveTo>
                  <a:cubicBezTo>
                    <a:pt x="6369" y="12"/>
                    <a:pt x="6710" y="38"/>
                    <a:pt x="7052" y="86"/>
                  </a:cubicBezTo>
                  <a:cubicBezTo>
                    <a:pt x="8031" y="227"/>
                    <a:pt x="9107" y="555"/>
                    <a:pt x="10250" y="1063"/>
                  </a:cubicBezTo>
                  <a:cubicBezTo>
                    <a:pt x="10887" y="1349"/>
                    <a:pt x="11511" y="1668"/>
                    <a:pt x="12113" y="2021"/>
                  </a:cubicBezTo>
                  <a:cubicBezTo>
                    <a:pt x="14388" y="3344"/>
                    <a:pt x="16706" y="5231"/>
                    <a:pt x="18814" y="7475"/>
                  </a:cubicBezTo>
                  <a:lnTo>
                    <a:pt x="18816" y="7477"/>
                  </a:lnTo>
                  <a:cubicBezTo>
                    <a:pt x="19139" y="7817"/>
                    <a:pt x="19463" y="8172"/>
                    <a:pt x="19807" y="8569"/>
                  </a:cubicBezTo>
                  <a:cubicBezTo>
                    <a:pt x="21282" y="10266"/>
                    <a:pt x="22561" y="12047"/>
                    <a:pt x="23612" y="13855"/>
                  </a:cubicBezTo>
                  <a:cubicBezTo>
                    <a:pt x="24626" y="15605"/>
                    <a:pt x="25381" y="17307"/>
                    <a:pt x="25861" y="18918"/>
                  </a:cubicBezTo>
                  <a:cubicBezTo>
                    <a:pt x="26339" y="20530"/>
                    <a:pt x="26514" y="21966"/>
                    <a:pt x="26385" y="23190"/>
                  </a:cubicBezTo>
                  <a:cubicBezTo>
                    <a:pt x="26251" y="24458"/>
                    <a:pt x="25792" y="25439"/>
                    <a:pt x="25020" y="26108"/>
                  </a:cubicBezTo>
                  <a:cubicBezTo>
                    <a:pt x="24365" y="26676"/>
                    <a:pt x="23513" y="26993"/>
                    <a:pt x="22485" y="27046"/>
                  </a:cubicBezTo>
                  <a:cubicBezTo>
                    <a:pt x="22381" y="27051"/>
                    <a:pt x="22273" y="27055"/>
                    <a:pt x="22164" y="27055"/>
                  </a:cubicBezTo>
                  <a:cubicBezTo>
                    <a:pt x="20548" y="27055"/>
                    <a:pt x="18578" y="26439"/>
                    <a:pt x="16473" y="25270"/>
                  </a:cubicBezTo>
                  <a:cubicBezTo>
                    <a:pt x="15847" y="24926"/>
                    <a:pt x="15207" y="24529"/>
                    <a:pt x="14568" y="24088"/>
                  </a:cubicBezTo>
                  <a:cubicBezTo>
                    <a:pt x="13369" y="23273"/>
                    <a:pt x="12173" y="22310"/>
                    <a:pt x="11012" y="21225"/>
                  </a:cubicBezTo>
                  <a:cubicBezTo>
                    <a:pt x="10086" y="20361"/>
                    <a:pt x="9209" y="19452"/>
                    <a:pt x="8380" y="18496"/>
                  </a:cubicBezTo>
                  <a:cubicBezTo>
                    <a:pt x="6904" y="16799"/>
                    <a:pt x="5625" y="15018"/>
                    <a:pt x="4574" y="13210"/>
                  </a:cubicBezTo>
                  <a:cubicBezTo>
                    <a:pt x="3561" y="11463"/>
                    <a:pt x="2806" y="9759"/>
                    <a:pt x="2326" y="8147"/>
                  </a:cubicBezTo>
                  <a:cubicBezTo>
                    <a:pt x="1848" y="6535"/>
                    <a:pt x="1672" y="5099"/>
                    <a:pt x="1801" y="3875"/>
                  </a:cubicBezTo>
                  <a:cubicBezTo>
                    <a:pt x="1938" y="2610"/>
                    <a:pt x="2397" y="1629"/>
                    <a:pt x="3166" y="959"/>
                  </a:cubicBezTo>
                  <a:cubicBezTo>
                    <a:pt x="3889" y="331"/>
                    <a:pt x="4852" y="12"/>
                    <a:pt x="6025" y="12"/>
                  </a:cubicBezTo>
                  <a:close/>
                  <a:moveTo>
                    <a:pt x="6022" y="1"/>
                  </a:moveTo>
                  <a:lnTo>
                    <a:pt x="6022" y="1"/>
                  </a:lnTo>
                  <a:cubicBezTo>
                    <a:pt x="4880" y="1"/>
                    <a:pt x="3902" y="306"/>
                    <a:pt x="3159" y="950"/>
                  </a:cubicBezTo>
                  <a:cubicBezTo>
                    <a:pt x="0" y="3695"/>
                    <a:pt x="2335" y="11555"/>
                    <a:pt x="8370" y="18503"/>
                  </a:cubicBezTo>
                  <a:cubicBezTo>
                    <a:pt x="9199" y="19461"/>
                    <a:pt x="10079" y="20371"/>
                    <a:pt x="11005" y="21234"/>
                  </a:cubicBezTo>
                  <a:cubicBezTo>
                    <a:pt x="12180" y="22331"/>
                    <a:pt x="13379" y="23291"/>
                    <a:pt x="14561" y="24100"/>
                  </a:cubicBezTo>
                  <a:cubicBezTo>
                    <a:pt x="15203" y="24541"/>
                    <a:pt x="15840" y="24935"/>
                    <a:pt x="16466" y="25282"/>
                  </a:cubicBezTo>
                  <a:cubicBezTo>
                    <a:pt x="18553" y="26436"/>
                    <a:pt x="20527" y="27067"/>
                    <a:pt x="22162" y="27067"/>
                  </a:cubicBezTo>
                  <a:cubicBezTo>
                    <a:pt x="22273" y="27067"/>
                    <a:pt x="22379" y="27064"/>
                    <a:pt x="22485" y="27060"/>
                  </a:cubicBezTo>
                  <a:cubicBezTo>
                    <a:pt x="23490" y="27007"/>
                    <a:pt x="24355" y="26702"/>
                    <a:pt x="25027" y="26118"/>
                  </a:cubicBezTo>
                  <a:cubicBezTo>
                    <a:pt x="28188" y="23372"/>
                    <a:pt x="25854" y="15513"/>
                    <a:pt x="19814" y="8562"/>
                  </a:cubicBezTo>
                  <a:cubicBezTo>
                    <a:pt x="19486" y="8186"/>
                    <a:pt x="19160" y="7824"/>
                    <a:pt x="18825" y="7470"/>
                  </a:cubicBezTo>
                  <a:lnTo>
                    <a:pt x="18823" y="7468"/>
                  </a:lnTo>
                  <a:cubicBezTo>
                    <a:pt x="16643" y="5150"/>
                    <a:pt x="14323" y="3296"/>
                    <a:pt x="12118" y="2012"/>
                  </a:cubicBezTo>
                  <a:cubicBezTo>
                    <a:pt x="11515" y="1659"/>
                    <a:pt x="10892" y="1340"/>
                    <a:pt x="10255" y="1054"/>
                  </a:cubicBezTo>
                  <a:cubicBezTo>
                    <a:pt x="9121" y="550"/>
                    <a:pt x="8038" y="215"/>
                    <a:pt x="7050" y="77"/>
                  </a:cubicBezTo>
                  <a:cubicBezTo>
                    <a:pt x="6710" y="28"/>
                    <a:pt x="6366" y="3"/>
                    <a:pt x="6022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0"/>
            <p:cNvSpPr/>
            <p:nvPr/>
          </p:nvSpPr>
          <p:spPr>
            <a:xfrm>
              <a:off x="1995350" y="3506475"/>
              <a:ext cx="474975" cy="482675"/>
            </a:xfrm>
            <a:custGeom>
              <a:avLst/>
              <a:gdLst/>
              <a:ahLst/>
              <a:cxnLst/>
              <a:rect l="l" t="t" r="r" b="b"/>
              <a:pathLst>
                <a:path w="18999" h="19307" extrusionOk="0">
                  <a:moveTo>
                    <a:pt x="2905" y="1"/>
                  </a:moveTo>
                  <a:cubicBezTo>
                    <a:pt x="2180" y="1"/>
                    <a:pt x="1587" y="197"/>
                    <a:pt x="1143" y="583"/>
                  </a:cubicBezTo>
                  <a:cubicBezTo>
                    <a:pt x="132" y="1460"/>
                    <a:pt x="0" y="3229"/>
                    <a:pt x="774" y="5566"/>
                  </a:cubicBezTo>
                  <a:cubicBezTo>
                    <a:pt x="1548" y="7900"/>
                    <a:pt x="3134" y="10521"/>
                    <a:pt x="5240" y="12945"/>
                  </a:cubicBezTo>
                  <a:cubicBezTo>
                    <a:pt x="6893" y="14848"/>
                    <a:pt x="8715" y="16455"/>
                    <a:pt x="10516" y="17598"/>
                  </a:cubicBezTo>
                  <a:cubicBezTo>
                    <a:pt x="12275" y="18715"/>
                    <a:pt x="13880" y="19306"/>
                    <a:pt x="15150" y="19306"/>
                  </a:cubicBezTo>
                  <a:cubicBezTo>
                    <a:pt x="15875" y="19306"/>
                    <a:pt x="16468" y="19112"/>
                    <a:pt x="16909" y="18727"/>
                  </a:cubicBezTo>
                  <a:cubicBezTo>
                    <a:pt x="18999" y="16912"/>
                    <a:pt x="17161" y="11366"/>
                    <a:pt x="12813" y="6362"/>
                  </a:cubicBezTo>
                  <a:cubicBezTo>
                    <a:pt x="11162" y="4462"/>
                    <a:pt x="9338" y="2853"/>
                    <a:pt x="7539" y="1710"/>
                  </a:cubicBezTo>
                  <a:cubicBezTo>
                    <a:pt x="5778" y="592"/>
                    <a:pt x="4175" y="1"/>
                    <a:pt x="2905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0"/>
            <p:cNvSpPr/>
            <p:nvPr/>
          </p:nvSpPr>
          <p:spPr>
            <a:xfrm>
              <a:off x="1971500" y="3506375"/>
              <a:ext cx="499050" cy="482950"/>
            </a:xfrm>
            <a:custGeom>
              <a:avLst/>
              <a:gdLst/>
              <a:ahLst/>
              <a:cxnLst/>
              <a:rect l="l" t="t" r="r" b="b"/>
              <a:pathLst>
                <a:path w="19962" h="19318" extrusionOk="0">
                  <a:moveTo>
                    <a:pt x="3859" y="12"/>
                  </a:moveTo>
                  <a:cubicBezTo>
                    <a:pt x="4492" y="12"/>
                    <a:pt x="5212" y="160"/>
                    <a:pt x="6004" y="453"/>
                  </a:cubicBezTo>
                  <a:cubicBezTo>
                    <a:pt x="6787" y="744"/>
                    <a:pt x="7625" y="1169"/>
                    <a:pt x="8491" y="1721"/>
                  </a:cubicBezTo>
                  <a:cubicBezTo>
                    <a:pt x="10290" y="2861"/>
                    <a:pt x="12114" y="4471"/>
                    <a:pt x="13765" y="6371"/>
                  </a:cubicBezTo>
                  <a:cubicBezTo>
                    <a:pt x="14829" y="7595"/>
                    <a:pt x="15762" y="8871"/>
                    <a:pt x="16535" y="10160"/>
                  </a:cubicBezTo>
                  <a:cubicBezTo>
                    <a:pt x="17284" y="11407"/>
                    <a:pt x="17854" y="12614"/>
                    <a:pt x="18228" y="13750"/>
                  </a:cubicBezTo>
                  <a:cubicBezTo>
                    <a:pt x="18604" y="14886"/>
                    <a:pt x="18768" y="15891"/>
                    <a:pt x="18713" y="16738"/>
                  </a:cubicBezTo>
                  <a:cubicBezTo>
                    <a:pt x="18657" y="17613"/>
                    <a:pt x="18371" y="18283"/>
                    <a:pt x="17861" y="18726"/>
                  </a:cubicBezTo>
                  <a:cubicBezTo>
                    <a:pt x="17418" y="19110"/>
                    <a:pt x="16826" y="19306"/>
                    <a:pt x="16104" y="19306"/>
                  </a:cubicBezTo>
                  <a:cubicBezTo>
                    <a:pt x="15471" y="19306"/>
                    <a:pt x="14751" y="19156"/>
                    <a:pt x="13959" y="18862"/>
                  </a:cubicBezTo>
                  <a:cubicBezTo>
                    <a:pt x="13176" y="18574"/>
                    <a:pt x="12338" y="18147"/>
                    <a:pt x="11472" y="17597"/>
                  </a:cubicBezTo>
                  <a:cubicBezTo>
                    <a:pt x="9673" y="16454"/>
                    <a:pt x="7849" y="14847"/>
                    <a:pt x="6198" y="12947"/>
                  </a:cubicBezTo>
                  <a:cubicBezTo>
                    <a:pt x="5134" y="11721"/>
                    <a:pt x="4201" y="10446"/>
                    <a:pt x="3427" y="9155"/>
                  </a:cubicBezTo>
                  <a:cubicBezTo>
                    <a:pt x="2679" y="7909"/>
                    <a:pt x="2109" y="6703"/>
                    <a:pt x="1735" y="5567"/>
                  </a:cubicBezTo>
                  <a:cubicBezTo>
                    <a:pt x="1359" y="4431"/>
                    <a:pt x="1195" y="3427"/>
                    <a:pt x="1250" y="2579"/>
                  </a:cubicBezTo>
                  <a:cubicBezTo>
                    <a:pt x="1305" y="1702"/>
                    <a:pt x="1592" y="1035"/>
                    <a:pt x="2102" y="591"/>
                  </a:cubicBezTo>
                  <a:cubicBezTo>
                    <a:pt x="2545" y="206"/>
                    <a:pt x="3136" y="12"/>
                    <a:pt x="3859" y="12"/>
                  </a:cubicBezTo>
                  <a:close/>
                  <a:moveTo>
                    <a:pt x="3859" y="0"/>
                  </a:moveTo>
                  <a:cubicBezTo>
                    <a:pt x="3150" y="0"/>
                    <a:pt x="2548" y="187"/>
                    <a:pt x="2095" y="582"/>
                  </a:cubicBezTo>
                  <a:cubicBezTo>
                    <a:pt x="1" y="2402"/>
                    <a:pt x="1834" y="7941"/>
                    <a:pt x="6189" y="12954"/>
                  </a:cubicBezTo>
                  <a:cubicBezTo>
                    <a:pt x="9599" y="16879"/>
                    <a:pt x="13545" y="19317"/>
                    <a:pt x="16104" y="19317"/>
                  </a:cubicBezTo>
                  <a:cubicBezTo>
                    <a:pt x="16813" y="19317"/>
                    <a:pt x="17415" y="19130"/>
                    <a:pt x="17868" y="18735"/>
                  </a:cubicBezTo>
                  <a:cubicBezTo>
                    <a:pt x="19962" y="16914"/>
                    <a:pt x="18129" y="11374"/>
                    <a:pt x="13774" y="6364"/>
                  </a:cubicBezTo>
                  <a:cubicBezTo>
                    <a:pt x="10364" y="2439"/>
                    <a:pt x="6418" y="0"/>
                    <a:pt x="385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0"/>
            <p:cNvSpPr/>
            <p:nvPr/>
          </p:nvSpPr>
          <p:spPr>
            <a:xfrm>
              <a:off x="1957425" y="3464225"/>
              <a:ext cx="524275" cy="572250"/>
            </a:xfrm>
            <a:custGeom>
              <a:avLst/>
              <a:gdLst/>
              <a:ahLst/>
              <a:cxnLst/>
              <a:rect l="l" t="t" r="r" b="b"/>
              <a:pathLst>
                <a:path w="20971" h="22890" fill="none" extrusionOk="0">
                  <a:moveTo>
                    <a:pt x="15154" y="7387"/>
                  </a:moveTo>
                  <a:cubicBezTo>
                    <a:pt x="17544" y="10137"/>
                    <a:pt x="19343" y="13201"/>
                    <a:pt x="20158" y="15907"/>
                  </a:cubicBezTo>
                  <a:cubicBezTo>
                    <a:pt x="20971" y="18614"/>
                    <a:pt x="20733" y="20738"/>
                    <a:pt x="19495" y="21814"/>
                  </a:cubicBezTo>
                  <a:cubicBezTo>
                    <a:pt x="18255" y="22890"/>
                    <a:pt x="16119" y="22830"/>
                    <a:pt x="13554" y="21645"/>
                  </a:cubicBezTo>
                  <a:cubicBezTo>
                    <a:pt x="10989" y="20463"/>
                    <a:pt x="8204" y="18253"/>
                    <a:pt x="5817" y="15503"/>
                  </a:cubicBezTo>
                  <a:cubicBezTo>
                    <a:pt x="3427" y="12753"/>
                    <a:pt x="1626" y="9689"/>
                    <a:pt x="813" y="6983"/>
                  </a:cubicBezTo>
                  <a:cubicBezTo>
                    <a:pt x="0" y="4279"/>
                    <a:pt x="238" y="2155"/>
                    <a:pt x="1476" y="1077"/>
                  </a:cubicBezTo>
                  <a:cubicBezTo>
                    <a:pt x="2714" y="1"/>
                    <a:pt x="4852" y="63"/>
                    <a:pt x="7417" y="1245"/>
                  </a:cubicBezTo>
                  <a:cubicBezTo>
                    <a:pt x="9982" y="2428"/>
                    <a:pt x="12765" y="4637"/>
                    <a:pt x="15154" y="7387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0"/>
            <p:cNvSpPr/>
            <p:nvPr/>
          </p:nvSpPr>
          <p:spPr>
            <a:xfrm>
              <a:off x="2169050" y="3463300"/>
              <a:ext cx="263475" cy="709425"/>
            </a:xfrm>
            <a:custGeom>
              <a:avLst/>
              <a:gdLst/>
              <a:ahLst/>
              <a:cxnLst/>
              <a:rect l="l" t="t" r="r" b="b"/>
              <a:pathLst>
                <a:path w="10539" h="28377" extrusionOk="0">
                  <a:moveTo>
                    <a:pt x="0" y="1"/>
                  </a:moveTo>
                  <a:lnTo>
                    <a:pt x="379" y="2030"/>
                  </a:lnTo>
                  <a:lnTo>
                    <a:pt x="644" y="3467"/>
                  </a:lnTo>
                  <a:lnTo>
                    <a:pt x="1831" y="9805"/>
                  </a:lnTo>
                  <a:lnTo>
                    <a:pt x="1854" y="9925"/>
                  </a:lnTo>
                  <a:lnTo>
                    <a:pt x="2064" y="11061"/>
                  </a:lnTo>
                  <a:lnTo>
                    <a:pt x="2067" y="11063"/>
                  </a:lnTo>
                  <a:lnTo>
                    <a:pt x="2591" y="13866"/>
                  </a:lnTo>
                  <a:lnTo>
                    <a:pt x="3616" y="19364"/>
                  </a:lnTo>
                  <a:lnTo>
                    <a:pt x="3939" y="21093"/>
                  </a:lnTo>
                  <a:lnTo>
                    <a:pt x="4348" y="23271"/>
                  </a:lnTo>
                  <a:lnTo>
                    <a:pt x="5285" y="28358"/>
                  </a:lnTo>
                  <a:cubicBezTo>
                    <a:pt x="5482" y="28370"/>
                    <a:pt x="5677" y="28376"/>
                    <a:pt x="5870" y="28376"/>
                  </a:cubicBezTo>
                  <a:cubicBezTo>
                    <a:pt x="7557" y="28376"/>
                    <a:pt x="9113" y="27897"/>
                    <a:pt x="10538" y="26940"/>
                  </a:cubicBezTo>
                  <a:lnTo>
                    <a:pt x="10365" y="25046"/>
                  </a:lnTo>
                  <a:lnTo>
                    <a:pt x="9885" y="22465"/>
                  </a:lnTo>
                  <a:lnTo>
                    <a:pt x="9562" y="20736"/>
                  </a:lnTo>
                  <a:lnTo>
                    <a:pt x="7611" y="10301"/>
                  </a:lnTo>
                  <a:lnTo>
                    <a:pt x="7181" y="8011"/>
                  </a:lnTo>
                  <a:lnTo>
                    <a:pt x="7179" y="8008"/>
                  </a:lnTo>
                  <a:lnTo>
                    <a:pt x="6705" y="5459"/>
                  </a:lnTo>
                  <a:lnTo>
                    <a:pt x="6703" y="5457"/>
                  </a:lnTo>
                  <a:cubicBezTo>
                    <a:pt x="4526" y="3139"/>
                    <a:pt x="2205" y="1285"/>
                    <a:pt x="0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0"/>
            <p:cNvSpPr/>
            <p:nvPr/>
          </p:nvSpPr>
          <p:spPr>
            <a:xfrm>
              <a:off x="2042325" y="3414925"/>
              <a:ext cx="215000" cy="748150"/>
            </a:xfrm>
            <a:custGeom>
              <a:avLst/>
              <a:gdLst/>
              <a:ahLst/>
              <a:cxnLst/>
              <a:rect l="l" t="t" r="r" b="b"/>
              <a:pathLst>
                <a:path w="8600" h="29926" extrusionOk="0">
                  <a:moveTo>
                    <a:pt x="1" y="1"/>
                  </a:moveTo>
                  <a:lnTo>
                    <a:pt x="428" y="2282"/>
                  </a:lnTo>
                  <a:lnTo>
                    <a:pt x="687" y="3675"/>
                  </a:lnTo>
                  <a:lnTo>
                    <a:pt x="3035" y="16231"/>
                  </a:lnTo>
                  <a:lnTo>
                    <a:pt x="3035" y="16233"/>
                  </a:lnTo>
                  <a:lnTo>
                    <a:pt x="3483" y="18637"/>
                  </a:lnTo>
                  <a:lnTo>
                    <a:pt x="3954" y="21158"/>
                  </a:lnTo>
                  <a:lnTo>
                    <a:pt x="5069" y="28346"/>
                  </a:lnTo>
                  <a:lnTo>
                    <a:pt x="8600" y="29925"/>
                  </a:lnTo>
                  <a:lnTo>
                    <a:pt x="7512" y="24024"/>
                  </a:lnTo>
                  <a:lnTo>
                    <a:pt x="7094" y="21795"/>
                  </a:lnTo>
                  <a:lnTo>
                    <a:pt x="6739" y="19895"/>
                  </a:lnTo>
                  <a:lnTo>
                    <a:pt x="5473" y="13123"/>
                  </a:lnTo>
                  <a:lnTo>
                    <a:pt x="5205" y="11684"/>
                  </a:lnTo>
                  <a:lnTo>
                    <a:pt x="5102" y="11139"/>
                  </a:lnTo>
                  <a:lnTo>
                    <a:pt x="5099" y="11137"/>
                  </a:lnTo>
                  <a:lnTo>
                    <a:pt x="4965" y="10408"/>
                  </a:lnTo>
                  <a:lnTo>
                    <a:pt x="3836" y="4372"/>
                  </a:lnTo>
                  <a:lnTo>
                    <a:pt x="3585" y="3028"/>
                  </a:lnTo>
                  <a:lnTo>
                    <a:pt x="3204" y="975"/>
                  </a:lnTo>
                  <a:cubicBezTo>
                    <a:pt x="2070" y="472"/>
                    <a:pt x="989" y="139"/>
                    <a:pt x="1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" name="Google Shape;552;p30"/>
          <p:cNvGrpSpPr/>
          <p:nvPr/>
        </p:nvGrpSpPr>
        <p:grpSpPr>
          <a:xfrm flipH="1">
            <a:off x="659293" y="404033"/>
            <a:ext cx="530159" cy="550985"/>
            <a:chOff x="2777975" y="4487350"/>
            <a:chExt cx="803150" cy="834825"/>
          </a:xfrm>
        </p:grpSpPr>
        <p:sp>
          <p:nvSpPr>
            <p:cNvPr id="553" name="Google Shape;553;p30"/>
            <p:cNvSpPr/>
            <p:nvPr/>
          </p:nvSpPr>
          <p:spPr>
            <a:xfrm>
              <a:off x="2801475" y="4545025"/>
              <a:ext cx="776425" cy="720275"/>
            </a:xfrm>
            <a:custGeom>
              <a:avLst/>
              <a:gdLst/>
              <a:ahLst/>
              <a:cxnLst/>
              <a:rect l="l" t="t" r="r" b="b"/>
              <a:pathLst>
                <a:path w="31057" h="28811" extrusionOk="0">
                  <a:moveTo>
                    <a:pt x="14617" y="0"/>
                  </a:moveTo>
                  <a:cubicBezTo>
                    <a:pt x="8672" y="0"/>
                    <a:pt x="3310" y="3412"/>
                    <a:pt x="718" y="8603"/>
                  </a:cubicBezTo>
                  <a:cubicBezTo>
                    <a:pt x="469" y="9391"/>
                    <a:pt x="287" y="10196"/>
                    <a:pt x="169" y="11012"/>
                  </a:cubicBezTo>
                  <a:cubicBezTo>
                    <a:pt x="53" y="11797"/>
                    <a:pt x="0" y="12589"/>
                    <a:pt x="5" y="13381"/>
                  </a:cubicBezTo>
                  <a:cubicBezTo>
                    <a:pt x="10" y="14161"/>
                    <a:pt x="77" y="14939"/>
                    <a:pt x="201" y="15710"/>
                  </a:cubicBezTo>
                  <a:cubicBezTo>
                    <a:pt x="284" y="16230"/>
                    <a:pt x="393" y="16747"/>
                    <a:pt x="527" y="17255"/>
                  </a:cubicBezTo>
                  <a:cubicBezTo>
                    <a:pt x="905" y="18673"/>
                    <a:pt x="1483" y="20028"/>
                    <a:pt x="2240" y="21282"/>
                  </a:cubicBezTo>
                  <a:cubicBezTo>
                    <a:pt x="4565" y="25133"/>
                    <a:pt x="8532" y="27950"/>
                    <a:pt x="13328" y="28648"/>
                  </a:cubicBezTo>
                  <a:cubicBezTo>
                    <a:pt x="14085" y="28757"/>
                    <a:pt x="14838" y="28811"/>
                    <a:pt x="15582" y="28811"/>
                  </a:cubicBezTo>
                  <a:cubicBezTo>
                    <a:pt x="22075" y="28811"/>
                    <a:pt x="27874" y="24745"/>
                    <a:pt x="30130" y="18733"/>
                  </a:cubicBezTo>
                  <a:cubicBezTo>
                    <a:pt x="30456" y="17802"/>
                    <a:pt x="30691" y="16842"/>
                    <a:pt x="30837" y="15865"/>
                  </a:cubicBezTo>
                  <a:cubicBezTo>
                    <a:pt x="30906" y="15389"/>
                    <a:pt x="30952" y="14916"/>
                    <a:pt x="30978" y="14445"/>
                  </a:cubicBezTo>
                  <a:cubicBezTo>
                    <a:pt x="31056" y="12953"/>
                    <a:pt x="30121" y="13422"/>
                    <a:pt x="29793" y="12021"/>
                  </a:cubicBezTo>
                  <a:cubicBezTo>
                    <a:pt x="29671" y="11506"/>
                    <a:pt x="29523" y="10998"/>
                    <a:pt x="29354" y="10504"/>
                  </a:cubicBezTo>
                  <a:cubicBezTo>
                    <a:pt x="29098" y="9765"/>
                    <a:pt x="28789" y="9047"/>
                    <a:pt x="28426" y="8356"/>
                  </a:cubicBezTo>
                  <a:cubicBezTo>
                    <a:pt x="26191" y="4085"/>
                    <a:pt x="22007" y="910"/>
                    <a:pt x="16874" y="164"/>
                  </a:cubicBezTo>
                  <a:cubicBezTo>
                    <a:pt x="16116" y="54"/>
                    <a:pt x="15362" y="0"/>
                    <a:pt x="14617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0"/>
            <p:cNvSpPr/>
            <p:nvPr/>
          </p:nvSpPr>
          <p:spPr>
            <a:xfrm>
              <a:off x="2801650" y="4487525"/>
              <a:ext cx="779300" cy="777675"/>
            </a:xfrm>
            <a:custGeom>
              <a:avLst/>
              <a:gdLst/>
              <a:ahLst/>
              <a:cxnLst/>
              <a:rect l="l" t="t" r="r" b="b"/>
              <a:pathLst>
                <a:path w="31172" h="31107" extrusionOk="0">
                  <a:moveTo>
                    <a:pt x="15542" y="0"/>
                  </a:moveTo>
                  <a:cubicBezTo>
                    <a:pt x="8747" y="5"/>
                    <a:pt x="2743" y="4422"/>
                    <a:pt x="716" y="10908"/>
                  </a:cubicBezTo>
                  <a:cubicBezTo>
                    <a:pt x="469" y="11693"/>
                    <a:pt x="284" y="12499"/>
                    <a:pt x="169" y="13316"/>
                  </a:cubicBezTo>
                  <a:cubicBezTo>
                    <a:pt x="53" y="14099"/>
                    <a:pt x="0" y="14891"/>
                    <a:pt x="5" y="15683"/>
                  </a:cubicBezTo>
                  <a:cubicBezTo>
                    <a:pt x="10" y="16461"/>
                    <a:pt x="74" y="17239"/>
                    <a:pt x="199" y="18010"/>
                  </a:cubicBezTo>
                  <a:cubicBezTo>
                    <a:pt x="287" y="18546"/>
                    <a:pt x="395" y="19066"/>
                    <a:pt x="527" y="19555"/>
                  </a:cubicBezTo>
                  <a:cubicBezTo>
                    <a:pt x="905" y="20970"/>
                    <a:pt x="1480" y="22326"/>
                    <a:pt x="2240" y="23580"/>
                  </a:cubicBezTo>
                  <a:cubicBezTo>
                    <a:pt x="4657" y="27588"/>
                    <a:pt x="8696" y="30269"/>
                    <a:pt x="13321" y="30941"/>
                  </a:cubicBezTo>
                  <a:cubicBezTo>
                    <a:pt x="14069" y="31049"/>
                    <a:pt x="14822" y="31105"/>
                    <a:pt x="15577" y="31105"/>
                  </a:cubicBezTo>
                  <a:lnTo>
                    <a:pt x="15579" y="31107"/>
                  </a:lnTo>
                  <a:cubicBezTo>
                    <a:pt x="20354" y="31098"/>
                    <a:pt x="24861" y="28900"/>
                    <a:pt x="27807" y="25143"/>
                  </a:cubicBezTo>
                  <a:cubicBezTo>
                    <a:pt x="29479" y="23009"/>
                    <a:pt x="30564" y="20474"/>
                    <a:pt x="30950" y="17791"/>
                  </a:cubicBezTo>
                  <a:cubicBezTo>
                    <a:pt x="31019" y="17325"/>
                    <a:pt x="31068" y="16849"/>
                    <a:pt x="31091" y="16373"/>
                  </a:cubicBezTo>
                  <a:cubicBezTo>
                    <a:pt x="31171" y="14909"/>
                    <a:pt x="31042" y="13443"/>
                    <a:pt x="30710" y="12014"/>
                  </a:cubicBezTo>
                  <a:cubicBezTo>
                    <a:pt x="30587" y="11504"/>
                    <a:pt x="30442" y="10993"/>
                    <a:pt x="30271" y="10497"/>
                  </a:cubicBezTo>
                  <a:cubicBezTo>
                    <a:pt x="30015" y="9760"/>
                    <a:pt x="29705" y="9042"/>
                    <a:pt x="29343" y="8352"/>
                  </a:cubicBezTo>
                  <a:cubicBezTo>
                    <a:pt x="28218" y="6209"/>
                    <a:pt x="26614" y="4355"/>
                    <a:pt x="24656" y="2935"/>
                  </a:cubicBezTo>
                  <a:cubicBezTo>
                    <a:pt x="23660" y="2217"/>
                    <a:pt x="22584" y="1619"/>
                    <a:pt x="21451" y="1155"/>
                  </a:cubicBezTo>
                  <a:cubicBezTo>
                    <a:pt x="19573" y="393"/>
                    <a:pt x="17567" y="0"/>
                    <a:pt x="15542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0"/>
            <p:cNvSpPr/>
            <p:nvPr/>
          </p:nvSpPr>
          <p:spPr>
            <a:xfrm>
              <a:off x="2801525" y="4487350"/>
              <a:ext cx="779600" cy="777975"/>
            </a:xfrm>
            <a:custGeom>
              <a:avLst/>
              <a:gdLst/>
              <a:ahLst/>
              <a:cxnLst/>
              <a:rect l="l" t="t" r="r" b="b"/>
              <a:pathLst>
                <a:path w="31184" h="31119" extrusionOk="0">
                  <a:moveTo>
                    <a:pt x="15547" y="10"/>
                  </a:moveTo>
                  <a:cubicBezTo>
                    <a:pt x="17572" y="12"/>
                    <a:pt x="19576" y="402"/>
                    <a:pt x="21453" y="1164"/>
                  </a:cubicBezTo>
                  <a:cubicBezTo>
                    <a:pt x="23714" y="2090"/>
                    <a:pt x="25723" y="3535"/>
                    <a:pt x="27318" y="5385"/>
                  </a:cubicBezTo>
                  <a:cubicBezTo>
                    <a:pt x="28106" y="6295"/>
                    <a:pt x="28784" y="7294"/>
                    <a:pt x="29343" y="8359"/>
                  </a:cubicBezTo>
                  <a:cubicBezTo>
                    <a:pt x="29706" y="9049"/>
                    <a:pt x="30015" y="9767"/>
                    <a:pt x="30271" y="10506"/>
                  </a:cubicBezTo>
                  <a:cubicBezTo>
                    <a:pt x="30442" y="11000"/>
                    <a:pt x="30588" y="11511"/>
                    <a:pt x="30710" y="12023"/>
                  </a:cubicBezTo>
                  <a:cubicBezTo>
                    <a:pt x="31043" y="13448"/>
                    <a:pt x="31170" y="14914"/>
                    <a:pt x="31091" y="16378"/>
                  </a:cubicBezTo>
                  <a:cubicBezTo>
                    <a:pt x="31066" y="16854"/>
                    <a:pt x="31019" y="17329"/>
                    <a:pt x="30950" y="17796"/>
                  </a:cubicBezTo>
                  <a:cubicBezTo>
                    <a:pt x="30562" y="20476"/>
                    <a:pt x="29479" y="23012"/>
                    <a:pt x="27810" y="25143"/>
                  </a:cubicBezTo>
                  <a:cubicBezTo>
                    <a:pt x="24866" y="28904"/>
                    <a:pt x="20357" y="31102"/>
                    <a:pt x="15584" y="31107"/>
                  </a:cubicBezTo>
                  <a:cubicBezTo>
                    <a:pt x="13640" y="31105"/>
                    <a:pt x="11712" y="30745"/>
                    <a:pt x="9902" y="30040"/>
                  </a:cubicBezTo>
                  <a:cubicBezTo>
                    <a:pt x="7773" y="29209"/>
                    <a:pt x="5856" y="27918"/>
                    <a:pt x="4286" y="26258"/>
                  </a:cubicBezTo>
                  <a:cubicBezTo>
                    <a:pt x="3513" y="25443"/>
                    <a:pt x="2831" y="24545"/>
                    <a:pt x="2250" y="23584"/>
                  </a:cubicBezTo>
                  <a:cubicBezTo>
                    <a:pt x="1492" y="22331"/>
                    <a:pt x="915" y="20977"/>
                    <a:pt x="539" y="19562"/>
                  </a:cubicBezTo>
                  <a:cubicBezTo>
                    <a:pt x="407" y="19070"/>
                    <a:pt x="299" y="18551"/>
                    <a:pt x="211" y="18017"/>
                  </a:cubicBezTo>
                  <a:cubicBezTo>
                    <a:pt x="86" y="17246"/>
                    <a:pt x="21" y="16468"/>
                    <a:pt x="17" y="15690"/>
                  </a:cubicBezTo>
                  <a:cubicBezTo>
                    <a:pt x="10" y="14898"/>
                    <a:pt x="65" y="14106"/>
                    <a:pt x="181" y="13323"/>
                  </a:cubicBezTo>
                  <a:cubicBezTo>
                    <a:pt x="296" y="12506"/>
                    <a:pt x="481" y="11702"/>
                    <a:pt x="728" y="10915"/>
                  </a:cubicBezTo>
                  <a:cubicBezTo>
                    <a:pt x="2755" y="4434"/>
                    <a:pt x="8756" y="16"/>
                    <a:pt x="15549" y="12"/>
                  </a:cubicBezTo>
                  <a:lnTo>
                    <a:pt x="15547" y="10"/>
                  </a:lnTo>
                  <a:close/>
                  <a:moveTo>
                    <a:pt x="15549" y="0"/>
                  </a:moveTo>
                  <a:cubicBezTo>
                    <a:pt x="8761" y="0"/>
                    <a:pt x="2732" y="4445"/>
                    <a:pt x="716" y="10913"/>
                  </a:cubicBezTo>
                  <a:cubicBezTo>
                    <a:pt x="469" y="11700"/>
                    <a:pt x="287" y="12503"/>
                    <a:pt x="169" y="13321"/>
                  </a:cubicBezTo>
                  <a:cubicBezTo>
                    <a:pt x="54" y="14106"/>
                    <a:pt x="1" y="14898"/>
                    <a:pt x="5" y="15690"/>
                  </a:cubicBezTo>
                  <a:cubicBezTo>
                    <a:pt x="10" y="16470"/>
                    <a:pt x="75" y="17248"/>
                    <a:pt x="199" y="18017"/>
                  </a:cubicBezTo>
                  <a:cubicBezTo>
                    <a:pt x="282" y="18539"/>
                    <a:pt x="393" y="19054"/>
                    <a:pt x="527" y="19564"/>
                  </a:cubicBezTo>
                  <a:cubicBezTo>
                    <a:pt x="906" y="20980"/>
                    <a:pt x="1483" y="22335"/>
                    <a:pt x="2240" y="23589"/>
                  </a:cubicBezTo>
                  <a:cubicBezTo>
                    <a:pt x="4563" y="27440"/>
                    <a:pt x="8530" y="30257"/>
                    <a:pt x="13326" y="30955"/>
                  </a:cubicBezTo>
                  <a:cubicBezTo>
                    <a:pt x="14074" y="31063"/>
                    <a:pt x="14829" y="31116"/>
                    <a:pt x="15584" y="31119"/>
                  </a:cubicBezTo>
                  <a:cubicBezTo>
                    <a:pt x="22077" y="31119"/>
                    <a:pt x="27875" y="27052"/>
                    <a:pt x="30131" y="21040"/>
                  </a:cubicBezTo>
                  <a:cubicBezTo>
                    <a:pt x="30525" y="19994"/>
                    <a:pt x="30805" y="18906"/>
                    <a:pt x="30964" y="17798"/>
                  </a:cubicBezTo>
                  <a:cubicBezTo>
                    <a:pt x="31033" y="17322"/>
                    <a:pt x="31080" y="16849"/>
                    <a:pt x="31105" y="16378"/>
                  </a:cubicBezTo>
                  <a:cubicBezTo>
                    <a:pt x="31183" y="14914"/>
                    <a:pt x="31054" y="13448"/>
                    <a:pt x="30722" y="12021"/>
                  </a:cubicBezTo>
                  <a:cubicBezTo>
                    <a:pt x="30602" y="11506"/>
                    <a:pt x="30454" y="10996"/>
                    <a:pt x="30283" y="10502"/>
                  </a:cubicBezTo>
                  <a:cubicBezTo>
                    <a:pt x="30029" y="9765"/>
                    <a:pt x="29717" y="9047"/>
                    <a:pt x="29355" y="8354"/>
                  </a:cubicBezTo>
                  <a:cubicBezTo>
                    <a:pt x="27120" y="4083"/>
                    <a:pt x="22936" y="908"/>
                    <a:pt x="17803" y="164"/>
                  </a:cubicBezTo>
                  <a:cubicBezTo>
                    <a:pt x="17057" y="56"/>
                    <a:pt x="16304" y="0"/>
                    <a:pt x="1554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0"/>
            <p:cNvSpPr/>
            <p:nvPr/>
          </p:nvSpPr>
          <p:spPr>
            <a:xfrm>
              <a:off x="2861275" y="4546975"/>
              <a:ext cx="658650" cy="658675"/>
            </a:xfrm>
            <a:custGeom>
              <a:avLst/>
              <a:gdLst/>
              <a:ahLst/>
              <a:cxnLst/>
              <a:rect l="l" t="t" r="r" b="b"/>
              <a:pathLst>
                <a:path w="26346" h="26347" fill="none" extrusionOk="0">
                  <a:moveTo>
                    <a:pt x="22488" y="3859"/>
                  </a:moveTo>
                  <a:cubicBezTo>
                    <a:pt x="24958" y="6329"/>
                    <a:pt x="26346" y="9680"/>
                    <a:pt x="26346" y="13173"/>
                  </a:cubicBezTo>
                  <a:cubicBezTo>
                    <a:pt x="26346" y="16667"/>
                    <a:pt x="24958" y="20017"/>
                    <a:pt x="22488" y="22488"/>
                  </a:cubicBezTo>
                  <a:cubicBezTo>
                    <a:pt x="20017" y="24958"/>
                    <a:pt x="16667" y="26346"/>
                    <a:pt x="13173" y="26346"/>
                  </a:cubicBezTo>
                  <a:cubicBezTo>
                    <a:pt x="9680" y="26346"/>
                    <a:pt x="6329" y="24958"/>
                    <a:pt x="3859" y="22488"/>
                  </a:cubicBezTo>
                  <a:cubicBezTo>
                    <a:pt x="1388" y="20017"/>
                    <a:pt x="0" y="16667"/>
                    <a:pt x="0" y="13173"/>
                  </a:cubicBezTo>
                  <a:cubicBezTo>
                    <a:pt x="0" y="9680"/>
                    <a:pt x="1388" y="6329"/>
                    <a:pt x="3859" y="3859"/>
                  </a:cubicBezTo>
                  <a:cubicBezTo>
                    <a:pt x="6329" y="1388"/>
                    <a:pt x="9680" y="1"/>
                    <a:pt x="13173" y="1"/>
                  </a:cubicBezTo>
                  <a:cubicBezTo>
                    <a:pt x="16667" y="1"/>
                    <a:pt x="20017" y="1388"/>
                    <a:pt x="22488" y="3859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0"/>
            <p:cNvSpPr/>
            <p:nvPr/>
          </p:nvSpPr>
          <p:spPr>
            <a:xfrm>
              <a:off x="2892850" y="4588600"/>
              <a:ext cx="595500" cy="575475"/>
            </a:xfrm>
            <a:custGeom>
              <a:avLst/>
              <a:gdLst/>
              <a:ahLst/>
              <a:cxnLst/>
              <a:rect l="l" t="t" r="r" b="b"/>
              <a:pathLst>
                <a:path w="23820" h="23019" extrusionOk="0">
                  <a:moveTo>
                    <a:pt x="11896" y="0"/>
                  </a:moveTo>
                  <a:cubicBezTo>
                    <a:pt x="5865" y="7"/>
                    <a:pt x="864" y="4669"/>
                    <a:pt x="432" y="10684"/>
                  </a:cubicBezTo>
                  <a:cubicBezTo>
                    <a:pt x="0" y="16701"/>
                    <a:pt x="4286" y="22028"/>
                    <a:pt x="10255" y="22896"/>
                  </a:cubicBezTo>
                  <a:cubicBezTo>
                    <a:pt x="10809" y="22977"/>
                    <a:pt x="11365" y="23019"/>
                    <a:pt x="11924" y="23019"/>
                  </a:cubicBezTo>
                  <a:cubicBezTo>
                    <a:pt x="17955" y="23009"/>
                    <a:pt x="22959" y="18348"/>
                    <a:pt x="23388" y="12333"/>
                  </a:cubicBezTo>
                  <a:cubicBezTo>
                    <a:pt x="23820" y="6315"/>
                    <a:pt x="19534" y="989"/>
                    <a:pt x="13566" y="120"/>
                  </a:cubicBezTo>
                  <a:cubicBezTo>
                    <a:pt x="13014" y="40"/>
                    <a:pt x="12455" y="0"/>
                    <a:pt x="11896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0"/>
            <p:cNvSpPr/>
            <p:nvPr/>
          </p:nvSpPr>
          <p:spPr>
            <a:xfrm>
              <a:off x="2882925" y="4588425"/>
              <a:ext cx="615425" cy="575775"/>
            </a:xfrm>
            <a:custGeom>
              <a:avLst/>
              <a:gdLst/>
              <a:ahLst/>
              <a:cxnLst/>
              <a:rect l="l" t="t" r="r" b="b"/>
              <a:pathLst>
                <a:path w="24617" h="23031" extrusionOk="0">
                  <a:moveTo>
                    <a:pt x="12293" y="10"/>
                  </a:moveTo>
                  <a:lnTo>
                    <a:pt x="12293" y="12"/>
                  </a:lnTo>
                  <a:cubicBezTo>
                    <a:pt x="12852" y="12"/>
                    <a:pt x="13409" y="53"/>
                    <a:pt x="13963" y="132"/>
                  </a:cubicBezTo>
                  <a:cubicBezTo>
                    <a:pt x="19927" y="1000"/>
                    <a:pt x="24210" y="6327"/>
                    <a:pt x="23780" y="12340"/>
                  </a:cubicBezTo>
                  <a:cubicBezTo>
                    <a:pt x="23349" y="18350"/>
                    <a:pt x="18350" y="23012"/>
                    <a:pt x="12321" y="23019"/>
                  </a:cubicBezTo>
                  <a:cubicBezTo>
                    <a:pt x="11765" y="23019"/>
                    <a:pt x="11206" y="22979"/>
                    <a:pt x="10654" y="22899"/>
                  </a:cubicBezTo>
                  <a:cubicBezTo>
                    <a:pt x="4685" y="22033"/>
                    <a:pt x="397" y="16706"/>
                    <a:pt x="829" y="10691"/>
                  </a:cubicBezTo>
                  <a:cubicBezTo>
                    <a:pt x="1261" y="4676"/>
                    <a:pt x="6262" y="17"/>
                    <a:pt x="12293" y="10"/>
                  </a:cubicBezTo>
                  <a:close/>
                  <a:moveTo>
                    <a:pt x="12293" y="0"/>
                  </a:moveTo>
                  <a:cubicBezTo>
                    <a:pt x="6669" y="0"/>
                    <a:pt x="1746" y="4127"/>
                    <a:pt x="915" y="9857"/>
                  </a:cubicBezTo>
                  <a:cubicBezTo>
                    <a:pt x="0" y="16149"/>
                    <a:pt x="4360" y="21993"/>
                    <a:pt x="10652" y="22908"/>
                  </a:cubicBezTo>
                  <a:cubicBezTo>
                    <a:pt x="11203" y="22989"/>
                    <a:pt x="11762" y="23028"/>
                    <a:pt x="12321" y="23030"/>
                  </a:cubicBezTo>
                  <a:cubicBezTo>
                    <a:pt x="17948" y="23030"/>
                    <a:pt x="22868" y="18902"/>
                    <a:pt x="23702" y="13171"/>
                  </a:cubicBezTo>
                  <a:cubicBezTo>
                    <a:pt x="24616" y="6879"/>
                    <a:pt x="20257" y="1035"/>
                    <a:pt x="13965" y="120"/>
                  </a:cubicBezTo>
                  <a:cubicBezTo>
                    <a:pt x="13411" y="40"/>
                    <a:pt x="12852" y="0"/>
                    <a:pt x="1229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0"/>
            <p:cNvSpPr/>
            <p:nvPr/>
          </p:nvSpPr>
          <p:spPr>
            <a:xfrm>
              <a:off x="2814700" y="4787800"/>
              <a:ext cx="766375" cy="289275"/>
            </a:xfrm>
            <a:custGeom>
              <a:avLst/>
              <a:gdLst/>
              <a:ahLst/>
              <a:cxnLst/>
              <a:rect l="l" t="t" r="r" b="b"/>
              <a:pathLst>
                <a:path w="30655" h="11571" extrusionOk="0">
                  <a:moveTo>
                    <a:pt x="30192" y="1"/>
                  </a:moveTo>
                  <a:lnTo>
                    <a:pt x="0" y="7546"/>
                  </a:lnTo>
                  <a:cubicBezTo>
                    <a:pt x="379" y="8962"/>
                    <a:pt x="956" y="10317"/>
                    <a:pt x="1713" y="11571"/>
                  </a:cubicBezTo>
                  <a:lnTo>
                    <a:pt x="30573" y="4360"/>
                  </a:lnTo>
                  <a:cubicBezTo>
                    <a:pt x="30654" y="2896"/>
                    <a:pt x="30525" y="1428"/>
                    <a:pt x="30192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0"/>
            <p:cNvSpPr/>
            <p:nvPr/>
          </p:nvSpPr>
          <p:spPr>
            <a:xfrm>
              <a:off x="2801650" y="4696250"/>
              <a:ext cx="756850" cy="241550"/>
            </a:xfrm>
            <a:custGeom>
              <a:avLst/>
              <a:gdLst/>
              <a:ahLst/>
              <a:cxnLst/>
              <a:rect l="l" t="t" r="r" b="b"/>
              <a:pathLst>
                <a:path w="30274" h="9662" extrusionOk="0">
                  <a:moveTo>
                    <a:pt x="29347" y="1"/>
                  </a:moveTo>
                  <a:lnTo>
                    <a:pt x="0" y="7334"/>
                  </a:lnTo>
                  <a:cubicBezTo>
                    <a:pt x="5" y="8112"/>
                    <a:pt x="70" y="8890"/>
                    <a:pt x="194" y="9661"/>
                  </a:cubicBezTo>
                  <a:lnTo>
                    <a:pt x="30273" y="2143"/>
                  </a:lnTo>
                  <a:cubicBezTo>
                    <a:pt x="30019" y="1407"/>
                    <a:pt x="29710" y="691"/>
                    <a:pt x="293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0"/>
            <p:cNvSpPr/>
            <p:nvPr/>
          </p:nvSpPr>
          <p:spPr>
            <a:xfrm>
              <a:off x="2777975" y="4760150"/>
              <a:ext cx="776700" cy="562025"/>
            </a:xfrm>
            <a:custGeom>
              <a:avLst/>
              <a:gdLst/>
              <a:ahLst/>
              <a:cxnLst/>
              <a:rect l="l" t="t" r="r" b="b"/>
              <a:pathLst>
                <a:path w="31068" h="22481" extrusionOk="0">
                  <a:moveTo>
                    <a:pt x="1658" y="1"/>
                  </a:moveTo>
                  <a:lnTo>
                    <a:pt x="1658" y="1"/>
                  </a:lnTo>
                  <a:cubicBezTo>
                    <a:pt x="562" y="2201"/>
                    <a:pt x="1" y="4628"/>
                    <a:pt x="17" y="7087"/>
                  </a:cubicBezTo>
                  <a:cubicBezTo>
                    <a:pt x="21" y="7867"/>
                    <a:pt x="88" y="8645"/>
                    <a:pt x="213" y="9417"/>
                  </a:cubicBezTo>
                  <a:cubicBezTo>
                    <a:pt x="296" y="9936"/>
                    <a:pt x="405" y="10453"/>
                    <a:pt x="541" y="10961"/>
                  </a:cubicBezTo>
                  <a:cubicBezTo>
                    <a:pt x="917" y="12379"/>
                    <a:pt x="1495" y="13732"/>
                    <a:pt x="2252" y="14988"/>
                  </a:cubicBezTo>
                  <a:cubicBezTo>
                    <a:pt x="4577" y="18837"/>
                    <a:pt x="8542" y="21654"/>
                    <a:pt x="13340" y="22352"/>
                  </a:cubicBezTo>
                  <a:cubicBezTo>
                    <a:pt x="13938" y="22439"/>
                    <a:pt x="14538" y="22481"/>
                    <a:pt x="15137" y="22481"/>
                  </a:cubicBezTo>
                  <a:cubicBezTo>
                    <a:pt x="22061" y="22481"/>
                    <a:pt x="28760" y="16846"/>
                    <a:pt x="31068" y="10128"/>
                  </a:cubicBezTo>
                  <a:lnTo>
                    <a:pt x="31068" y="10128"/>
                  </a:lnTo>
                  <a:cubicBezTo>
                    <a:pt x="28814" y="16140"/>
                    <a:pt x="23015" y="20206"/>
                    <a:pt x="16520" y="20206"/>
                  </a:cubicBezTo>
                  <a:cubicBezTo>
                    <a:pt x="15776" y="20206"/>
                    <a:pt x="15023" y="20152"/>
                    <a:pt x="14265" y="20043"/>
                  </a:cubicBezTo>
                  <a:cubicBezTo>
                    <a:pt x="9470" y="19345"/>
                    <a:pt x="5503" y="16528"/>
                    <a:pt x="3180" y="12677"/>
                  </a:cubicBezTo>
                  <a:cubicBezTo>
                    <a:pt x="2423" y="11423"/>
                    <a:pt x="1845" y="10068"/>
                    <a:pt x="1467" y="8652"/>
                  </a:cubicBezTo>
                  <a:cubicBezTo>
                    <a:pt x="1333" y="8142"/>
                    <a:pt x="1224" y="7627"/>
                    <a:pt x="1141" y="7105"/>
                  </a:cubicBezTo>
                  <a:cubicBezTo>
                    <a:pt x="1017" y="6336"/>
                    <a:pt x="950" y="5558"/>
                    <a:pt x="945" y="4778"/>
                  </a:cubicBezTo>
                  <a:cubicBezTo>
                    <a:pt x="940" y="3984"/>
                    <a:pt x="993" y="3192"/>
                    <a:pt x="1109" y="2409"/>
                  </a:cubicBezTo>
                  <a:cubicBezTo>
                    <a:pt x="1227" y="1591"/>
                    <a:pt x="1409" y="786"/>
                    <a:pt x="1658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562;p30"/>
          <p:cNvGrpSpPr/>
          <p:nvPr/>
        </p:nvGrpSpPr>
        <p:grpSpPr>
          <a:xfrm rot="-297704">
            <a:off x="7899097" y="2513690"/>
            <a:ext cx="529816" cy="397428"/>
            <a:chOff x="2787100" y="3506250"/>
            <a:chExt cx="854925" cy="641300"/>
          </a:xfrm>
        </p:grpSpPr>
        <p:sp>
          <p:nvSpPr>
            <p:cNvPr id="563" name="Google Shape;563;p30"/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0"/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0"/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0"/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0"/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0"/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0"/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575;p31">
            <a:extLst>
              <a:ext uri="{FF2B5EF4-FFF2-40B4-BE49-F238E27FC236}">
                <a16:creationId xmlns:a16="http://schemas.microsoft.com/office/drawing/2014/main" id="{99C5A4A1-6821-AC00-100F-78EABC467FB8}"/>
              </a:ext>
            </a:extLst>
          </p:cNvPr>
          <p:cNvSpPr txBox="1">
            <a:spLocks/>
          </p:cNvSpPr>
          <p:nvPr/>
        </p:nvSpPr>
        <p:spPr>
          <a:xfrm>
            <a:off x="3176454" y="3567512"/>
            <a:ext cx="2791091" cy="819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ppio One"/>
              <a:buNone/>
              <a:defRPr sz="5000" b="0" i="0" u="none" strike="noStrike" cap="none">
                <a:solidFill>
                  <a:schemeClr val="accent1"/>
                </a:solidFill>
                <a:latin typeface="Doppio One"/>
                <a:ea typeface="Doppio One"/>
                <a:cs typeface="Doppio One"/>
                <a:sym typeface="Doppio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400" dirty="0"/>
              <a:t>Régression Logistique</a:t>
            </a:r>
          </a:p>
        </p:txBody>
      </p:sp>
    </p:spTree>
    <p:extLst>
      <p:ext uri="{BB962C8B-B14F-4D97-AF65-F5344CB8AC3E}">
        <p14:creationId xmlns:p14="http://schemas.microsoft.com/office/powerpoint/2010/main" val="1558735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50689-5612-EBC9-7DDE-FA102943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91836"/>
            <a:ext cx="7704000" cy="572700"/>
          </a:xfrm>
        </p:spPr>
        <p:txBody>
          <a:bodyPr/>
          <a:lstStyle/>
          <a:p>
            <a:r>
              <a:rPr lang="fr-FR" dirty="0"/>
              <a:t>Présentation de la régression logistique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5461C0-447A-C73A-C51C-BFE8704B7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9271" y="3375399"/>
            <a:ext cx="8505458" cy="748011"/>
          </a:xfrm>
        </p:spPr>
        <p:txBody>
          <a:bodyPr anchor="t"/>
          <a:lstStyle/>
          <a:p>
            <a:pPr marL="139700" indent="0" algn="ctr">
              <a:buNone/>
            </a:pPr>
            <a:r>
              <a:rPr lang="fr-FR" sz="1600" dirty="0">
                <a:latin typeface="Doppio One"/>
                <a:sym typeface="Doppio One"/>
              </a:rPr>
              <a:t>Son principe va être de classer les individus en fonction des variables (ici les dimensions) qui vont lui donner des probabilités d’appartenir à une classe.</a:t>
            </a:r>
          </a:p>
          <a:p>
            <a:pPr marL="139700" indent="0" algn="ctr">
              <a:buNone/>
            </a:pPr>
            <a:endParaRPr lang="fr-FR" sz="1600" dirty="0">
              <a:latin typeface="Doppio One"/>
              <a:sym typeface="Doppio One"/>
            </a:endParaRPr>
          </a:p>
          <a:p>
            <a:pPr marL="139700" indent="0" algn="ctr">
              <a:buNone/>
            </a:pPr>
            <a:r>
              <a:rPr lang="fr-FR" sz="1600" dirty="0"/>
              <a:t>La régression logistique est un modèle dit </a:t>
            </a:r>
            <a:r>
              <a:rPr lang="fr-FR" sz="1600" dirty="0">
                <a:latin typeface="Doppio One"/>
                <a:sym typeface="Doppio One"/>
              </a:rPr>
              <a:t>supervisé:</a:t>
            </a:r>
          </a:p>
          <a:p>
            <a:pPr marL="139700" indent="0" algn="ctr">
              <a:buNone/>
            </a:pPr>
            <a:r>
              <a:rPr lang="fr-FR" sz="1600" dirty="0">
                <a:latin typeface="Doppio One"/>
                <a:sym typeface="Doppio One"/>
              </a:rPr>
              <a:t>On doit donc séparer notre jeu en 2 : 80% pour l’entrainement et 20% pour tester son efficacité.</a:t>
            </a:r>
          </a:p>
          <a:p>
            <a:pPr marL="139700" indent="0" algn="ctr">
              <a:buNone/>
            </a:pPr>
            <a:endParaRPr lang="fr-FR" sz="1600" dirty="0">
              <a:latin typeface="Doppio One"/>
              <a:sym typeface="Doppio One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292FDB-27D9-5600-61CD-1C34700A1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14</a:t>
            </a:fld>
            <a:endParaRPr lang="fr-FR"/>
          </a:p>
        </p:txBody>
      </p:sp>
      <p:grpSp>
        <p:nvGrpSpPr>
          <p:cNvPr id="19" name="Google Shape;491;p30">
            <a:extLst>
              <a:ext uri="{FF2B5EF4-FFF2-40B4-BE49-F238E27FC236}">
                <a16:creationId xmlns:a16="http://schemas.microsoft.com/office/drawing/2014/main" id="{9CE0DC9D-9550-6AA7-1637-504AA18DCE4C}"/>
              </a:ext>
            </a:extLst>
          </p:cNvPr>
          <p:cNvGrpSpPr/>
          <p:nvPr/>
        </p:nvGrpSpPr>
        <p:grpSpPr>
          <a:xfrm rot="1790401">
            <a:off x="449660" y="301352"/>
            <a:ext cx="701869" cy="1011948"/>
            <a:chOff x="1705850" y="434250"/>
            <a:chExt cx="978800" cy="1411225"/>
          </a:xfrm>
        </p:grpSpPr>
        <p:sp>
          <p:nvSpPr>
            <p:cNvPr id="20" name="Google Shape;492;p30">
              <a:extLst>
                <a:ext uri="{FF2B5EF4-FFF2-40B4-BE49-F238E27FC236}">
                  <a16:creationId xmlns:a16="http://schemas.microsoft.com/office/drawing/2014/main" id="{53DE07AC-DCA8-49BC-0CB7-6F69A58E6870}"/>
                </a:ext>
              </a:extLst>
            </p:cNvPr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93;p30">
              <a:extLst>
                <a:ext uri="{FF2B5EF4-FFF2-40B4-BE49-F238E27FC236}">
                  <a16:creationId xmlns:a16="http://schemas.microsoft.com/office/drawing/2014/main" id="{FDDF68AE-1369-6102-BECA-611AE7097014}"/>
                </a:ext>
              </a:extLst>
            </p:cNvPr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94;p30">
              <a:extLst>
                <a:ext uri="{FF2B5EF4-FFF2-40B4-BE49-F238E27FC236}">
                  <a16:creationId xmlns:a16="http://schemas.microsoft.com/office/drawing/2014/main" id="{92412262-EF24-1FA6-BCCF-43349E99184D}"/>
                </a:ext>
              </a:extLst>
            </p:cNvPr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95;p30">
              <a:extLst>
                <a:ext uri="{FF2B5EF4-FFF2-40B4-BE49-F238E27FC236}">
                  <a16:creationId xmlns:a16="http://schemas.microsoft.com/office/drawing/2014/main" id="{B40C7CBB-3906-5C79-BD73-A3CF8CCE2FD1}"/>
                </a:ext>
              </a:extLst>
            </p:cNvPr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96;p30">
              <a:extLst>
                <a:ext uri="{FF2B5EF4-FFF2-40B4-BE49-F238E27FC236}">
                  <a16:creationId xmlns:a16="http://schemas.microsoft.com/office/drawing/2014/main" id="{56A3A213-AF2C-62B2-EB62-B0042691DA2D}"/>
                </a:ext>
              </a:extLst>
            </p:cNvPr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97;p30">
              <a:extLst>
                <a:ext uri="{FF2B5EF4-FFF2-40B4-BE49-F238E27FC236}">
                  <a16:creationId xmlns:a16="http://schemas.microsoft.com/office/drawing/2014/main" id="{85B3848B-3AF8-FD2E-9A31-E2D7E164D472}"/>
                </a:ext>
              </a:extLst>
            </p:cNvPr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98;p30">
              <a:extLst>
                <a:ext uri="{FF2B5EF4-FFF2-40B4-BE49-F238E27FC236}">
                  <a16:creationId xmlns:a16="http://schemas.microsoft.com/office/drawing/2014/main" id="{8AB24BD1-7846-2173-8A12-0BADD29ABB11}"/>
                </a:ext>
              </a:extLst>
            </p:cNvPr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" name="Google Shape;483;p30">
            <a:extLst>
              <a:ext uri="{FF2B5EF4-FFF2-40B4-BE49-F238E27FC236}">
                <a16:creationId xmlns:a16="http://schemas.microsoft.com/office/drawing/2014/main" id="{8488AC6B-B645-98CF-F5BE-960A2395D162}"/>
              </a:ext>
            </a:extLst>
          </p:cNvPr>
          <p:cNvGrpSpPr/>
          <p:nvPr/>
        </p:nvGrpSpPr>
        <p:grpSpPr>
          <a:xfrm rot="4621808">
            <a:off x="7625168" y="93"/>
            <a:ext cx="933908" cy="1011918"/>
            <a:chOff x="2761250" y="617875"/>
            <a:chExt cx="1222900" cy="1325050"/>
          </a:xfrm>
        </p:grpSpPr>
        <p:sp>
          <p:nvSpPr>
            <p:cNvPr id="52" name="Google Shape;484;p30">
              <a:extLst>
                <a:ext uri="{FF2B5EF4-FFF2-40B4-BE49-F238E27FC236}">
                  <a16:creationId xmlns:a16="http://schemas.microsoft.com/office/drawing/2014/main" id="{BB4FEF4C-06EC-5A06-FFA3-BC09AA1A27E9}"/>
                </a:ext>
              </a:extLst>
            </p:cNvPr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85;p30">
              <a:extLst>
                <a:ext uri="{FF2B5EF4-FFF2-40B4-BE49-F238E27FC236}">
                  <a16:creationId xmlns:a16="http://schemas.microsoft.com/office/drawing/2014/main" id="{8D337423-2DC0-DEBF-C970-AA5B5A32EB1B}"/>
                </a:ext>
              </a:extLst>
            </p:cNvPr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86;p30">
              <a:extLst>
                <a:ext uri="{FF2B5EF4-FFF2-40B4-BE49-F238E27FC236}">
                  <a16:creationId xmlns:a16="http://schemas.microsoft.com/office/drawing/2014/main" id="{1C6377BA-4CD4-2F6F-54CA-E84C34131C08}"/>
                </a:ext>
              </a:extLst>
            </p:cNvPr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87;p30">
              <a:extLst>
                <a:ext uri="{FF2B5EF4-FFF2-40B4-BE49-F238E27FC236}">
                  <a16:creationId xmlns:a16="http://schemas.microsoft.com/office/drawing/2014/main" id="{3753B526-7628-CE7A-BEC1-ABA52864AD0B}"/>
                </a:ext>
              </a:extLst>
            </p:cNvPr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88;p30">
              <a:extLst>
                <a:ext uri="{FF2B5EF4-FFF2-40B4-BE49-F238E27FC236}">
                  <a16:creationId xmlns:a16="http://schemas.microsoft.com/office/drawing/2014/main" id="{084A68E0-26C4-EAAE-010F-1AA30458B7B2}"/>
                </a:ext>
              </a:extLst>
            </p:cNvPr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89;p30">
              <a:extLst>
                <a:ext uri="{FF2B5EF4-FFF2-40B4-BE49-F238E27FC236}">
                  <a16:creationId xmlns:a16="http://schemas.microsoft.com/office/drawing/2014/main" id="{6C48F1F3-1214-6158-625A-E457BBF084CF}"/>
                </a:ext>
              </a:extLst>
            </p:cNvPr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90;p30">
              <a:extLst>
                <a:ext uri="{FF2B5EF4-FFF2-40B4-BE49-F238E27FC236}">
                  <a16:creationId xmlns:a16="http://schemas.microsoft.com/office/drawing/2014/main" id="{9F9903FB-2186-BB3B-3783-E84D520D315D}"/>
                </a:ext>
              </a:extLst>
            </p:cNvPr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Image 4">
            <a:extLst>
              <a:ext uri="{FF2B5EF4-FFF2-40B4-BE49-F238E27FC236}">
                <a16:creationId xmlns:a16="http://schemas.microsoft.com/office/drawing/2014/main" id="{9A5852C6-7ED4-3A96-6911-E9F03F889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326" y="1074595"/>
            <a:ext cx="4524375" cy="22098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4872112-6CE1-4C99-0F42-A32EA29D16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16823" y="1074595"/>
            <a:ext cx="2781295" cy="22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699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50689-5612-EBC9-7DDE-FA102943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91836"/>
            <a:ext cx="7704000" cy="572700"/>
          </a:xfrm>
        </p:spPr>
        <p:txBody>
          <a:bodyPr/>
          <a:lstStyle/>
          <a:p>
            <a:r>
              <a:rPr lang="fr-FR" dirty="0"/>
              <a:t>Résultats de la régression logistique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5461C0-447A-C73A-C51C-BFE8704B7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9011" y="3525974"/>
            <a:ext cx="7325978" cy="429850"/>
          </a:xfrm>
        </p:spPr>
        <p:txBody>
          <a:bodyPr anchor="t"/>
          <a:lstStyle/>
          <a:p>
            <a:pPr marL="139700" indent="0" algn="ctr">
              <a:buNone/>
            </a:pPr>
            <a:r>
              <a:rPr lang="fr-FR" sz="1600" dirty="0">
                <a:latin typeface="Doppio One"/>
                <a:sym typeface="Doppio One"/>
              </a:rPr>
              <a:t>La régression donne de très bons résultats mais ils ne valent que pour le découpage spécifique de nos données.</a:t>
            </a:r>
          </a:p>
          <a:p>
            <a:pPr marL="139700" indent="0" algn="ctr">
              <a:buNone/>
            </a:pPr>
            <a:r>
              <a:rPr lang="fr-FR" sz="1600" dirty="0">
                <a:latin typeface="Doppio One"/>
                <a:sym typeface="Doppio One"/>
              </a:rPr>
              <a:t>Testons sa robustesse sur 200 découpages différents.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292FDB-27D9-5600-61CD-1C34700A1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15</a:t>
            </a:fld>
            <a:endParaRPr lang="fr-FR" dirty="0"/>
          </a:p>
        </p:txBody>
      </p:sp>
      <p:grpSp>
        <p:nvGrpSpPr>
          <p:cNvPr id="19" name="Google Shape;491;p30">
            <a:extLst>
              <a:ext uri="{FF2B5EF4-FFF2-40B4-BE49-F238E27FC236}">
                <a16:creationId xmlns:a16="http://schemas.microsoft.com/office/drawing/2014/main" id="{9CE0DC9D-9550-6AA7-1637-504AA18DCE4C}"/>
              </a:ext>
            </a:extLst>
          </p:cNvPr>
          <p:cNvGrpSpPr/>
          <p:nvPr/>
        </p:nvGrpSpPr>
        <p:grpSpPr>
          <a:xfrm rot="1790401">
            <a:off x="7945092" y="3869674"/>
            <a:ext cx="701869" cy="1011948"/>
            <a:chOff x="1705850" y="434250"/>
            <a:chExt cx="978800" cy="1411225"/>
          </a:xfrm>
        </p:grpSpPr>
        <p:sp>
          <p:nvSpPr>
            <p:cNvPr id="20" name="Google Shape;492;p30">
              <a:extLst>
                <a:ext uri="{FF2B5EF4-FFF2-40B4-BE49-F238E27FC236}">
                  <a16:creationId xmlns:a16="http://schemas.microsoft.com/office/drawing/2014/main" id="{53DE07AC-DCA8-49BC-0CB7-6F69A58E6870}"/>
                </a:ext>
              </a:extLst>
            </p:cNvPr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93;p30">
              <a:extLst>
                <a:ext uri="{FF2B5EF4-FFF2-40B4-BE49-F238E27FC236}">
                  <a16:creationId xmlns:a16="http://schemas.microsoft.com/office/drawing/2014/main" id="{FDDF68AE-1369-6102-BECA-611AE7097014}"/>
                </a:ext>
              </a:extLst>
            </p:cNvPr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94;p30">
              <a:extLst>
                <a:ext uri="{FF2B5EF4-FFF2-40B4-BE49-F238E27FC236}">
                  <a16:creationId xmlns:a16="http://schemas.microsoft.com/office/drawing/2014/main" id="{92412262-EF24-1FA6-BCCF-43349E99184D}"/>
                </a:ext>
              </a:extLst>
            </p:cNvPr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95;p30">
              <a:extLst>
                <a:ext uri="{FF2B5EF4-FFF2-40B4-BE49-F238E27FC236}">
                  <a16:creationId xmlns:a16="http://schemas.microsoft.com/office/drawing/2014/main" id="{B40C7CBB-3906-5C79-BD73-A3CF8CCE2FD1}"/>
                </a:ext>
              </a:extLst>
            </p:cNvPr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96;p30">
              <a:extLst>
                <a:ext uri="{FF2B5EF4-FFF2-40B4-BE49-F238E27FC236}">
                  <a16:creationId xmlns:a16="http://schemas.microsoft.com/office/drawing/2014/main" id="{56A3A213-AF2C-62B2-EB62-B0042691DA2D}"/>
                </a:ext>
              </a:extLst>
            </p:cNvPr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97;p30">
              <a:extLst>
                <a:ext uri="{FF2B5EF4-FFF2-40B4-BE49-F238E27FC236}">
                  <a16:creationId xmlns:a16="http://schemas.microsoft.com/office/drawing/2014/main" id="{85B3848B-3AF8-FD2E-9A31-E2D7E164D472}"/>
                </a:ext>
              </a:extLst>
            </p:cNvPr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98;p30">
              <a:extLst>
                <a:ext uri="{FF2B5EF4-FFF2-40B4-BE49-F238E27FC236}">
                  <a16:creationId xmlns:a16="http://schemas.microsoft.com/office/drawing/2014/main" id="{8AB24BD1-7846-2173-8A12-0BADD29ABB11}"/>
                </a:ext>
              </a:extLst>
            </p:cNvPr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562;p30">
            <a:extLst>
              <a:ext uri="{FF2B5EF4-FFF2-40B4-BE49-F238E27FC236}">
                <a16:creationId xmlns:a16="http://schemas.microsoft.com/office/drawing/2014/main" id="{A7543A7F-985C-7216-A3FD-0708542CC476}"/>
              </a:ext>
            </a:extLst>
          </p:cNvPr>
          <p:cNvGrpSpPr/>
          <p:nvPr/>
        </p:nvGrpSpPr>
        <p:grpSpPr>
          <a:xfrm rot="-297704">
            <a:off x="8480497" y="4632069"/>
            <a:ext cx="529816" cy="397428"/>
            <a:chOff x="2787100" y="3506250"/>
            <a:chExt cx="854925" cy="641300"/>
          </a:xfrm>
        </p:grpSpPr>
        <p:sp>
          <p:nvSpPr>
            <p:cNvPr id="44" name="Google Shape;563;p30">
              <a:extLst>
                <a:ext uri="{FF2B5EF4-FFF2-40B4-BE49-F238E27FC236}">
                  <a16:creationId xmlns:a16="http://schemas.microsoft.com/office/drawing/2014/main" id="{A7F9C08E-3103-04CC-4EE2-4B388B6EC4FB}"/>
                </a:ext>
              </a:extLst>
            </p:cNvPr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64;p30">
              <a:extLst>
                <a:ext uri="{FF2B5EF4-FFF2-40B4-BE49-F238E27FC236}">
                  <a16:creationId xmlns:a16="http://schemas.microsoft.com/office/drawing/2014/main" id="{8F6965CD-16B4-61BB-E0D7-B0BF0237DF1B}"/>
                </a:ext>
              </a:extLst>
            </p:cNvPr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65;p30">
              <a:extLst>
                <a:ext uri="{FF2B5EF4-FFF2-40B4-BE49-F238E27FC236}">
                  <a16:creationId xmlns:a16="http://schemas.microsoft.com/office/drawing/2014/main" id="{B9E97159-F379-6D0C-B3A8-7743D51FD214}"/>
                </a:ext>
              </a:extLst>
            </p:cNvPr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66;p30">
              <a:extLst>
                <a:ext uri="{FF2B5EF4-FFF2-40B4-BE49-F238E27FC236}">
                  <a16:creationId xmlns:a16="http://schemas.microsoft.com/office/drawing/2014/main" id="{C10EA4A7-7BA2-9F2F-82D4-5892A46F76FF}"/>
                </a:ext>
              </a:extLst>
            </p:cNvPr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67;p30">
              <a:extLst>
                <a:ext uri="{FF2B5EF4-FFF2-40B4-BE49-F238E27FC236}">
                  <a16:creationId xmlns:a16="http://schemas.microsoft.com/office/drawing/2014/main" id="{59F0DB3B-ABDF-96EF-98B0-3EB395BD79E0}"/>
                </a:ext>
              </a:extLst>
            </p:cNvPr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68;p30">
              <a:extLst>
                <a:ext uri="{FF2B5EF4-FFF2-40B4-BE49-F238E27FC236}">
                  <a16:creationId xmlns:a16="http://schemas.microsoft.com/office/drawing/2014/main" id="{A0D154CD-D7D5-B01C-2A21-1291F8F34610}"/>
                </a:ext>
              </a:extLst>
            </p:cNvPr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69;p30">
              <a:extLst>
                <a:ext uri="{FF2B5EF4-FFF2-40B4-BE49-F238E27FC236}">
                  <a16:creationId xmlns:a16="http://schemas.microsoft.com/office/drawing/2014/main" id="{BA0C5A17-1516-B601-BAB7-E7FE0A8A8A49}"/>
                </a:ext>
              </a:extLst>
            </p:cNvPr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" name="Google Shape;483;p30">
            <a:extLst>
              <a:ext uri="{FF2B5EF4-FFF2-40B4-BE49-F238E27FC236}">
                <a16:creationId xmlns:a16="http://schemas.microsoft.com/office/drawing/2014/main" id="{8488AC6B-B645-98CF-F5BE-960A2395D162}"/>
              </a:ext>
            </a:extLst>
          </p:cNvPr>
          <p:cNvGrpSpPr/>
          <p:nvPr/>
        </p:nvGrpSpPr>
        <p:grpSpPr>
          <a:xfrm rot="4621808">
            <a:off x="32946" y="62639"/>
            <a:ext cx="933908" cy="1011918"/>
            <a:chOff x="2761250" y="617875"/>
            <a:chExt cx="1222900" cy="1325050"/>
          </a:xfrm>
        </p:grpSpPr>
        <p:sp>
          <p:nvSpPr>
            <p:cNvPr id="52" name="Google Shape;484;p30">
              <a:extLst>
                <a:ext uri="{FF2B5EF4-FFF2-40B4-BE49-F238E27FC236}">
                  <a16:creationId xmlns:a16="http://schemas.microsoft.com/office/drawing/2014/main" id="{BB4FEF4C-06EC-5A06-FFA3-BC09AA1A27E9}"/>
                </a:ext>
              </a:extLst>
            </p:cNvPr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85;p30">
              <a:extLst>
                <a:ext uri="{FF2B5EF4-FFF2-40B4-BE49-F238E27FC236}">
                  <a16:creationId xmlns:a16="http://schemas.microsoft.com/office/drawing/2014/main" id="{8D337423-2DC0-DEBF-C970-AA5B5A32EB1B}"/>
                </a:ext>
              </a:extLst>
            </p:cNvPr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86;p30">
              <a:extLst>
                <a:ext uri="{FF2B5EF4-FFF2-40B4-BE49-F238E27FC236}">
                  <a16:creationId xmlns:a16="http://schemas.microsoft.com/office/drawing/2014/main" id="{1C6377BA-4CD4-2F6F-54CA-E84C34131C08}"/>
                </a:ext>
              </a:extLst>
            </p:cNvPr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87;p30">
              <a:extLst>
                <a:ext uri="{FF2B5EF4-FFF2-40B4-BE49-F238E27FC236}">
                  <a16:creationId xmlns:a16="http://schemas.microsoft.com/office/drawing/2014/main" id="{3753B526-7628-CE7A-BEC1-ABA52864AD0B}"/>
                </a:ext>
              </a:extLst>
            </p:cNvPr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88;p30">
              <a:extLst>
                <a:ext uri="{FF2B5EF4-FFF2-40B4-BE49-F238E27FC236}">
                  <a16:creationId xmlns:a16="http://schemas.microsoft.com/office/drawing/2014/main" id="{084A68E0-26C4-EAAE-010F-1AA30458B7B2}"/>
                </a:ext>
              </a:extLst>
            </p:cNvPr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89;p30">
              <a:extLst>
                <a:ext uri="{FF2B5EF4-FFF2-40B4-BE49-F238E27FC236}">
                  <a16:creationId xmlns:a16="http://schemas.microsoft.com/office/drawing/2014/main" id="{6C48F1F3-1214-6158-625A-E457BBF084CF}"/>
                </a:ext>
              </a:extLst>
            </p:cNvPr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90;p30">
              <a:extLst>
                <a:ext uri="{FF2B5EF4-FFF2-40B4-BE49-F238E27FC236}">
                  <a16:creationId xmlns:a16="http://schemas.microsoft.com/office/drawing/2014/main" id="{9F9903FB-2186-BB3B-3783-E84D520D315D}"/>
                </a:ext>
              </a:extLst>
            </p:cNvPr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Image 5">
            <a:extLst>
              <a:ext uri="{FF2B5EF4-FFF2-40B4-BE49-F238E27FC236}">
                <a16:creationId xmlns:a16="http://schemas.microsoft.com/office/drawing/2014/main" id="{6B633425-0643-FBBA-D1DF-B6B160D4C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481" y="1249349"/>
            <a:ext cx="5701052" cy="200972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E3B4B64-7266-6783-B84F-29C336C57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520" y="1249602"/>
            <a:ext cx="3940400" cy="2002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718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50689-5612-EBC9-7DDE-FA102943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91836"/>
            <a:ext cx="7704000" cy="572700"/>
          </a:xfrm>
        </p:spPr>
        <p:txBody>
          <a:bodyPr/>
          <a:lstStyle/>
          <a:p>
            <a:r>
              <a:rPr lang="fr-FR" dirty="0"/>
              <a:t>Résultats de la régression logistique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5461C0-447A-C73A-C51C-BFE8704B7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9011" y="3864765"/>
            <a:ext cx="7325978" cy="429850"/>
          </a:xfrm>
        </p:spPr>
        <p:txBody>
          <a:bodyPr anchor="t"/>
          <a:lstStyle/>
          <a:p>
            <a:pPr marL="139700" indent="0" algn="ctr">
              <a:buNone/>
            </a:pPr>
            <a:r>
              <a:rPr lang="fr-FR" sz="1600" dirty="0">
                <a:latin typeface="Doppio One"/>
                <a:sym typeface="Doppio One"/>
              </a:rPr>
              <a:t>Si on lance 200x la </a:t>
            </a:r>
            <a:r>
              <a:rPr lang="fr-FR" sz="1600" dirty="0" err="1">
                <a:latin typeface="Doppio One"/>
                <a:sym typeface="Doppio One"/>
              </a:rPr>
              <a:t>regression</a:t>
            </a:r>
            <a:r>
              <a:rPr lang="fr-FR" sz="1600" dirty="0">
                <a:latin typeface="Doppio One"/>
                <a:sym typeface="Doppio One"/>
              </a:rPr>
              <a:t>, on obtient un ROC-AUC de 99,88% avec une variance de 0,16%.</a:t>
            </a:r>
          </a:p>
          <a:p>
            <a:pPr marL="139700" indent="0" algn="ctr">
              <a:buNone/>
            </a:pPr>
            <a:r>
              <a:rPr lang="fr-FR" sz="1600" dirty="0">
                <a:latin typeface="Doppio One"/>
                <a:sym typeface="Doppio One"/>
              </a:rPr>
              <a:t>Ce modèle est donc très performant pour la tâche à accomplir.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292FDB-27D9-5600-61CD-1C34700A1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16</a:t>
            </a:fld>
            <a:endParaRPr lang="fr-FR" dirty="0"/>
          </a:p>
        </p:txBody>
      </p:sp>
      <p:grpSp>
        <p:nvGrpSpPr>
          <p:cNvPr id="19" name="Google Shape;491;p30">
            <a:extLst>
              <a:ext uri="{FF2B5EF4-FFF2-40B4-BE49-F238E27FC236}">
                <a16:creationId xmlns:a16="http://schemas.microsoft.com/office/drawing/2014/main" id="{9CE0DC9D-9550-6AA7-1637-504AA18DCE4C}"/>
              </a:ext>
            </a:extLst>
          </p:cNvPr>
          <p:cNvGrpSpPr/>
          <p:nvPr/>
        </p:nvGrpSpPr>
        <p:grpSpPr>
          <a:xfrm rot="1790401">
            <a:off x="7945092" y="3869674"/>
            <a:ext cx="701869" cy="1011948"/>
            <a:chOff x="1705850" y="434250"/>
            <a:chExt cx="978800" cy="1411225"/>
          </a:xfrm>
        </p:grpSpPr>
        <p:sp>
          <p:nvSpPr>
            <p:cNvPr id="20" name="Google Shape;492;p30">
              <a:extLst>
                <a:ext uri="{FF2B5EF4-FFF2-40B4-BE49-F238E27FC236}">
                  <a16:creationId xmlns:a16="http://schemas.microsoft.com/office/drawing/2014/main" id="{53DE07AC-DCA8-49BC-0CB7-6F69A58E6870}"/>
                </a:ext>
              </a:extLst>
            </p:cNvPr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93;p30">
              <a:extLst>
                <a:ext uri="{FF2B5EF4-FFF2-40B4-BE49-F238E27FC236}">
                  <a16:creationId xmlns:a16="http://schemas.microsoft.com/office/drawing/2014/main" id="{FDDF68AE-1369-6102-BECA-611AE7097014}"/>
                </a:ext>
              </a:extLst>
            </p:cNvPr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94;p30">
              <a:extLst>
                <a:ext uri="{FF2B5EF4-FFF2-40B4-BE49-F238E27FC236}">
                  <a16:creationId xmlns:a16="http://schemas.microsoft.com/office/drawing/2014/main" id="{92412262-EF24-1FA6-BCCF-43349E99184D}"/>
                </a:ext>
              </a:extLst>
            </p:cNvPr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95;p30">
              <a:extLst>
                <a:ext uri="{FF2B5EF4-FFF2-40B4-BE49-F238E27FC236}">
                  <a16:creationId xmlns:a16="http://schemas.microsoft.com/office/drawing/2014/main" id="{B40C7CBB-3906-5C79-BD73-A3CF8CCE2FD1}"/>
                </a:ext>
              </a:extLst>
            </p:cNvPr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96;p30">
              <a:extLst>
                <a:ext uri="{FF2B5EF4-FFF2-40B4-BE49-F238E27FC236}">
                  <a16:creationId xmlns:a16="http://schemas.microsoft.com/office/drawing/2014/main" id="{56A3A213-AF2C-62B2-EB62-B0042691DA2D}"/>
                </a:ext>
              </a:extLst>
            </p:cNvPr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97;p30">
              <a:extLst>
                <a:ext uri="{FF2B5EF4-FFF2-40B4-BE49-F238E27FC236}">
                  <a16:creationId xmlns:a16="http://schemas.microsoft.com/office/drawing/2014/main" id="{85B3848B-3AF8-FD2E-9A31-E2D7E164D472}"/>
                </a:ext>
              </a:extLst>
            </p:cNvPr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98;p30">
              <a:extLst>
                <a:ext uri="{FF2B5EF4-FFF2-40B4-BE49-F238E27FC236}">
                  <a16:creationId xmlns:a16="http://schemas.microsoft.com/office/drawing/2014/main" id="{8AB24BD1-7846-2173-8A12-0BADD29ABB11}"/>
                </a:ext>
              </a:extLst>
            </p:cNvPr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562;p30">
            <a:extLst>
              <a:ext uri="{FF2B5EF4-FFF2-40B4-BE49-F238E27FC236}">
                <a16:creationId xmlns:a16="http://schemas.microsoft.com/office/drawing/2014/main" id="{A7543A7F-985C-7216-A3FD-0708542CC476}"/>
              </a:ext>
            </a:extLst>
          </p:cNvPr>
          <p:cNvGrpSpPr/>
          <p:nvPr/>
        </p:nvGrpSpPr>
        <p:grpSpPr>
          <a:xfrm rot="-297704">
            <a:off x="8480497" y="4632069"/>
            <a:ext cx="529816" cy="397428"/>
            <a:chOff x="2787100" y="3506250"/>
            <a:chExt cx="854925" cy="641300"/>
          </a:xfrm>
        </p:grpSpPr>
        <p:sp>
          <p:nvSpPr>
            <p:cNvPr id="44" name="Google Shape;563;p30">
              <a:extLst>
                <a:ext uri="{FF2B5EF4-FFF2-40B4-BE49-F238E27FC236}">
                  <a16:creationId xmlns:a16="http://schemas.microsoft.com/office/drawing/2014/main" id="{A7F9C08E-3103-04CC-4EE2-4B388B6EC4FB}"/>
                </a:ext>
              </a:extLst>
            </p:cNvPr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64;p30">
              <a:extLst>
                <a:ext uri="{FF2B5EF4-FFF2-40B4-BE49-F238E27FC236}">
                  <a16:creationId xmlns:a16="http://schemas.microsoft.com/office/drawing/2014/main" id="{8F6965CD-16B4-61BB-E0D7-B0BF0237DF1B}"/>
                </a:ext>
              </a:extLst>
            </p:cNvPr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65;p30">
              <a:extLst>
                <a:ext uri="{FF2B5EF4-FFF2-40B4-BE49-F238E27FC236}">
                  <a16:creationId xmlns:a16="http://schemas.microsoft.com/office/drawing/2014/main" id="{B9E97159-F379-6D0C-B3A8-7743D51FD214}"/>
                </a:ext>
              </a:extLst>
            </p:cNvPr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66;p30">
              <a:extLst>
                <a:ext uri="{FF2B5EF4-FFF2-40B4-BE49-F238E27FC236}">
                  <a16:creationId xmlns:a16="http://schemas.microsoft.com/office/drawing/2014/main" id="{C10EA4A7-7BA2-9F2F-82D4-5892A46F76FF}"/>
                </a:ext>
              </a:extLst>
            </p:cNvPr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67;p30">
              <a:extLst>
                <a:ext uri="{FF2B5EF4-FFF2-40B4-BE49-F238E27FC236}">
                  <a16:creationId xmlns:a16="http://schemas.microsoft.com/office/drawing/2014/main" id="{59F0DB3B-ABDF-96EF-98B0-3EB395BD79E0}"/>
                </a:ext>
              </a:extLst>
            </p:cNvPr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68;p30">
              <a:extLst>
                <a:ext uri="{FF2B5EF4-FFF2-40B4-BE49-F238E27FC236}">
                  <a16:creationId xmlns:a16="http://schemas.microsoft.com/office/drawing/2014/main" id="{A0D154CD-D7D5-B01C-2A21-1291F8F34610}"/>
                </a:ext>
              </a:extLst>
            </p:cNvPr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69;p30">
              <a:extLst>
                <a:ext uri="{FF2B5EF4-FFF2-40B4-BE49-F238E27FC236}">
                  <a16:creationId xmlns:a16="http://schemas.microsoft.com/office/drawing/2014/main" id="{BA0C5A17-1516-B601-BAB7-E7FE0A8A8A49}"/>
                </a:ext>
              </a:extLst>
            </p:cNvPr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" name="Google Shape;483;p30">
            <a:extLst>
              <a:ext uri="{FF2B5EF4-FFF2-40B4-BE49-F238E27FC236}">
                <a16:creationId xmlns:a16="http://schemas.microsoft.com/office/drawing/2014/main" id="{8488AC6B-B645-98CF-F5BE-960A2395D162}"/>
              </a:ext>
            </a:extLst>
          </p:cNvPr>
          <p:cNvGrpSpPr/>
          <p:nvPr/>
        </p:nvGrpSpPr>
        <p:grpSpPr>
          <a:xfrm rot="4621808">
            <a:off x="32946" y="62639"/>
            <a:ext cx="933908" cy="1011918"/>
            <a:chOff x="2761250" y="617875"/>
            <a:chExt cx="1222900" cy="1325050"/>
          </a:xfrm>
        </p:grpSpPr>
        <p:sp>
          <p:nvSpPr>
            <p:cNvPr id="52" name="Google Shape;484;p30">
              <a:extLst>
                <a:ext uri="{FF2B5EF4-FFF2-40B4-BE49-F238E27FC236}">
                  <a16:creationId xmlns:a16="http://schemas.microsoft.com/office/drawing/2014/main" id="{BB4FEF4C-06EC-5A06-FFA3-BC09AA1A27E9}"/>
                </a:ext>
              </a:extLst>
            </p:cNvPr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85;p30">
              <a:extLst>
                <a:ext uri="{FF2B5EF4-FFF2-40B4-BE49-F238E27FC236}">
                  <a16:creationId xmlns:a16="http://schemas.microsoft.com/office/drawing/2014/main" id="{8D337423-2DC0-DEBF-C970-AA5B5A32EB1B}"/>
                </a:ext>
              </a:extLst>
            </p:cNvPr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86;p30">
              <a:extLst>
                <a:ext uri="{FF2B5EF4-FFF2-40B4-BE49-F238E27FC236}">
                  <a16:creationId xmlns:a16="http://schemas.microsoft.com/office/drawing/2014/main" id="{1C6377BA-4CD4-2F6F-54CA-E84C34131C08}"/>
                </a:ext>
              </a:extLst>
            </p:cNvPr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87;p30">
              <a:extLst>
                <a:ext uri="{FF2B5EF4-FFF2-40B4-BE49-F238E27FC236}">
                  <a16:creationId xmlns:a16="http://schemas.microsoft.com/office/drawing/2014/main" id="{3753B526-7628-CE7A-BEC1-ABA52864AD0B}"/>
                </a:ext>
              </a:extLst>
            </p:cNvPr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88;p30">
              <a:extLst>
                <a:ext uri="{FF2B5EF4-FFF2-40B4-BE49-F238E27FC236}">
                  <a16:creationId xmlns:a16="http://schemas.microsoft.com/office/drawing/2014/main" id="{084A68E0-26C4-EAAE-010F-1AA30458B7B2}"/>
                </a:ext>
              </a:extLst>
            </p:cNvPr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89;p30">
              <a:extLst>
                <a:ext uri="{FF2B5EF4-FFF2-40B4-BE49-F238E27FC236}">
                  <a16:creationId xmlns:a16="http://schemas.microsoft.com/office/drawing/2014/main" id="{6C48F1F3-1214-6158-625A-E457BBF084CF}"/>
                </a:ext>
              </a:extLst>
            </p:cNvPr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90;p30">
              <a:extLst>
                <a:ext uri="{FF2B5EF4-FFF2-40B4-BE49-F238E27FC236}">
                  <a16:creationId xmlns:a16="http://schemas.microsoft.com/office/drawing/2014/main" id="{9F9903FB-2186-BB3B-3783-E84D520D315D}"/>
                </a:ext>
              </a:extLst>
            </p:cNvPr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Image 6">
            <a:extLst>
              <a:ext uri="{FF2B5EF4-FFF2-40B4-BE49-F238E27FC236}">
                <a16:creationId xmlns:a16="http://schemas.microsoft.com/office/drawing/2014/main" id="{13EB465F-BE9A-6F07-DF07-5CB18D74A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717" y="732547"/>
            <a:ext cx="4874566" cy="3109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675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0"/>
          <p:cNvSpPr txBox="1">
            <a:spLocks noGrp="1"/>
          </p:cNvSpPr>
          <p:nvPr>
            <p:ph type="title" idx="2"/>
          </p:nvPr>
        </p:nvSpPr>
        <p:spPr>
          <a:xfrm>
            <a:off x="2996550" y="846766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81" name="Google Shape;481;p30"/>
          <p:cNvSpPr txBox="1">
            <a:spLocks noGrp="1"/>
          </p:cNvSpPr>
          <p:nvPr>
            <p:ph type="title"/>
          </p:nvPr>
        </p:nvSpPr>
        <p:spPr>
          <a:xfrm>
            <a:off x="1924800" y="2171625"/>
            <a:ext cx="5294400" cy="146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accent3"/>
                </a:solidFill>
              </a:rPr>
              <a:t>Méthodes de prédiction.</a:t>
            </a:r>
            <a:endParaRPr dirty="0">
              <a:solidFill>
                <a:schemeClr val="accent3"/>
              </a:solidFill>
            </a:endParaRPr>
          </a:p>
        </p:txBody>
      </p:sp>
      <p:cxnSp>
        <p:nvCxnSpPr>
          <p:cNvPr id="482" name="Google Shape;482;p30"/>
          <p:cNvCxnSpPr/>
          <p:nvPr/>
        </p:nvCxnSpPr>
        <p:spPr>
          <a:xfrm>
            <a:off x="4128525" y="1921404"/>
            <a:ext cx="9330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83" name="Google Shape;483;p30"/>
          <p:cNvGrpSpPr/>
          <p:nvPr/>
        </p:nvGrpSpPr>
        <p:grpSpPr>
          <a:xfrm rot="4621808">
            <a:off x="2376833" y="431218"/>
            <a:ext cx="933908" cy="1011918"/>
            <a:chOff x="2761250" y="617875"/>
            <a:chExt cx="1222900" cy="1325050"/>
          </a:xfrm>
        </p:grpSpPr>
        <p:sp>
          <p:nvSpPr>
            <p:cNvPr id="484" name="Google Shape;484;p30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0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0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0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0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0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0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1" name="Google Shape;491;p30"/>
          <p:cNvGrpSpPr/>
          <p:nvPr/>
        </p:nvGrpSpPr>
        <p:grpSpPr>
          <a:xfrm rot="1790401">
            <a:off x="6954508" y="1322976"/>
            <a:ext cx="701869" cy="1011948"/>
            <a:chOff x="1705850" y="434250"/>
            <a:chExt cx="978800" cy="1411225"/>
          </a:xfrm>
        </p:grpSpPr>
        <p:sp>
          <p:nvSpPr>
            <p:cNvPr id="492" name="Google Shape;492;p30"/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0"/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0"/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0"/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0"/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0"/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0"/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9" name="Google Shape;499;p30"/>
          <p:cNvGrpSpPr/>
          <p:nvPr/>
        </p:nvGrpSpPr>
        <p:grpSpPr>
          <a:xfrm rot="-1388379">
            <a:off x="1014117" y="2362682"/>
            <a:ext cx="584864" cy="513483"/>
            <a:chOff x="2665925" y="2466150"/>
            <a:chExt cx="627625" cy="551025"/>
          </a:xfrm>
        </p:grpSpPr>
        <p:sp>
          <p:nvSpPr>
            <p:cNvPr id="500" name="Google Shape;500;p30"/>
            <p:cNvSpPr/>
            <p:nvPr/>
          </p:nvSpPr>
          <p:spPr>
            <a:xfrm>
              <a:off x="2700675" y="2466150"/>
              <a:ext cx="592875" cy="549500"/>
            </a:xfrm>
            <a:custGeom>
              <a:avLst/>
              <a:gdLst/>
              <a:ahLst/>
              <a:cxnLst/>
              <a:rect l="l" t="t" r="r" b="b"/>
              <a:pathLst>
                <a:path w="23715" h="21980" extrusionOk="0">
                  <a:moveTo>
                    <a:pt x="6323" y="0"/>
                  </a:moveTo>
                  <a:cubicBezTo>
                    <a:pt x="5320" y="0"/>
                    <a:pt x="4347" y="220"/>
                    <a:pt x="3434" y="722"/>
                  </a:cubicBezTo>
                  <a:cubicBezTo>
                    <a:pt x="52" y="2578"/>
                    <a:pt x="1" y="6111"/>
                    <a:pt x="1" y="6111"/>
                  </a:cubicBezTo>
                  <a:cubicBezTo>
                    <a:pt x="1" y="6111"/>
                    <a:pt x="1555" y="3520"/>
                    <a:pt x="4741" y="3520"/>
                  </a:cubicBezTo>
                  <a:cubicBezTo>
                    <a:pt x="7746" y="3520"/>
                    <a:pt x="12205" y="5827"/>
                    <a:pt x="18179" y="14795"/>
                  </a:cubicBezTo>
                  <a:cubicBezTo>
                    <a:pt x="22322" y="21011"/>
                    <a:pt x="16293" y="21867"/>
                    <a:pt x="16293" y="21867"/>
                  </a:cubicBezTo>
                  <a:cubicBezTo>
                    <a:pt x="16293" y="21867"/>
                    <a:pt x="16625" y="21980"/>
                    <a:pt x="17147" y="21980"/>
                  </a:cubicBezTo>
                  <a:cubicBezTo>
                    <a:pt x="18141" y="21980"/>
                    <a:pt x="19823" y="21572"/>
                    <a:pt x="21209" y="19201"/>
                  </a:cubicBezTo>
                  <a:cubicBezTo>
                    <a:pt x="22213" y="17480"/>
                    <a:pt x="23714" y="15162"/>
                    <a:pt x="20548" y="10050"/>
                  </a:cubicBezTo>
                  <a:cubicBezTo>
                    <a:pt x="18795" y="7221"/>
                    <a:pt x="12072" y="0"/>
                    <a:pt x="6323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0"/>
            <p:cNvSpPr/>
            <p:nvPr/>
          </p:nvSpPr>
          <p:spPr>
            <a:xfrm>
              <a:off x="2700275" y="2537525"/>
              <a:ext cx="507325" cy="479550"/>
            </a:xfrm>
            <a:custGeom>
              <a:avLst/>
              <a:gdLst/>
              <a:ahLst/>
              <a:cxnLst/>
              <a:rect l="l" t="t" r="r" b="b"/>
              <a:pathLst>
                <a:path w="20293" h="19182" extrusionOk="0">
                  <a:moveTo>
                    <a:pt x="3446" y="0"/>
                  </a:moveTo>
                  <a:cubicBezTo>
                    <a:pt x="3175" y="0"/>
                    <a:pt x="2902" y="23"/>
                    <a:pt x="2633" y="67"/>
                  </a:cubicBezTo>
                  <a:cubicBezTo>
                    <a:pt x="1859" y="197"/>
                    <a:pt x="1241" y="508"/>
                    <a:pt x="793" y="995"/>
                  </a:cubicBezTo>
                  <a:cubicBezTo>
                    <a:pt x="264" y="1570"/>
                    <a:pt x="1" y="2353"/>
                    <a:pt x="8" y="3325"/>
                  </a:cubicBezTo>
                  <a:cubicBezTo>
                    <a:pt x="12" y="4263"/>
                    <a:pt x="269" y="5339"/>
                    <a:pt x="770" y="6519"/>
                  </a:cubicBezTo>
                  <a:cubicBezTo>
                    <a:pt x="1799" y="8945"/>
                    <a:pt x="3741" y="11545"/>
                    <a:pt x="6242" y="13843"/>
                  </a:cubicBezTo>
                  <a:cubicBezTo>
                    <a:pt x="6535" y="14113"/>
                    <a:pt x="6812" y="14355"/>
                    <a:pt x="7085" y="14586"/>
                  </a:cubicBezTo>
                  <a:cubicBezTo>
                    <a:pt x="8876" y="16108"/>
                    <a:pt x="10793" y="17338"/>
                    <a:pt x="12629" y="18147"/>
                  </a:cubicBezTo>
                  <a:cubicBezTo>
                    <a:pt x="13116" y="18361"/>
                    <a:pt x="13614" y="18551"/>
                    <a:pt x="14122" y="18712"/>
                  </a:cubicBezTo>
                  <a:cubicBezTo>
                    <a:pt x="15032" y="19001"/>
                    <a:pt x="15877" y="19158"/>
                    <a:pt x="16630" y="19179"/>
                  </a:cubicBezTo>
                  <a:cubicBezTo>
                    <a:pt x="16688" y="19181"/>
                    <a:pt x="16745" y="19181"/>
                    <a:pt x="16803" y="19181"/>
                  </a:cubicBezTo>
                  <a:cubicBezTo>
                    <a:pt x="17985" y="19181"/>
                    <a:pt x="18893" y="18846"/>
                    <a:pt x="19500" y="18186"/>
                  </a:cubicBezTo>
                  <a:cubicBezTo>
                    <a:pt x="20026" y="17613"/>
                    <a:pt x="20292" y="16828"/>
                    <a:pt x="20285" y="15856"/>
                  </a:cubicBezTo>
                  <a:cubicBezTo>
                    <a:pt x="20280" y="14919"/>
                    <a:pt x="20024" y="13845"/>
                    <a:pt x="19523" y="12665"/>
                  </a:cubicBezTo>
                  <a:cubicBezTo>
                    <a:pt x="18493" y="10238"/>
                    <a:pt x="16551" y="7636"/>
                    <a:pt x="14053" y="5341"/>
                  </a:cubicBezTo>
                  <a:cubicBezTo>
                    <a:pt x="13342" y="4688"/>
                    <a:pt x="12599" y="4071"/>
                    <a:pt x="11825" y="3498"/>
                  </a:cubicBezTo>
                  <a:cubicBezTo>
                    <a:pt x="10894" y="2801"/>
                    <a:pt x="9911" y="2178"/>
                    <a:pt x="8886" y="1630"/>
                  </a:cubicBezTo>
                  <a:cubicBezTo>
                    <a:pt x="8364" y="1353"/>
                    <a:pt x="7847" y="1106"/>
                    <a:pt x="7343" y="898"/>
                  </a:cubicBezTo>
                  <a:cubicBezTo>
                    <a:pt x="5928" y="310"/>
                    <a:pt x="4593" y="0"/>
                    <a:pt x="3485" y="0"/>
                  </a:cubicBezTo>
                  <a:cubicBezTo>
                    <a:pt x="3472" y="0"/>
                    <a:pt x="3459" y="0"/>
                    <a:pt x="3446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0"/>
            <p:cNvSpPr/>
            <p:nvPr/>
          </p:nvSpPr>
          <p:spPr>
            <a:xfrm>
              <a:off x="2665925" y="2537350"/>
              <a:ext cx="575950" cy="479825"/>
            </a:xfrm>
            <a:custGeom>
              <a:avLst/>
              <a:gdLst/>
              <a:ahLst/>
              <a:cxnLst/>
              <a:rect l="l" t="t" r="r" b="b"/>
              <a:pathLst>
                <a:path w="23038" h="19193" extrusionOk="0">
                  <a:moveTo>
                    <a:pt x="4859" y="0"/>
                  </a:moveTo>
                  <a:cubicBezTo>
                    <a:pt x="4859" y="0"/>
                    <a:pt x="4860" y="0"/>
                    <a:pt x="4860" y="0"/>
                  </a:cubicBezTo>
                  <a:lnTo>
                    <a:pt x="4860" y="0"/>
                  </a:lnTo>
                  <a:cubicBezTo>
                    <a:pt x="4860" y="0"/>
                    <a:pt x="4861" y="0"/>
                    <a:pt x="4861" y="0"/>
                  </a:cubicBezTo>
                  <a:close/>
                  <a:moveTo>
                    <a:pt x="4861" y="12"/>
                  </a:moveTo>
                  <a:cubicBezTo>
                    <a:pt x="5967" y="12"/>
                    <a:pt x="7302" y="324"/>
                    <a:pt x="8717" y="910"/>
                  </a:cubicBezTo>
                  <a:cubicBezTo>
                    <a:pt x="9218" y="1118"/>
                    <a:pt x="9738" y="1365"/>
                    <a:pt x="10260" y="1642"/>
                  </a:cubicBezTo>
                  <a:cubicBezTo>
                    <a:pt x="11285" y="2189"/>
                    <a:pt x="12266" y="2813"/>
                    <a:pt x="13197" y="3508"/>
                  </a:cubicBezTo>
                  <a:cubicBezTo>
                    <a:pt x="13970" y="4083"/>
                    <a:pt x="14714" y="4697"/>
                    <a:pt x="15423" y="5350"/>
                  </a:cubicBezTo>
                  <a:cubicBezTo>
                    <a:pt x="16686" y="6509"/>
                    <a:pt x="17808" y="7749"/>
                    <a:pt x="18757" y="9028"/>
                  </a:cubicBezTo>
                  <a:cubicBezTo>
                    <a:pt x="19673" y="10266"/>
                    <a:pt x="20391" y="11492"/>
                    <a:pt x="20893" y="12672"/>
                  </a:cubicBezTo>
                  <a:cubicBezTo>
                    <a:pt x="21394" y="13852"/>
                    <a:pt x="21648" y="14926"/>
                    <a:pt x="21654" y="15863"/>
                  </a:cubicBezTo>
                  <a:cubicBezTo>
                    <a:pt x="21661" y="16833"/>
                    <a:pt x="21396" y="17616"/>
                    <a:pt x="20872" y="18188"/>
                  </a:cubicBezTo>
                  <a:cubicBezTo>
                    <a:pt x="20567" y="18518"/>
                    <a:pt x="20179" y="18770"/>
                    <a:pt x="19720" y="18939"/>
                  </a:cubicBezTo>
                  <a:cubicBezTo>
                    <a:pt x="19274" y="19100"/>
                    <a:pt x="18754" y="19183"/>
                    <a:pt x="18179" y="19183"/>
                  </a:cubicBezTo>
                  <a:cubicBezTo>
                    <a:pt x="18122" y="19183"/>
                    <a:pt x="18064" y="19183"/>
                    <a:pt x="18006" y="19181"/>
                  </a:cubicBezTo>
                  <a:cubicBezTo>
                    <a:pt x="17251" y="19158"/>
                    <a:pt x="16408" y="19001"/>
                    <a:pt x="15499" y="18715"/>
                  </a:cubicBezTo>
                  <a:cubicBezTo>
                    <a:pt x="14991" y="18553"/>
                    <a:pt x="14492" y="18364"/>
                    <a:pt x="14005" y="18147"/>
                  </a:cubicBezTo>
                  <a:cubicBezTo>
                    <a:pt x="12169" y="17339"/>
                    <a:pt x="10253" y="16110"/>
                    <a:pt x="8463" y="14589"/>
                  </a:cubicBezTo>
                  <a:lnTo>
                    <a:pt x="8461" y="14589"/>
                  </a:lnTo>
                  <a:cubicBezTo>
                    <a:pt x="8189" y="14358"/>
                    <a:pt x="7914" y="14115"/>
                    <a:pt x="7621" y="13845"/>
                  </a:cubicBezTo>
                  <a:cubicBezTo>
                    <a:pt x="6357" y="12684"/>
                    <a:pt x="5235" y="11446"/>
                    <a:pt x="4284" y="10165"/>
                  </a:cubicBezTo>
                  <a:cubicBezTo>
                    <a:pt x="3367" y="8927"/>
                    <a:pt x="2649" y="7701"/>
                    <a:pt x="2148" y="6521"/>
                  </a:cubicBezTo>
                  <a:cubicBezTo>
                    <a:pt x="1649" y="5341"/>
                    <a:pt x="1393" y="4270"/>
                    <a:pt x="1386" y="3330"/>
                  </a:cubicBezTo>
                  <a:cubicBezTo>
                    <a:pt x="1382" y="2360"/>
                    <a:pt x="1645" y="1577"/>
                    <a:pt x="2171" y="1007"/>
                  </a:cubicBezTo>
                  <a:cubicBezTo>
                    <a:pt x="2617" y="520"/>
                    <a:pt x="3238" y="208"/>
                    <a:pt x="4009" y="79"/>
                  </a:cubicBezTo>
                  <a:cubicBezTo>
                    <a:pt x="4291" y="33"/>
                    <a:pt x="4575" y="12"/>
                    <a:pt x="4861" y="12"/>
                  </a:cubicBezTo>
                  <a:close/>
                  <a:moveTo>
                    <a:pt x="4860" y="0"/>
                  </a:moveTo>
                  <a:cubicBezTo>
                    <a:pt x="4574" y="0"/>
                    <a:pt x="4288" y="21"/>
                    <a:pt x="4007" y="67"/>
                  </a:cubicBezTo>
                  <a:cubicBezTo>
                    <a:pt x="3252" y="194"/>
                    <a:pt x="2622" y="499"/>
                    <a:pt x="2160" y="998"/>
                  </a:cubicBezTo>
                  <a:cubicBezTo>
                    <a:pt x="1" y="3348"/>
                    <a:pt x="2441" y="9102"/>
                    <a:pt x="7611" y="13852"/>
                  </a:cubicBezTo>
                  <a:cubicBezTo>
                    <a:pt x="7891" y="14111"/>
                    <a:pt x="8170" y="14358"/>
                    <a:pt x="8454" y="14595"/>
                  </a:cubicBezTo>
                  <a:lnTo>
                    <a:pt x="8456" y="14595"/>
                  </a:lnTo>
                  <a:cubicBezTo>
                    <a:pt x="10304" y="16166"/>
                    <a:pt x="12220" y="17371"/>
                    <a:pt x="14000" y="18156"/>
                  </a:cubicBezTo>
                  <a:cubicBezTo>
                    <a:pt x="14487" y="18371"/>
                    <a:pt x="14986" y="18560"/>
                    <a:pt x="15494" y="18724"/>
                  </a:cubicBezTo>
                  <a:cubicBezTo>
                    <a:pt x="16397" y="19008"/>
                    <a:pt x="17244" y="19167"/>
                    <a:pt x="18004" y="19190"/>
                  </a:cubicBezTo>
                  <a:cubicBezTo>
                    <a:pt x="18062" y="19190"/>
                    <a:pt x="18119" y="19193"/>
                    <a:pt x="18177" y="19193"/>
                  </a:cubicBezTo>
                  <a:cubicBezTo>
                    <a:pt x="19320" y="19193"/>
                    <a:pt x="20255" y="18872"/>
                    <a:pt x="20879" y="18193"/>
                  </a:cubicBezTo>
                  <a:cubicBezTo>
                    <a:pt x="23038" y="15845"/>
                    <a:pt x="20597" y="10088"/>
                    <a:pt x="15429" y="5341"/>
                  </a:cubicBezTo>
                  <a:cubicBezTo>
                    <a:pt x="14721" y="4688"/>
                    <a:pt x="13977" y="4073"/>
                    <a:pt x="13201" y="3498"/>
                  </a:cubicBezTo>
                  <a:cubicBezTo>
                    <a:pt x="12271" y="2801"/>
                    <a:pt x="11287" y="2178"/>
                    <a:pt x="10262" y="1630"/>
                  </a:cubicBezTo>
                  <a:cubicBezTo>
                    <a:pt x="9738" y="1351"/>
                    <a:pt x="9223" y="1106"/>
                    <a:pt x="8717" y="899"/>
                  </a:cubicBezTo>
                  <a:cubicBezTo>
                    <a:pt x="7305" y="312"/>
                    <a:pt x="5982" y="1"/>
                    <a:pt x="4860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0"/>
            <p:cNvSpPr/>
            <p:nvPr/>
          </p:nvSpPr>
          <p:spPr>
            <a:xfrm>
              <a:off x="2747900" y="2609975"/>
              <a:ext cx="408725" cy="340475"/>
            </a:xfrm>
            <a:custGeom>
              <a:avLst/>
              <a:gdLst/>
              <a:ahLst/>
              <a:cxnLst/>
              <a:rect l="l" t="t" r="r" b="b"/>
              <a:pathLst>
                <a:path w="16349" h="13619" extrusionOk="0">
                  <a:moveTo>
                    <a:pt x="3097" y="0"/>
                  </a:moveTo>
                  <a:cubicBezTo>
                    <a:pt x="2363" y="0"/>
                    <a:pt x="1799" y="206"/>
                    <a:pt x="1428" y="610"/>
                  </a:cubicBezTo>
                  <a:cubicBezTo>
                    <a:pt x="1" y="2164"/>
                    <a:pt x="1866" y="6207"/>
                    <a:pt x="5586" y="9624"/>
                  </a:cubicBezTo>
                  <a:cubicBezTo>
                    <a:pt x="8228" y="12051"/>
                    <a:pt x="11236" y="13618"/>
                    <a:pt x="13252" y="13618"/>
                  </a:cubicBezTo>
                  <a:cubicBezTo>
                    <a:pt x="13986" y="13618"/>
                    <a:pt x="14547" y="13413"/>
                    <a:pt x="14921" y="13007"/>
                  </a:cubicBezTo>
                  <a:cubicBezTo>
                    <a:pt x="16348" y="11455"/>
                    <a:pt x="14483" y="7410"/>
                    <a:pt x="10760" y="3992"/>
                  </a:cubicBezTo>
                  <a:cubicBezTo>
                    <a:pt x="8121" y="1568"/>
                    <a:pt x="5113" y="0"/>
                    <a:pt x="3097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0"/>
            <p:cNvSpPr/>
            <p:nvPr/>
          </p:nvSpPr>
          <p:spPr>
            <a:xfrm>
              <a:off x="2747675" y="2609800"/>
              <a:ext cx="409125" cy="340775"/>
            </a:xfrm>
            <a:custGeom>
              <a:avLst/>
              <a:gdLst/>
              <a:ahLst/>
              <a:cxnLst/>
              <a:rect l="l" t="t" r="r" b="b"/>
              <a:pathLst>
                <a:path w="16365" h="13631" extrusionOk="0">
                  <a:moveTo>
                    <a:pt x="3106" y="12"/>
                  </a:moveTo>
                  <a:cubicBezTo>
                    <a:pt x="4080" y="12"/>
                    <a:pt x="5304" y="376"/>
                    <a:pt x="6646" y="1067"/>
                  </a:cubicBezTo>
                  <a:cubicBezTo>
                    <a:pt x="8019" y="1776"/>
                    <a:pt x="9444" y="2792"/>
                    <a:pt x="10767" y="4004"/>
                  </a:cubicBezTo>
                  <a:cubicBezTo>
                    <a:pt x="12568" y="5659"/>
                    <a:pt x="13993" y="7509"/>
                    <a:pt x="14778" y="9213"/>
                  </a:cubicBezTo>
                  <a:cubicBezTo>
                    <a:pt x="15159" y="10040"/>
                    <a:pt x="15369" y="10788"/>
                    <a:pt x="15401" y="11434"/>
                  </a:cubicBezTo>
                  <a:cubicBezTo>
                    <a:pt x="15434" y="12102"/>
                    <a:pt x="15272" y="12633"/>
                    <a:pt x="14926" y="13011"/>
                  </a:cubicBezTo>
                  <a:cubicBezTo>
                    <a:pt x="14554" y="13415"/>
                    <a:pt x="13993" y="13621"/>
                    <a:pt x="13261" y="13621"/>
                  </a:cubicBezTo>
                  <a:cubicBezTo>
                    <a:pt x="12286" y="13621"/>
                    <a:pt x="11063" y="13256"/>
                    <a:pt x="9721" y="12566"/>
                  </a:cubicBezTo>
                  <a:cubicBezTo>
                    <a:pt x="8345" y="11857"/>
                    <a:pt x="6923" y="10843"/>
                    <a:pt x="5600" y="9629"/>
                  </a:cubicBezTo>
                  <a:cubicBezTo>
                    <a:pt x="3799" y="7973"/>
                    <a:pt x="2374" y="6124"/>
                    <a:pt x="1589" y="4420"/>
                  </a:cubicBezTo>
                  <a:cubicBezTo>
                    <a:pt x="1206" y="3593"/>
                    <a:pt x="998" y="2845"/>
                    <a:pt x="966" y="2198"/>
                  </a:cubicBezTo>
                  <a:cubicBezTo>
                    <a:pt x="933" y="1531"/>
                    <a:pt x="1093" y="1000"/>
                    <a:pt x="1441" y="621"/>
                  </a:cubicBezTo>
                  <a:cubicBezTo>
                    <a:pt x="1813" y="217"/>
                    <a:pt x="2372" y="12"/>
                    <a:pt x="3106" y="12"/>
                  </a:cubicBezTo>
                  <a:close/>
                  <a:moveTo>
                    <a:pt x="3106" y="0"/>
                  </a:moveTo>
                  <a:cubicBezTo>
                    <a:pt x="2392" y="0"/>
                    <a:pt x="1815" y="196"/>
                    <a:pt x="1432" y="614"/>
                  </a:cubicBezTo>
                  <a:cubicBezTo>
                    <a:pt x="0" y="2173"/>
                    <a:pt x="1864" y="6211"/>
                    <a:pt x="5590" y="9636"/>
                  </a:cubicBezTo>
                  <a:cubicBezTo>
                    <a:pt x="8324" y="12148"/>
                    <a:pt x="11301" y="13630"/>
                    <a:pt x="13259" y="13630"/>
                  </a:cubicBezTo>
                  <a:cubicBezTo>
                    <a:pt x="13972" y="13630"/>
                    <a:pt x="14552" y="13434"/>
                    <a:pt x="14933" y="13018"/>
                  </a:cubicBezTo>
                  <a:cubicBezTo>
                    <a:pt x="16364" y="11460"/>
                    <a:pt x="14503" y="7421"/>
                    <a:pt x="10774" y="3995"/>
                  </a:cubicBezTo>
                  <a:cubicBezTo>
                    <a:pt x="8040" y="1485"/>
                    <a:pt x="5064" y="0"/>
                    <a:pt x="3106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0"/>
            <p:cNvSpPr/>
            <p:nvPr/>
          </p:nvSpPr>
          <p:spPr>
            <a:xfrm>
              <a:off x="2716275" y="2553225"/>
              <a:ext cx="450800" cy="428675"/>
            </a:xfrm>
            <a:custGeom>
              <a:avLst/>
              <a:gdLst/>
              <a:ahLst/>
              <a:cxnLst/>
              <a:rect l="l" t="t" r="r" b="b"/>
              <a:pathLst>
                <a:path w="18032" h="17147" fill="none" extrusionOk="0">
                  <a:moveTo>
                    <a:pt x="12665" y="5530"/>
                  </a:moveTo>
                  <a:cubicBezTo>
                    <a:pt x="14711" y="7410"/>
                    <a:pt x="16336" y="9578"/>
                    <a:pt x="17184" y="11557"/>
                  </a:cubicBezTo>
                  <a:cubicBezTo>
                    <a:pt x="18031" y="13538"/>
                    <a:pt x="18031" y="15168"/>
                    <a:pt x="17184" y="16087"/>
                  </a:cubicBezTo>
                  <a:cubicBezTo>
                    <a:pt x="16339" y="17008"/>
                    <a:pt x="14713" y="17147"/>
                    <a:pt x="12670" y="16468"/>
                  </a:cubicBezTo>
                  <a:cubicBezTo>
                    <a:pt x="10626" y="15791"/>
                    <a:pt x="8329" y="14355"/>
                    <a:pt x="6283" y="12476"/>
                  </a:cubicBezTo>
                  <a:cubicBezTo>
                    <a:pt x="2025" y="8562"/>
                    <a:pt x="0" y="3836"/>
                    <a:pt x="1764" y="1917"/>
                  </a:cubicBezTo>
                  <a:cubicBezTo>
                    <a:pt x="3526" y="0"/>
                    <a:pt x="8407" y="1617"/>
                    <a:pt x="12665" y="553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0"/>
            <p:cNvSpPr/>
            <p:nvPr/>
          </p:nvSpPr>
          <p:spPr>
            <a:xfrm>
              <a:off x="2766075" y="2537900"/>
              <a:ext cx="249925" cy="453525"/>
            </a:xfrm>
            <a:custGeom>
              <a:avLst/>
              <a:gdLst/>
              <a:ahLst/>
              <a:cxnLst/>
              <a:rect l="l" t="t" r="r" b="b"/>
              <a:pathLst>
                <a:path w="9997" h="18141" extrusionOk="0">
                  <a:moveTo>
                    <a:pt x="859" y="0"/>
                  </a:moveTo>
                  <a:cubicBezTo>
                    <a:pt x="568" y="0"/>
                    <a:pt x="282" y="17"/>
                    <a:pt x="1" y="50"/>
                  </a:cubicBezTo>
                  <a:lnTo>
                    <a:pt x="587" y="1966"/>
                  </a:lnTo>
                  <a:lnTo>
                    <a:pt x="980" y="3248"/>
                  </a:lnTo>
                  <a:lnTo>
                    <a:pt x="3349" y="10985"/>
                  </a:lnTo>
                  <a:lnTo>
                    <a:pt x="3871" y="12685"/>
                  </a:lnTo>
                  <a:lnTo>
                    <a:pt x="4448" y="14576"/>
                  </a:lnTo>
                  <a:lnTo>
                    <a:pt x="4450" y="14576"/>
                  </a:lnTo>
                  <a:cubicBezTo>
                    <a:pt x="6298" y="16146"/>
                    <a:pt x="8216" y="17351"/>
                    <a:pt x="9997" y="18141"/>
                  </a:cubicBezTo>
                  <a:lnTo>
                    <a:pt x="9535" y="16635"/>
                  </a:lnTo>
                  <a:lnTo>
                    <a:pt x="9209" y="15566"/>
                  </a:lnTo>
                  <a:lnTo>
                    <a:pt x="7771" y="10868"/>
                  </a:lnTo>
                  <a:lnTo>
                    <a:pt x="7741" y="10777"/>
                  </a:lnTo>
                  <a:lnTo>
                    <a:pt x="7487" y="9937"/>
                  </a:lnTo>
                  <a:lnTo>
                    <a:pt x="7484" y="9935"/>
                  </a:lnTo>
                  <a:lnTo>
                    <a:pt x="6847" y="7857"/>
                  </a:lnTo>
                  <a:lnTo>
                    <a:pt x="5600" y="3781"/>
                  </a:lnTo>
                  <a:lnTo>
                    <a:pt x="5208" y="2497"/>
                  </a:lnTo>
                  <a:lnTo>
                    <a:pt x="4714" y="881"/>
                  </a:lnTo>
                  <a:cubicBezTo>
                    <a:pt x="3342" y="284"/>
                    <a:pt x="2059" y="0"/>
                    <a:pt x="859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0"/>
            <p:cNvSpPr/>
            <p:nvPr/>
          </p:nvSpPr>
          <p:spPr>
            <a:xfrm>
              <a:off x="2922450" y="2578150"/>
              <a:ext cx="193575" cy="439025"/>
            </a:xfrm>
            <a:custGeom>
              <a:avLst/>
              <a:gdLst/>
              <a:ahLst/>
              <a:cxnLst/>
              <a:rect l="l" t="t" r="r" b="b"/>
              <a:pathLst>
                <a:path w="7743" h="17561" extrusionOk="0">
                  <a:moveTo>
                    <a:pt x="1" y="1"/>
                  </a:moveTo>
                  <a:lnTo>
                    <a:pt x="509" y="1652"/>
                  </a:lnTo>
                  <a:lnTo>
                    <a:pt x="941" y="3063"/>
                  </a:lnTo>
                  <a:lnTo>
                    <a:pt x="2479" y="8085"/>
                  </a:lnTo>
                  <a:lnTo>
                    <a:pt x="2804" y="9151"/>
                  </a:lnTo>
                  <a:lnTo>
                    <a:pt x="2929" y="9555"/>
                  </a:lnTo>
                  <a:lnTo>
                    <a:pt x="2931" y="9558"/>
                  </a:lnTo>
                  <a:lnTo>
                    <a:pt x="3095" y="10098"/>
                  </a:lnTo>
                  <a:lnTo>
                    <a:pt x="4467" y="14575"/>
                  </a:lnTo>
                  <a:lnTo>
                    <a:pt x="4769" y="15573"/>
                  </a:lnTo>
                  <a:lnTo>
                    <a:pt x="5235" y="17094"/>
                  </a:lnTo>
                  <a:cubicBezTo>
                    <a:pt x="6136" y="17378"/>
                    <a:pt x="6983" y="17538"/>
                    <a:pt x="7743" y="17561"/>
                  </a:cubicBezTo>
                  <a:lnTo>
                    <a:pt x="7226" y="15868"/>
                  </a:lnTo>
                  <a:lnTo>
                    <a:pt x="6912" y="14836"/>
                  </a:lnTo>
                  <a:lnTo>
                    <a:pt x="4058" y="5519"/>
                  </a:lnTo>
                  <a:lnTo>
                    <a:pt x="3513" y="3737"/>
                  </a:lnTo>
                  <a:lnTo>
                    <a:pt x="2940" y="1866"/>
                  </a:lnTo>
                  <a:lnTo>
                    <a:pt x="1767" y="107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8" name="Google Shape;508;p30"/>
          <p:cNvGrpSpPr/>
          <p:nvPr/>
        </p:nvGrpSpPr>
        <p:grpSpPr>
          <a:xfrm rot="1135194">
            <a:off x="8103495" y="3119686"/>
            <a:ext cx="435970" cy="536160"/>
            <a:chOff x="4081850" y="3204400"/>
            <a:chExt cx="743225" cy="914025"/>
          </a:xfrm>
        </p:grpSpPr>
        <p:sp>
          <p:nvSpPr>
            <p:cNvPr id="509" name="Google Shape;509;p30"/>
            <p:cNvSpPr/>
            <p:nvPr/>
          </p:nvSpPr>
          <p:spPr>
            <a:xfrm>
              <a:off x="4106625" y="3204400"/>
              <a:ext cx="718450" cy="914025"/>
            </a:xfrm>
            <a:custGeom>
              <a:avLst/>
              <a:gdLst/>
              <a:ahLst/>
              <a:cxnLst/>
              <a:rect l="l" t="t" r="r" b="b"/>
              <a:pathLst>
                <a:path w="28738" h="36561" extrusionOk="0">
                  <a:moveTo>
                    <a:pt x="14832" y="0"/>
                  </a:moveTo>
                  <a:cubicBezTo>
                    <a:pt x="12888" y="0"/>
                    <a:pt x="11529" y="569"/>
                    <a:pt x="11529" y="569"/>
                  </a:cubicBezTo>
                  <a:cubicBezTo>
                    <a:pt x="11529" y="569"/>
                    <a:pt x="27955" y="2714"/>
                    <a:pt x="10506" y="29792"/>
                  </a:cubicBezTo>
                  <a:cubicBezTo>
                    <a:pt x="8291" y="33228"/>
                    <a:pt x="6253" y="34299"/>
                    <a:pt x="4573" y="34299"/>
                  </a:cubicBezTo>
                  <a:cubicBezTo>
                    <a:pt x="1798" y="34299"/>
                    <a:pt x="1" y="31378"/>
                    <a:pt x="0" y="31378"/>
                  </a:cubicBezTo>
                  <a:lnTo>
                    <a:pt x="0" y="31378"/>
                  </a:lnTo>
                  <a:cubicBezTo>
                    <a:pt x="0" y="31378"/>
                    <a:pt x="361" y="35656"/>
                    <a:pt x="6396" y="36372"/>
                  </a:cubicBezTo>
                  <a:cubicBezTo>
                    <a:pt x="7105" y="36457"/>
                    <a:pt x="7880" y="36561"/>
                    <a:pt x="8720" y="36561"/>
                  </a:cubicBezTo>
                  <a:cubicBezTo>
                    <a:pt x="11282" y="36561"/>
                    <a:pt x="14450" y="35596"/>
                    <a:pt x="18190" y="30193"/>
                  </a:cubicBezTo>
                  <a:cubicBezTo>
                    <a:pt x="21421" y="25527"/>
                    <a:pt x="28738" y="8230"/>
                    <a:pt x="20691" y="2014"/>
                  </a:cubicBezTo>
                  <a:cubicBezTo>
                    <a:pt x="18635" y="426"/>
                    <a:pt x="16515" y="0"/>
                    <a:pt x="14832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0"/>
            <p:cNvSpPr/>
            <p:nvPr/>
          </p:nvSpPr>
          <p:spPr>
            <a:xfrm>
              <a:off x="4081975" y="3206200"/>
              <a:ext cx="497850" cy="882300"/>
            </a:xfrm>
            <a:custGeom>
              <a:avLst/>
              <a:gdLst/>
              <a:ahLst/>
              <a:cxnLst/>
              <a:rect l="l" t="t" r="r" b="b"/>
              <a:pathLst>
                <a:path w="19914" h="35292" extrusionOk="0">
                  <a:moveTo>
                    <a:pt x="14683" y="1"/>
                  </a:moveTo>
                  <a:cubicBezTo>
                    <a:pt x="14676" y="1"/>
                    <a:pt x="14669" y="1"/>
                    <a:pt x="14662" y="1"/>
                  </a:cubicBezTo>
                  <a:cubicBezTo>
                    <a:pt x="12598" y="1"/>
                    <a:pt x="10190" y="1490"/>
                    <a:pt x="7886" y="4191"/>
                  </a:cubicBezTo>
                  <a:cubicBezTo>
                    <a:pt x="5553" y="6925"/>
                    <a:pt x="3475" y="10730"/>
                    <a:pt x="2032" y="14912"/>
                  </a:cubicBezTo>
                  <a:cubicBezTo>
                    <a:pt x="1843" y="15459"/>
                    <a:pt x="1679" y="15967"/>
                    <a:pt x="1531" y="16464"/>
                  </a:cubicBezTo>
                  <a:lnTo>
                    <a:pt x="1531" y="16466"/>
                  </a:lnTo>
                  <a:cubicBezTo>
                    <a:pt x="545" y="19731"/>
                    <a:pt x="19" y="22996"/>
                    <a:pt x="7" y="25907"/>
                  </a:cubicBezTo>
                  <a:cubicBezTo>
                    <a:pt x="0" y="26681"/>
                    <a:pt x="37" y="27454"/>
                    <a:pt x="116" y="28223"/>
                  </a:cubicBezTo>
                  <a:cubicBezTo>
                    <a:pt x="261" y="29600"/>
                    <a:pt x="541" y="30814"/>
                    <a:pt x="949" y="31830"/>
                  </a:cubicBezTo>
                  <a:cubicBezTo>
                    <a:pt x="1284" y="32661"/>
                    <a:pt x="1704" y="33356"/>
                    <a:pt x="2196" y="33899"/>
                  </a:cubicBezTo>
                  <a:cubicBezTo>
                    <a:pt x="2702" y="34455"/>
                    <a:pt x="3286" y="34852"/>
                    <a:pt x="3935" y="35076"/>
                  </a:cubicBezTo>
                  <a:cubicBezTo>
                    <a:pt x="4351" y="35217"/>
                    <a:pt x="4787" y="35291"/>
                    <a:pt x="5226" y="35291"/>
                  </a:cubicBezTo>
                  <a:cubicBezTo>
                    <a:pt x="5233" y="35291"/>
                    <a:pt x="5240" y="35291"/>
                    <a:pt x="5246" y="35291"/>
                  </a:cubicBezTo>
                  <a:cubicBezTo>
                    <a:pt x="7311" y="35291"/>
                    <a:pt x="9717" y="33802"/>
                    <a:pt x="12023" y="31100"/>
                  </a:cubicBezTo>
                  <a:cubicBezTo>
                    <a:pt x="14353" y="28369"/>
                    <a:pt x="16431" y="24561"/>
                    <a:pt x="17874" y="20384"/>
                  </a:cubicBezTo>
                  <a:cubicBezTo>
                    <a:pt x="18334" y="19061"/>
                    <a:pt x="18722" y="17715"/>
                    <a:pt x="19036" y="16351"/>
                  </a:cubicBezTo>
                  <a:cubicBezTo>
                    <a:pt x="19435" y="14635"/>
                    <a:pt x="19698" y="12956"/>
                    <a:pt x="19818" y="11359"/>
                  </a:cubicBezTo>
                  <a:cubicBezTo>
                    <a:pt x="19888" y="10502"/>
                    <a:pt x="19913" y="9668"/>
                    <a:pt x="19899" y="8879"/>
                  </a:cubicBezTo>
                  <a:cubicBezTo>
                    <a:pt x="19851" y="6022"/>
                    <a:pt x="19290" y="3688"/>
                    <a:pt x="18276" y="2129"/>
                  </a:cubicBezTo>
                  <a:cubicBezTo>
                    <a:pt x="17657" y="1174"/>
                    <a:pt x="16881" y="529"/>
                    <a:pt x="15972" y="215"/>
                  </a:cubicBezTo>
                  <a:cubicBezTo>
                    <a:pt x="15558" y="74"/>
                    <a:pt x="15121" y="1"/>
                    <a:pt x="14683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0"/>
            <p:cNvSpPr/>
            <p:nvPr/>
          </p:nvSpPr>
          <p:spPr>
            <a:xfrm>
              <a:off x="4081850" y="3206025"/>
              <a:ext cx="498125" cy="882575"/>
            </a:xfrm>
            <a:custGeom>
              <a:avLst/>
              <a:gdLst/>
              <a:ahLst/>
              <a:cxnLst/>
              <a:rect l="l" t="t" r="r" b="b"/>
              <a:pathLst>
                <a:path w="19925" h="35303" extrusionOk="0">
                  <a:moveTo>
                    <a:pt x="14667" y="12"/>
                  </a:moveTo>
                  <a:cubicBezTo>
                    <a:pt x="15113" y="12"/>
                    <a:pt x="15554" y="84"/>
                    <a:pt x="15977" y="229"/>
                  </a:cubicBezTo>
                  <a:cubicBezTo>
                    <a:pt x="16884" y="541"/>
                    <a:pt x="17660" y="1185"/>
                    <a:pt x="18279" y="2141"/>
                  </a:cubicBezTo>
                  <a:cubicBezTo>
                    <a:pt x="19288" y="3700"/>
                    <a:pt x="19851" y="6032"/>
                    <a:pt x="19900" y="8886"/>
                  </a:cubicBezTo>
                  <a:cubicBezTo>
                    <a:pt x="19913" y="9675"/>
                    <a:pt x="19888" y="10509"/>
                    <a:pt x="19819" y="11366"/>
                  </a:cubicBezTo>
                  <a:cubicBezTo>
                    <a:pt x="19699" y="12963"/>
                    <a:pt x="19435" y="14642"/>
                    <a:pt x="19036" y="16355"/>
                  </a:cubicBezTo>
                  <a:cubicBezTo>
                    <a:pt x="18722" y="17720"/>
                    <a:pt x="18334" y="19066"/>
                    <a:pt x="17877" y="20389"/>
                  </a:cubicBezTo>
                  <a:cubicBezTo>
                    <a:pt x="17140" y="22516"/>
                    <a:pt x="16251" y="24534"/>
                    <a:pt x="15231" y="26388"/>
                  </a:cubicBezTo>
                  <a:cubicBezTo>
                    <a:pt x="14245" y="28177"/>
                    <a:pt x="13167" y="29764"/>
                    <a:pt x="12024" y="31103"/>
                  </a:cubicBezTo>
                  <a:cubicBezTo>
                    <a:pt x="10890" y="32433"/>
                    <a:pt x="9733" y="33469"/>
                    <a:pt x="8588" y="34188"/>
                  </a:cubicBezTo>
                  <a:cubicBezTo>
                    <a:pt x="7415" y="34922"/>
                    <a:pt x="6293" y="35294"/>
                    <a:pt x="5251" y="35294"/>
                  </a:cubicBezTo>
                  <a:cubicBezTo>
                    <a:pt x="4806" y="35294"/>
                    <a:pt x="4365" y="35222"/>
                    <a:pt x="3942" y="35077"/>
                  </a:cubicBezTo>
                  <a:cubicBezTo>
                    <a:pt x="3296" y="34853"/>
                    <a:pt x="2709" y="34458"/>
                    <a:pt x="2204" y="33901"/>
                  </a:cubicBezTo>
                  <a:cubicBezTo>
                    <a:pt x="1714" y="33361"/>
                    <a:pt x="1294" y="32666"/>
                    <a:pt x="959" y="31837"/>
                  </a:cubicBezTo>
                  <a:cubicBezTo>
                    <a:pt x="553" y="30821"/>
                    <a:pt x="271" y="29607"/>
                    <a:pt x="128" y="28230"/>
                  </a:cubicBezTo>
                  <a:cubicBezTo>
                    <a:pt x="49" y="27459"/>
                    <a:pt x="12" y="26686"/>
                    <a:pt x="17" y="25914"/>
                  </a:cubicBezTo>
                  <a:cubicBezTo>
                    <a:pt x="28" y="23003"/>
                    <a:pt x="555" y="19738"/>
                    <a:pt x="1541" y="16475"/>
                  </a:cubicBezTo>
                  <a:lnTo>
                    <a:pt x="1543" y="16473"/>
                  </a:lnTo>
                  <a:cubicBezTo>
                    <a:pt x="1689" y="15977"/>
                    <a:pt x="1853" y="15469"/>
                    <a:pt x="2042" y="14921"/>
                  </a:cubicBezTo>
                  <a:cubicBezTo>
                    <a:pt x="2776" y="12792"/>
                    <a:pt x="3667" y="10774"/>
                    <a:pt x="4688" y="8920"/>
                  </a:cubicBezTo>
                  <a:cubicBezTo>
                    <a:pt x="5674" y="7129"/>
                    <a:pt x="6752" y="5542"/>
                    <a:pt x="7895" y="4203"/>
                  </a:cubicBezTo>
                  <a:cubicBezTo>
                    <a:pt x="9029" y="2873"/>
                    <a:pt x="10186" y="1834"/>
                    <a:pt x="11333" y="1118"/>
                  </a:cubicBezTo>
                  <a:cubicBezTo>
                    <a:pt x="12504" y="384"/>
                    <a:pt x="13626" y="12"/>
                    <a:pt x="14667" y="12"/>
                  </a:cubicBezTo>
                  <a:close/>
                  <a:moveTo>
                    <a:pt x="14667" y="1"/>
                  </a:moveTo>
                  <a:cubicBezTo>
                    <a:pt x="10426" y="1"/>
                    <a:pt x="5037" y="6214"/>
                    <a:pt x="2033" y="14917"/>
                  </a:cubicBezTo>
                  <a:cubicBezTo>
                    <a:pt x="1853" y="15439"/>
                    <a:pt x="1686" y="15953"/>
                    <a:pt x="1532" y="16468"/>
                  </a:cubicBezTo>
                  <a:lnTo>
                    <a:pt x="1532" y="16473"/>
                  </a:lnTo>
                  <a:cubicBezTo>
                    <a:pt x="513" y="19840"/>
                    <a:pt x="17" y="23091"/>
                    <a:pt x="8" y="25912"/>
                  </a:cubicBezTo>
                  <a:cubicBezTo>
                    <a:pt x="1" y="26688"/>
                    <a:pt x="38" y="27461"/>
                    <a:pt x="116" y="28230"/>
                  </a:cubicBezTo>
                  <a:cubicBezTo>
                    <a:pt x="262" y="29595"/>
                    <a:pt x="539" y="30816"/>
                    <a:pt x="950" y="31839"/>
                  </a:cubicBezTo>
                  <a:cubicBezTo>
                    <a:pt x="1615" y="33486"/>
                    <a:pt x="2615" y="34631"/>
                    <a:pt x="3940" y="35088"/>
                  </a:cubicBezTo>
                  <a:cubicBezTo>
                    <a:pt x="4356" y="35229"/>
                    <a:pt x="4792" y="35303"/>
                    <a:pt x="5231" y="35303"/>
                  </a:cubicBezTo>
                  <a:cubicBezTo>
                    <a:pt x="5238" y="35303"/>
                    <a:pt x="5245" y="35303"/>
                    <a:pt x="5251" y="35303"/>
                  </a:cubicBezTo>
                  <a:cubicBezTo>
                    <a:pt x="9493" y="35303"/>
                    <a:pt x="14882" y="29092"/>
                    <a:pt x="17886" y="20391"/>
                  </a:cubicBezTo>
                  <a:cubicBezTo>
                    <a:pt x="18346" y="19068"/>
                    <a:pt x="18734" y="17724"/>
                    <a:pt x="19048" y="16360"/>
                  </a:cubicBezTo>
                  <a:cubicBezTo>
                    <a:pt x="19449" y="14628"/>
                    <a:pt x="19713" y="12947"/>
                    <a:pt x="19830" y="11368"/>
                  </a:cubicBezTo>
                  <a:cubicBezTo>
                    <a:pt x="19897" y="10509"/>
                    <a:pt x="19925" y="9680"/>
                    <a:pt x="19911" y="8888"/>
                  </a:cubicBezTo>
                  <a:cubicBezTo>
                    <a:pt x="19863" y="6073"/>
                    <a:pt x="19311" y="3714"/>
                    <a:pt x="18288" y="2136"/>
                  </a:cubicBezTo>
                  <a:cubicBezTo>
                    <a:pt x="17681" y="1201"/>
                    <a:pt x="16912" y="541"/>
                    <a:pt x="15979" y="220"/>
                  </a:cubicBezTo>
                  <a:cubicBezTo>
                    <a:pt x="15563" y="77"/>
                    <a:pt x="15126" y="3"/>
                    <a:pt x="14688" y="3"/>
                  </a:cubicBezTo>
                  <a:cubicBezTo>
                    <a:pt x="14681" y="3"/>
                    <a:pt x="14674" y="3"/>
                    <a:pt x="14667" y="3"/>
                  </a:cubicBezTo>
                  <a:lnTo>
                    <a:pt x="14667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0"/>
            <p:cNvSpPr/>
            <p:nvPr/>
          </p:nvSpPr>
          <p:spPr>
            <a:xfrm>
              <a:off x="4152175" y="3329225"/>
              <a:ext cx="347700" cy="635150"/>
            </a:xfrm>
            <a:custGeom>
              <a:avLst/>
              <a:gdLst/>
              <a:ahLst/>
              <a:cxnLst/>
              <a:rect l="l" t="t" r="r" b="b"/>
              <a:pathLst>
                <a:path w="13908" h="25406" extrusionOk="0">
                  <a:moveTo>
                    <a:pt x="10494" y="0"/>
                  </a:moveTo>
                  <a:cubicBezTo>
                    <a:pt x="9111" y="0"/>
                    <a:pt x="7463" y="1090"/>
                    <a:pt x="5853" y="3071"/>
                  </a:cubicBezTo>
                  <a:cubicBezTo>
                    <a:pt x="4228" y="5071"/>
                    <a:pt x="2755" y="7848"/>
                    <a:pt x="1704" y="10889"/>
                  </a:cubicBezTo>
                  <a:cubicBezTo>
                    <a:pt x="545" y="14249"/>
                    <a:pt x="0" y="17595"/>
                    <a:pt x="173" y="20312"/>
                  </a:cubicBezTo>
                  <a:cubicBezTo>
                    <a:pt x="256" y="21633"/>
                    <a:pt x="506" y="22732"/>
                    <a:pt x="912" y="23582"/>
                  </a:cubicBezTo>
                  <a:cubicBezTo>
                    <a:pt x="1332" y="24459"/>
                    <a:pt x="1905" y="25030"/>
                    <a:pt x="2612" y="25272"/>
                  </a:cubicBezTo>
                  <a:cubicBezTo>
                    <a:pt x="2870" y="25362"/>
                    <a:pt x="3140" y="25406"/>
                    <a:pt x="3413" y="25406"/>
                  </a:cubicBezTo>
                  <a:cubicBezTo>
                    <a:pt x="4796" y="25406"/>
                    <a:pt x="6444" y="24314"/>
                    <a:pt x="8052" y="22335"/>
                  </a:cubicBezTo>
                  <a:cubicBezTo>
                    <a:pt x="9677" y="20333"/>
                    <a:pt x="11152" y="17558"/>
                    <a:pt x="12203" y="14514"/>
                  </a:cubicBezTo>
                  <a:cubicBezTo>
                    <a:pt x="13362" y="11157"/>
                    <a:pt x="13907" y="7811"/>
                    <a:pt x="13734" y="5094"/>
                  </a:cubicBezTo>
                  <a:cubicBezTo>
                    <a:pt x="13651" y="3773"/>
                    <a:pt x="13401" y="2672"/>
                    <a:pt x="12995" y="1824"/>
                  </a:cubicBezTo>
                  <a:cubicBezTo>
                    <a:pt x="12575" y="944"/>
                    <a:pt x="12002" y="376"/>
                    <a:pt x="11293" y="132"/>
                  </a:cubicBezTo>
                  <a:cubicBezTo>
                    <a:pt x="11037" y="44"/>
                    <a:pt x="10767" y="0"/>
                    <a:pt x="1049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0"/>
            <p:cNvSpPr/>
            <p:nvPr/>
          </p:nvSpPr>
          <p:spPr>
            <a:xfrm>
              <a:off x="4134675" y="3329050"/>
              <a:ext cx="382675" cy="635450"/>
            </a:xfrm>
            <a:custGeom>
              <a:avLst/>
              <a:gdLst/>
              <a:ahLst/>
              <a:cxnLst/>
              <a:rect l="l" t="t" r="r" b="b"/>
              <a:pathLst>
                <a:path w="15307" h="25418" extrusionOk="0">
                  <a:moveTo>
                    <a:pt x="11217" y="14"/>
                  </a:moveTo>
                  <a:cubicBezTo>
                    <a:pt x="11480" y="14"/>
                    <a:pt x="11743" y="58"/>
                    <a:pt x="11993" y="143"/>
                  </a:cubicBezTo>
                  <a:cubicBezTo>
                    <a:pt x="12700" y="388"/>
                    <a:pt x="13270" y="956"/>
                    <a:pt x="13690" y="1833"/>
                  </a:cubicBezTo>
                  <a:cubicBezTo>
                    <a:pt x="14097" y="2681"/>
                    <a:pt x="14346" y="3780"/>
                    <a:pt x="14429" y="5101"/>
                  </a:cubicBezTo>
                  <a:cubicBezTo>
                    <a:pt x="14512" y="6421"/>
                    <a:pt x="14427" y="7897"/>
                    <a:pt x="14175" y="9483"/>
                  </a:cubicBezTo>
                  <a:cubicBezTo>
                    <a:pt x="13912" y="11129"/>
                    <a:pt x="13483" y="12822"/>
                    <a:pt x="12898" y="14519"/>
                  </a:cubicBezTo>
                  <a:cubicBezTo>
                    <a:pt x="11848" y="17562"/>
                    <a:pt x="10375" y="20338"/>
                    <a:pt x="8749" y="22337"/>
                  </a:cubicBezTo>
                  <a:cubicBezTo>
                    <a:pt x="7142" y="24316"/>
                    <a:pt x="5496" y="25406"/>
                    <a:pt x="4113" y="25406"/>
                  </a:cubicBezTo>
                  <a:cubicBezTo>
                    <a:pt x="3843" y="25406"/>
                    <a:pt x="3572" y="25362"/>
                    <a:pt x="3316" y="25274"/>
                  </a:cubicBezTo>
                  <a:cubicBezTo>
                    <a:pt x="2610" y="25032"/>
                    <a:pt x="2037" y="24464"/>
                    <a:pt x="1619" y="23586"/>
                  </a:cubicBezTo>
                  <a:cubicBezTo>
                    <a:pt x="1213" y="22737"/>
                    <a:pt x="963" y="21638"/>
                    <a:pt x="880" y="20319"/>
                  </a:cubicBezTo>
                  <a:cubicBezTo>
                    <a:pt x="797" y="18999"/>
                    <a:pt x="883" y="17523"/>
                    <a:pt x="1134" y="15934"/>
                  </a:cubicBezTo>
                  <a:cubicBezTo>
                    <a:pt x="1395" y="14290"/>
                    <a:pt x="1825" y="12596"/>
                    <a:pt x="2411" y="10899"/>
                  </a:cubicBezTo>
                  <a:cubicBezTo>
                    <a:pt x="3462" y="7858"/>
                    <a:pt x="4935" y="5082"/>
                    <a:pt x="6558" y="3083"/>
                  </a:cubicBezTo>
                  <a:cubicBezTo>
                    <a:pt x="8167" y="1104"/>
                    <a:pt x="9814" y="14"/>
                    <a:pt x="11197" y="14"/>
                  </a:cubicBezTo>
                  <a:cubicBezTo>
                    <a:pt x="11203" y="14"/>
                    <a:pt x="11210" y="14"/>
                    <a:pt x="11217" y="14"/>
                  </a:cubicBezTo>
                  <a:close/>
                  <a:moveTo>
                    <a:pt x="11197" y="0"/>
                  </a:moveTo>
                  <a:cubicBezTo>
                    <a:pt x="8350" y="0"/>
                    <a:pt x="4586" y="4565"/>
                    <a:pt x="2400" y="10894"/>
                  </a:cubicBezTo>
                  <a:cubicBezTo>
                    <a:pt x="1" y="17842"/>
                    <a:pt x="409" y="24284"/>
                    <a:pt x="3312" y="25286"/>
                  </a:cubicBezTo>
                  <a:cubicBezTo>
                    <a:pt x="3570" y="25374"/>
                    <a:pt x="3840" y="25417"/>
                    <a:pt x="4113" y="25417"/>
                  </a:cubicBezTo>
                  <a:cubicBezTo>
                    <a:pt x="6960" y="25417"/>
                    <a:pt x="10723" y="20855"/>
                    <a:pt x="12910" y="14524"/>
                  </a:cubicBezTo>
                  <a:cubicBezTo>
                    <a:pt x="15307" y="7578"/>
                    <a:pt x="14900" y="1136"/>
                    <a:pt x="11998" y="134"/>
                  </a:cubicBezTo>
                  <a:cubicBezTo>
                    <a:pt x="11739" y="44"/>
                    <a:pt x="11469" y="0"/>
                    <a:pt x="11197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0"/>
            <p:cNvSpPr/>
            <p:nvPr/>
          </p:nvSpPr>
          <p:spPr>
            <a:xfrm>
              <a:off x="4120125" y="3272825"/>
              <a:ext cx="418300" cy="747900"/>
            </a:xfrm>
            <a:custGeom>
              <a:avLst/>
              <a:gdLst/>
              <a:ahLst/>
              <a:cxnLst/>
              <a:rect l="l" t="t" r="r" b="b"/>
              <a:pathLst>
                <a:path w="16732" h="29916" fill="none" extrusionOk="0">
                  <a:moveTo>
                    <a:pt x="13326" y="591"/>
                  </a:moveTo>
                  <a:cubicBezTo>
                    <a:pt x="15041" y="1185"/>
                    <a:pt x="16166" y="3267"/>
                    <a:pt x="16447" y="6380"/>
                  </a:cubicBezTo>
                  <a:cubicBezTo>
                    <a:pt x="16731" y="9492"/>
                    <a:pt x="16152" y="13381"/>
                    <a:pt x="14836" y="17193"/>
                  </a:cubicBezTo>
                  <a:cubicBezTo>
                    <a:pt x="13520" y="21003"/>
                    <a:pt x="11578" y="24420"/>
                    <a:pt x="9433" y="26694"/>
                  </a:cubicBezTo>
                  <a:cubicBezTo>
                    <a:pt x="7290" y="28971"/>
                    <a:pt x="5122" y="29915"/>
                    <a:pt x="3404" y="29322"/>
                  </a:cubicBezTo>
                  <a:cubicBezTo>
                    <a:pt x="1689" y="28731"/>
                    <a:pt x="566" y="26648"/>
                    <a:pt x="282" y="23536"/>
                  </a:cubicBezTo>
                  <a:cubicBezTo>
                    <a:pt x="1" y="20423"/>
                    <a:pt x="580" y="16533"/>
                    <a:pt x="1896" y="12723"/>
                  </a:cubicBezTo>
                  <a:cubicBezTo>
                    <a:pt x="3210" y="8913"/>
                    <a:pt x="5154" y="5496"/>
                    <a:pt x="7297" y="3219"/>
                  </a:cubicBezTo>
                  <a:cubicBezTo>
                    <a:pt x="9442" y="945"/>
                    <a:pt x="11610" y="0"/>
                    <a:pt x="13326" y="591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0"/>
            <p:cNvSpPr/>
            <p:nvPr/>
          </p:nvSpPr>
          <p:spPr>
            <a:xfrm>
              <a:off x="4081975" y="3231825"/>
              <a:ext cx="608550" cy="622075"/>
            </a:xfrm>
            <a:custGeom>
              <a:avLst/>
              <a:gdLst/>
              <a:ahLst/>
              <a:cxnLst/>
              <a:rect l="l" t="t" r="r" b="b"/>
              <a:pathLst>
                <a:path w="24342" h="24883" extrusionOk="0">
                  <a:moveTo>
                    <a:pt x="20008" y="1"/>
                  </a:moveTo>
                  <a:lnTo>
                    <a:pt x="18283" y="1102"/>
                  </a:lnTo>
                  <a:lnTo>
                    <a:pt x="16073" y="2993"/>
                  </a:lnTo>
                  <a:lnTo>
                    <a:pt x="14593" y="4256"/>
                  </a:lnTo>
                  <a:lnTo>
                    <a:pt x="5669" y="11892"/>
                  </a:lnTo>
                  <a:lnTo>
                    <a:pt x="3709" y="13571"/>
                  </a:lnTo>
                  <a:lnTo>
                    <a:pt x="3709" y="13573"/>
                  </a:lnTo>
                  <a:lnTo>
                    <a:pt x="1527" y="15436"/>
                  </a:lnTo>
                  <a:lnTo>
                    <a:pt x="1527" y="15441"/>
                  </a:lnTo>
                  <a:cubicBezTo>
                    <a:pt x="508" y="18808"/>
                    <a:pt x="12" y="22059"/>
                    <a:pt x="0" y="24882"/>
                  </a:cubicBezTo>
                  <a:lnTo>
                    <a:pt x="1737" y="23395"/>
                  </a:lnTo>
                  <a:lnTo>
                    <a:pt x="2967" y="22345"/>
                  </a:lnTo>
                  <a:lnTo>
                    <a:pt x="8389" y="17706"/>
                  </a:lnTo>
                  <a:lnTo>
                    <a:pt x="8491" y="17618"/>
                  </a:lnTo>
                  <a:lnTo>
                    <a:pt x="9463" y="16789"/>
                  </a:lnTo>
                  <a:lnTo>
                    <a:pt x="9463" y="16787"/>
                  </a:lnTo>
                  <a:lnTo>
                    <a:pt x="11862" y="14734"/>
                  </a:lnTo>
                  <a:lnTo>
                    <a:pt x="16563" y="10717"/>
                  </a:lnTo>
                  <a:lnTo>
                    <a:pt x="18043" y="9449"/>
                  </a:lnTo>
                  <a:lnTo>
                    <a:pt x="19906" y="7856"/>
                  </a:lnTo>
                  <a:lnTo>
                    <a:pt x="24342" y="4420"/>
                  </a:lnTo>
                  <a:cubicBezTo>
                    <a:pt x="23266" y="2321"/>
                    <a:pt x="21829" y="832"/>
                    <a:pt x="20008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0"/>
            <p:cNvSpPr/>
            <p:nvPr/>
          </p:nvSpPr>
          <p:spPr>
            <a:xfrm>
              <a:off x="4084750" y="3382550"/>
              <a:ext cx="630250" cy="619525"/>
            </a:xfrm>
            <a:custGeom>
              <a:avLst/>
              <a:gdLst/>
              <a:ahLst/>
              <a:cxnLst/>
              <a:rect l="l" t="t" r="r" b="b"/>
              <a:pathLst>
                <a:path w="25210" h="24781" extrusionOk="0">
                  <a:moveTo>
                    <a:pt x="24769" y="1"/>
                  </a:moveTo>
                  <a:lnTo>
                    <a:pt x="19712" y="4305"/>
                  </a:lnTo>
                  <a:lnTo>
                    <a:pt x="17807" y="5937"/>
                  </a:lnTo>
                  <a:lnTo>
                    <a:pt x="16182" y="7327"/>
                  </a:lnTo>
                  <a:lnTo>
                    <a:pt x="10388" y="12282"/>
                  </a:lnTo>
                  <a:lnTo>
                    <a:pt x="9158" y="13335"/>
                  </a:lnTo>
                  <a:lnTo>
                    <a:pt x="8694" y="13734"/>
                  </a:lnTo>
                  <a:lnTo>
                    <a:pt x="8694" y="13739"/>
                  </a:lnTo>
                  <a:lnTo>
                    <a:pt x="8068" y="14270"/>
                  </a:lnTo>
                  <a:lnTo>
                    <a:pt x="2905" y="18687"/>
                  </a:lnTo>
                  <a:lnTo>
                    <a:pt x="1755" y="19671"/>
                  </a:lnTo>
                  <a:lnTo>
                    <a:pt x="0" y="21169"/>
                  </a:lnTo>
                  <a:cubicBezTo>
                    <a:pt x="143" y="22534"/>
                    <a:pt x="423" y="23755"/>
                    <a:pt x="834" y="24781"/>
                  </a:cubicBezTo>
                  <a:lnTo>
                    <a:pt x="2787" y="23111"/>
                  </a:lnTo>
                  <a:lnTo>
                    <a:pt x="3979" y="22093"/>
                  </a:lnTo>
                  <a:lnTo>
                    <a:pt x="14718" y="12903"/>
                  </a:lnTo>
                  <a:lnTo>
                    <a:pt x="14718" y="12901"/>
                  </a:lnTo>
                  <a:lnTo>
                    <a:pt x="16777" y="11144"/>
                  </a:lnTo>
                  <a:lnTo>
                    <a:pt x="18932" y="9299"/>
                  </a:lnTo>
                  <a:lnTo>
                    <a:pt x="25210" y="3365"/>
                  </a:lnTo>
                  <a:cubicBezTo>
                    <a:pt x="25157" y="2233"/>
                    <a:pt x="25009" y="1107"/>
                    <a:pt x="24769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7" name="Google Shape;517;p30"/>
          <p:cNvGrpSpPr/>
          <p:nvPr/>
        </p:nvGrpSpPr>
        <p:grpSpPr>
          <a:xfrm rot="-5521010">
            <a:off x="6430167" y="794384"/>
            <a:ext cx="536764" cy="385807"/>
            <a:chOff x="3958725" y="4285850"/>
            <a:chExt cx="926000" cy="665575"/>
          </a:xfrm>
        </p:grpSpPr>
        <p:sp>
          <p:nvSpPr>
            <p:cNvPr id="518" name="Google Shape;518;p30"/>
            <p:cNvSpPr/>
            <p:nvPr/>
          </p:nvSpPr>
          <p:spPr>
            <a:xfrm>
              <a:off x="3958725" y="4286250"/>
              <a:ext cx="926000" cy="665175"/>
            </a:xfrm>
            <a:custGeom>
              <a:avLst/>
              <a:gdLst/>
              <a:ahLst/>
              <a:cxnLst/>
              <a:rect l="l" t="t" r="r" b="b"/>
              <a:pathLst>
                <a:path w="37040" h="26607" extrusionOk="0">
                  <a:moveTo>
                    <a:pt x="32631" y="0"/>
                  </a:moveTo>
                  <a:cubicBezTo>
                    <a:pt x="32452" y="0"/>
                    <a:pt x="32270" y="51"/>
                    <a:pt x="32109" y="159"/>
                  </a:cubicBezTo>
                  <a:lnTo>
                    <a:pt x="626" y="19435"/>
                  </a:lnTo>
                  <a:cubicBezTo>
                    <a:pt x="149" y="19705"/>
                    <a:pt x="1" y="20324"/>
                    <a:pt x="306" y="20781"/>
                  </a:cubicBezTo>
                  <a:lnTo>
                    <a:pt x="3557" y="26142"/>
                  </a:lnTo>
                  <a:cubicBezTo>
                    <a:pt x="3746" y="26441"/>
                    <a:pt x="4071" y="26607"/>
                    <a:pt x="4403" y="26607"/>
                  </a:cubicBezTo>
                  <a:cubicBezTo>
                    <a:pt x="4576" y="26607"/>
                    <a:pt x="4751" y="26562"/>
                    <a:pt x="4910" y="26468"/>
                  </a:cubicBezTo>
                  <a:lnTo>
                    <a:pt x="36349" y="7169"/>
                  </a:lnTo>
                  <a:cubicBezTo>
                    <a:pt x="36870" y="6913"/>
                    <a:pt x="37039" y="6253"/>
                    <a:pt x="36704" y="5777"/>
                  </a:cubicBezTo>
                  <a:lnTo>
                    <a:pt x="33456" y="480"/>
                  </a:lnTo>
                  <a:cubicBezTo>
                    <a:pt x="33281" y="171"/>
                    <a:pt x="32960" y="0"/>
                    <a:pt x="32631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0"/>
            <p:cNvSpPr/>
            <p:nvPr/>
          </p:nvSpPr>
          <p:spPr>
            <a:xfrm>
              <a:off x="4691775" y="4285850"/>
              <a:ext cx="192950" cy="223000"/>
            </a:xfrm>
            <a:custGeom>
              <a:avLst/>
              <a:gdLst/>
              <a:ahLst/>
              <a:cxnLst/>
              <a:rect l="l" t="t" r="r" b="b"/>
              <a:pathLst>
                <a:path w="7718" h="8920" extrusionOk="0">
                  <a:moveTo>
                    <a:pt x="3300" y="1"/>
                  </a:moveTo>
                  <a:cubicBezTo>
                    <a:pt x="3131" y="1"/>
                    <a:pt x="2959" y="47"/>
                    <a:pt x="2804" y="143"/>
                  </a:cubicBezTo>
                  <a:lnTo>
                    <a:pt x="0" y="1872"/>
                  </a:lnTo>
                  <a:lnTo>
                    <a:pt x="4230" y="8919"/>
                  </a:lnTo>
                  <a:lnTo>
                    <a:pt x="7027" y="7185"/>
                  </a:lnTo>
                  <a:cubicBezTo>
                    <a:pt x="7548" y="6929"/>
                    <a:pt x="7717" y="6269"/>
                    <a:pt x="7382" y="5793"/>
                  </a:cubicBezTo>
                  <a:lnTo>
                    <a:pt x="4134" y="496"/>
                  </a:lnTo>
                  <a:cubicBezTo>
                    <a:pt x="3962" y="179"/>
                    <a:pt x="3636" y="1"/>
                    <a:pt x="330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0"/>
            <p:cNvSpPr/>
            <p:nvPr/>
          </p:nvSpPr>
          <p:spPr>
            <a:xfrm>
              <a:off x="4538575" y="4330500"/>
              <a:ext cx="263475" cy="270350"/>
            </a:xfrm>
            <a:custGeom>
              <a:avLst/>
              <a:gdLst/>
              <a:ahLst/>
              <a:cxnLst/>
              <a:rect l="l" t="t" r="r" b="b"/>
              <a:pathLst>
                <a:path w="10539" h="10814" extrusionOk="0">
                  <a:moveTo>
                    <a:pt x="6269" y="1"/>
                  </a:moveTo>
                  <a:lnTo>
                    <a:pt x="0" y="3841"/>
                  </a:lnTo>
                  <a:lnTo>
                    <a:pt x="4272" y="10814"/>
                  </a:lnTo>
                  <a:lnTo>
                    <a:pt x="10539" y="6972"/>
                  </a:lnTo>
                  <a:lnTo>
                    <a:pt x="6269" y="1"/>
                  </a:ln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0"/>
            <p:cNvSpPr/>
            <p:nvPr/>
          </p:nvSpPr>
          <p:spPr>
            <a:xfrm>
              <a:off x="4319625" y="4512575"/>
              <a:ext cx="85175" cy="283575"/>
            </a:xfrm>
            <a:custGeom>
              <a:avLst/>
              <a:gdLst/>
              <a:ahLst/>
              <a:cxnLst/>
              <a:rect l="l" t="t" r="r" b="b"/>
              <a:pathLst>
                <a:path w="3407" h="11343" extrusionOk="0">
                  <a:moveTo>
                    <a:pt x="3138" y="0"/>
                  </a:moveTo>
                  <a:lnTo>
                    <a:pt x="0" y="1919"/>
                  </a:lnTo>
                  <a:lnTo>
                    <a:pt x="162" y="7389"/>
                  </a:lnTo>
                  <a:lnTo>
                    <a:pt x="278" y="11342"/>
                  </a:lnTo>
                  <a:lnTo>
                    <a:pt x="3406" y="9419"/>
                  </a:lnTo>
                  <a:lnTo>
                    <a:pt x="3325" y="6339"/>
                  </a:lnTo>
                  <a:lnTo>
                    <a:pt x="3138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0"/>
            <p:cNvSpPr/>
            <p:nvPr/>
          </p:nvSpPr>
          <p:spPr>
            <a:xfrm>
              <a:off x="3978350" y="4721700"/>
              <a:ext cx="85125" cy="229075"/>
            </a:xfrm>
            <a:custGeom>
              <a:avLst/>
              <a:gdLst/>
              <a:ahLst/>
              <a:cxnLst/>
              <a:rect l="l" t="t" r="r" b="b"/>
              <a:pathLst>
                <a:path w="3405" h="9163" extrusionOk="0">
                  <a:moveTo>
                    <a:pt x="3139" y="1"/>
                  </a:moveTo>
                  <a:lnTo>
                    <a:pt x="1" y="1920"/>
                  </a:lnTo>
                  <a:lnTo>
                    <a:pt x="72" y="4326"/>
                  </a:lnTo>
                  <a:lnTo>
                    <a:pt x="2762" y="8720"/>
                  </a:lnTo>
                  <a:cubicBezTo>
                    <a:pt x="2903" y="8953"/>
                    <a:pt x="3136" y="9114"/>
                    <a:pt x="3404" y="9163"/>
                  </a:cubicBezTo>
                  <a:lnTo>
                    <a:pt x="3323" y="6325"/>
                  </a:lnTo>
                  <a:lnTo>
                    <a:pt x="3139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0"/>
            <p:cNvSpPr/>
            <p:nvPr/>
          </p:nvSpPr>
          <p:spPr>
            <a:xfrm>
              <a:off x="4427750" y="4408782"/>
              <a:ext cx="147850" cy="321900"/>
            </a:xfrm>
            <a:custGeom>
              <a:avLst/>
              <a:gdLst/>
              <a:ahLst/>
              <a:cxnLst/>
              <a:rect l="l" t="t" r="r" b="b"/>
              <a:pathLst>
                <a:path w="5914" h="12876" extrusionOk="0">
                  <a:moveTo>
                    <a:pt x="5639" y="0"/>
                  </a:moveTo>
                  <a:lnTo>
                    <a:pt x="0" y="3457"/>
                  </a:lnTo>
                  <a:lnTo>
                    <a:pt x="69" y="6052"/>
                  </a:lnTo>
                  <a:lnTo>
                    <a:pt x="259" y="12571"/>
                  </a:lnTo>
                  <a:lnTo>
                    <a:pt x="270" y="12875"/>
                  </a:lnTo>
                  <a:lnTo>
                    <a:pt x="5913" y="9412"/>
                  </a:lnTo>
                  <a:lnTo>
                    <a:pt x="5909" y="9377"/>
                  </a:lnTo>
                  <a:lnTo>
                    <a:pt x="5722" y="2838"/>
                  </a:lnTo>
                  <a:lnTo>
                    <a:pt x="5639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4" name="Google Shape;524;p30"/>
          <p:cNvGrpSpPr/>
          <p:nvPr/>
        </p:nvGrpSpPr>
        <p:grpSpPr>
          <a:xfrm flipH="1">
            <a:off x="1296095" y="1965338"/>
            <a:ext cx="530166" cy="502936"/>
            <a:chOff x="1717700" y="2254700"/>
            <a:chExt cx="781725" cy="741575"/>
          </a:xfrm>
        </p:grpSpPr>
        <p:sp>
          <p:nvSpPr>
            <p:cNvPr id="525" name="Google Shape;525;p30"/>
            <p:cNvSpPr/>
            <p:nvPr/>
          </p:nvSpPr>
          <p:spPr>
            <a:xfrm>
              <a:off x="1748125" y="2300200"/>
              <a:ext cx="717650" cy="650525"/>
            </a:xfrm>
            <a:custGeom>
              <a:avLst/>
              <a:gdLst/>
              <a:ahLst/>
              <a:cxnLst/>
              <a:rect l="l" t="t" r="r" b="b"/>
              <a:pathLst>
                <a:path w="28706" h="26021" extrusionOk="0">
                  <a:moveTo>
                    <a:pt x="15025" y="0"/>
                  </a:moveTo>
                  <a:cubicBezTo>
                    <a:pt x="11160" y="0"/>
                    <a:pt x="7313" y="1600"/>
                    <a:pt x="4560" y="4734"/>
                  </a:cubicBezTo>
                  <a:cubicBezTo>
                    <a:pt x="162" y="9743"/>
                    <a:pt x="0" y="17021"/>
                    <a:pt x="3801" y="22174"/>
                  </a:cubicBezTo>
                  <a:cubicBezTo>
                    <a:pt x="4341" y="22872"/>
                    <a:pt x="4946" y="23518"/>
                    <a:pt x="5609" y="24102"/>
                  </a:cubicBezTo>
                  <a:cubicBezTo>
                    <a:pt x="5932" y="24386"/>
                    <a:pt x="6264" y="24652"/>
                    <a:pt x="6604" y="24901"/>
                  </a:cubicBezTo>
                  <a:cubicBezTo>
                    <a:pt x="6953" y="25155"/>
                    <a:pt x="7201" y="25230"/>
                    <a:pt x="7416" y="25230"/>
                  </a:cubicBezTo>
                  <a:cubicBezTo>
                    <a:pt x="7729" y="25230"/>
                    <a:pt x="7975" y="25072"/>
                    <a:pt x="8368" y="25072"/>
                  </a:cubicBezTo>
                  <a:cubicBezTo>
                    <a:pt x="8543" y="25072"/>
                    <a:pt x="8748" y="25103"/>
                    <a:pt x="9001" y="25194"/>
                  </a:cubicBezTo>
                  <a:cubicBezTo>
                    <a:pt x="9444" y="25354"/>
                    <a:pt x="9896" y="25492"/>
                    <a:pt x="10354" y="25608"/>
                  </a:cubicBezTo>
                  <a:cubicBezTo>
                    <a:pt x="11030" y="25776"/>
                    <a:pt x="11721" y="25894"/>
                    <a:pt x="12416" y="25959"/>
                  </a:cubicBezTo>
                  <a:cubicBezTo>
                    <a:pt x="12854" y="26000"/>
                    <a:pt x="13293" y="26021"/>
                    <a:pt x="13732" y="26021"/>
                  </a:cubicBezTo>
                  <a:cubicBezTo>
                    <a:pt x="17598" y="26021"/>
                    <a:pt x="21444" y="24419"/>
                    <a:pt x="24196" y="21288"/>
                  </a:cubicBezTo>
                  <a:cubicBezTo>
                    <a:pt x="28262" y="16658"/>
                    <a:pt x="28705" y="10089"/>
                    <a:pt x="25745" y="5051"/>
                  </a:cubicBezTo>
                  <a:cubicBezTo>
                    <a:pt x="25277" y="4480"/>
                    <a:pt x="24762" y="3949"/>
                    <a:pt x="24205" y="3465"/>
                  </a:cubicBezTo>
                  <a:cubicBezTo>
                    <a:pt x="23674" y="2996"/>
                    <a:pt x="23106" y="2569"/>
                    <a:pt x="22508" y="2185"/>
                  </a:cubicBezTo>
                  <a:cubicBezTo>
                    <a:pt x="21922" y="1809"/>
                    <a:pt x="21305" y="1479"/>
                    <a:pt x="20668" y="1195"/>
                  </a:cubicBezTo>
                  <a:cubicBezTo>
                    <a:pt x="20236" y="1003"/>
                    <a:pt x="19795" y="835"/>
                    <a:pt x="19347" y="687"/>
                  </a:cubicBezTo>
                  <a:cubicBezTo>
                    <a:pt x="18100" y="280"/>
                    <a:pt x="16803" y="52"/>
                    <a:pt x="15491" y="8"/>
                  </a:cubicBezTo>
                  <a:cubicBezTo>
                    <a:pt x="15336" y="3"/>
                    <a:pt x="15180" y="0"/>
                    <a:pt x="15025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0"/>
            <p:cNvSpPr/>
            <p:nvPr/>
          </p:nvSpPr>
          <p:spPr>
            <a:xfrm>
              <a:off x="1755500" y="2300325"/>
              <a:ext cx="740400" cy="695775"/>
            </a:xfrm>
            <a:custGeom>
              <a:avLst/>
              <a:gdLst/>
              <a:ahLst/>
              <a:cxnLst/>
              <a:rect l="l" t="t" r="r" b="b"/>
              <a:pathLst>
                <a:path w="29616" h="27831" extrusionOk="0">
                  <a:moveTo>
                    <a:pt x="14709" y="1"/>
                  </a:moveTo>
                  <a:cubicBezTo>
                    <a:pt x="10711" y="1"/>
                    <a:pt x="6906" y="1725"/>
                    <a:pt x="4270" y="4732"/>
                  </a:cubicBezTo>
                  <a:cubicBezTo>
                    <a:pt x="1084" y="8350"/>
                    <a:pt x="1" y="13360"/>
                    <a:pt x="1409" y="17972"/>
                  </a:cubicBezTo>
                  <a:cubicBezTo>
                    <a:pt x="2162" y="20449"/>
                    <a:pt x="3591" y="22666"/>
                    <a:pt x="5538" y="24372"/>
                  </a:cubicBezTo>
                  <a:cubicBezTo>
                    <a:pt x="5852" y="24649"/>
                    <a:pt x="6186" y="24919"/>
                    <a:pt x="6533" y="25169"/>
                  </a:cubicBezTo>
                  <a:cubicBezTo>
                    <a:pt x="7590" y="25942"/>
                    <a:pt x="8754" y="26561"/>
                    <a:pt x="9987" y="27009"/>
                  </a:cubicBezTo>
                  <a:cubicBezTo>
                    <a:pt x="10428" y="27166"/>
                    <a:pt x="10883" y="27304"/>
                    <a:pt x="11340" y="27418"/>
                  </a:cubicBezTo>
                  <a:cubicBezTo>
                    <a:pt x="12017" y="27586"/>
                    <a:pt x="12707" y="27704"/>
                    <a:pt x="13402" y="27769"/>
                  </a:cubicBezTo>
                  <a:cubicBezTo>
                    <a:pt x="13838" y="27810"/>
                    <a:pt x="14282" y="27831"/>
                    <a:pt x="14720" y="27831"/>
                  </a:cubicBezTo>
                  <a:cubicBezTo>
                    <a:pt x="14724" y="27831"/>
                    <a:pt x="14728" y="27831"/>
                    <a:pt x="14732" y="27831"/>
                  </a:cubicBezTo>
                  <a:cubicBezTo>
                    <a:pt x="20119" y="27831"/>
                    <a:pt x="25025" y="24719"/>
                    <a:pt x="27318" y="19844"/>
                  </a:cubicBezTo>
                  <a:cubicBezTo>
                    <a:pt x="29616" y="14965"/>
                    <a:pt x="28886" y="9200"/>
                    <a:pt x="25446" y="5048"/>
                  </a:cubicBezTo>
                  <a:cubicBezTo>
                    <a:pt x="24977" y="4478"/>
                    <a:pt x="24462" y="3947"/>
                    <a:pt x="23908" y="3462"/>
                  </a:cubicBezTo>
                  <a:cubicBezTo>
                    <a:pt x="23374" y="2993"/>
                    <a:pt x="22806" y="2566"/>
                    <a:pt x="22211" y="2185"/>
                  </a:cubicBezTo>
                  <a:cubicBezTo>
                    <a:pt x="21622" y="1809"/>
                    <a:pt x="21008" y="1476"/>
                    <a:pt x="20370" y="1194"/>
                  </a:cubicBezTo>
                  <a:cubicBezTo>
                    <a:pt x="19925" y="998"/>
                    <a:pt x="19484" y="827"/>
                    <a:pt x="19050" y="686"/>
                  </a:cubicBezTo>
                  <a:cubicBezTo>
                    <a:pt x="17803" y="280"/>
                    <a:pt x="16505" y="51"/>
                    <a:pt x="15196" y="10"/>
                  </a:cubicBezTo>
                  <a:cubicBezTo>
                    <a:pt x="15041" y="3"/>
                    <a:pt x="14882" y="1"/>
                    <a:pt x="14725" y="1"/>
                  </a:cubicBezTo>
                  <a:cubicBezTo>
                    <a:pt x="14720" y="1"/>
                    <a:pt x="14714" y="1"/>
                    <a:pt x="14709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0"/>
            <p:cNvSpPr/>
            <p:nvPr/>
          </p:nvSpPr>
          <p:spPr>
            <a:xfrm>
              <a:off x="1748125" y="2300150"/>
              <a:ext cx="751300" cy="696125"/>
            </a:xfrm>
            <a:custGeom>
              <a:avLst/>
              <a:gdLst/>
              <a:ahLst/>
              <a:cxnLst/>
              <a:rect l="l" t="t" r="r" b="b"/>
              <a:pathLst>
                <a:path w="30052" h="27845" extrusionOk="0">
                  <a:moveTo>
                    <a:pt x="15005" y="15"/>
                  </a:moveTo>
                  <a:cubicBezTo>
                    <a:pt x="15010" y="15"/>
                    <a:pt x="15015" y="15"/>
                    <a:pt x="15020" y="15"/>
                  </a:cubicBezTo>
                  <a:cubicBezTo>
                    <a:pt x="15177" y="15"/>
                    <a:pt x="15334" y="17"/>
                    <a:pt x="15491" y="21"/>
                  </a:cubicBezTo>
                  <a:cubicBezTo>
                    <a:pt x="16800" y="65"/>
                    <a:pt x="18098" y="294"/>
                    <a:pt x="19342" y="700"/>
                  </a:cubicBezTo>
                  <a:cubicBezTo>
                    <a:pt x="19774" y="841"/>
                    <a:pt x="20218" y="1012"/>
                    <a:pt x="20663" y="1208"/>
                  </a:cubicBezTo>
                  <a:cubicBezTo>
                    <a:pt x="21300" y="1490"/>
                    <a:pt x="21915" y="1820"/>
                    <a:pt x="22503" y="2197"/>
                  </a:cubicBezTo>
                  <a:cubicBezTo>
                    <a:pt x="23099" y="2580"/>
                    <a:pt x="23667" y="3007"/>
                    <a:pt x="24198" y="3476"/>
                  </a:cubicBezTo>
                  <a:cubicBezTo>
                    <a:pt x="24752" y="3961"/>
                    <a:pt x="25267" y="4489"/>
                    <a:pt x="25736" y="5060"/>
                  </a:cubicBezTo>
                  <a:cubicBezTo>
                    <a:pt x="26789" y="6327"/>
                    <a:pt x="27606" y="7773"/>
                    <a:pt x="28147" y="9329"/>
                  </a:cubicBezTo>
                  <a:cubicBezTo>
                    <a:pt x="29638" y="13584"/>
                    <a:pt x="28973" y="18297"/>
                    <a:pt x="26364" y="21975"/>
                  </a:cubicBezTo>
                  <a:cubicBezTo>
                    <a:pt x="23756" y="25652"/>
                    <a:pt x="19529" y="27833"/>
                    <a:pt x="15023" y="27833"/>
                  </a:cubicBezTo>
                  <a:cubicBezTo>
                    <a:pt x="15020" y="27833"/>
                    <a:pt x="15018" y="27833"/>
                    <a:pt x="15015" y="27833"/>
                  </a:cubicBezTo>
                  <a:cubicBezTo>
                    <a:pt x="14577" y="27833"/>
                    <a:pt x="14133" y="27812"/>
                    <a:pt x="13697" y="27771"/>
                  </a:cubicBezTo>
                  <a:cubicBezTo>
                    <a:pt x="13002" y="27706"/>
                    <a:pt x="12312" y="27589"/>
                    <a:pt x="11635" y="27420"/>
                  </a:cubicBezTo>
                  <a:cubicBezTo>
                    <a:pt x="11180" y="27307"/>
                    <a:pt x="10725" y="27168"/>
                    <a:pt x="10282" y="27011"/>
                  </a:cubicBezTo>
                  <a:cubicBezTo>
                    <a:pt x="9051" y="26563"/>
                    <a:pt x="7888" y="25945"/>
                    <a:pt x="6830" y="25173"/>
                  </a:cubicBezTo>
                  <a:cubicBezTo>
                    <a:pt x="6486" y="24922"/>
                    <a:pt x="6151" y="24654"/>
                    <a:pt x="5835" y="24374"/>
                  </a:cubicBezTo>
                  <a:cubicBezTo>
                    <a:pt x="3888" y="22670"/>
                    <a:pt x="2459" y="20454"/>
                    <a:pt x="1706" y="17979"/>
                  </a:cubicBezTo>
                  <a:cubicBezTo>
                    <a:pt x="420" y="13760"/>
                    <a:pt x="1210" y="9184"/>
                    <a:pt x="3835" y="5642"/>
                  </a:cubicBezTo>
                  <a:cubicBezTo>
                    <a:pt x="6458" y="2103"/>
                    <a:pt x="10601" y="15"/>
                    <a:pt x="15005" y="15"/>
                  </a:cubicBezTo>
                  <a:close/>
                  <a:moveTo>
                    <a:pt x="15020" y="1"/>
                  </a:moveTo>
                  <a:lnTo>
                    <a:pt x="15020" y="3"/>
                  </a:lnTo>
                  <a:cubicBezTo>
                    <a:pt x="11155" y="3"/>
                    <a:pt x="7310" y="1603"/>
                    <a:pt x="4560" y="4736"/>
                  </a:cubicBezTo>
                  <a:cubicBezTo>
                    <a:pt x="159" y="9745"/>
                    <a:pt x="0" y="17023"/>
                    <a:pt x="3801" y="22176"/>
                  </a:cubicBezTo>
                  <a:cubicBezTo>
                    <a:pt x="4394" y="22984"/>
                    <a:pt x="5073" y="23723"/>
                    <a:pt x="5828" y="24384"/>
                  </a:cubicBezTo>
                  <a:cubicBezTo>
                    <a:pt x="6149" y="24668"/>
                    <a:pt x="6484" y="24933"/>
                    <a:pt x="6823" y="25180"/>
                  </a:cubicBezTo>
                  <a:cubicBezTo>
                    <a:pt x="7883" y="25954"/>
                    <a:pt x="9047" y="26575"/>
                    <a:pt x="10280" y="27021"/>
                  </a:cubicBezTo>
                  <a:cubicBezTo>
                    <a:pt x="10725" y="27180"/>
                    <a:pt x="11178" y="27318"/>
                    <a:pt x="11633" y="27432"/>
                  </a:cubicBezTo>
                  <a:cubicBezTo>
                    <a:pt x="12312" y="27600"/>
                    <a:pt x="13000" y="27718"/>
                    <a:pt x="13697" y="27782"/>
                  </a:cubicBezTo>
                  <a:cubicBezTo>
                    <a:pt x="14136" y="27824"/>
                    <a:pt x="14574" y="27845"/>
                    <a:pt x="15015" y="27845"/>
                  </a:cubicBezTo>
                  <a:cubicBezTo>
                    <a:pt x="18881" y="27845"/>
                    <a:pt x="22725" y="26245"/>
                    <a:pt x="25475" y="23111"/>
                  </a:cubicBezTo>
                  <a:cubicBezTo>
                    <a:pt x="30051" y="17900"/>
                    <a:pt x="30035" y="10227"/>
                    <a:pt x="25745" y="5050"/>
                  </a:cubicBezTo>
                  <a:cubicBezTo>
                    <a:pt x="25277" y="4482"/>
                    <a:pt x="24762" y="3951"/>
                    <a:pt x="24205" y="3464"/>
                  </a:cubicBezTo>
                  <a:cubicBezTo>
                    <a:pt x="23672" y="2995"/>
                    <a:pt x="23106" y="2568"/>
                    <a:pt x="22508" y="2185"/>
                  </a:cubicBezTo>
                  <a:cubicBezTo>
                    <a:pt x="21922" y="1809"/>
                    <a:pt x="21305" y="1478"/>
                    <a:pt x="20668" y="1197"/>
                  </a:cubicBezTo>
                  <a:cubicBezTo>
                    <a:pt x="20236" y="1005"/>
                    <a:pt x="19795" y="834"/>
                    <a:pt x="19347" y="689"/>
                  </a:cubicBezTo>
                  <a:cubicBezTo>
                    <a:pt x="18100" y="280"/>
                    <a:pt x="16803" y="52"/>
                    <a:pt x="15491" y="10"/>
                  </a:cubicBezTo>
                  <a:cubicBezTo>
                    <a:pt x="15334" y="5"/>
                    <a:pt x="15177" y="1"/>
                    <a:pt x="1502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0"/>
            <p:cNvSpPr/>
            <p:nvPr/>
          </p:nvSpPr>
          <p:spPr>
            <a:xfrm>
              <a:off x="1828875" y="2353550"/>
              <a:ext cx="589400" cy="589400"/>
            </a:xfrm>
            <a:custGeom>
              <a:avLst/>
              <a:gdLst/>
              <a:ahLst/>
              <a:cxnLst/>
              <a:rect l="l" t="t" r="r" b="b"/>
              <a:pathLst>
                <a:path w="23576" h="23576" fill="none" extrusionOk="0">
                  <a:moveTo>
                    <a:pt x="20123" y="3452"/>
                  </a:moveTo>
                  <a:cubicBezTo>
                    <a:pt x="22333" y="5662"/>
                    <a:pt x="23575" y="8662"/>
                    <a:pt x="23575" y="11788"/>
                  </a:cubicBezTo>
                  <a:cubicBezTo>
                    <a:pt x="23575" y="14914"/>
                    <a:pt x="22333" y="17911"/>
                    <a:pt x="20123" y="20121"/>
                  </a:cubicBezTo>
                  <a:cubicBezTo>
                    <a:pt x="17911" y="22333"/>
                    <a:pt x="14914" y="23575"/>
                    <a:pt x="11788" y="23575"/>
                  </a:cubicBezTo>
                  <a:cubicBezTo>
                    <a:pt x="8661" y="23575"/>
                    <a:pt x="5664" y="22333"/>
                    <a:pt x="3452" y="20121"/>
                  </a:cubicBezTo>
                  <a:cubicBezTo>
                    <a:pt x="1243" y="17911"/>
                    <a:pt x="0" y="14914"/>
                    <a:pt x="0" y="11788"/>
                  </a:cubicBezTo>
                  <a:cubicBezTo>
                    <a:pt x="0" y="8662"/>
                    <a:pt x="1243" y="5662"/>
                    <a:pt x="3452" y="3452"/>
                  </a:cubicBezTo>
                  <a:cubicBezTo>
                    <a:pt x="5664" y="1243"/>
                    <a:pt x="8661" y="1"/>
                    <a:pt x="11788" y="1"/>
                  </a:cubicBezTo>
                  <a:cubicBezTo>
                    <a:pt x="14914" y="1"/>
                    <a:pt x="17911" y="1243"/>
                    <a:pt x="20123" y="3452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0"/>
            <p:cNvSpPr/>
            <p:nvPr/>
          </p:nvSpPr>
          <p:spPr>
            <a:xfrm>
              <a:off x="1854800" y="2392075"/>
              <a:ext cx="553825" cy="513575"/>
            </a:xfrm>
            <a:custGeom>
              <a:avLst/>
              <a:gdLst/>
              <a:ahLst/>
              <a:cxnLst/>
              <a:rect l="l" t="t" r="r" b="b"/>
              <a:pathLst>
                <a:path w="22153" h="20543" extrusionOk="0">
                  <a:moveTo>
                    <a:pt x="10769" y="1"/>
                  </a:moveTo>
                  <a:cubicBezTo>
                    <a:pt x="10066" y="1"/>
                    <a:pt x="9353" y="73"/>
                    <a:pt x="8640" y="224"/>
                  </a:cubicBezTo>
                  <a:cubicBezTo>
                    <a:pt x="3496" y="1311"/>
                    <a:pt x="0" y="6102"/>
                    <a:pt x="543" y="11330"/>
                  </a:cubicBezTo>
                  <a:cubicBezTo>
                    <a:pt x="1083" y="16560"/>
                    <a:pt x="5489" y="20536"/>
                    <a:pt x="10746" y="20543"/>
                  </a:cubicBezTo>
                  <a:cubicBezTo>
                    <a:pt x="10752" y="20543"/>
                    <a:pt x="10757" y="20543"/>
                    <a:pt x="10763" y="20543"/>
                  </a:cubicBezTo>
                  <a:cubicBezTo>
                    <a:pt x="12195" y="20543"/>
                    <a:pt x="13614" y="20243"/>
                    <a:pt x="14925" y="19661"/>
                  </a:cubicBezTo>
                  <a:cubicBezTo>
                    <a:pt x="19733" y="17529"/>
                    <a:pt x="22152" y="12113"/>
                    <a:pt x="20536" y="7111"/>
                  </a:cubicBezTo>
                  <a:cubicBezTo>
                    <a:pt x="19144" y="2803"/>
                    <a:pt x="15140" y="1"/>
                    <a:pt x="10769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0"/>
            <p:cNvSpPr/>
            <p:nvPr/>
          </p:nvSpPr>
          <p:spPr>
            <a:xfrm>
              <a:off x="1836200" y="2390675"/>
              <a:ext cx="574725" cy="515125"/>
            </a:xfrm>
            <a:custGeom>
              <a:avLst/>
              <a:gdLst/>
              <a:ahLst/>
              <a:cxnLst/>
              <a:rect l="l" t="t" r="r" b="b"/>
              <a:pathLst>
                <a:path w="22989" h="20605" extrusionOk="0">
                  <a:moveTo>
                    <a:pt x="9338" y="226"/>
                  </a:moveTo>
                  <a:cubicBezTo>
                    <a:pt x="4666" y="1196"/>
                    <a:pt x="1150" y="5334"/>
                    <a:pt x="1148" y="10298"/>
                  </a:cubicBezTo>
                  <a:cubicBezTo>
                    <a:pt x="1146" y="15415"/>
                    <a:pt x="4876" y="19657"/>
                    <a:pt x="9761" y="20458"/>
                  </a:cubicBezTo>
                  <a:lnTo>
                    <a:pt x="9761" y="20458"/>
                  </a:lnTo>
                  <a:cubicBezTo>
                    <a:pt x="7896" y="20140"/>
                    <a:pt x="6139" y="19311"/>
                    <a:pt x="4695" y="18043"/>
                  </a:cubicBezTo>
                  <a:cubicBezTo>
                    <a:pt x="421" y="14286"/>
                    <a:pt x="1" y="7777"/>
                    <a:pt x="3755" y="3503"/>
                  </a:cubicBezTo>
                  <a:cubicBezTo>
                    <a:pt x="5228" y="1823"/>
                    <a:pt x="7191" y="684"/>
                    <a:pt x="9338" y="226"/>
                  </a:cubicBezTo>
                  <a:close/>
                  <a:moveTo>
                    <a:pt x="11483" y="0"/>
                  </a:moveTo>
                  <a:cubicBezTo>
                    <a:pt x="10756" y="0"/>
                    <a:pt x="10038" y="77"/>
                    <a:pt x="9338" y="226"/>
                  </a:cubicBezTo>
                  <a:lnTo>
                    <a:pt x="9338" y="226"/>
                  </a:lnTo>
                  <a:cubicBezTo>
                    <a:pt x="10017" y="86"/>
                    <a:pt x="10720" y="12"/>
                    <a:pt x="11440" y="12"/>
                  </a:cubicBezTo>
                  <a:cubicBezTo>
                    <a:pt x="11460" y="12"/>
                    <a:pt x="11479" y="12"/>
                    <a:pt x="11499" y="12"/>
                  </a:cubicBezTo>
                  <a:cubicBezTo>
                    <a:pt x="11501" y="12"/>
                    <a:pt x="11502" y="12"/>
                    <a:pt x="11504" y="12"/>
                  </a:cubicBezTo>
                  <a:cubicBezTo>
                    <a:pt x="16773" y="12"/>
                    <a:pt x="21193" y="3994"/>
                    <a:pt x="21740" y="9236"/>
                  </a:cubicBezTo>
                  <a:cubicBezTo>
                    <a:pt x="22285" y="14480"/>
                    <a:pt x="18780" y="19290"/>
                    <a:pt x="13619" y="20372"/>
                  </a:cubicBezTo>
                  <a:cubicBezTo>
                    <a:pt x="12919" y="20520"/>
                    <a:pt x="12206" y="20594"/>
                    <a:pt x="11490" y="20594"/>
                  </a:cubicBezTo>
                  <a:cubicBezTo>
                    <a:pt x="11473" y="20594"/>
                    <a:pt x="11456" y="20594"/>
                    <a:pt x="11439" y="20594"/>
                  </a:cubicBezTo>
                  <a:cubicBezTo>
                    <a:pt x="10868" y="20594"/>
                    <a:pt x="10307" y="20548"/>
                    <a:pt x="9761" y="20458"/>
                  </a:cubicBezTo>
                  <a:lnTo>
                    <a:pt x="9761" y="20458"/>
                  </a:lnTo>
                  <a:cubicBezTo>
                    <a:pt x="10329" y="20555"/>
                    <a:pt x="10907" y="20604"/>
                    <a:pt x="11490" y="20604"/>
                  </a:cubicBezTo>
                  <a:cubicBezTo>
                    <a:pt x="11713" y="20604"/>
                    <a:pt x="11936" y="20597"/>
                    <a:pt x="12160" y="20583"/>
                  </a:cubicBezTo>
                  <a:cubicBezTo>
                    <a:pt x="14887" y="20407"/>
                    <a:pt x="17431" y="19156"/>
                    <a:pt x="19234" y="17103"/>
                  </a:cubicBezTo>
                  <a:cubicBezTo>
                    <a:pt x="22989" y="12829"/>
                    <a:pt x="22569" y="6320"/>
                    <a:pt x="18295" y="2563"/>
                  </a:cubicBezTo>
                  <a:cubicBezTo>
                    <a:pt x="16420" y="912"/>
                    <a:pt x="14006" y="0"/>
                    <a:pt x="11509" y="0"/>
                  </a:cubicBezTo>
                  <a:cubicBezTo>
                    <a:pt x="11506" y="0"/>
                    <a:pt x="11503" y="0"/>
                    <a:pt x="11499" y="0"/>
                  </a:cubicBezTo>
                  <a:cubicBezTo>
                    <a:pt x="11494" y="0"/>
                    <a:pt x="11489" y="0"/>
                    <a:pt x="1148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0"/>
            <p:cNvSpPr/>
            <p:nvPr/>
          </p:nvSpPr>
          <p:spPr>
            <a:xfrm>
              <a:off x="1918750" y="2300450"/>
              <a:ext cx="313075" cy="675175"/>
            </a:xfrm>
            <a:custGeom>
              <a:avLst/>
              <a:gdLst/>
              <a:ahLst/>
              <a:cxnLst/>
              <a:rect l="l" t="t" r="r" b="b"/>
              <a:pathLst>
                <a:path w="12523" h="27007" extrusionOk="0">
                  <a:moveTo>
                    <a:pt x="8666" y="0"/>
                  </a:moveTo>
                  <a:lnTo>
                    <a:pt x="0" y="25168"/>
                  </a:lnTo>
                  <a:cubicBezTo>
                    <a:pt x="1058" y="25942"/>
                    <a:pt x="2222" y="26561"/>
                    <a:pt x="3455" y="27006"/>
                  </a:cubicBezTo>
                  <a:lnTo>
                    <a:pt x="12522" y="677"/>
                  </a:lnTo>
                  <a:cubicBezTo>
                    <a:pt x="11275" y="270"/>
                    <a:pt x="9978" y="42"/>
                    <a:pt x="8666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0"/>
            <p:cNvSpPr/>
            <p:nvPr/>
          </p:nvSpPr>
          <p:spPr>
            <a:xfrm>
              <a:off x="2039000" y="2330125"/>
              <a:ext cx="271850" cy="664550"/>
            </a:xfrm>
            <a:custGeom>
              <a:avLst/>
              <a:gdLst/>
              <a:ahLst/>
              <a:cxnLst/>
              <a:rect l="l" t="t" r="r" b="b"/>
              <a:pathLst>
                <a:path w="10874" h="26582" extrusionOk="0">
                  <a:moveTo>
                    <a:pt x="9033" y="0"/>
                  </a:moveTo>
                  <a:lnTo>
                    <a:pt x="0" y="26233"/>
                  </a:lnTo>
                  <a:cubicBezTo>
                    <a:pt x="677" y="26401"/>
                    <a:pt x="1365" y="26517"/>
                    <a:pt x="2060" y="26581"/>
                  </a:cubicBezTo>
                  <a:lnTo>
                    <a:pt x="10873" y="988"/>
                  </a:lnTo>
                  <a:cubicBezTo>
                    <a:pt x="10287" y="612"/>
                    <a:pt x="9670" y="282"/>
                    <a:pt x="9033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0"/>
            <p:cNvSpPr/>
            <p:nvPr/>
          </p:nvSpPr>
          <p:spPr>
            <a:xfrm>
              <a:off x="1717700" y="2254700"/>
              <a:ext cx="674075" cy="599875"/>
            </a:xfrm>
            <a:custGeom>
              <a:avLst/>
              <a:gdLst/>
              <a:ahLst/>
              <a:cxnLst/>
              <a:rect l="l" t="t" r="r" b="b"/>
              <a:pathLst>
                <a:path w="26963" h="23995" extrusionOk="0">
                  <a:moveTo>
                    <a:pt x="14948" y="0"/>
                  </a:moveTo>
                  <a:cubicBezTo>
                    <a:pt x="11086" y="0"/>
                    <a:pt x="7245" y="1602"/>
                    <a:pt x="4498" y="4730"/>
                  </a:cubicBezTo>
                  <a:cubicBezTo>
                    <a:pt x="0" y="9849"/>
                    <a:pt x="767" y="18552"/>
                    <a:pt x="5018" y="23994"/>
                  </a:cubicBezTo>
                  <a:cubicBezTo>
                    <a:pt x="1219" y="18841"/>
                    <a:pt x="1379" y="11563"/>
                    <a:pt x="5777" y="6554"/>
                  </a:cubicBezTo>
                  <a:cubicBezTo>
                    <a:pt x="8530" y="3420"/>
                    <a:pt x="12377" y="1820"/>
                    <a:pt x="16242" y="1820"/>
                  </a:cubicBezTo>
                  <a:cubicBezTo>
                    <a:pt x="16397" y="1820"/>
                    <a:pt x="16553" y="1823"/>
                    <a:pt x="16708" y="1828"/>
                  </a:cubicBezTo>
                  <a:cubicBezTo>
                    <a:pt x="18020" y="1872"/>
                    <a:pt x="19317" y="2100"/>
                    <a:pt x="20564" y="2507"/>
                  </a:cubicBezTo>
                  <a:cubicBezTo>
                    <a:pt x="21012" y="2655"/>
                    <a:pt x="21453" y="2823"/>
                    <a:pt x="21885" y="3015"/>
                  </a:cubicBezTo>
                  <a:cubicBezTo>
                    <a:pt x="22522" y="3299"/>
                    <a:pt x="23139" y="3629"/>
                    <a:pt x="23725" y="4005"/>
                  </a:cubicBezTo>
                  <a:cubicBezTo>
                    <a:pt x="24323" y="4389"/>
                    <a:pt x="24891" y="4816"/>
                    <a:pt x="25422" y="5285"/>
                  </a:cubicBezTo>
                  <a:cubicBezTo>
                    <a:pt x="25979" y="5769"/>
                    <a:pt x="26494" y="6300"/>
                    <a:pt x="26962" y="6871"/>
                  </a:cubicBezTo>
                  <a:cubicBezTo>
                    <a:pt x="26210" y="5592"/>
                    <a:pt x="25258" y="4439"/>
                    <a:pt x="24143" y="3463"/>
                  </a:cubicBezTo>
                  <a:cubicBezTo>
                    <a:pt x="23610" y="2994"/>
                    <a:pt x="23042" y="2567"/>
                    <a:pt x="22446" y="2184"/>
                  </a:cubicBezTo>
                  <a:cubicBezTo>
                    <a:pt x="21857" y="1807"/>
                    <a:pt x="21243" y="1477"/>
                    <a:pt x="20603" y="1193"/>
                  </a:cubicBezTo>
                  <a:cubicBezTo>
                    <a:pt x="20172" y="1001"/>
                    <a:pt x="19731" y="830"/>
                    <a:pt x="19283" y="685"/>
                  </a:cubicBezTo>
                  <a:cubicBezTo>
                    <a:pt x="18038" y="279"/>
                    <a:pt x="16740" y="50"/>
                    <a:pt x="15429" y="8"/>
                  </a:cubicBezTo>
                  <a:cubicBezTo>
                    <a:pt x="15269" y="3"/>
                    <a:pt x="15108" y="0"/>
                    <a:pt x="14948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4" name="Google Shape;534;p30"/>
          <p:cNvGrpSpPr/>
          <p:nvPr/>
        </p:nvGrpSpPr>
        <p:grpSpPr>
          <a:xfrm rot="-5400000">
            <a:off x="7118787" y="285297"/>
            <a:ext cx="676069" cy="397542"/>
            <a:chOff x="3588600" y="2424575"/>
            <a:chExt cx="1002475" cy="589475"/>
          </a:xfrm>
        </p:grpSpPr>
        <p:sp>
          <p:nvSpPr>
            <p:cNvPr id="535" name="Google Shape;535;p30"/>
            <p:cNvSpPr/>
            <p:nvPr/>
          </p:nvSpPr>
          <p:spPr>
            <a:xfrm>
              <a:off x="3588600" y="2424575"/>
              <a:ext cx="1002475" cy="560325"/>
            </a:xfrm>
            <a:custGeom>
              <a:avLst/>
              <a:gdLst/>
              <a:ahLst/>
              <a:cxnLst/>
              <a:rect l="l" t="t" r="r" b="b"/>
              <a:pathLst>
                <a:path w="40099" h="22413" extrusionOk="0">
                  <a:moveTo>
                    <a:pt x="27641" y="1"/>
                  </a:moveTo>
                  <a:cubicBezTo>
                    <a:pt x="27012" y="1"/>
                    <a:pt x="26337" y="29"/>
                    <a:pt x="25612" y="87"/>
                  </a:cubicBezTo>
                  <a:cubicBezTo>
                    <a:pt x="20336" y="514"/>
                    <a:pt x="3522" y="5460"/>
                    <a:pt x="3792" y="14946"/>
                  </a:cubicBezTo>
                  <a:cubicBezTo>
                    <a:pt x="3942" y="20169"/>
                    <a:pt x="8167" y="22413"/>
                    <a:pt x="8167" y="22413"/>
                  </a:cubicBezTo>
                  <a:cubicBezTo>
                    <a:pt x="8167" y="22413"/>
                    <a:pt x="1" y="9286"/>
                    <a:pt x="29867" y="5871"/>
                  </a:cubicBezTo>
                  <a:cubicBezTo>
                    <a:pt x="30556" y="5793"/>
                    <a:pt x="31186" y="5756"/>
                    <a:pt x="31760" y="5756"/>
                  </a:cubicBezTo>
                  <a:cubicBezTo>
                    <a:pt x="39561" y="5756"/>
                    <a:pt x="37224" y="12517"/>
                    <a:pt x="37224" y="12517"/>
                  </a:cubicBezTo>
                  <a:cubicBezTo>
                    <a:pt x="37224" y="12517"/>
                    <a:pt x="40098" y="9727"/>
                    <a:pt x="37048" y="4948"/>
                  </a:cubicBezTo>
                  <a:cubicBezTo>
                    <a:pt x="35725" y="2876"/>
                    <a:pt x="34060" y="1"/>
                    <a:pt x="27641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0"/>
            <p:cNvSpPr/>
            <p:nvPr/>
          </p:nvSpPr>
          <p:spPr>
            <a:xfrm>
              <a:off x="3728825" y="2541225"/>
              <a:ext cx="821900" cy="472725"/>
            </a:xfrm>
            <a:custGeom>
              <a:avLst/>
              <a:gdLst/>
              <a:ahLst/>
              <a:cxnLst/>
              <a:rect l="l" t="t" r="r" b="b"/>
              <a:pathLst>
                <a:path w="32876" h="18909" extrusionOk="0">
                  <a:moveTo>
                    <a:pt x="24519" y="0"/>
                  </a:moveTo>
                  <a:cubicBezTo>
                    <a:pt x="22919" y="0"/>
                    <a:pt x="21194" y="178"/>
                    <a:pt x="19393" y="527"/>
                  </a:cubicBezTo>
                  <a:cubicBezTo>
                    <a:pt x="17470" y="903"/>
                    <a:pt x="15581" y="1434"/>
                    <a:pt x="13743" y="2117"/>
                  </a:cubicBezTo>
                  <a:cubicBezTo>
                    <a:pt x="12517" y="2568"/>
                    <a:pt x="11316" y="3085"/>
                    <a:pt x="10146" y="3664"/>
                  </a:cubicBezTo>
                  <a:cubicBezTo>
                    <a:pt x="8673" y="4389"/>
                    <a:pt x="7303" y="5193"/>
                    <a:pt x="6080" y="6052"/>
                  </a:cubicBezTo>
                  <a:cubicBezTo>
                    <a:pt x="5422" y="6507"/>
                    <a:pt x="4803" y="6980"/>
                    <a:pt x="4242" y="7458"/>
                  </a:cubicBezTo>
                  <a:cubicBezTo>
                    <a:pt x="2210" y="9183"/>
                    <a:pt x="857" y="10968"/>
                    <a:pt x="330" y="12621"/>
                  </a:cubicBezTo>
                  <a:cubicBezTo>
                    <a:pt x="5" y="13632"/>
                    <a:pt x="0" y="14574"/>
                    <a:pt x="309" y="15415"/>
                  </a:cubicBezTo>
                  <a:cubicBezTo>
                    <a:pt x="1129" y="17636"/>
                    <a:pt x="4073" y="18908"/>
                    <a:pt x="8384" y="18908"/>
                  </a:cubicBezTo>
                  <a:cubicBezTo>
                    <a:pt x="9984" y="18908"/>
                    <a:pt x="11709" y="18731"/>
                    <a:pt x="13508" y="18382"/>
                  </a:cubicBezTo>
                  <a:cubicBezTo>
                    <a:pt x="15433" y="18006"/>
                    <a:pt x="17322" y="17472"/>
                    <a:pt x="19160" y="16789"/>
                  </a:cubicBezTo>
                  <a:cubicBezTo>
                    <a:pt x="19668" y="16602"/>
                    <a:pt x="20132" y="16419"/>
                    <a:pt x="20578" y="16232"/>
                  </a:cubicBezTo>
                  <a:lnTo>
                    <a:pt x="20580" y="16232"/>
                  </a:lnTo>
                  <a:cubicBezTo>
                    <a:pt x="23519" y="15015"/>
                    <a:pt x="26186" y="13466"/>
                    <a:pt x="28297" y="11753"/>
                  </a:cubicBezTo>
                  <a:cubicBezTo>
                    <a:pt x="28858" y="11298"/>
                    <a:pt x="29393" y="10813"/>
                    <a:pt x="29904" y="10303"/>
                  </a:cubicBezTo>
                  <a:cubicBezTo>
                    <a:pt x="30813" y="9384"/>
                    <a:pt x="31522" y="8462"/>
                    <a:pt x="32016" y="7567"/>
                  </a:cubicBezTo>
                  <a:cubicBezTo>
                    <a:pt x="32418" y="6835"/>
                    <a:pt x="32672" y="6121"/>
                    <a:pt x="32771" y="5447"/>
                  </a:cubicBezTo>
                  <a:cubicBezTo>
                    <a:pt x="32875" y="4752"/>
                    <a:pt x="32813" y="4094"/>
                    <a:pt x="32591" y="3494"/>
                  </a:cubicBezTo>
                  <a:cubicBezTo>
                    <a:pt x="31772" y="1275"/>
                    <a:pt x="28830" y="0"/>
                    <a:pt x="24519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0"/>
            <p:cNvSpPr/>
            <p:nvPr/>
          </p:nvSpPr>
          <p:spPr>
            <a:xfrm>
              <a:off x="3728475" y="2541100"/>
              <a:ext cx="826625" cy="472950"/>
            </a:xfrm>
            <a:custGeom>
              <a:avLst/>
              <a:gdLst/>
              <a:ahLst/>
              <a:cxnLst/>
              <a:rect l="l" t="t" r="r" b="b"/>
              <a:pathLst>
                <a:path w="33065" h="18918" extrusionOk="0">
                  <a:moveTo>
                    <a:pt x="24533" y="12"/>
                  </a:moveTo>
                  <a:cubicBezTo>
                    <a:pt x="25568" y="12"/>
                    <a:pt x="26537" y="88"/>
                    <a:pt x="27422" y="236"/>
                  </a:cubicBezTo>
                  <a:cubicBezTo>
                    <a:pt x="28311" y="384"/>
                    <a:pt x="29112" y="605"/>
                    <a:pt x="29802" y="896"/>
                  </a:cubicBezTo>
                  <a:cubicBezTo>
                    <a:pt x="30506" y="1192"/>
                    <a:pt x="31100" y="1559"/>
                    <a:pt x="31566" y="1988"/>
                  </a:cubicBezTo>
                  <a:cubicBezTo>
                    <a:pt x="32044" y="2429"/>
                    <a:pt x="32393" y="2937"/>
                    <a:pt x="32601" y="3501"/>
                  </a:cubicBezTo>
                  <a:cubicBezTo>
                    <a:pt x="32822" y="4101"/>
                    <a:pt x="32882" y="4757"/>
                    <a:pt x="32781" y="5450"/>
                  </a:cubicBezTo>
                  <a:cubicBezTo>
                    <a:pt x="32679" y="6124"/>
                    <a:pt x="32425" y="6837"/>
                    <a:pt x="32026" y="7569"/>
                  </a:cubicBezTo>
                  <a:cubicBezTo>
                    <a:pt x="31532" y="8465"/>
                    <a:pt x="30823" y="9384"/>
                    <a:pt x="29915" y="10303"/>
                  </a:cubicBezTo>
                  <a:cubicBezTo>
                    <a:pt x="29405" y="10816"/>
                    <a:pt x="28869" y="11298"/>
                    <a:pt x="28308" y="11753"/>
                  </a:cubicBezTo>
                  <a:cubicBezTo>
                    <a:pt x="26200" y="13464"/>
                    <a:pt x="23531" y="15013"/>
                    <a:pt x="20594" y="16233"/>
                  </a:cubicBezTo>
                  <a:lnTo>
                    <a:pt x="20589" y="16235"/>
                  </a:lnTo>
                  <a:cubicBezTo>
                    <a:pt x="20144" y="16420"/>
                    <a:pt x="19682" y="16602"/>
                    <a:pt x="19174" y="16789"/>
                  </a:cubicBezTo>
                  <a:cubicBezTo>
                    <a:pt x="17336" y="17473"/>
                    <a:pt x="15447" y="18006"/>
                    <a:pt x="13522" y="18382"/>
                  </a:cubicBezTo>
                  <a:cubicBezTo>
                    <a:pt x="11721" y="18731"/>
                    <a:pt x="9998" y="18906"/>
                    <a:pt x="8398" y="18906"/>
                  </a:cubicBezTo>
                  <a:cubicBezTo>
                    <a:pt x="7364" y="18906"/>
                    <a:pt x="6391" y="18833"/>
                    <a:pt x="5509" y="18685"/>
                  </a:cubicBezTo>
                  <a:cubicBezTo>
                    <a:pt x="4620" y="18537"/>
                    <a:pt x="3819" y="18313"/>
                    <a:pt x="3129" y="18024"/>
                  </a:cubicBezTo>
                  <a:cubicBezTo>
                    <a:pt x="2425" y="17729"/>
                    <a:pt x="1831" y="17359"/>
                    <a:pt x="1365" y="16932"/>
                  </a:cubicBezTo>
                  <a:cubicBezTo>
                    <a:pt x="885" y="16491"/>
                    <a:pt x="538" y="15983"/>
                    <a:pt x="328" y="15420"/>
                  </a:cubicBezTo>
                  <a:cubicBezTo>
                    <a:pt x="19" y="14579"/>
                    <a:pt x="26" y="13640"/>
                    <a:pt x="349" y="12628"/>
                  </a:cubicBezTo>
                  <a:cubicBezTo>
                    <a:pt x="875" y="10977"/>
                    <a:pt x="2228" y="9193"/>
                    <a:pt x="4260" y="7468"/>
                  </a:cubicBezTo>
                  <a:cubicBezTo>
                    <a:pt x="4821" y="6992"/>
                    <a:pt x="5438" y="6519"/>
                    <a:pt x="6096" y="6062"/>
                  </a:cubicBezTo>
                  <a:cubicBezTo>
                    <a:pt x="7322" y="5203"/>
                    <a:pt x="8689" y="4401"/>
                    <a:pt x="10162" y="3674"/>
                  </a:cubicBezTo>
                  <a:cubicBezTo>
                    <a:pt x="11333" y="3094"/>
                    <a:pt x="12533" y="2580"/>
                    <a:pt x="13759" y="2129"/>
                  </a:cubicBezTo>
                  <a:cubicBezTo>
                    <a:pt x="15595" y="1446"/>
                    <a:pt x="17486" y="912"/>
                    <a:pt x="19407" y="536"/>
                  </a:cubicBezTo>
                  <a:cubicBezTo>
                    <a:pt x="21208" y="190"/>
                    <a:pt x="22933" y="12"/>
                    <a:pt x="24533" y="12"/>
                  </a:cubicBezTo>
                  <a:close/>
                  <a:moveTo>
                    <a:pt x="24533" y="0"/>
                  </a:moveTo>
                  <a:cubicBezTo>
                    <a:pt x="21377" y="0"/>
                    <a:pt x="17611" y="693"/>
                    <a:pt x="13755" y="2118"/>
                  </a:cubicBezTo>
                  <a:cubicBezTo>
                    <a:pt x="12529" y="2570"/>
                    <a:pt x="11328" y="3085"/>
                    <a:pt x="10157" y="3665"/>
                  </a:cubicBezTo>
                  <a:cubicBezTo>
                    <a:pt x="8668" y="4399"/>
                    <a:pt x="7301" y="5205"/>
                    <a:pt x="6091" y="6052"/>
                  </a:cubicBezTo>
                  <a:cubicBezTo>
                    <a:pt x="5431" y="6509"/>
                    <a:pt x="4814" y="6983"/>
                    <a:pt x="4253" y="7461"/>
                  </a:cubicBezTo>
                  <a:cubicBezTo>
                    <a:pt x="2249" y="9160"/>
                    <a:pt x="871" y="10952"/>
                    <a:pt x="340" y="12624"/>
                  </a:cubicBezTo>
                  <a:cubicBezTo>
                    <a:pt x="21" y="13614"/>
                    <a:pt x="0" y="14561"/>
                    <a:pt x="319" y="15424"/>
                  </a:cubicBezTo>
                  <a:cubicBezTo>
                    <a:pt x="1169" y="17724"/>
                    <a:pt x="4256" y="18918"/>
                    <a:pt x="8398" y="18918"/>
                  </a:cubicBezTo>
                  <a:cubicBezTo>
                    <a:pt x="11554" y="18918"/>
                    <a:pt x="15323" y="18225"/>
                    <a:pt x="19179" y="16801"/>
                  </a:cubicBezTo>
                  <a:cubicBezTo>
                    <a:pt x="19661" y="16623"/>
                    <a:pt x="20130" y="16438"/>
                    <a:pt x="20594" y="16244"/>
                  </a:cubicBezTo>
                  <a:lnTo>
                    <a:pt x="20596" y="16244"/>
                  </a:lnTo>
                  <a:cubicBezTo>
                    <a:pt x="23630" y="14986"/>
                    <a:pt x="26269" y="13425"/>
                    <a:pt x="28315" y="11762"/>
                  </a:cubicBezTo>
                  <a:cubicBezTo>
                    <a:pt x="28876" y="11308"/>
                    <a:pt x="29412" y="10825"/>
                    <a:pt x="29922" y="10312"/>
                  </a:cubicBezTo>
                  <a:cubicBezTo>
                    <a:pt x="30823" y="9400"/>
                    <a:pt x="31539" y="8479"/>
                    <a:pt x="32035" y="7576"/>
                  </a:cubicBezTo>
                  <a:cubicBezTo>
                    <a:pt x="32829" y="6126"/>
                    <a:pt x="33065" y="4725"/>
                    <a:pt x="32612" y="3499"/>
                  </a:cubicBezTo>
                  <a:cubicBezTo>
                    <a:pt x="31763" y="1196"/>
                    <a:pt x="28675" y="3"/>
                    <a:pt x="24533" y="3"/>
                  </a:cubicBezTo>
                  <a:lnTo>
                    <a:pt x="24533" y="0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0"/>
            <p:cNvSpPr/>
            <p:nvPr/>
          </p:nvSpPr>
          <p:spPr>
            <a:xfrm>
              <a:off x="3839525" y="2619200"/>
              <a:ext cx="606025" cy="324450"/>
            </a:xfrm>
            <a:custGeom>
              <a:avLst/>
              <a:gdLst/>
              <a:ahLst/>
              <a:cxnLst/>
              <a:rect l="l" t="t" r="r" b="b"/>
              <a:pathLst>
                <a:path w="24241" h="12978" extrusionOk="0">
                  <a:moveTo>
                    <a:pt x="18484" y="0"/>
                  </a:moveTo>
                  <a:cubicBezTo>
                    <a:pt x="16067" y="0"/>
                    <a:pt x="13169" y="578"/>
                    <a:pt x="10324" y="1628"/>
                  </a:cubicBezTo>
                  <a:cubicBezTo>
                    <a:pt x="7216" y="2778"/>
                    <a:pt x="4478" y="4364"/>
                    <a:pt x="2619" y="6094"/>
                  </a:cubicBezTo>
                  <a:cubicBezTo>
                    <a:pt x="760" y="7823"/>
                    <a:pt x="1" y="9490"/>
                    <a:pt x="481" y="10788"/>
                  </a:cubicBezTo>
                  <a:cubicBezTo>
                    <a:pt x="742" y="11497"/>
                    <a:pt x="1351" y="12049"/>
                    <a:pt x="2291" y="12425"/>
                  </a:cubicBezTo>
                  <a:cubicBezTo>
                    <a:pt x="3199" y="12792"/>
                    <a:pt x="4367" y="12977"/>
                    <a:pt x="5757" y="12977"/>
                  </a:cubicBezTo>
                  <a:cubicBezTo>
                    <a:pt x="8177" y="12977"/>
                    <a:pt x="11072" y="12400"/>
                    <a:pt x="13917" y="11349"/>
                  </a:cubicBezTo>
                  <a:cubicBezTo>
                    <a:pt x="17025" y="10202"/>
                    <a:pt x="19763" y="8613"/>
                    <a:pt x="21622" y="6884"/>
                  </a:cubicBezTo>
                  <a:cubicBezTo>
                    <a:pt x="23481" y="5154"/>
                    <a:pt x="24240" y="3487"/>
                    <a:pt x="23762" y="2189"/>
                  </a:cubicBezTo>
                  <a:cubicBezTo>
                    <a:pt x="23499" y="1481"/>
                    <a:pt x="22892" y="931"/>
                    <a:pt x="21952" y="552"/>
                  </a:cubicBezTo>
                  <a:cubicBezTo>
                    <a:pt x="21042" y="185"/>
                    <a:pt x="19876" y="0"/>
                    <a:pt x="1848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0"/>
            <p:cNvSpPr/>
            <p:nvPr/>
          </p:nvSpPr>
          <p:spPr>
            <a:xfrm>
              <a:off x="3826550" y="2619025"/>
              <a:ext cx="632050" cy="324775"/>
            </a:xfrm>
            <a:custGeom>
              <a:avLst/>
              <a:gdLst/>
              <a:ahLst/>
              <a:cxnLst/>
              <a:rect l="l" t="t" r="r" b="b"/>
              <a:pathLst>
                <a:path w="25282" h="12991" extrusionOk="0">
                  <a:moveTo>
                    <a:pt x="19005" y="12"/>
                  </a:moveTo>
                  <a:cubicBezTo>
                    <a:pt x="20395" y="12"/>
                    <a:pt x="21561" y="199"/>
                    <a:pt x="22469" y="564"/>
                  </a:cubicBezTo>
                  <a:cubicBezTo>
                    <a:pt x="23406" y="943"/>
                    <a:pt x="24014" y="1492"/>
                    <a:pt x="24274" y="2199"/>
                  </a:cubicBezTo>
                  <a:cubicBezTo>
                    <a:pt x="24517" y="2852"/>
                    <a:pt x="24445" y="3600"/>
                    <a:pt x="24060" y="4420"/>
                  </a:cubicBezTo>
                  <a:cubicBezTo>
                    <a:pt x="23688" y="5214"/>
                    <a:pt x="23041" y="6046"/>
                    <a:pt x="22139" y="6886"/>
                  </a:cubicBezTo>
                  <a:cubicBezTo>
                    <a:pt x="21234" y="7726"/>
                    <a:pt x="20118" y="8537"/>
                    <a:pt x="18823" y="9294"/>
                  </a:cubicBezTo>
                  <a:cubicBezTo>
                    <a:pt x="17481" y="10077"/>
                    <a:pt x="16004" y="10770"/>
                    <a:pt x="14434" y="11349"/>
                  </a:cubicBezTo>
                  <a:cubicBezTo>
                    <a:pt x="11589" y="12400"/>
                    <a:pt x="8693" y="12977"/>
                    <a:pt x="6276" y="12977"/>
                  </a:cubicBezTo>
                  <a:cubicBezTo>
                    <a:pt x="4886" y="12977"/>
                    <a:pt x="3720" y="12792"/>
                    <a:pt x="2810" y="12428"/>
                  </a:cubicBezTo>
                  <a:cubicBezTo>
                    <a:pt x="1873" y="12049"/>
                    <a:pt x="1266" y="11499"/>
                    <a:pt x="1005" y="10793"/>
                  </a:cubicBezTo>
                  <a:cubicBezTo>
                    <a:pt x="762" y="10139"/>
                    <a:pt x="834" y="9391"/>
                    <a:pt x="1219" y="8569"/>
                  </a:cubicBezTo>
                  <a:cubicBezTo>
                    <a:pt x="1591" y="7775"/>
                    <a:pt x="2238" y="6946"/>
                    <a:pt x="3140" y="6106"/>
                  </a:cubicBezTo>
                  <a:cubicBezTo>
                    <a:pt x="4046" y="5265"/>
                    <a:pt x="5161" y="4452"/>
                    <a:pt x="6456" y="3697"/>
                  </a:cubicBezTo>
                  <a:cubicBezTo>
                    <a:pt x="7798" y="2912"/>
                    <a:pt x="9275" y="2222"/>
                    <a:pt x="10845" y="1640"/>
                  </a:cubicBezTo>
                  <a:cubicBezTo>
                    <a:pt x="13688" y="592"/>
                    <a:pt x="16586" y="12"/>
                    <a:pt x="19003" y="12"/>
                  </a:cubicBezTo>
                  <a:close/>
                  <a:moveTo>
                    <a:pt x="19003" y="1"/>
                  </a:moveTo>
                  <a:cubicBezTo>
                    <a:pt x="16669" y="1"/>
                    <a:pt x="13799" y="539"/>
                    <a:pt x="10843" y="1631"/>
                  </a:cubicBezTo>
                  <a:cubicBezTo>
                    <a:pt x="4410" y="4007"/>
                    <a:pt x="0" y="8110"/>
                    <a:pt x="993" y="10797"/>
                  </a:cubicBezTo>
                  <a:cubicBezTo>
                    <a:pt x="1529" y="12250"/>
                    <a:pt x="3533" y="12991"/>
                    <a:pt x="6276" y="12991"/>
                  </a:cubicBezTo>
                  <a:cubicBezTo>
                    <a:pt x="8610" y="12991"/>
                    <a:pt x="11480" y="12455"/>
                    <a:pt x="14438" y="11363"/>
                  </a:cubicBezTo>
                  <a:cubicBezTo>
                    <a:pt x="20871" y="8987"/>
                    <a:pt x="25281" y="4882"/>
                    <a:pt x="24288" y="2194"/>
                  </a:cubicBezTo>
                  <a:cubicBezTo>
                    <a:pt x="23750" y="742"/>
                    <a:pt x="21748" y="1"/>
                    <a:pt x="19003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0"/>
            <p:cNvSpPr/>
            <p:nvPr/>
          </p:nvSpPr>
          <p:spPr>
            <a:xfrm>
              <a:off x="3793350" y="2581275"/>
              <a:ext cx="694500" cy="395675"/>
            </a:xfrm>
            <a:custGeom>
              <a:avLst/>
              <a:gdLst/>
              <a:ahLst/>
              <a:cxnLst/>
              <a:rect l="l" t="t" r="r" b="b"/>
              <a:pathLst>
                <a:path w="27780" h="15827" fill="none" extrusionOk="0">
                  <a:moveTo>
                    <a:pt x="27193" y="3000"/>
                  </a:moveTo>
                  <a:cubicBezTo>
                    <a:pt x="27780" y="4588"/>
                    <a:pt x="26942" y="6630"/>
                    <a:pt x="24861" y="8675"/>
                  </a:cubicBezTo>
                  <a:cubicBezTo>
                    <a:pt x="22783" y="10721"/>
                    <a:pt x="19631" y="12601"/>
                    <a:pt x="16103" y="13905"/>
                  </a:cubicBezTo>
                  <a:cubicBezTo>
                    <a:pt x="12575" y="15207"/>
                    <a:pt x="8957" y="15826"/>
                    <a:pt x="6048" y="15623"/>
                  </a:cubicBezTo>
                  <a:cubicBezTo>
                    <a:pt x="3138" y="15422"/>
                    <a:pt x="1173" y="14416"/>
                    <a:pt x="587" y="12827"/>
                  </a:cubicBezTo>
                  <a:cubicBezTo>
                    <a:pt x="1" y="11236"/>
                    <a:pt x="839" y="9195"/>
                    <a:pt x="2919" y="7149"/>
                  </a:cubicBezTo>
                  <a:cubicBezTo>
                    <a:pt x="4999" y="5106"/>
                    <a:pt x="8149" y="3224"/>
                    <a:pt x="11677" y="1922"/>
                  </a:cubicBezTo>
                  <a:cubicBezTo>
                    <a:pt x="15205" y="617"/>
                    <a:pt x="18823" y="0"/>
                    <a:pt x="21733" y="201"/>
                  </a:cubicBezTo>
                  <a:cubicBezTo>
                    <a:pt x="24642" y="405"/>
                    <a:pt x="26607" y="1411"/>
                    <a:pt x="27193" y="300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0"/>
            <p:cNvSpPr/>
            <p:nvPr/>
          </p:nvSpPr>
          <p:spPr>
            <a:xfrm>
              <a:off x="3681200" y="2703950"/>
              <a:ext cx="755175" cy="243275"/>
            </a:xfrm>
            <a:custGeom>
              <a:avLst/>
              <a:gdLst/>
              <a:ahLst/>
              <a:cxnLst/>
              <a:rect l="l" t="t" r="r" b="b"/>
              <a:pathLst>
                <a:path w="30207" h="9731" extrusionOk="0">
                  <a:moveTo>
                    <a:pt x="926" y="0"/>
                  </a:moveTo>
                  <a:cubicBezTo>
                    <a:pt x="129" y="1312"/>
                    <a:pt x="0" y="3260"/>
                    <a:pt x="259" y="5583"/>
                  </a:cubicBezTo>
                  <a:lnTo>
                    <a:pt x="2378" y="5980"/>
                  </a:lnTo>
                  <a:lnTo>
                    <a:pt x="4900" y="6585"/>
                  </a:lnTo>
                  <a:lnTo>
                    <a:pt x="6687" y="6906"/>
                  </a:lnTo>
                  <a:lnTo>
                    <a:pt x="17477" y="8832"/>
                  </a:lnTo>
                  <a:lnTo>
                    <a:pt x="19846" y="9255"/>
                  </a:lnTo>
                  <a:lnTo>
                    <a:pt x="19848" y="9255"/>
                  </a:lnTo>
                  <a:lnTo>
                    <a:pt x="22485" y="9730"/>
                  </a:lnTo>
                  <a:lnTo>
                    <a:pt x="22487" y="9730"/>
                  </a:lnTo>
                  <a:cubicBezTo>
                    <a:pt x="25521" y="8472"/>
                    <a:pt x="28160" y="6909"/>
                    <a:pt x="30206" y="5246"/>
                  </a:cubicBezTo>
                  <a:lnTo>
                    <a:pt x="28107" y="4872"/>
                  </a:lnTo>
                  <a:lnTo>
                    <a:pt x="26623" y="4604"/>
                  </a:lnTo>
                  <a:lnTo>
                    <a:pt x="20065" y="3434"/>
                  </a:lnTo>
                  <a:lnTo>
                    <a:pt x="19941" y="3413"/>
                  </a:lnTo>
                  <a:lnTo>
                    <a:pt x="18770" y="3200"/>
                  </a:lnTo>
                  <a:lnTo>
                    <a:pt x="18765" y="3200"/>
                  </a:lnTo>
                  <a:lnTo>
                    <a:pt x="15867" y="2683"/>
                  </a:lnTo>
                  <a:lnTo>
                    <a:pt x="10185" y="1665"/>
                  </a:lnTo>
                  <a:lnTo>
                    <a:pt x="8396" y="1349"/>
                  </a:lnTo>
                  <a:lnTo>
                    <a:pt x="6144" y="947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0"/>
            <p:cNvSpPr/>
            <p:nvPr/>
          </p:nvSpPr>
          <p:spPr>
            <a:xfrm>
              <a:off x="3728300" y="2598600"/>
              <a:ext cx="801050" cy="200325"/>
            </a:xfrm>
            <a:custGeom>
              <a:avLst/>
              <a:gdLst/>
              <a:ahLst/>
              <a:cxnLst/>
              <a:rect l="l" t="t" r="r" b="b"/>
              <a:pathLst>
                <a:path w="32042" h="8013" extrusionOk="0">
                  <a:moveTo>
                    <a:pt x="2584" y="0"/>
                  </a:moveTo>
                  <a:lnTo>
                    <a:pt x="0" y="2649"/>
                  </a:lnTo>
                  <a:lnTo>
                    <a:pt x="6096" y="3752"/>
                  </a:lnTo>
                  <a:lnTo>
                    <a:pt x="8403" y="4163"/>
                  </a:lnTo>
                  <a:lnTo>
                    <a:pt x="10368" y="4512"/>
                  </a:lnTo>
                  <a:lnTo>
                    <a:pt x="17371" y="5763"/>
                  </a:lnTo>
                  <a:lnTo>
                    <a:pt x="18858" y="6031"/>
                  </a:lnTo>
                  <a:lnTo>
                    <a:pt x="19421" y="6131"/>
                  </a:lnTo>
                  <a:lnTo>
                    <a:pt x="19426" y="6131"/>
                  </a:lnTo>
                  <a:lnTo>
                    <a:pt x="20178" y="6267"/>
                  </a:lnTo>
                  <a:lnTo>
                    <a:pt x="26420" y="7382"/>
                  </a:lnTo>
                  <a:lnTo>
                    <a:pt x="27810" y="7631"/>
                  </a:lnTo>
                  <a:lnTo>
                    <a:pt x="29929" y="8012"/>
                  </a:lnTo>
                  <a:cubicBezTo>
                    <a:pt x="30830" y="7100"/>
                    <a:pt x="31546" y="6177"/>
                    <a:pt x="32042" y="5276"/>
                  </a:cubicBezTo>
                  <a:lnTo>
                    <a:pt x="29682" y="4854"/>
                  </a:lnTo>
                  <a:lnTo>
                    <a:pt x="28241" y="4595"/>
                  </a:lnTo>
                  <a:lnTo>
                    <a:pt x="15258" y="2277"/>
                  </a:lnTo>
                  <a:lnTo>
                    <a:pt x="15256" y="2277"/>
                  </a:lnTo>
                  <a:lnTo>
                    <a:pt x="12769" y="1829"/>
                  </a:lnTo>
                  <a:lnTo>
                    <a:pt x="10164" y="1365"/>
                  </a:lnTo>
                  <a:lnTo>
                    <a:pt x="2584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3" name="Google Shape;543;p30"/>
          <p:cNvGrpSpPr/>
          <p:nvPr/>
        </p:nvGrpSpPr>
        <p:grpSpPr>
          <a:xfrm rot="5248599">
            <a:off x="913327" y="3588757"/>
            <a:ext cx="549186" cy="531470"/>
            <a:chOff x="1785750" y="3413025"/>
            <a:chExt cx="785025" cy="759700"/>
          </a:xfrm>
        </p:grpSpPr>
        <p:sp>
          <p:nvSpPr>
            <p:cNvPr id="544" name="Google Shape;544;p30"/>
            <p:cNvSpPr/>
            <p:nvPr/>
          </p:nvSpPr>
          <p:spPr>
            <a:xfrm>
              <a:off x="1785750" y="3414125"/>
              <a:ext cx="739475" cy="758125"/>
            </a:xfrm>
            <a:custGeom>
              <a:avLst/>
              <a:gdLst/>
              <a:ahLst/>
              <a:cxnLst/>
              <a:rect l="l" t="t" r="r" b="b"/>
              <a:pathLst>
                <a:path w="29579" h="30325" extrusionOk="0">
                  <a:moveTo>
                    <a:pt x="9020" y="1"/>
                  </a:moveTo>
                  <a:cubicBezTo>
                    <a:pt x="7692" y="1"/>
                    <a:pt x="5740" y="539"/>
                    <a:pt x="3861" y="3055"/>
                  </a:cubicBezTo>
                  <a:cubicBezTo>
                    <a:pt x="2298" y="5150"/>
                    <a:pt x="1" y="7953"/>
                    <a:pt x="3376" y="15081"/>
                  </a:cubicBezTo>
                  <a:cubicBezTo>
                    <a:pt x="5324" y="19195"/>
                    <a:pt x="13615" y="30324"/>
                    <a:pt x="21398" y="30324"/>
                  </a:cubicBezTo>
                  <a:cubicBezTo>
                    <a:pt x="22382" y="30324"/>
                    <a:pt x="23358" y="30147"/>
                    <a:pt x="24312" y="29754"/>
                  </a:cubicBezTo>
                  <a:cubicBezTo>
                    <a:pt x="28992" y="27831"/>
                    <a:pt x="29579" y="23234"/>
                    <a:pt x="29579" y="23234"/>
                  </a:cubicBezTo>
                  <a:lnTo>
                    <a:pt x="29579" y="23234"/>
                  </a:lnTo>
                  <a:cubicBezTo>
                    <a:pt x="29578" y="23234"/>
                    <a:pt x="27493" y="25961"/>
                    <a:pt x="23856" y="25961"/>
                  </a:cubicBezTo>
                  <a:cubicBezTo>
                    <a:pt x="19899" y="25961"/>
                    <a:pt x="14105" y="22732"/>
                    <a:pt x="7161" y="9243"/>
                  </a:cubicBezTo>
                  <a:cubicBezTo>
                    <a:pt x="2674" y="532"/>
                    <a:pt x="10659" y="303"/>
                    <a:pt x="10659" y="303"/>
                  </a:cubicBezTo>
                  <a:cubicBezTo>
                    <a:pt x="10659" y="303"/>
                    <a:pt x="10015" y="1"/>
                    <a:pt x="9020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0"/>
            <p:cNvSpPr/>
            <p:nvPr/>
          </p:nvSpPr>
          <p:spPr>
            <a:xfrm>
              <a:off x="1907725" y="3413150"/>
              <a:ext cx="621375" cy="676450"/>
            </a:xfrm>
            <a:custGeom>
              <a:avLst/>
              <a:gdLst/>
              <a:ahLst/>
              <a:cxnLst/>
              <a:rect l="l" t="t" r="r" b="b"/>
              <a:pathLst>
                <a:path w="24855" h="27058" extrusionOk="0">
                  <a:moveTo>
                    <a:pt x="4358" y="0"/>
                  </a:moveTo>
                  <a:cubicBezTo>
                    <a:pt x="3185" y="0"/>
                    <a:pt x="2222" y="319"/>
                    <a:pt x="1497" y="949"/>
                  </a:cubicBezTo>
                  <a:cubicBezTo>
                    <a:pt x="725" y="1619"/>
                    <a:pt x="266" y="2603"/>
                    <a:pt x="132" y="3870"/>
                  </a:cubicBezTo>
                  <a:cubicBezTo>
                    <a:pt x="0" y="5094"/>
                    <a:pt x="176" y="6532"/>
                    <a:pt x="656" y="8144"/>
                  </a:cubicBezTo>
                  <a:cubicBezTo>
                    <a:pt x="1640" y="11460"/>
                    <a:pt x="3789" y="15136"/>
                    <a:pt x="6710" y="18495"/>
                  </a:cubicBezTo>
                  <a:cubicBezTo>
                    <a:pt x="7537" y="19451"/>
                    <a:pt x="8417" y="20361"/>
                    <a:pt x="9343" y="21225"/>
                  </a:cubicBezTo>
                  <a:cubicBezTo>
                    <a:pt x="10504" y="22310"/>
                    <a:pt x="11700" y="23275"/>
                    <a:pt x="12898" y="24090"/>
                  </a:cubicBezTo>
                  <a:cubicBezTo>
                    <a:pt x="13538" y="24529"/>
                    <a:pt x="14178" y="24928"/>
                    <a:pt x="14803" y="25272"/>
                  </a:cubicBezTo>
                  <a:cubicBezTo>
                    <a:pt x="16911" y="26438"/>
                    <a:pt x="18881" y="27057"/>
                    <a:pt x="20497" y="27057"/>
                  </a:cubicBezTo>
                  <a:cubicBezTo>
                    <a:pt x="20606" y="27057"/>
                    <a:pt x="20714" y="27052"/>
                    <a:pt x="20818" y="27048"/>
                  </a:cubicBezTo>
                  <a:cubicBezTo>
                    <a:pt x="21848" y="26995"/>
                    <a:pt x="22702" y="26678"/>
                    <a:pt x="23358" y="26108"/>
                  </a:cubicBezTo>
                  <a:cubicBezTo>
                    <a:pt x="24129" y="25438"/>
                    <a:pt x="24589" y="24455"/>
                    <a:pt x="24723" y="23187"/>
                  </a:cubicBezTo>
                  <a:cubicBezTo>
                    <a:pt x="24854" y="21961"/>
                    <a:pt x="24677" y="20525"/>
                    <a:pt x="24199" y="18911"/>
                  </a:cubicBezTo>
                  <a:cubicBezTo>
                    <a:pt x="23215" y="15598"/>
                    <a:pt x="21063" y="11922"/>
                    <a:pt x="18144" y="8560"/>
                  </a:cubicBezTo>
                  <a:cubicBezTo>
                    <a:pt x="17800" y="8165"/>
                    <a:pt x="17477" y="7807"/>
                    <a:pt x="17154" y="7468"/>
                  </a:cubicBezTo>
                  <a:lnTo>
                    <a:pt x="17152" y="7465"/>
                  </a:lnTo>
                  <a:cubicBezTo>
                    <a:pt x="15041" y="5219"/>
                    <a:pt x="12723" y="3332"/>
                    <a:pt x="10449" y="2011"/>
                  </a:cubicBezTo>
                  <a:cubicBezTo>
                    <a:pt x="9846" y="1658"/>
                    <a:pt x="9223" y="1337"/>
                    <a:pt x="8585" y="1051"/>
                  </a:cubicBezTo>
                  <a:cubicBezTo>
                    <a:pt x="7442" y="543"/>
                    <a:pt x="6364" y="215"/>
                    <a:pt x="5385" y="74"/>
                  </a:cubicBezTo>
                  <a:cubicBezTo>
                    <a:pt x="5046" y="26"/>
                    <a:pt x="4702" y="0"/>
                    <a:pt x="4358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0"/>
            <p:cNvSpPr/>
            <p:nvPr/>
          </p:nvSpPr>
          <p:spPr>
            <a:xfrm>
              <a:off x="1866050" y="3413025"/>
              <a:ext cx="704725" cy="676675"/>
            </a:xfrm>
            <a:custGeom>
              <a:avLst/>
              <a:gdLst/>
              <a:ahLst/>
              <a:cxnLst/>
              <a:rect l="l" t="t" r="r" b="b"/>
              <a:pathLst>
                <a:path w="28189" h="27067" extrusionOk="0">
                  <a:moveTo>
                    <a:pt x="6022" y="1"/>
                  </a:moveTo>
                  <a:cubicBezTo>
                    <a:pt x="6022" y="1"/>
                    <a:pt x="6022" y="1"/>
                    <a:pt x="6022" y="1"/>
                  </a:cubicBezTo>
                  <a:lnTo>
                    <a:pt x="6022" y="1"/>
                  </a:lnTo>
                  <a:cubicBezTo>
                    <a:pt x="6023" y="1"/>
                    <a:pt x="6024" y="1"/>
                    <a:pt x="6025" y="1"/>
                  </a:cubicBezTo>
                  <a:close/>
                  <a:moveTo>
                    <a:pt x="6025" y="12"/>
                  </a:moveTo>
                  <a:cubicBezTo>
                    <a:pt x="6369" y="12"/>
                    <a:pt x="6710" y="38"/>
                    <a:pt x="7052" y="86"/>
                  </a:cubicBezTo>
                  <a:cubicBezTo>
                    <a:pt x="8031" y="227"/>
                    <a:pt x="9107" y="555"/>
                    <a:pt x="10250" y="1063"/>
                  </a:cubicBezTo>
                  <a:cubicBezTo>
                    <a:pt x="10887" y="1349"/>
                    <a:pt x="11511" y="1668"/>
                    <a:pt x="12113" y="2021"/>
                  </a:cubicBezTo>
                  <a:cubicBezTo>
                    <a:pt x="14388" y="3344"/>
                    <a:pt x="16706" y="5231"/>
                    <a:pt x="18814" y="7475"/>
                  </a:cubicBezTo>
                  <a:lnTo>
                    <a:pt x="18816" y="7477"/>
                  </a:lnTo>
                  <a:cubicBezTo>
                    <a:pt x="19139" y="7817"/>
                    <a:pt x="19463" y="8172"/>
                    <a:pt x="19807" y="8569"/>
                  </a:cubicBezTo>
                  <a:cubicBezTo>
                    <a:pt x="21282" y="10266"/>
                    <a:pt x="22561" y="12047"/>
                    <a:pt x="23612" y="13855"/>
                  </a:cubicBezTo>
                  <a:cubicBezTo>
                    <a:pt x="24626" y="15605"/>
                    <a:pt x="25381" y="17307"/>
                    <a:pt x="25861" y="18918"/>
                  </a:cubicBezTo>
                  <a:cubicBezTo>
                    <a:pt x="26339" y="20530"/>
                    <a:pt x="26514" y="21966"/>
                    <a:pt x="26385" y="23190"/>
                  </a:cubicBezTo>
                  <a:cubicBezTo>
                    <a:pt x="26251" y="24458"/>
                    <a:pt x="25792" y="25439"/>
                    <a:pt x="25020" y="26108"/>
                  </a:cubicBezTo>
                  <a:cubicBezTo>
                    <a:pt x="24365" y="26676"/>
                    <a:pt x="23513" y="26993"/>
                    <a:pt x="22485" y="27046"/>
                  </a:cubicBezTo>
                  <a:cubicBezTo>
                    <a:pt x="22381" y="27051"/>
                    <a:pt x="22273" y="27055"/>
                    <a:pt x="22164" y="27055"/>
                  </a:cubicBezTo>
                  <a:cubicBezTo>
                    <a:pt x="20548" y="27055"/>
                    <a:pt x="18578" y="26439"/>
                    <a:pt x="16473" y="25270"/>
                  </a:cubicBezTo>
                  <a:cubicBezTo>
                    <a:pt x="15847" y="24926"/>
                    <a:pt x="15207" y="24529"/>
                    <a:pt x="14568" y="24088"/>
                  </a:cubicBezTo>
                  <a:cubicBezTo>
                    <a:pt x="13369" y="23273"/>
                    <a:pt x="12173" y="22310"/>
                    <a:pt x="11012" y="21225"/>
                  </a:cubicBezTo>
                  <a:cubicBezTo>
                    <a:pt x="10086" y="20361"/>
                    <a:pt x="9209" y="19452"/>
                    <a:pt x="8380" y="18496"/>
                  </a:cubicBezTo>
                  <a:cubicBezTo>
                    <a:pt x="6904" y="16799"/>
                    <a:pt x="5625" y="15018"/>
                    <a:pt x="4574" y="13210"/>
                  </a:cubicBezTo>
                  <a:cubicBezTo>
                    <a:pt x="3561" y="11463"/>
                    <a:pt x="2806" y="9759"/>
                    <a:pt x="2326" y="8147"/>
                  </a:cubicBezTo>
                  <a:cubicBezTo>
                    <a:pt x="1848" y="6535"/>
                    <a:pt x="1672" y="5099"/>
                    <a:pt x="1801" y="3875"/>
                  </a:cubicBezTo>
                  <a:cubicBezTo>
                    <a:pt x="1938" y="2610"/>
                    <a:pt x="2397" y="1629"/>
                    <a:pt x="3166" y="959"/>
                  </a:cubicBezTo>
                  <a:cubicBezTo>
                    <a:pt x="3889" y="331"/>
                    <a:pt x="4852" y="12"/>
                    <a:pt x="6025" y="12"/>
                  </a:cubicBezTo>
                  <a:close/>
                  <a:moveTo>
                    <a:pt x="6022" y="1"/>
                  </a:moveTo>
                  <a:lnTo>
                    <a:pt x="6022" y="1"/>
                  </a:lnTo>
                  <a:cubicBezTo>
                    <a:pt x="4880" y="1"/>
                    <a:pt x="3902" y="306"/>
                    <a:pt x="3159" y="950"/>
                  </a:cubicBezTo>
                  <a:cubicBezTo>
                    <a:pt x="0" y="3695"/>
                    <a:pt x="2335" y="11555"/>
                    <a:pt x="8370" y="18503"/>
                  </a:cubicBezTo>
                  <a:cubicBezTo>
                    <a:pt x="9199" y="19461"/>
                    <a:pt x="10079" y="20371"/>
                    <a:pt x="11005" y="21234"/>
                  </a:cubicBezTo>
                  <a:cubicBezTo>
                    <a:pt x="12180" y="22331"/>
                    <a:pt x="13379" y="23291"/>
                    <a:pt x="14561" y="24100"/>
                  </a:cubicBezTo>
                  <a:cubicBezTo>
                    <a:pt x="15203" y="24541"/>
                    <a:pt x="15840" y="24935"/>
                    <a:pt x="16466" y="25282"/>
                  </a:cubicBezTo>
                  <a:cubicBezTo>
                    <a:pt x="18553" y="26436"/>
                    <a:pt x="20527" y="27067"/>
                    <a:pt x="22162" y="27067"/>
                  </a:cubicBezTo>
                  <a:cubicBezTo>
                    <a:pt x="22273" y="27067"/>
                    <a:pt x="22379" y="27064"/>
                    <a:pt x="22485" y="27060"/>
                  </a:cubicBezTo>
                  <a:cubicBezTo>
                    <a:pt x="23490" y="27007"/>
                    <a:pt x="24355" y="26702"/>
                    <a:pt x="25027" y="26118"/>
                  </a:cubicBezTo>
                  <a:cubicBezTo>
                    <a:pt x="28188" y="23372"/>
                    <a:pt x="25854" y="15513"/>
                    <a:pt x="19814" y="8562"/>
                  </a:cubicBezTo>
                  <a:cubicBezTo>
                    <a:pt x="19486" y="8186"/>
                    <a:pt x="19160" y="7824"/>
                    <a:pt x="18825" y="7470"/>
                  </a:cubicBezTo>
                  <a:lnTo>
                    <a:pt x="18823" y="7468"/>
                  </a:lnTo>
                  <a:cubicBezTo>
                    <a:pt x="16643" y="5150"/>
                    <a:pt x="14323" y="3296"/>
                    <a:pt x="12118" y="2012"/>
                  </a:cubicBezTo>
                  <a:cubicBezTo>
                    <a:pt x="11515" y="1659"/>
                    <a:pt x="10892" y="1340"/>
                    <a:pt x="10255" y="1054"/>
                  </a:cubicBezTo>
                  <a:cubicBezTo>
                    <a:pt x="9121" y="550"/>
                    <a:pt x="8038" y="215"/>
                    <a:pt x="7050" y="77"/>
                  </a:cubicBezTo>
                  <a:cubicBezTo>
                    <a:pt x="6710" y="28"/>
                    <a:pt x="6366" y="3"/>
                    <a:pt x="6022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0"/>
            <p:cNvSpPr/>
            <p:nvPr/>
          </p:nvSpPr>
          <p:spPr>
            <a:xfrm>
              <a:off x="1995350" y="3506475"/>
              <a:ext cx="474975" cy="482675"/>
            </a:xfrm>
            <a:custGeom>
              <a:avLst/>
              <a:gdLst/>
              <a:ahLst/>
              <a:cxnLst/>
              <a:rect l="l" t="t" r="r" b="b"/>
              <a:pathLst>
                <a:path w="18999" h="19307" extrusionOk="0">
                  <a:moveTo>
                    <a:pt x="2905" y="1"/>
                  </a:moveTo>
                  <a:cubicBezTo>
                    <a:pt x="2180" y="1"/>
                    <a:pt x="1587" y="197"/>
                    <a:pt x="1143" y="583"/>
                  </a:cubicBezTo>
                  <a:cubicBezTo>
                    <a:pt x="132" y="1460"/>
                    <a:pt x="0" y="3229"/>
                    <a:pt x="774" y="5566"/>
                  </a:cubicBezTo>
                  <a:cubicBezTo>
                    <a:pt x="1548" y="7900"/>
                    <a:pt x="3134" y="10521"/>
                    <a:pt x="5240" y="12945"/>
                  </a:cubicBezTo>
                  <a:cubicBezTo>
                    <a:pt x="6893" y="14848"/>
                    <a:pt x="8715" y="16455"/>
                    <a:pt x="10516" y="17598"/>
                  </a:cubicBezTo>
                  <a:cubicBezTo>
                    <a:pt x="12275" y="18715"/>
                    <a:pt x="13880" y="19306"/>
                    <a:pt x="15150" y="19306"/>
                  </a:cubicBezTo>
                  <a:cubicBezTo>
                    <a:pt x="15875" y="19306"/>
                    <a:pt x="16468" y="19112"/>
                    <a:pt x="16909" y="18727"/>
                  </a:cubicBezTo>
                  <a:cubicBezTo>
                    <a:pt x="18999" y="16912"/>
                    <a:pt x="17161" y="11366"/>
                    <a:pt x="12813" y="6362"/>
                  </a:cubicBezTo>
                  <a:cubicBezTo>
                    <a:pt x="11162" y="4462"/>
                    <a:pt x="9338" y="2853"/>
                    <a:pt x="7539" y="1710"/>
                  </a:cubicBezTo>
                  <a:cubicBezTo>
                    <a:pt x="5778" y="592"/>
                    <a:pt x="4175" y="1"/>
                    <a:pt x="2905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0"/>
            <p:cNvSpPr/>
            <p:nvPr/>
          </p:nvSpPr>
          <p:spPr>
            <a:xfrm>
              <a:off x="1971500" y="3506375"/>
              <a:ext cx="499050" cy="482950"/>
            </a:xfrm>
            <a:custGeom>
              <a:avLst/>
              <a:gdLst/>
              <a:ahLst/>
              <a:cxnLst/>
              <a:rect l="l" t="t" r="r" b="b"/>
              <a:pathLst>
                <a:path w="19962" h="19318" extrusionOk="0">
                  <a:moveTo>
                    <a:pt x="3859" y="12"/>
                  </a:moveTo>
                  <a:cubicBezTo>
                    <a:pt x="4492" y="12"/>
                    <a:pt x="5212" y="160"/>
                    <a:pt x="6004" y="453"/>
                  </a:cubicBezTo>
                  <a:cubicBezTo>
                    <a:pt x="6787" y="744"/>
                    <a:pt x="7625" y="1169"/>
                    <a:pt x="8491" y="1721"/>
                  </a:cubicBezTo>
                  <a:cubicBezTo>
                    <a:pt x="10290" y="2861"/>
                    <a:pt x="12114" y="4471"/>
                    <a:pt x="13765" y="6371"/>
                  </a:cubicBezTo>
                  <a:cubicBezTo>
                    <a:pt x="14829" y="7595"/>
                    <a:pt x="15762" y="8871"/>
                    <a:pt x="16535" y="10160"/>
                  </a:cubicBezTo>
                  <a:cubicBezTo>
                    <a:pt x="17284" y="11407"/>
                    <a:pt x="17854" y="12614"/>
                    <a:pt x="18228" y="13750"/>
                  </a:cubicBezTo>
                  <a:cubicBezTo>
                    <a:pt x="18604" y="14886"/>
                    <a:pt x="18768" y="15891"/>
                    <a:pt x="18713" y="16738"/>
                  </a:cubicBezTo>
                  <a:cubicBezTo>
                    <a:pt x="18657" y="17613"/>
                    <a:pt x="18371" y="18283"/>
                    <a:pt x="17861" y="18726"/>
                  </a:cubicBezTo>
                  <a:cubicBezTo>
                    <a:pt x="17418" y="19110"/>
                    <a:pt x="16826" y="19306"/>
                    <a:pt x="16104" y="19306"/>
                  </a:cubicBezTo>
                  <a:cubicBezTo>
                    <a:pt x="15471" y="19306"/>
                    <a:pt x="14751" y="19156"/>
                    <a:pt x="13959" y="18862"/>
                  </a:cubicBezTo>
                  <a:cubicBezTo>
                    <a:pt x="13176" y="18574"/>
                    <a:pt x="12338" y="18147"/>
                    <a:pt x="11472" y="17597"/>
                  </a:cubicBezTo>
                  <a:cubicBezTo>
                    <a:pt x="9673" y="16454"/>
                    <a:pt x="7849" y="14847"/>
                    <a:pt x="6198" y="12947"/>
                  </a:cubicBezTo>
                  <a:cubicBezTo>
                    <a:pt x="5134" y="11721"/>
                    <a:pt x="4201" y="10446"/>
                    <a:pt x="3427" y="9155"/>
                  </a:cubicBezTo>
                  <a:cubicBezTo>
                    <a:pt x="2679" y="7909"/>
                    <a:pt x="2109" y="6703"/>
                    <a:pt x="1735" y="5567"/>
                  </a:cubicBezTo>
                  <a:cubicBezTo>
                    <a:pt x="1359" y="4431"/>
                    <a:pt x="1195" y="3427"/>
                    <a:pt x="1250" y="2579"/>
                  </a:cubicBezTo>
                  <a:cubicBezTo>
                    <a:pt x="1305" y="1702"/>
                    <a:pt x="1592" y="1035"/>
                    <a:pt x="2102" y="591"/>
                  </a:cubicBezTo>
                  <a:cubicBezTo>
                    <a:pt x="2545" y="206"/>
                    <a:pt x="3136" y="12"/>
                    <a:pt x="3859" y="12"/>
                  </a:cubicBezTo>
                  <a:close/>
                  <a:moveTo>
                    <a:pt x="3859" y="0"/>
                  </a:moveTo>
                  <a:cubicBezTo>
                    <a:pt x="3150" y="0"/>
                    <a:pt x="2548" y="187"/>
                    <a:pt x="2095" y="582"/>
                  </a:cubicBezTo>
                  <a:cubicBezTo>
                    <a:pt x="1" y="2402"/>
                    <a:pt x="1834" y="7941"/>
                    <a:pt x="6189" y="12954"/>
                  </a:cubicBezTo>
                  <a:cubicBezTo>
                    <a:pt x="9599" y="16879"/>
                    <a:pt x="13545" y="19317"/>
                    <a:pt x="16104" y="19317"/>
                  </a:cubicBezTo>
                  <a:cubicBezTo>
                    <a:pt x="16813" y="19317"/>
                    <a:pt x="17415" y="19130"/>
                    <a:pt x="17868" y="18735"/>
                  </a:cubicBezTo>
                  <a:cubicBezTo>
                    <a:pt x="19962" y="16914"/>
                    <a:pt x="18129" y="11374"/>
                    <a:pt x="13774" y="6364"/>
                  </a:cubicBezTo>
                  <a:cubicBezTo>
                    <a:pt x="10364" y="2439"/>
                    <a:pt x="6418" y="0"/>
                    <a:pt x="385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0"/>
            <p:cNvSpPr/>
            <p:nvPr/>
          </p:nvSpPr>
          <p:spPr>
            <a:xfrm>
              <a:off x="1957425" y="3464225"/>
              <a:ext cx="524275" cy="572250"/>
            </a:xfrm>
            <a:custGeom>
              <a:avLst/>
              <a:gdLst/>
              <a:ahLst/>
              <a:cxnLst/>
              <a:rect l="l" t="t" r="r" b="b"/>
              <a:pathLst>
                <a:path w="20971" h="22890" fill="none" extrusionOk="0">
                  <a:moveTo>
                    <a:pt x="15154" y="7387"/>
                  </a:moveTo>
                  <a:cubicBezTo>
                    <a:pt x="17544" y="10137"/>
                    <a:pt x="19343" y="13201"/>
                    <a:pt x="20158" y="15907"/>
                  </a:cubicBezTo>
                  <a:cubicBezTo>
                    <a:pt x="20971" y="18614"/>
                    <a:pt x="20733" y="20738"/>
                    <a:pt x="19495" y="21814"/>
                  </a:cubicBezTo>
                  <a:cubicBezTo>
                    <a:pt x="18255" y="22890"/>
                    <a:pt x="16119" y="22830"/>
                    <a:pt x="13554" y="21645"/>
                  </a:cubicBezTo>
                  <a:cubicBezTo>
                    <a:pt x="10989" y="20463"/>
                    <a:pt x="8204" y="18253"/>
                    <a:pt x="5817" y="15503"/>
                  </a:cubicBezTo>
                  <a:cubicBezTo>
                    <a:pt x="3427" y="12753"/>
                    <a:pt x="1626" y="9689"/>
                    <a:pt x="813" y="6983"/>
                  </a:cubicBezTo>
                  <a:cubicBezTo>
                    <a:pt x="0" y="4279"/>
                    <a:pt x="238" y="2155"/>
                    <a:pt x="1476" y="1077"/>
                  </a:cubicBezTo>
                  <a:cubicBezTo>
                    <a:pt x="2714" y="1"/>
                    <a:pt x="4852" y="63"/>
                    <a:pt x="7417" y="1245"/>
                  </a:cubicBezTo>
                  <a:cubicBezTo>
                    <a:pt x="9982" y="2428"/>
                    <a:pt x="12765" y="4637"/>
                    <a:pt x="15154" y="7387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0"/>
            <p:cNvSpPr/>
            <p:nvPr/>
          </p:nvSpPr>
          <p:spPr>
            <a:xfrm>
              <a:off x="2169050" y="3463300"/>
              <a:ext cx="263475" cy="709425"/>
            </a:xfrm>
            <a:custGeom>
              <a:avLst/>
              <a:gdLst/>
              <a:ahLst/>
              <a:cxnLst/>
              <a:rect l="l" t="t" r="r" b="b"/>
              <a:pathLst>
                <a:path w="10539" h="28377" extrusionOk="0">
                  <a:moveTo>
                    <a:pt x="0" y="1"/>
                  </a:moveTo>
                  <a:lnTo>
                    <a:pt x="379" y="2030"/>
                  </a:lnTo>
                  <a:lnTo>
                    <a:pt x="644" y="3467"/>
                  </a:lnTo>
                  <a:lnTo>
                    <a:pt x="1831" y="9805"/>
                  </a:lnTo>
                  <a:lnTo>
                    <a:pt x="1854" y="9925"/>
                  </a:lnTo>
                  <a:lnTo>
                    <a:pt x="2064" y="11061"/>
                  </a:lnTo>
                  <a:lnTo>
                    <a:pt x="2067" y="11063"/>
                  </a:lnTo>
                  <a:lnTo>
                    <a:pt x="2591" y="13866"/>
                  </a:lnTo>
                  <a:lnTo>
                    <a:pt x="3616" y="19364"/>
                  </a:lnTo>
                  <a:lnTo>
                    <a:pt x="3939" y="21093"/>
                  </a:lnTo>
                  <a:lnTo>
                    <a:pt x="4348" y="23271"/>
                  </a:lnTo>
                  <a:lnTo>
                    <a:pt x="5285" y="28358"/>
                  </a:lnTo>
                  <a:cubicBezTo>
                    <a:pt x="5482" y="28370"/>
                    <a:pt x="5677" y="28376"/>
                    <a:pt x="5870" y="28376"/>
                  </a:cubicBezTo>
                  <a:cubicBezTo>
                    <a:pt x="7557" y="28376"/>
                    <a:pt x="9113" y="27897"/>
                    <a:pt x="10538" y="26940"/>
                  </a:cubicBezTo>
                  <a:lnTo>
                    <a:pt x="10365" y="25046"/>
                  </a:lnTo>
                  <a:lnTo>
                    <a:pt x="9885" y="22465"/>
                  </a:lnTo>
                  <a:lnTo>
                    <a:pt x="9562" y="20736"/>
                  </a:lnTo>
                  <a:lnTo>
                    <a:pt x="7611" y="10301"/>
                  </a:lnTo>
                  <a:lnTo>
                    <a:pt x="7181" y="8011"/>
                  </a:lnTo>
                  <a:lnTo>
                    <a:pt x="7179" y="8008"/>
                  </a:lnTo>
                  <a:lnTo>
                    <a:pt x="6705" y="5459"/>
                  </a:lnTo>
                  <a:lnTo>
                    <a:pt x="6703" y="5457"/>
                  </a:lnTo>
                  <a:cubicBezTo>
                    <a:pt x="4526" y="3139"/>
                    <a:pt x="2205" y="1285"/>
                    <a:pt x="0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0"/>
            <p:cNvSpPr/>
            <p:nvPr/>
          </p:nvSpPr>
          <p:spPr>
            <a:xfrm>
              <a:off x="2042325" y="3414925"/>
              <a:ext cx="215000" cy="748150"/>
            </a:xfrm>
            <a:custGeom>
              <a:avLst/>
              <a:gdLst/>
              <a:ahLst/>
              <a:cxnLst/>
              <a:rect l="l" t="t" r="r" b="b"/>
              <a:pathLst>
                <a:path w="8600" h="29926" extrusionOk="0">
                  <a:moveTo>
                    <a:pt x="1" y="1"/>
                  </a:moveTo>
                  <a:lnTo>
                    <a:pt x="428" y="2282"/>
                  </a:lnTo>
                  <a:lnTo>
                    <a:pt x="687" y="3675"/>
                  </a:lnTo>
                  <a:lnTo>
                    <a:pt x="3035" y="16231"/>
                  </a:lnTo>
                  <a:lnTo>
                    <a:pt x="3035" y="16233"/>
                  </a:lnTo>
                  <a:lnTo>
                    <a:pt x="3483" y="18637"/>
                  </a:lnTo>
                  <a:lnTo>
                    <a:pt x="3954" y="21158"/>
                  </a:lnTo>
                  <a:lnTo>
                    <a:pt x="5069" y="28346"/>
                  </a:lnTo>
                  <a:lnTo>
                    <a:pt x="8600" y="29925"/>
                  </a:lnTo>
                  <a:lnTo>
                    <a:pt x="7512" y="24024"/>
                  </a:lnTo>
                  <a:lnTo>
                    <a:pt x="7094" y="21795"/>
                  </a:lnTo>
                  <a:lnTo>
                    <a:pt x="6739" y="19895"/>
                  </a:lnTo>
                  <a:lnTo>
                    <a:pt x="5473" y="13123"/>
                  </a:lnTo>
                  <a:lnTo>
                    <a:pt x="5205" y="11684"/>
                  </a:lnTo>
                  <a:lnTo>
                    <a:pt x="5102" y="11139"/>
                  </a:lnTo>
                  <a:lnTo>
                    <a:pt x="5099" y="11137"/>
                  </a:lnTo>
                  <a:lnTo>
                    <a:pt x="4965" y="10408"/>
                  </a:lnTo>
                  <a:lnTo>
                    <a:pt x="3836" y="4372"/>
                  </a:lnTo>
                  <a:lnTo>
                    <a:pt x="3585" y="3028"/>
                  </a:lnTo>
                  <a:lnTo>
                    <a:pt x="3204" y="975"/>
                  </a:lnTo>
                  <a:cubicBezTo>
                    <a:pt x="2070" y="472"/>
                    <a:pt x="989" y="139"/>
                    <a:pt x="1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" name="Google Shape;552;p30"/>
          <p:cNvGrpSpPr/>
          <p:nvPr/>
        </p:nvGrpSpPr>
        <p:grpSpPr>
          <a:xfrm flipH="1">
            <a:off x="659293" y="404033"/>
            <a:ext cx="530159" cy="550985"/>
            <a:chOff x="2777975" y="4487350"/>
            <a:chExt cx="803150" cy="834825"/>
          </a:xfrm>
        </p:grpSpPr>
        <p:sp>
          <p:nvSpPr>
            <p:cNvPr id="553" name="Google Shape;553;p30"/>
            <p:cNvSpPr/>
            <p:nvPr/>
          </p:nvSpPr>
          <p:spPr>
            <a:xfrm>
              <a:off x="2801475" y="4545025"/>
              <a:ext cx="776425" cy="720275"/>
            </a:xfrm>
            <a:custGeom>
              <a:avLst/>
              <a:gdLst/>
              <a:ahLst/>
              <a:cxnLst/>
              <a:rect l="l" t="t" r="r" b="b"/>
              <a:pathLst>
                <a:path w="31057" h="28811" extrusionOk="0">
                  <a:moveTo>
                    <a:pt x="14617" y="0"/>
                  </a:moveTo>
                  <a:cubicBezTo>
                    <a:pt x="8672" y="0"/>
                    <a:pt x="3310" y="3412"/>
                    <a:pt x="718" y="8603"/>
                  </a:cubicBezTo>
                  <a:cubicBezTo>
                    <a:pt x="469" y="9391"/>
                    <a:pt x="287" y="10196"/>
                    <a:pt x="169" y="11012"/>
                  </a:cubicBezTo>
                  <a:cubicBezTo>
                    <a:pt x="53" y="11797"/>
                    <a:pt x="0" y="12589"/>
                    <a:pt x="5" y="13381"/>
                  </a:cubicBezTo>
                  <a:cubicBezTo>
                    <a:pt x="10" y="14161"/>
                    <a:pt x="77" y="14939"/>
                    <a:pt x="201" y="15710"/>
                  </a:cubicBezTo>
                  <a:cubicBezTo>
                    <a:pt x="284" y="16230"/>
                    <a:pt x="393" y="16747"/>
                    <a:pt x="527" y="17255"/>
                  </a:cubicBezTo>
                  <a:cubicBezTo>
                    <a:pt x="905" y="18673"/>
                    <a:pt x="1483" y="20028"/>
                    <a:pt x="2240" y="21282"/>
                  </a:cubicBezTo>
                  <a:cubicBezTo>
                    <a:pt x="4565" y="25133"/>
                    <a:pt x="8532" y="27950"/>
                    <a:pt x="13328" y="28648"/>
                  </a:cubicBezTo>
                  <a:cubicBezTo>
                    <a:pt x="14085" y="28757"/>
                    <a:pt x="14838" y="28811"/>
                    <a:pt x="15582" y="28811"/>
                  </a:cubicBezTo>
                  <a:cubicBezTo>
                    <a:pt x="22075" y="28811"/>
                    <a:pt x="27874" y="24745"/>
                    <a:pt x="30130" y="18733"/>
                  </a:cubicBezTo>
                  <a:cubicBezTo>
                    <a:pt x="30456" y="17802"/>
                    <a:pt x="30691" y="16842"/>
                    <a:pt x="30837" y="15865"/>
                  </a:cubicBezTo>
                  <a:cubicBezTo>
                    <a:pt x="30906" y="15389"/>
                    <a:pt x="30952" y="14916"/>
                    <a:pt x="30978" y="14445"/>
                  </a:cubicBezTo>
                  <a:cubicBezTo>
                    <a:pt x="31056" y="12953"/>
                    <a:pt x="30121" y="13422"/>
                    <a:pt x="29793" y="12021"/>
                  </a:cubicBezTo>
                  <a:cubicBezTo>
                    <a:pt x="29671" y="11506"/>
                    <a:pt x="29523" y="10998"/>
                    <a:pt x="29354" y="10504"/>
                  </a:cubicBezTo>
                  <a:cubicBezTo>
                    <a:pt x="29098" y="9765"/>
                    <a:pt x="28789" y="9047"/>
                    <a:pt x="28426" y="8356"/>
                  </a:cubicBezTo>
                  <a:cubicBezTo>
                    <a:pt x="26191" y="4085"/>
                    <a:pt x="22007" y="910"/>
                    <a:pt x="16874" y="164"/>
                  </a:cubicBezTo>
                  <a:cubicBezTo>
                    <a:pt x="16116" y="54"/>
                    <a:pt x="15362" y="0"/>
                    <a:pt x="14617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0"/>
            <p:cNvSpPr/>
            <p:nvPr/>
          </p:nvSpPr>
          <p:spPr>
            <a:xfrm>
              <a:off x="2801650" y="4487525"/>
              <a:ext cx="779300" cy="777675"/>
            </a:xfrm>
            <a:custGeom>
              <a:avLst/>
              <a:gdLst/>
              <a:ahLst/>
              <a:cxnLst/>
              <a:rect l="l" t="t" r="r" b="b"/>
              <a:pathLst>
                <a:path w="31172" h="31107" extrusionOk="0">
                  <a:moveTo>
                    <a:pt x="15542" y="0"/>
                  </a:moveTo>
                  <a:cubicBezTo>
                    <a:pt x="8747" y="5"/>
                    <a:pt x="2743" y="4422"/>
                    <a:pt x="716" y="10908"/>
                  </a:cubicBezTo>
                  <a:cubicBezTo>
                    <a:pt x="469" y="11693"/>
                    <a:pt x="284" y="12499"/>
                    <a:pt x="169" y="13316"/>
                  </a:cubicBezTo>
                  <a:cubicBezTo>
                    <a:pt x="53" y="14099"/>
                    <a:pt x="0" y="14891"/>
                    <a:pt x="5" y="15683"/>
                  </a:cubicBezTo>
                  <a:cubicBezTo>
                    <a:pt x="10" y="16461"/>
                    <a:pt x="74" y="17239"/>
                    <a:pt x="199" y="18010"/>
                  </a:cubicBezTo>
                  <a:cubicBezTo>
                    <a:pt x="287" y="18546"/>
                    <a:pt x="395" y="19066"/>
                    <a:pt x="527" y="19555"/>
                  </a:cubicBezTo>
                  <a:cubicBezTo>
                    <a:pt x="905" y="20970"/>
                    <a:pt x="1480" y="22326"/>
                    <a:pt x="2240" y="23580"/>
                  </a:cubicBezTo>
                  <a:cubicBezTo>
                    <a:pt x="4657" y="27588"/>
                    <a:pt x="8696" y="30269"/>
                    <a:pt x="13321" y="30941"/>
                  </a:cubicBezTo>
                  <a:cubicBezTo>
                    <a:pt x="14069" y="31049"/>
                    <a:pt x="14822" y="31105"/>
                    <a:pt x="15577" y="31105"/>
                  </a:cubicBezTo>
                  <a:lnTo>
                    <a:pt x="15579" y="31107"/>
                  </a:lnTo>
                  <a:cubicBezTo>
                    <a:pt x="20354" y="31098"/>
                    <a:pt x="24861" y="28900"/>
                    <a:pt x="27807" y="25143"/>
                  </a:cubicBezTo>
                  <a:cubicBezTo>
                    <a:pt x="29479" y="23009"/>
                    <a:pt x="30564" y="20474"/>
                    <a:pt x="30950" y="17791"/>
                  </a:cubicBezTo>
                  <a:cubicBezTo>
                    <a:pt x="31019" y="17325"/>
                    <a:pt x="31068" y="16849"/>
                    <a:pt x="31091" y="16373"/>
                  </a:cubicBezTo>
                  <a:cubicBezTo>
                    <a:pt x="31171" y="14909"/>
                    <a:pt x="31042" y="13443"/>
                    <a:pt x="30710" y="12014"/>
                  </a:cubicBezTo>
                  <a:cubicBezTo>
                    <a:pt x="30587" y="11504"/>
                    <a:pt x="30442" y="10993"/>
                    <a:pt x="30271" y="10497"/>
                  </a:cubicBezTo>
                  <a:cubicBezTo>
                    <a:pt x="30015" y="9760"/>
                    <a:pt x="29705" y="9042"/>
                    <a:pt x="29343" y="8352"/>
                  </a:cubicBezTo>
                  <a:cubicBezTo>
                    <a:pt x="28218" y="6209"/>
                    <a:pt x="26614" y="4355"/>
                    <a:pt x="24656" y="2935"/>
                  </a:cubicBezTo>
                  <a:cubicBezTo>
                    <a:pt x="23660" y="2217"/>
                    <a:pt x="22584" y="1619"/>
                    <a:pt x="21451" y="1155"/>
                  </a:cubicBezTo>
                  <a:cubicBezTo>
                    <a:pt x="19573" y="393"/>
                    <a:pt x="17567" y="0"/>
                    <a:pt x="15542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0"/>
            <p:cNvSpPr/>
            <p:nvPr/>
          </p:nvSpPr>
          <p:spPr>
            <a:xfrm>
              <a:off x="2801525" y="4487350"/>
              <a:ext cx="779600" cy="777975"/>
            </a:xfrm>
            <a:custGeom>
              <a:avLst/>
              <a:gdLst/>
              <a:ahLst/>
              <a:cxnLst/>
              <a:rect l="l" t="t" r="r" b="b"/>
              <a:pathLst>
                <a:path w="31184" h="31119" extrusionOk="0">
                  <a:moveTo>
                    <a:pt x="15547" y="10"/>
                  </a:moveTo>
                  <a:cubicBezTo>
                    <a:pt x="17572" y="12"/>
                    <a:pt x="19576" y="402"/>
                    <a:pt x="21453" y="1164"/>
                  </a:cubicBezTo>
                  <a:cubicBezTo>
                    <a:pt x="23714" y="2090"/>
                    <a:pt x="25723" y="3535"/>
                    <a:pt x="27318" y="5385"/>
                  </a:cubicBezTo>
                  <a:cubicBezTo>
                    <a:pt x="28106" y="6295"/>
                    <a:pt x="28784" y="7294"/>
                    <a:pt x="29343" y="8359"/>
                  </a:cubicBezTo>
                  <a:cubicBezTo>
                    <a:pt x="29706" y="9049"/>
                    <a:pt x="30015" y="9767"/>
                    <a:pt x="30271" y="10506"/>
                  </a:cubicBezTo>
                  <a:cubicBezTo>
                    <a:pt x="30442" y="11000"/>
                    <a:pt x="30588" y="11511"/>
                    <a:pt x="30710" y="12023"/>
                  </a:cubicBezTo>
                  <a:cubicBezTo>
                    <a:pt x="31043" y="13448"/>
                    <a:pt x="31170" y="14914"/>
                    <a:pt x="31091" y="16378"/>
                  </a:cubicBezTo>
                  <a:cubicBezTo>
                    <a:pt x="31066" y="16854"/>
                    <a:pt x="31019" y="17329"/>
                    <a:pt x="30950" y="17796"/>
                  </a:cubicBezTo>
                  <a:cubicBezTo>
                    <a:pt x="30562" y="20476"/>
                    <a:pt x="29479" y="23012"/>
                    <a:pt x="27810" y="25143"/>
                  </a:cubicBezTo>
                  <a:cubicBezTo>
                    <a:pt x="24866" y="28904"/>
                    <a:pt x="20357" y="31102"/>
                    <a:pt x="15584" y="31107"/>
                  </a:cubicBezTo>
                  <a:cubicBezTo>
                    <a:pt x="13640" y="31105"/>
                    <a:pt x="11712" y="30745"/>
                    <a:pt x="9902" y="30040"/>
                  </a:cubicBezTo>
                  <a:cubicBezTo>
                    <a:pt x="7773" y="29209"/>
                    <a:pt x="5856" y="27918"/>
                    <a:pt x="4286" y="26258"/>
                  </a:cubicBezTo>
                  <a:cubicBezTo>
                    <a:pt x="3513" y="25443"/>
                    <a:pt x="2831" y="24545"/>
                    <a:pt x="2250" y="23584"/>
                  </a:cubicBezTo>
                  <a:cubicBezTo>
                    <a:pt x="1492" y="22331"/>
                    <a:pt x="915" y="20977"/>
                    <a:pt x="539" y="19562"/>
                  </a:cubicBezTo>
                  <a:cubicBezTo>
                    <a:pt x="407" y="19070"/>
                    <a:pt x="299" y="18551"/>
                    <a:pt x="211" y="18017"/>
                  </a:cubicBezTo>
                  <a:cubicBezTo>
                    <a:pt x="86" y="17246"/>
                    <a:pt x="21" y="16468"/>
                    <a:pt x="17" y="15690"/>
                  </a:cubicBezTo>
                  <a:cubicBezTo>
                    <a:pt x="10" y="14898"/>
                    <a:pt x="65" y="14106"/>
                    <a:pt x="181" y="13323"/>
                  </a:cubicBezTo>
                  <a:cubicBezTo>
                    <a:pt x="296" y="12506"/>
                    <a:pt x="481" y="11702"/>
                    <a:pt x="728" y="10915"/>
                  </a:cubicBezTo>
                  <a:cubicBezTo>
                    <a:pt x="2755" y="4434"/>
                    <a:pt x="8756" y="16"/>
                    <a:pt x="15549" y="12"/>
                  </a:cubicBezTo>
                  <a:lnTo>
                    <a:pt x="15547" y="10"/>
                  </a:lnTo>
                  <a:close/>
                  <a:moveTo>
                    <a:pt x="15549" y="0"/>
                  </a:moveTo>
                  <a:cubicBezTo>
                    <a:pt x="8761" y="0"/>
                    <a:pt x="2732" y="4445"/>
                    <a:pt x="716" y="10913"/>
                  </a:cubicBezTo>
                  <a:cubicBezTo>
                    <a:pt x="469" y="11700"/>
                    <a:pt x="287" y="12503"/>
                    <a:pt x="169" y="13321"/>
                  </a:cubicBezTo>
                  <a:cubicBezTo>
                    <a:pt x="54" y="14106"/>
                    <a:pt x="1" y="14898"/>
                    <a:pt x="5" y="15690"/>
                  </a:cubicBezTo>
                  <a:cubicBezTo>
                    <a:pt x="10" y="16470"/>
                    <a:pt x="75" y="17248"/>
                    <a:pt x="199" y="18017"/>
                  </a:cubicBezTo>
                  <a:cubicBezTo>
                    <a:pt x="282" y="18539"/>
                    <a:pt x="393" y="19054"/>
                    <a:pt x="527" y="19564"/>
                  </a:cubicBezTo>
                  <a:cubicBezTo>
                    <a:pt x="906" y="20980"/>
                    <a:pt x="1483" y="22335"/>
                    <a:pt x="2240" y="23589"/>
                  </a:cubicBezTo>
                  <a:cubicBezTo>
                    <a:pt x="4563" y="27440"/>
                    <a:pt x="8530" y="30257"/>
                    <a:pt x="13326" y="30955"/>
                  </a:cubicBezTo>
                  <a:cubicBezTo>
                    <a:pt x="14074" y="31063"/>
                    <a:pt x="14829" y="31116"/>
                    <a:pt x="15584" y="31119"/>
                  </a:cubicBezTo>
                  <a:cubicBezTo>
                    <a:pt x="22077" y="31119"/>
                    <a:pt x="27875" y="27052"/>
                    <a:pt x="30131" y="21040"/>
                  </a:cubicBezTo>
                  <a:cubicBezTo>
                    <a:pt x="30525" y="19994"/>
                    <a:pt x="30805" y="18906"/>
                    <a:pt x="30964" y="17798"/>
                  </a:cubicBezTo>
                  <a:cubicBezTo>
                    <a:pt x="31033" y="17322"/>
                    <a:pt x="31080" y="16849"/>
                    <a:pt x="31105" y="16378"/>
                  </a:cubicBezTo>
                  <a:cubicBezTo>
                    <a:pt x="31183" y="14914"/>
                    <a:pt x="31054" y="13448"/>
                    <a:pt x="30722" y="12021"/>
                  </a:cubicBezTo>
                  <a:cubicBezTo>
                    <a:pt x="30602" y="11506"/>
                    <a:pt x="30454" y="10996"/>
                    <a:pt x="30283" y="10502"/>
                  </a:cubicBezTo>
                  <a:cubicBezTo>
                    <a:pt x="30029" y="9765"/>
                    <a:pt x="29717" y="9047"/>
                    <a:pt x="29355" y="8354"/>
                  </a:cubicBezTo>
                  <a:cubicBezTo>
                    <a:pt x="27120" y="4083"/>
                    <a:pt x="22936" y="908"/>
                    <a:pt x="17803" y="164"/>
                  </a:cubicBezTo>
                  <a:cubicBezTo>
                    <a:pt x="17057" y="56"/>
                    <a:pt x="16304" y="0"/>
                    <a:pt x="1554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0"/>
            <p:cNvSpPr/>
            <p:nvPr/>
          </p:nvSpPr>
          <p:spPr>
            <a:xfrm>
              <a:off x="2861275" y="4546975"/>
              <a:ext cx="658650" cy="658675"/>
            </a:xfrm>
            <a:custGeom>
              <a:avLst/>
              <a:gdLst/>
              <a:ahLst/>
              <a:cxnLst/>
              <a:rect l="l" t="t" r="r" b="b"/>
              <a:pathLst>
                <a:path w="26346" h="26347" fill="none" extrusionOk="0">
                  <a:moveTo>
                    <a:pt x="22488" y="3859"/>
                  </a:moveTo>
                  <a:cubicBezTo>
                    <a:pt x="24958" y="6329"/>
                    <a:pt x="26346" y="9680"/>
                    <a:pt x="26346" y="13173"/>
                  </a:cubicBezTo>
                  <a:cubicBezTo>
                    <a:pt x="26346" y="16667"/>
                    <a:pt x="24958" y="20017"/>
                    <a:pt x="22488" y="22488"/>
                  </a:cubicBezTo>
                  <a:cubicBezTo>
                    <a:pt x="20017" y="24958"/>
                    <a:pt x="16667" y="26346"/>
                    <a:pt x="13173" y="26346"/>
                  </a:cubicBezTo>
                  <a:cubicBezTo>
                    <a:pt x="9680" y="26346"/>
                    <a:pt x="6329" y="24958"/>
                    <a:pt x="3859" y="22488"/>
                  </a:cubicBezTo>
                  <a:cubicBezTo>
                    <a:pt x="1388" y="20017"/>
                    <a:pt x="0" y="16667"/>
                    <a:pt x="0" y="13173"/>
                  </a:cubicBezTo>
                  <a:cubicBezTo>
                    <a:pt x="0" y="9680"/>
                    <a:pt x="1388" y="6329"/>
                    <a:pt x="3859" y="3859"/>
                  </a:cubicBezTo>
                  <a:cubicBezTo>
                    <a:pt x="6329" y="1388"/>
                    <a:pt x="9680" y="1"/>
                    <a:pt x="13173" y="1"/>
                  </a:cubicBezTo>
                  <a:cubicBezTo>
                    <a:pt x="16667" y="1"/>
                    <a:pt x="20017" y="1388"/>
                    <a:pt x="22488" y="3859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0"/>
            <p:cNvSpPr/>
            <p:nvPr/>
          </p:nvSpPr>
          <p:spPr>
            <a:xfrm>
              <a:off x="2892850" y="4588600"/>
              <a:ext cx="595500" cy="575475"/>
            </a:xfrm>
            <a:custGeom>
              <a:avLst/>
              <a:gdLst/>
              <a:ahLst/>
              <a:cxnLst/>
              <a:rect l="l" t="t" r="r" b="b"/>
              <a:pathLst>
                <a:path w="23820" h="23019" extrusionOk="0">
                  <a:moveTo>
                    <a:pt x="11896" y="0"/>
                  </a:moveTo>
                  <a:cubicBezTo>
                    <a:pt x="5865" y="7"/>
                    <a:pt x="864" y="4669"/>
                    <a:pt x="432" y="10684"/>
                  </a:cubicBezTo>
                  <a:cubicBezTo>
                    <a:pt x="0" y="16701"/>
                    <a:pt x="4286" y="22028"/>
                    <a:pt x="10255" y="22896"/>
                  </a:cubicBezTo>
                  <a:cubicBezTo>
                    <a:pt x="10809" y="22977"/>
                    <a:pt x="11365" y="23019"/>
                    <a:pt x="11924" y="23019"/>
                  </a:cubicBezTo>
                  <a:cubicBezTo>
                    <a:pt x="17955" y="23009"/>
                    <a:pt x="22959" y="18348"/>
                    <a:pt x="23388" y="12333"/>
                  </a:cubicBezTo>
                  <a:cubicBezTo>
                    <a:pt x="23820" y="6315"/>
                    <a:pt x="19534" y="989"/>
                    <a:pt x="13566" y="120"/>
                  </a:cubicBezTo>
                  <a:cubicBezTo>
                    <a:pt x="13014" y="40"/>
                    <a:pt x="12455" y="0"/>
                    <a:pt x="11896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0"/>
            <p:cNvSpPr/>
            <p:nvPr/>
          </p:nvSpPr>
          <p:spPr>
            <a:xfrm>
              <a:off x="2882925" y="4588425"/>
              <a:ext cx="615425" cy="575775"/>
            </a:xfrm>
            <a:custGeom>
              <a:avLst/>
              <a:gdLst/>
              <a:ahLst/>
              <a:cxnLst/>
              <a:rect l="l" t="t" r="r" b="b"/>
              <a:pathLst>
                <a:path w="24617" h="23031" extrusionOk="0">
                  <a:moveTo>
                    <a:pt x="12293" y="10"/>
                  </a:moveTo>
                  <a:lnTo>
                    <a:pt x="12293" y="12"/>
                  </a:lnTo>
                  <a:cubicBezTo>
                    <a:pt x="12852" y="12"/>
                    <a:pt x="13409" y="53"/>
                    <a:pt x="13963" y="132"/>
                  </a:cubicBezTo>
                  <a:cubicBezTo>
                    <a:pt x="19927" y="1000"/>
                    <a:pt x="24210" y="6327"/>
                    <a:pt x="23780" y="12340"/>
                  </a:cubicBezTo>
                  <a:cubicBezTo>
                    <a:pt x="23349" y="18350"/>
                    <a:pt x="18350" y="23012"/>
                    <a:pt x="12321" y="23019"/>
                  </a:cubicBezTo>
                  <a:cubicBezTo>
                    <a:pt x="11765" y="23019"/>
                    <a:pt x="11206" y="22979"/>
                    <a:pt x="10654" y="22899"/>
                  </a:cubicBezTo>
                  <a:cubicBezTo>
                    <a:pt x="4685" y="22033"/>
                    <a:pt x="397" y="16706"/>
                    <a:pt x="829" y="10691"/>
                  </a:cubicBezTo>
                  <a:cubicBezTo>
                    <a:pt x="1261" y="4676"/>
                    <a:pt x="6262" y="17"/>
                    <a:pt x="12293" y="10"/>
                  </a:cubicBezTo>
                  <a:close/>
                  <a:moveTo>
                    <a:pt x="12293" y="0"/>
                  </a:moveTo>
                  <a:cubicBezTo>
                    <a:pt x="6669" y="0"/>
                    <a:pt x="1746" y="4127"/>
                    <a:pt x="915" y="9857"/>
                  </a:cubicBezTo>
                  <a:cubicBezTo>
                    <a:pt x="0" y="16149"/>
                    <a:pt x="4360" y="21993"/>
                    <a:pt x="10652" y="22908"/>
                  </a:cubicBezTo>
                  <a:cubicBezTo>
                    <a:pt x="11203" y="22989"/>
                    <a:pt x="11762" y="23028"/>
                    <a:pt x="12321" y="23030"/>
                  </a:cubicBezTo>
                  <a:cubicBezTo>
                    <a:pt x="17948" y="23030"/>
                    <a:pt x="22868" y="18902"/>
                    <a:pt x="23702" y="13171"/>
                  </a:cubicBezTo>
                  <a:cubicBezTo>
                    <a:pt x="24616" y="6879"/>
                    <a:pt x="20257" y="1035"/>
                    <a:pt x="13965" y="120"/>
                  </a:cubicBezTo>
                  <a:cubicBezTo>
                    <a:pt x="13411" y="40"/>
                    <a:pt x="12852" y="0"/>
                    <a:pt x="1229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0"/>
            <p:cNvSpPr/>
            <p:nvPr/>
          </p:nvSpPr>
          <p:spPr>
            <a:xfrm>
              <a:off x="2814700" y="4787800"/>
              <a:ext cx="766375" cy="289275"/>
            </a:xfrm>
            <a:custGeom>
              <a:avLst/>
              <a:gdLst/>
              <a:ahLst/>
              <a:cxnLst/>
              <a:rect l="l" t="t" r="r" b="b"/>
              <a:pathLst>
                <a:path w="30655" h="11571" extrusionOk="0">
                  <a:moveTo>
                    <a:pt x="30192" y="1"/>
                  </a:moveTo>
                  <a:lnTo>
                    <a:pt x="0" y="7546"/>
                  </a:lnTo>
                  <a:cubicBezTo>
                    <a:pt x="379" y="8962"/>
                    <a:pt x="956" y="10317"/>
                    <a:pt x="1713" y="11571"/>
                  </a:cubicBezTo>
                  <a:lnTo>
                    <a:pt x="30573" y="4360"/>
                  </a:lnTo>
                  <a:cubicBezTo>
                    <a:pt x="30654" y="2896"/>
                    <a:pt x="30525" y="1428"/>
                    <a:pt x="30192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0"/>
            <p:cNvSpPr/>
            <p:nvPr/>
          </p:nvSpPr>
          <p:spPr>
            <a:xfrm>
              <a:off x="2801650" y="4696250"/>
              <a:ext cx="756850" cy="241550"/>
            </a:xfrm>
            <a:custGeom>
              <a:avLst/>
              <a:gdLst/>
              <a:ahLst/>
              <a:cxnLst/>
              <a:rect l="l" t="t" r="r" b="b"/>
              <a:pathLst>
                <a:path w="30274" h="9662" extrusionOk="0">
                  <a:moveTo>
                    <a:pt x="29347" y="1"/>
                  </a:moveTo>
                  <a:lnTo>
                    <a:pt x="0" y="7334"/>
                  </a:lnTo>
                  <a:cubicBezTo>
                    <a:pt x="5" y="8112"/>
                    <a:pt x="70" y="8890"/>
                    <a:pt x="194" y="9661"/>
                  </a:cubicBezTo>
                  <a:lnTo>
                    <a:pt x="30273" y="2143"/>
                  </a:lnTo>
                  <a:cubicBezTo>
                    <a:pt x="30019" y="1407"/>
                    <a:pt x="29710" y="691"/>
                    <a:pt x="293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0"/>
            <p:cNvSpPr/>
            <p:nvPr/>
          </p:nvSpPr>
          <p:spPr>
            <a:xfrm>
              <a:off x="2777975" y="4760150"/>
              <a:ext cx="776700" cy="562025"/>
            </a:xfrm>
            <a:custGeom>
              <a:avLst/>
              <a:gdLst/>
              <a:ahLst/>
              <a:cxnLst/>
              <a:rect l="l" t="t" r="r" b="b"/>
              <a:pathLst>
                <a:path w="31068" h="22481" extrusionOk="0">
                  <a:moveTo>
                    <a:pt x="1658" y="1"/>
                  </a:moveTo>
                  <a:lnTo>
                    <a:pt x="1658" y="1"/>
                  </a:lnTo>
                  <a:cubicBezTo>
                    <a:pt x="562" y="2201"/>
                    <a:pt x="1" y="4628"/>
                    <a:pt x="17" y="7087"/>
                  </a:cubicBezTo>
                  <a:cubicBezTo>
                    <a:pt x="21" y="7867"/>
                    <a:pt x="88" y="8645"/>
                    <a:pt x="213" y="9417"/>
                  </a:cubicBezTo>
                  <a:cubicBezTo>
                    <a:pt x="296" y="9936"/>
                    <a:pt x="405" y="10453"/>
                    <a:pt x="541" y="10961"/>
                  </a:cubicBezTo>
                  <a:cubicBezTo>
                    <a:pt x="917" y="12379"/>
                    <a:pt x="1495" y="13732"/>
                    <a:pt x="2252" y="14988"/>
                  </a:cubicBezTo>
                  <a:cubicBezTo>
                    <a:pt x="4577" y="18837"/>
                    <a:pt x="8542" y="21654"/>
                    <a:pt x="13340" y="22352"/>
                  </a:cubicBezTo>
                  <a:cubicBezTo>
                    <a:pt x="13938" y="22439"/>
                    <a:pt x="14538" y="22481"/>
                    <a:pt x="15137" y="22481"/>
                  </a:cubicBezTo>
                  <a:cubicBezTo>
                    <a:pt x="22061" y="22481"/>
                    <a:pt x="28760" y="16846"/>
                    <a:pt x="31068" y="10128"/>
                  </a:cubicBezTo>
                  <a:lnTo>
                    <a:pt x="31068" y="10128"/>
                  </a:lnTo>
                  <a:cubicBezTo>
                    <a:pt x="28814" y="16140"/>
                    <a:pt x="23015" y="20206"/>
                    <a:pt x="16520" y="20206"/>
                  </a:cubicBezTo>
                  <a:cubicBezTo>
                    <a:pt x="15776" y="20206"/>
                    <a:pt x="15023" y="20152"/>
                    <a:pt x="14265" y="20043"/>
                  </a:cubicBezTo>
                  <a:cubicBezTo>
                    <a:pt x="9470" y="19345"/>
                    <a:pt x="5503" y="16528"/>
                    <a:pt x="3180" y="12677"/>
                  </a:cubicBezTo>
                  <a:cubicBezTo>
                    <a:pt x="2423" y="11423"/>
                    <a:pt x="1845" y="10068"/>
                    <a:pt x="1467" y="8652"/>
                  </a:cubicBezTo>
                  <a:cubicBezTo>
                    <a:pt x="1333" y="8142"/>
                    <a:pt x="1224" y="7627"/>
                    <a:pt x="1141" y="7105"/>
                  </a:cubicBezTo>
                  <a:cubicBezTo>
                    <a:pt x="1017" y="6336"/>
                    <a:pt x="950" y="5558"/>
                    <a:pt x="945" y="4778"/>
                  </a:cubicBezTo>
                  <a:cubicBezTo>
                    <a:pt x="940" y="3984"/>
                    <a:pt x="993" y="3192"/>
                    <a:pt x="1109" y="2409"/>
                  </a:cubicBezTo>
                  <a:cubicBezTo>
                    <a:pt x="1227" y="1591"/>
                    <a:pt x="1409" y="786"/>
                    <a:pt x="1658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562;p30"/>
          <p:cNvGrpSpPr/>
          <p:nvPr/>
        </p:nvGrpSpPr>
        <p:grpSpPr>
          <a:xfrm rot="-297704">
            <a:off x="7899097" y="2513690"/>
            <a:ext cx="529816" cy="397428"/>
            <a:chOff x="2787100" y="3506250"/>
            <a:chExt cx="854925" cy="641300"/>
          </a:xfrm>
        </p:grpSpPr>
        <p:sp>
          <p:nvSpPr>
            <p:cNvPr id="563" name="Google Shape;563;p30"/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0"/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0"/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0"/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0"/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0"/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0"/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575;p31">
            <a:extLst>
              <a:ext uri="{FF2B5EF4-FFF2-40B4-BE49-F238E27FC236}">
                <a16:creationId xmlns:a16="http://schemas.microsoft.com/office/drawing/2014/main" id="{99C5A4A1-6821-AC00-100F-78EABC467FB8}"/>
              </a:ext>
            </a:extLst>
          </p:cNvPr>
          <p:cNvSpPr txBox="1">
            <a:spLocks/>
          </p:cNvSpPr>
          <p:nvPr/>
        </p:nvSpPr>
        <p:spPr>
          <a:xfrm>
            <a:off x="3176454" y="3567512"/>
            <a:ext cx="2791091" cy="819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ppio One"/>
              <a:buNone/>
              <a:defRPr sz="5000" b="0" i="0" u="none" strike="noStrike" cap="none">
                <a:solidFill>
                  <a:schemeClr val="accent1"/>
                </a:solidFill>
                <a:latin typeface="Doppio One"/>
                <a:ea typeface="Doppio One"/>
                <a:cs typeface="Doppio One"/>
                <a:sym typeface="Doppio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400" dirty="0"/>
              <a:t>KNN</a:t>
            </a:r>
          </a:p>
        </p:txBody>
      </p:sp>
    </p:spTree>
    <p:extLst>
      <p:ext uri="{BB962C8B-B14F-4D97-AF65-F5344CB8AC3E}">
        <p14:creationId xmlns:p14="http://schemas.microsoft.com/office/powerpoint/2010/main" val="35160066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50689-5612-EBC9-7DDE-FA102943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91836"/>
            <a:ext cx="7704000" cy="572700"/>
          </a:xfrm>
        </p:spPr>
        <p:txBody>
          <a:bodyPr/>
          <a:lstStyle/>
          <a:p>
            <a:r>
              <a:rPr lang="fr-FR" dirty="0"/>
              <a:t>Présentation du KNN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5461C0-447A-C73A-C51C-BFE8704B7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3067" y="1035584"/>
            <a:ext cx="4313439" cy="3267018"/>
          </a:xfrm>
        </p:spPr>
        <p:txBody>
          <a:bodyPr anchor="t"/>
          <a:lstStyle/>
          <a:p>
            <a:pPr marL="139700" indent="0">
              <a:buNone/>
            </a:pPr>
            <a:r>
              <a:rPr lang="fr-FR" sz="1600" dirty="0">
                <a:latin typeface="Doppio One"/>
                <a:sym typeface="Doppio One"/>
              </a:rPr>
              <a:t>Le KNN est un algorithme supervisé:</a:t>
            </a:r>
          </a:p>
          <a:p>
            <a:pPr marL="139700" indent="0">
              <a:buNone/>
            </a:pPr>
            <a:r>
              <a:rPr lang="fr-FR" sz="1600" dirty="0">
                <a:latin typeface="Doppio One"/>
                <a:sym typeface="Doppio One"/>
              </a:rPr>
              <a:t>Il a besoin de données d’entrainement pour pouvoir fonctionner.</a:t>
            </a:r>
          </a:p>
          <a:p>
            <a:pPr marL="139700" indent="0">
              <a:buNone/>
            </a:pPr>
            <a:endParaRPr lang="fr-FR" sz="1600" dirty="0">
              <a:latin typeface="Doppio One"/>
              <a:sym typeface="Doppio One"/>
            </a:endParaRPr>
          </a:p>
          <a:p>
            <a:pPr marL="139700" indent="0">
              <a:buNone/>
            </a:pPr>
            <a:r>
              <a:rPr lang="fr-FR" sz="1600" dirty="0">
                <a:latin typeface="Doppio One"/>
                <a:sym typeface="Doppio One"/>
              </a:rPr>
              <a:t>Son principe est simple : deviner la classe d’un nouvel individu à partir des classes de ses plus proches voisins dans l’espace. </a:t>
            </a:r>
          </a:p>
          <a:p>
            <a:pPr marL="139700" indent="0">
              <a:buNone/>
            </a:pPr>
            <a:endParaRPr lang="fr-FR" sz="1600" dirty="0">
              <a:latin typeface="Doppio One"/>
              <a:sym typeface="Doppio One"/>
            </a:endParaRPr>
          </a:p>
          <a:p>
            <a:pPr marL="139700" indent="0">
              <a:buNone/>
            </a:pPr>
            <a:r>
              <a:rPr lang="fr-FR" sz="1600" dirty="0">
                <a:latin typeface="Doppio One"/>
                <a:sym typeface="Doppio One"/>
              </a:rPr>
              <a:t>Avant de le tester, nous devons déterminer combien de voisins sont nécessaires pour avoir de bonnes prédictions.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292FDB-27D9-5600-61CD-1C34700A1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18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7021706-6C50-6B38-C19C-F0BEEE1249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3072" y="676752"/>
            <a:ext cx="3637694" cy="1985574"/>
          </a:xfrm>
          <a:prstGeom prst="rect">
            <a:avLst/>
          </a:prstGeom>
        </p:spPr>
      </p:pic>
      <p:grpSp>
        <p:nvGrpSpPr>
          <p:cNvPr id="19" name="Google Shape;491;p30">
            <a:extLst>
              <a:ext uri="{FF2B5EF4-FFF2-40B4-BE49-F238E27FC236}">
                <a16:creationId xmlns:a16="http://schemas.microsoft.com/office/drawing/2014/main" id="{9CE0DC9D-9550-6AA7-1637-504AA18DCE4C}"/>
              </a:ext>
            </a:extLst>
          </p:cNvPr>
          <p:cNvGrpSpPr/>
          <p:nvPr/>
        </p:nvGrpSpPr>
        <p:grpSpPr>
          <a:xfrm rot="1790401">
            <a:off x="7945092" y="3869674"/>
            <a:ext cx="701869" cy="1011948"/>
            <a:chOff x="1705850" y="434250"/>
            <a:chExt cx="978800" cy="1411225"/>
          </a:xfrm>
        </p:grpSpPr>
        <p:sp>
          <p:nvSpPr>
            <p:cNvPr id="20" name="Google Shape;492;p30">
              <a:extLst>
                <a:ext uri="{FF2B5EF4-FFF2-40B4-BE49-F238E27FC236}">
                  <a16:creationId xmlns:a16="http://schemas.microsoft.com/office/drawing/2014/main" id="{53DE07AC-DCA8-49BC-0CB7-6F69A58E6870}"/>
                </a:ext>
              </a:extLst>
            </p:cNvPr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93;p30">
              <a:extLst>
                <a:ext uri="{FF2B5EF4-FFF2-40B4-BE49-F238E27FC236}">
                  <a16:creationId xmlns:a16="http://schemas.microsoft.com/office/drawing/2014/main" id="{FDDF68AE-1369-6102-BECA-611AE7097014}"/>
                </a:ext>
              </a:extLst>
            </p:cNvPr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94;p30">
              <a:extLst>
                <a:ext uri="{FF2B5EF4-FFF2-40B4-BE49-F238E27FC236}">
                  <a16:creationId xmlns:a16="http://schemas.microsoft.com/office/drawing/2014/main" id="{92412262-EF24-1FA6-BCCF-43349E99184D}"/>
                </a:ext>
              </a:extLst>
            </p:cNvPr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95;p30">
              <a:extLst>
                <a:ext uri="{FF2B5EF4-FFF2-40B4-BE49-F238E27FC236}">
                  <a16:creationId xmlns:a16="http://schemas.microsoft.com/office/drawing/2014/main" id="{B40C7CBB-3906-5C79-BD73-A3CF8CCE2FD1}"/>
                </a:ext>
              </a:extLst>
            </p:cNvPr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96;p30">
              <a:extLst>
                <a:ext uri="{FF2B5EF4-FFF2-40B4-BE49-F238E27FC236}">
                  <a16:creationId xmlns:a16="http://schemas.microsoft.com/office/drawing/2014/main" id="{56A3A213-AF2C-62B2-EB62-B0042691DA2D}"/>
                </a:ext>
              </a:extLst>
            </p:cNvPr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97;p30">
              <a:extLst>
                <a:ext uri="{FF2B5EF4-FFF2-40B4-BE49-F238E27FC236}">
                  <a16:creationId xmlns:a16="http://schemas.microsoft.com/office/drawing/2014/main" id="{85B3848B-3AF8-FD2E-9A31-E2D7E164D472}"/>
                </a:ext>
              </a:extLst>
            </p:cNvPr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98;p30">
              <a:extLst>
                <a:ext uri="{FF2B5EF4-FFF2-40B4-BE49-F238E27FC236}">
                  <a16:creationId xmlns:a16="http://schemas.microsoft.com/office/drawing/2014/main" id="{8AB24BD1-7846-2173-8A12-0BADD29ABB11}"/>
                </a:ext>
              </a:extLst>
            </p:cNvPr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562;p30">
            <a:extLst>
              <a:ext uri="{FF2B5EF4-FFF2-40B4-BE49-F238E27FC236}">
                <a16:creationId xmlns:a16="http://schemas.microsoft.com/office/drawing/2014/main" id="{A7543A7F-985C-7216-A3FD-0708542CC476}"/>
              </a:ext>
            </a:extLst>
          </p:cNvPr>
          <p:cNvGrpSpPr/>
          <p:nvPr/>
        </p:nvGrpSpPr>
        <p:grpSpPr>
          <a:xfrm rot="-297704">
            <a:off x="8480497" y="4632069"/>
            <a:ext cx="529816" cy="397428"/>
            <a:chOff x="2787100" y="3506250"/>
            <a:chExt cx="854925" cy="641300"/>
          </a:xfrm>
        </p:grpSpPr>
        <p:sp>
          <p:nvSpPr>
            <p:cNvPr id="44" name="Google Shape;563;p30">
              <a:extLst>
                <a:ext uri="{FF2B5EF4-FFF2-40B4-BE49-F238E27FC236}">
                  <a16:creationId xmlns:a16="http://schemas.microsoft.com/office/drawing/2014/main" id="{A7F9C08E-3103-04CC-4EE2-4B388B6EC4FB}"/>
                </a:ext>
              </a:extLst>
            </p:cNvPr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64;p30">
              <a:extLst>
                <a:ext uri="{FF2B5EF4-FFF2-40B4-BE49-F238E27FC236}">
                  <a16:creationId xmlns:a16="http://schemas.microsoft.com/office/drawing/2014/main" id="{8F6965CD-16B4-61BB-E0D7-B0BF0237DF1B}"/>
                </a:ext>
              </a:extLst>
            </p:cNvPr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65;p30">
              <a:extLst>
                <a:ext uri="{FF2B5EF4-FFF2-40B4-BE49-F238E27FC236}">
                  <a16:creationId xmlns:a16="http://schemas.microsoft.com/office/drawing/2014/main" id="{B9E97159-F379-6D0C-B3A8-7743D51FD214}"/>
                </a:ext>
              </a:extLst>
            </p:cNvPr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66;p30">
              <a:extLst>
                <a:ext uri="{FF2B5EF4-FFF2-40B4-BE49-F238E27FC236}">
                  <a16:creationId xmlns:a16="http://schemas.microsoft.com/office/drawing/2014/main" id="{C10EA4A7-7BA2-9F2F-82D4-5892A46F76FF}"/>
                </a:ext>
              </a:extLst>
            </p:cNvPr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67;p30">
              <a:extLst>
                <a:ext uri="{FF2B5EF4-FFF2-40B4-BE49-F238E27FC236}">
                  <a16:creationId xmlns:a16="http://schemas.microsoft.com/office/drawing/2014/main" id="{59F0DB3B-ABDF-96EF-98B0-3EB395BD79E0}"/>
                </a:ext>
              </a:extLst>
            </p:cNvPr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68;p30">
              <a:extLst>
                <a:ext uri="{FF2B5EF4-FFF2-40B4-BE49-F238E27FC236}">
                  <a16:creationId xmlns:a16="http://schemas.microsoft.com/office/drawing/2014/main" id="{A0D154CD-D7D5-B01C-2A21-1291F8F34610}"/>
                </a:ext>
              </a:extLst>
            </p:cNvPr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69;p30">
              <a:extLst>
                <a:ext uri="{FF2B5EF4-FFF2-40B4-BE49-F238E27FC236}">
                  <a16:creationId xmlns:a16="http://schemas.microsoft.com/office/drawing/2014/main" id="{BA0C5A17-1516-B601-BAB7-E7FE0A8A8A49}"/>
                </a:ext>
              </a:extLst>
            </p:cNvPr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" name="Google Shape;483;p30">
            <a:extLst>
              <a:ext uri="{FF2B5EF4-FFF2-40B4-BE49-F238E27FC236}">
                <a16:creationId xmlns:a16="http://schemas.microsoft.com/office/drawing/2014/main" id="{8488AC6B-B645-98CF-F5BE-960A2395D162}"/>
              </a:ext>
            </a:extLst>
          </p:cNvPr>
          <p:cNvGrpSpPr/>
          <p:nvPr/>
        </p:nvGrpSpPr>
        <p:grpSpPr>
          <a:xfrm rot="4621808">
            <a:off x="6864613" y="6844"/>
            <a:ext cx="933908" cy="1011918"/>
            <a:chOff x="2761250" y="617875"/>
            <a:chExt cx="1222900" cy="1325050"/>
          </a:xfrm>
        </p:grpSpPr>
        <p:sp>
          <p:nvSpPr>
            <p:cNvPr id="52" name="Google Shape;484;p30">
              <a:extLst>
                <a:ext uri="{FF2B5EF4-FFF2-40B4-BE49-F238E27FC236}">
                  <a16:creationId xmlns:a16="http://schemas.microsoft.com/office/drawing/2014/main" id="{BB4FEF4C-06EC-5A06-FFA3-BC09AA1A27E9}"/>
                </a:ext>
              </a:extLst>
            </p:cNvPr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85;p30">
              <a:extLst>
                <a:ext uri="{FF2B5EF4-FFF2-40B4-BE49-F238E27FC236}">
                  <a16:creationId xmlns:a16="http://schemas.microsoft.com/office/drawing/2014/main" id="{8D337423-2DC0-DEBF-C970-AA5B5A32EB1B}"/>
                </a:ext>
              </a:extLst>
            </p:cNvPr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86;p30">
              <a:extLst>
                <a:ext uri="{FF2B5EF4-FFF2-40B4-BE49-F238E27FC236}">
                  <a16:creationId xmlns:a16="http://schemas.microsoft.com/office/drawing/2014/main" id="{1C6377BA-4CD4-2F6F-54CA-E84C34131C08}"/>
                </a:ext>
              </a:extLst>
            </p:cNvPr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87;p30">
              <a:extLst>
                <a:ext uri="{FF2B5EF4-FFF2-40B4-BE49-F238E27FC236}">
                  <a16:creationId xmlns:a16="http://schemas.microsoft.com/office/drawing/2014/main" id="{3753B526-7628-CE7A-BEC1-ABA52864AD0B}"/>
                </a:ext>
              </a:extLst>
            </p:cNvPr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88;p30">
              <a:extLst>
                <a:ext uri="{FF2B5EF4-FFF2-40B4-BE49-F238E27FC236}">
                  <a16:creationId xmlns:a16="http://schemas.microsoft.com/office/drawing/2014/main" id="{084A68E0-26C4-EAAE-010F-1AA30458B7B2}"/>
                </a:ext>
              </a:extLst>
            </p:cNvPr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89;p30">
              <a:extLst>
                <a:ext uri="{FF2B5EF4-FFF2-40B4-BE49-F238E27FC236}">
                  <a16:creationId xmlns:a16="http://schemas.microsoft.com/office/drawing/2014/main" id="{6C48F1F3-1214-6158-625A-E457BBF084CF}"/>
                </a:ext>
              </a:extLst>
            </p:cNvPr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90;p30">
              <a:extLst>
                <a:ext uri="{FF2B5EF4-FFF2-40B4-BE49-F238E27FC236}">
                  <a16:creationId xmlns:a16="http://schemas.microsoft.com/office/drawing/2014/main" id="{9F9903FB-2186-BB3B-3783-E84D520D315D}"/>
                </a:ext>
              </a:extLst>
            </p:cNvPr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Image 5">
            <a:extLst>
              <a:ext uri="{FF2B5EF4-FFF2-40B4-BE49-F238E27FC236}">
                <a16:creationId xmlns:a16="http://schemas.microsoft.com/office/drawing/2014/main" id="{7B78A994-9FB5-87EF-D1FD-DE240E11B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72" y="2669093"/>
            <a:ext cx="3637695" cy="2016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935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50689-5612-EBC9-7DDE-FA102943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91836"/>
            <a:ext cx="7704000" cy="572700"/>
          </a:xfrm>
        </p:spPr>
        <p:txBody>
          <a:bodyPr/>
          <a:lstStyle/>
          <a:p>
            <a:r>
              <a:rPr lang="fr-FR" dirty="0"/>
              <a:t>Résultats du KNN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5461C0-447A-C73A-C51C-BFE8704B7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3335" y="1004328"/>
            <a:ext cx="3132391" cy="3517522"/>
          </a:xfrm>
        </p:spPr>
        <p:txBody>
          <a:bodyPr anchor="t"/>
          <a:lstStyle/>
          <a:p>
            <a:pPr marL="139700" indent="0">
              <a:buNone/>
            </a:pPr>
            <a:r>
              <a:rPr lang="fr-FR" dirty="0">
                <a:latin typeface="Doppio One"/>
                <a:sym typeface="Doppio One"/>
              </a:rPr>
              <a:t>De la même manière que pour la régression logistique, nous devons tester notre modèle sur un grand nombre d’itérations (ici 200) pour évaluer sa performance et sa robustesse.</a:t>
            </a:r>
          </a:p>
          <a:p>
            <a:pPr marL="139700" indent="0">
              <a:buNone/>
            </a:pPr>
            <a:endParaRPr lang="fr-FR" dirty="0">
              <a:latin typeface="Doppio One"/>
              <a:sym typeface="Doppio One"/>
            </a:endParaRPr>
          </a:p>
          <a:p>
            <a:pPr marL="139700" indent="0">
              <a:buNone/>
            </a:pPr>
            <a:r>
              <a:rPr lang="fr-FR" dirty="0">
                <a:latin typeface="Doppio One"/>
                <a:sym typeface="Doppio One"/>
              </a:rPr>
              <a:t>On obtient des résultats très satisfaisants : 99,12% ROC AUC,  0,56% de variance mais inférieurs à ceux de la régression logistique (99,88% et 0,16 %).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292FDB-27D9-5600-61CD-1C34700A1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19</a:t>
            </a:fld>
            <a:endParaRPr lang="fr-FR" dirty="0"/>
          </a:p>
        </p:txBody>
      </p:sp>
      <p:grpSp>
        <p:nvGrpSpPr>
          <p:cNvPr id="19" name="Google Shape;491;p30">
            <a:extLst>
              <a:ext uri="{FF2B5EF4-FFF2-40B4-BE49-F238E27FC236}">
                <a16:creationId xmlns:a16="http://schemas.microsoft.com/office/drawing/2014/main" id="{9CE0DC9D-9550-6AA7-1637-504AA18DCE4C}"/>
              </a:ext>
            </a:extLst>
          </p:cNvPr>
          <p:cNvGrpSpPr/>
          <p:nvPr/>
        </p:nvGrpSpPr>
        <p:grpSpPr>
          <a:xfrm rot="1790401">
            <a:off x="8187169" y="197782"/>
            <a:ext cx="701869" cy="1011948"/>
            <a:chOff x="1705850" y="434250"/>
            <a:chExt cx="978800" cy="1411225"/>
          </a:xfrm>
        </p:grpSpPr>
        <p:sp>
          <p:nvSpPr>
            <p:cNvPr id="20" name="Google Shape;492;p30">
              <a:extLst>
                <a:ext uri="{FF2B5EF4-FFF2-40B4-BE49-F238E27FC236}">
                  <a16:creationId xmlns:a16="http://schemas.microsoft.com/office/drawing/2014/main" id="{53DE07AC-DCA8-49BC-0CB7-6F69A58E6870}"/>
                </a:ext>
              </a:extLst>
            </p:cNvPr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93;p30">
              <a:extLst>
                <a:ext uri="{FF2B5EF4-FFF2-40B4-BE49-F238E27FC236}">
                  <a16:creationId xmlns:a16="http://schemas.microsoft.com/office/drawing/2014/main" id="{FDDF68AE-1369-6102-BECA-611AE7097014}"/>
                </a:ext>
              </a:extLst>
            </p:cNvPr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94;p30">
              <a:extLst>
                <a:ext uri="{FF2B5EF4-FFF2-40B4-BE49-F238E27FC236}">
                  <a16:creationId xmlns:a16="http://schemas.microsoft.com/office/drawing/2014/main" id="{92412262-EF24-1FA6-BCCF-43349E99184D}"/>
                </a:ext>
              </a:extLst>
            </p:cNvPr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95;p30">
              <a:extLst>
                <a:ext uri="{FF2B5EF4-FFF2-40B4-BE49-F238E27FC236}">
                  <a16:creationId xmlns:a16="http://schemas.microsoft.com/office/drawing/2014/main" id="{B40C7CBB-3906-5C79-BD73-A3CF8CCE2FD1}"/>
                </a:ext>
              </a:extLst>
            </p:cNvPr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96;p30">
              <a:extLst>
                <a:ext uri="{FF2B5EF4-FFF2-40B4-BE49-F238E27FC236}">
                  <a16:creationId xmlns:a16="http://schemas.microsoft.com/office/drawing/2014/main" id="{56A3A213-AF2C-62B2-EB62-B0042691DA2D}"/>
                </a:ext>
              </a:extLst>
            </p:cNvPr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97;p30">
              <a:extLst>
                <a:ext uri="{FF2B5EF4-FFF2-40B4-BE49-F238E27FC236}">
                  <a16:creationId xmlns:a16="http://schemas.microsoft.com/office/drawing/2014/main" id="{85B3848B-3AF8-FD2E-9A31-E2D7E164D472}"/>
                </a:ext>
              </a:extLst>
            </p:cNvPr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98;p30">
              <a:extLst>
                <a:ext uri="{FF2B5EF4-FFF2-40B4-BE49-F238E27FC236}">
                  <a16:creationId xmlns:a16="http://schemas.microsoft.com/office/drawing/2014/main" id="{8AB24BD1-7846-2173-8A12-0BADD29ABB11}"/>
                </a:ext>
              </a:extLst>
            </p:cNvPr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562;p30">
            <a:extLst>
              <a:ext uri="{FF2B5EF4-FFF2-40B4-BE49-F238E27FC236}">
                <a16:creationId xmlns:a16="http://schemas.microsoft.com/office/drawing/2014/main" id="{A7543A7F-985C-7216-A3FD-0708542CC476}"/>
              </a:ext>
            </a:extLst>
          </p:cNvPr>
          <p:cNvGrpSpPr/>
          <p:nvPr/>
        </p:nvGrpSpPr>
        <p:grpSpPr>
          <a:xfrm rot="-297704">
            <a:off x="8480497" y="4632069"/>
            <a:ext cx="529816" cy="397428"/>
            <a:chOff x="2787100" y="3506250"/>
            <a:chExt cx="854925" cy="641300"/>
          </a:xfrm>
        </p:grpSpPr>
        <p:sp>
          <p:nvSpPr>
            <p:cNvPr id="44" name="Google Shape;563;p30">
              <a:extLst>
                <a:ext uri="{FF2B5EF4-FFF2-40B4-BE49-F238E27FC236}">
                  <a16:creationId xmlns:a16="http://schemas.microsoft.com/office/drawing/2014/main" id="{A7F9C08E-3103-04CC-4EE2-4B388B6EC4FB}"/>
                </a:ext>
              </a:extLst>
            </p:cNvPr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64;p30">
              <a:extLst>
                <a:ext uri="{FF2B5EF4-FFF2-40B4-BE49-F238E27FC236}">
                  <a16:creationId xmlns:a16="http://schemas.microsoft.com/office/drawing/2014/main" id="{8F6965CD-16B4-61BB-E0D7-B0BF0237DF1B}"/>
                </a:ext>
              </a:extLst>
            </p:cNvPr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65;p30">
              <a:extLst>
                <a:ext uri="{FF2B5EF4-FFF2-40B4-BE49-F238E27FC236}">
                  <a16:creationId xmlns:a16="http://schemas.microsoft.com/office/drawing/2014/main" id="{B9E97159-F379-6D0C-B3A8-7743D51FD214}"/>
                </a:ext>
              </a:extLst>
            </p:cNvPr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66;p30">
              <a:extLst>
                <a:ext uri="{FF2B5EF4-FFF2-40B4-BE49-F238E27FC236}">
                  <a16:creationId xmlns:a16="http://schemas.microsoft.com/office/drawing/2014/main" id="{C10EA4A7-7BA2-9F2F-82D4-5892A46F76FF}"/>
                </a:ext>
              </a:extLst>
            </p:cNvPr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67;p30">
              <a:extLst>
                <a:ext uri="{FF2B5EF4-FFF2-40B4-BE49-F238E27FC236}">
                  <a16:creationId xmlns:a16="http://schemas.microsoft.com/office/drawing/2014/main" id="{59F0DB3B-ABDF-96EF-98B0-3EB395BD79E0}"/>
                </a:ext>
              </a:extLst>
            </p:cNvPr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68;p30">
              <a:extLst>
                <a:ext uri="{FF2B5EF4-FFF2-40B4-BE49-F238E27FC236}">
                  <a16:creationId xmlns:a16="http://schemas.microsoft.com/office/drawing/2014/main" id="{A0D154CD-D7D5-B01C-2A21-1291F8F34610}"/>
                </a:ext>
              </a:extLst>
            </p:cNvPr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69;p30">
              <a:extLst>
                <a:ext uri="{FF2B5EF4-FFF2-40B4-BE49-F238E27FC236}">
                  <a16:creationId xmlns:a16="http://schemas.microsoft.com/office/drawing/2014/main" id="{BA0C5A17-1516-B601-BAB7-E7FE0A8A8A49}"/>
                </a:ext>
              </a:extLst>
            </p:cNvPr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" name="Google Shape;483;p30">
            <a:extLst>
              <a:ext uri="{FF2B5EF4-FFF2-40B4-BE49-F238E27FC236}">
                <a16:creationId xmlns:a16="http://schemas.microsoft.com/office/drawing/2014/main" id="{8488AC6B-B645-98CF-F5BE-960A2395D162}"/>
              </a:ext>
            </a:extLst>
          </p:cNvPr>
          <p:cNvGrpSpPr/>
          <p:nvPr/>
        </p:nvGrpSpPr>
        <p:grpSpPr>
          <a:xfrm rot="4621808">
            <a:off x="32946" y="62639"/>
            <a:ext cx="933908" cy="1011918"/>
            <a:chOff x="2761250" y="617875"/>
            <a:chExt cx="1222900" cy="1325050"/>
          </a:xfrm>
        </p:grpSpPr>
        <p:sp>
          <p:nvSpPr>
            <p:cNvPr id="52" name="Google Shape;484;p30">
              <a:extLst>
                <a:ext uri="{FF2B5EF4-FFF2-40B4-BE49-F238E27FC236}">
                  <a16:creationId xmlns:a16="http://schemas.microsoft.com/office/drawing/2014/main" id="{BB4FEF4C-06EC-5A06-FFA3-BC09AA1A27E9}"/>
                </a:ext>
              </a:extLst>
            </p:cNvPr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85;p30">
              <a:extLst>
                <a:ext uri="{FF2B5EF4-FFF2-40B4-BE49-F238E27FC236}">
                  <a16:creationId xmlns:a16="http://schemas.microsoft.com/office/drawing/2014/main" id="{8D337423-2DC0-DEBF-C970-AA5B5A32EB1B}"/>
                </a:ext>
              </a:extLst>
            </p:cNvPr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86;p30">
              <a:extLst>
                <a:ext uri="{FF2B5EF4-FFF2-40B4-BE49-F238E27FC236}">
                  <a16:creationId xmlns:a16="http://schemas.microsoft.com/office/drawing/2014/main" id="{1C6377BA-4CD4-2F6F-54CA-E84C34131C08}"/>
                </a:ext>
              </a:extLst>
            </p:cNvPr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87;p30">
              <a:extLst>
                <a:ext uri="{FF2B5EF4-FFF2-40B4-BE49-F238E27FC236}">
                  <a16:creationId xmlns:a16="http://schemas.microsoft.com/office/drawing/2014/main" id="{3753B526-7628-CE7A-BEC1-ABA52864AD0B}"/>
                </a:ext>
              </a:extLst>
            </p:cNvPr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88;p30">
              <a:extLst>
                <a:ext uri="{FF2B5EF4-FFF2-40B4-BE49-F238E27FC236}">
                  <a16:creationId xmlns:a16="http://schemas.microsoft.com/office/drawing/2014/main" id="{084A68E0-26C4-EAAE-010F-1AA30458B7B2}"/>
                </a:ext>
              </a:extLst>
            </p:cNvPr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89;p30">
              <a:extLst>
                <a:ext uri="{FF2B5EF4-FFF2-40B4-BE49-F238E27FC236}">
                  <a16:creationId xmlns:a16="http://schemas.microsoft.com/office/drawing/2014/main" id="{6C48F1F3-1214-6158-625A-E457BBF084CF}"/>
                </a:ext>
              </a:extLst>
            </p:cNvPr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90;p30">
              <a:extLst>
                <a:ext uri="{FF2B5EF4-FFF2-40B4-BE49-F238E27FC236}">
                  <a16:creationId xmlns:a16="http://schemas.microsoft.com/office/drawing/2014/main" id="{9F9903FB-2186-BB3B-3783-E84D520D315D}"/>
                </a:ext>
              </a:extLst>
            </p:cNvPr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Image 6">
            <a:extLst>
              <a:ext uri="{FF2B5EF4-FFF2-40B4-BE49-F238E27FC236}">
                <a16:creationId xmlns:a16="http://schemas.microsoft.com/office/drawing/2014/main" id="{13EB465F-BE9A-6F07-DF07-5CB18D74A2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95517" y="1088743"/>
            <a:ext cx="4927468" cy="3164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9496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0"/>
          <p:cNvSpPr txBox="1">
            <a:spLocks noGrp="1"/>
          </p:cNvSpPr>
          <p:nvPr>
            <p:ph type="title" idx="2"/>
          </p:nvPr>
        </p:nvSpPr>
        <p:spPr>
          <a:xfrm>
            <a:off x="2996550" y="846766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81" name="Google Shape;481;p30"/>
          <p:cNvSpPr txBox="1">
            <a:spLocks noGrp="1"/>
          </p:cNvSpPr>
          <p:nvPr>
            <p:ph type="title"/>
          </p:nvPr>
        </p:nvSpPr>
        <p:spPr>
          <a:xfrm>
            <a:off x="1924800" y="2171625"/>
            <a:ext cx="5294400" cy="146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accent3"/>
                </a:solidFill>
              </a:rPr>
              <a:t>Méthodes de prédiction.</a:t>
            </a:r>
            <a:endParaRPr dirty="0">
              <a:solidFill>
                <a:schemeClr val="accent3"/>
              </a:solidFill>
            </a:endParaRPr>
          </a:p>
        </p:txBody>
      </p:sp>
      <p:cxnSp>
        <p:nvCxnSpPr>
          <p:cNvPr id="482" name="Google Shape;482;p30"/>
          <p:cNvCxnSpPr/>
          <p:nvPr/>
        </p:nvCxnSpPr>
        <p:spPr>
          <a:xfrm>
            <a:off x="4128525" y="1921404"/>
            <a:ext cx="9330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83" name="Google Shape;483;p30"/>
          <p:cNvGrpSpPr/>
          <p:nvPr/>
        </p:nvGrpSpPr>
        <p:grpSpPr>
          <a:xfrm rot="4621808">
            <a:off x="2376833" y="431218"/>
            <a:ext cx="933908" cy="1011918"/>
            <a:chOff x="2761250" y="617875"/>
            <a:chExt cx="1222900" cy="1325050"/>
          </a:xfrm>
        </p:grpSpPr>
        <p:sp>
          <p:nvSpPr>
            <p:cNvPr id="484" name="Google Shape;484;p30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0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0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0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0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0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0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1" name="Google Shape;491;p30"/>
          <p:cNvGrpSpPr/>
          <p:nvPr/>
        </p:nvGrpSpPr>
        <p:grpSpPr>
          <a:xfrm rot="1790401">
            <a:off x="6954508" y="1322976"/>
            <a:ext cx="701869" cy="1011948"/>
            <a:chOff x="1705850" y="434250"/>
            <a:chExt cx="978800" cy="1411225"/>
          </a:xfrm>
        </p:grpSpPr>
        <p:sp>
          <p:nvSpPr>
            <p:cNvPr id="492" name="Google Shape;492;p30"/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0"/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0"/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0"/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0"/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0"/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0"/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9" name="Google Shape;499;p30"/>
          <p:cNvGrpSpPr/>
          <p:nvPr/>
        </p:nvGrpSpPr>
        <p:grpSpPr>
          <a:xfrm rot="-1388379">
            <a:off x="1014117" y="2362682"/>
            <a:ext cx="584864" cy="513483"/>
            <a:chOff x="2665925" y="2466150"/>
            <a:chExt cx="627625" cy="551025"/>
          </a:xfrm>
        </p:grpSpPr>
        <p:sp>
          <p:nvSpPr>
            <p:cNvPr id="500" name="Google Shape;500;p30"/>
            <p:cNvSpPr/>
            <p:nvPr/>
          </p:nvSpPr>
          <p:spPr>
            <a:xfrm>
              <a:off x="2700675" y="2466150"/>
              <a:ext cx="592875" cy="549500"/>
            </a:xfrm>
            <a:custGeom>
              <a:avLst/>
              <a:gdLst/>
              <a:ahLst/>
              <a:cxnLst/>
              <a:rect l="l" t="t" r="r" b="b"/>
              <a:pathLst>
                <a:path w="23715" h="21980" extrusionOk="0">
                  <a:moveTo>
                    <a:pt x="6323" y="0"/>
                  </a:moveTo>
                  <a:cubicBezTo>
                    <a:pt x="5320" y="0"/>
                    <a:pt x="4347" y="220"/>
                    <a:pt x="3434" y="722"/>
                  </a:cubicBezTo>
                  <a:cubicBezTo>
                    <a:pt x="52" y="2578"/>
                    <a:pt x="1" y="6111"/>
                    <a:pt x="1" y="6111"/>
                  </a:cubicBezTo>
                  <a:cubicBezTo>
                    <a:pt x="1" y="6111"/>
                    <a:pt x="1555" y="3520"/>
                    <a:pt x="4741" y="3520"/>
                  </a:cubicBezTo>
                  <a:cubicBezTo>
                    <a:pt x="7746" y="3520"/>
                    <a:pt x="12205" y="5827"/>
                    <a:pt x="18179" y="14795"/>
                  </a:cubicBezTo>
                  <a:cubicBezTo>
                    <a:pt x="22322" y="21011"/>
                    <a:pt x="16293" y="21867"/>
                    <a:pt x="16293" y="21867"/>
                  </a:cubicBezTo>
                  <a:cubicBezTo>
                    <a:pt x="16293" y="21867"/>
                    <a:pt x="16625" y="21980"/>
                    <a:pt x="17147" y="21980"/>
                  </a:cubicBezTo>
                  <a:cubicBezTo>
                    <a:pt x="18141" y="21980"/>
                    <a:pt x="19823" y="21572"/>
                    <a:pt x="21209" y="19201"/>
                  </a:cubicBezTo>
                  <a:cubicBezTo>
                    <a:pt x="22213" y="17480"/>
                    <a:pt x="23714" y="15162"/>
                    <a:pt x="20548" y="10050"/>
                  </a:cubicBezTo>
                  <a:cubicBezTo>
                    <a:pt x="18795" y="7221"/>
                    <a:pt x="12072" y="0"/>
                    <a:pt x="6323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0"/>
            <p:cNvSpPr/>
            <p:nvPr/>
          </p:nvSpPr>
          <p:spPr>
            <a:xfrm>
              <a:off x="2700275" y="2537525"/>
              <a:ext cx="507325" cy="479550"/>
            </a:xfrm>
            <a:custGeom>
              <a:avLst/>
              <a:gdLst/>
              <a:ahLst/>
              <a:cxnLst/>
              <a:rect l="l" t="t" r="r" b="b"/>
              <a:pathLst>
                <a:path w="20293" h="19182" extrusionOk="0">
                  <a:moveTo>
                    <a:pt x="3446" y="0"/>
                  </a:moveTo>
                  <a:cubicBezTo>
                    <a:pt x="3175" y="0"/>
                    <a:pt x="2902" y="23"/>
                    <a:pt x="2633" y="67"/>
                  </a:cubicBezTo>
                  <a:cubicBezTo>
                    <a:pt x="1859" y="197"/>
                    <a:pt x="1241" y="508"/>
                    <a:pt x="793" y="995"/>
                  </a:cubicBezTo>
                  <a:cubicBezTo>
                    <a:pt x="264" y="1570"/>
                    <a:pt x="1" y="2353"/>
                    <a:pt x="8" y="3325"/>
                  </a:cubicBezTo>
                  <a:cubicBezTo>
                    <a:pt x="12" y="4263"/>
                    <a:pt x="269" y="5339"/>
                    <a:pt x="770" y="6519"/>
                  </a:cubicBezTo>
                  <a:cubicBezTo>
                    <a:pt x="1799" y="8945"/>
                    <a:pt x="3741" y="11545"/>
                    <a:pt x="6242" y="13843"/>
                  </a:cubicBezTo>
                  <a:cubicBezTo>
                    <a:pt x="6535" y="14113"/>
                    <a:pt x="6812" y="14355"/>
                    <a:pt x="7085" y="14586"/>
                  </a:cubicBezTo>
                  <a:cubicBezTo>
                    <a:pt x="8876" y="16108"/>
                    <a:pt x="10793" y="17338"/>
                    <a:pt x="12629" y="18147"/>
                  </a:cubicBezTo>
                  <a:cubicBezTo>
                    <a:pt x="13116" y="18361"/>
                    <a:pt x="13614" y="18551"/>
                    <a:pt x="14122" y="18712"/>
                  </a:cubicBezTo>
                  <a:cubicBezTo>
                    <a:pt x="15032" y="19001"/>
                    <a:pt x="15877" y="19158"/>
                    <a:pt x="16630" y="19179"/>
                  </a:cubicBezTo>
                  <a:cubicBezTo>
                    <a:pt x="16688" y="19181"/>
                    <a:pt x="16745" y="19181"/>
                    <a:pt x="16803" y="19181"/>
                  </a:cubicBezTo>
                  <a:cubicBezTo>
                    <a:pt x="17985" y="19181"/>
                    <a:pt x="18893" y="18846"/>
                    <a:pt x="19500" y="18186"/>
                  </a:cubicBezTo>
                  <a:cubicBezTo>
                    <a:pt x="20026" y="17613"/>
                    <a:pt x="20292" y="16828"/>
                    <a:pt x="20285" y="15856"/>
                  </a:cubicBezTo>
                  <a:cubicBezTo>
                    <a:pt x="20280" y="14919"/>
                    <a:pt x="20024" y="13845"/>
                    <a:pt x="19523" y="12665"/>
                  </a:cubicBezTo>
                  <a:cubicBezTo>
                    <a:pt x="18493" y="10238"/>
                    <a:pt x="16551" y="7636"/>
                    <a:pt x="14053" y="5341"/>
                  </a:cubicBezTo>
                  <a:cubicBezTo>
                    <a:pt x="13342" y="4688"/>
                    <a:pt x="12599" y="4071"/>
                    <a:pt x="11825" y="3498"/>
                  </a:cubicBezTo>
                  <a:cubicBezTo>
                    <a:pt x="10894" y="2801"/>
                    <a:pt x="9911" y="2178"/>
                    <a:pt x="8886" y="1630"/>
                  </a:cubicBezTo>
                  <a:cubicBezTo>
                    <a:pt x="8364" y="1353"/>
                    <a:pt x="7847" y="1106"/>
                    <a:pt x="7343" y="898"/>
                  </a:cubicBezTo>
                  <a:cubicBezTo>
                    <a:pt x="5928" y="310"/>
                    <a:pt x="4593" y="0"/>
                    <a:pt x="3485" y="0"/>
                  </a:cubicBezTo>
                  <a:cubicBezTo>
                    <a:pt x="3472" y="0"/>
                    <a:pt x="3459" y="0"/>
                    <a:pt x="3446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0"/>
            <p:cNvSpPr/>
            <p:nvPr/>
          </p:nvSpPr>
          <p:spPr>
            <a:xfrm>
              <a:off x="2665925" y="2537350"/>
              <a:ext cx="575950" cy="479825"/>
            </a:xfrm>
            <a:custGeom>
              <a:avLst/>
              <a:gdLst/>
              <a:ahLst/>
              <a:cxnLst/>
              <a:rect l="l" t="t" r="r" b="b"/>
              <a:pathLst>
                <a:path w="23038" h="19193" extrusionOk="0">
                  <a:moveTo>
                    <a:pt x="4859" y="0"/>
                  </a:moveTo>
                  <a:cubicBezTo>
                    <a:pt x="4859" y="0"/>
                    <a:pt x="4860" y="0"/>
                    <a:pt x="4860" y="0"/>
                  </a:cubicBezTo>
                  <a:lnTo>
                    <a:pt x="4860" y="0"/>
                  </a:lnTo>
                  <a:cubicBezTo>
                    <a:pt x="4860" y="0"/>
                    <a:pt x="4861" y="0"/>
                    <a:pt x="4861" y="0"/>
                  </a:cubicBezTo>
                  <a:close/>
                  <a:moveTo>
                    <a:pt x="4861" y="12"/>
                  </a:moveTo>
                  <a:cubicBezTo>
                    <a:pt x="5967" y="12"/>
                    <a:pt x="7302" y="324"/>
                    <a:pt x="8717" y="910"/>
                  </a:cubicBezTo>
                  <a:cubicBezTo>
                    <a:pt x="9218" y="1118"/>
                    <a:pt x="9738" y="1365"/>
                    <a:pt x="10260" y="1642"/>
                  </a:cubicBezTo>
                  <a:cubicBezTo>
                    <a:pt x="11285" y="2189"/>
                    <a:pt x="12266" y="2813"/>
                    <a:pt x="13197" y="3508"/>
                  </a:cubicBezTo>
                  <a:cubicBezTo>
                    <a:pt x="13970" y="4083"/>
                    <a:pt x="14714" y="4697"/>
                    <a:pt x="15423" y="5350"/>
                  </a:cubicBezTo>
                  <a:cubicBezTo>
                    <a:pt x="16686" y="6509"/>
                    <a:pt x="17808" y="7749"/>
                    <a:pt x="18757" y="9028"/>
                  </a:cubicBezTo>
                  <a:cubicBezTo>
                    <a:pt x="19673" y="10266"/>
                    <a:pt x="20391" y="11492"/>
                    <a:pt x="20893" y="12672"/>
                  </a:cubicBezTo>
                  <a:cubicBezTo>
                    <a:pt x="21394" y="13852"/>
                    <a:pt x="21648" y="14926"/>
                    <a:pt x="21654" y="15863"/>
                  </a:cubicBezTo>
                  <a:cubicBezTo>
                    <a:pt x="21661" y="16833"/>
                    <a:pt x="21396" y="17616"/>
                    <a:pt x="20872" y="18188"/>
                  </a:cubicBezTo>
                  <a:cubicBezTo>
                    <a:pt x="20567" y="18518"/>
                    <a:pt x="20179" y="18770"/>
                    <a:pt x="19720" y="18939"/>
                  </a:cubicBezTo>
                  <a:cubicBezTo>
                    <a:pt x="19274" y="19100"/>
                    <a:pt x="18754" y="19183"/>
                    <a:pt x="18179" y="19183"/>
                  </a:cubicBezTo>
                  <a:cubicBezTo>
                    <a:pt x="18122" y="19183"/>
                    <a:pt x="18064" y="19183"/>
                    <a:pt x="18006" y="19181"/>
                  </a:cubicBezTo>
                  <a:cubicBezTo>
                    <a:pt x="17251" y="19158"/>
                    <a:pt x="16408" y="19001"/>
                    <a:pt x="15499" y="18715"/>
                  </a:cubicBezTo>
                  <a:cubicBezTo>
                    <a:pt x="14991" y="18553"/>
                    <a:pt x="14492" y="18364"/>
                    <a:pt x="14005" y="18147"/>
                  </a:cubicBezTo>
                  <a:cubicBezTo>
                    <a:pt x="12169" y="17339"/>
                    <a:pt x="10253" y="16110"/>
                    <a:pt x="8463" y="14589"/>
                  </a:cubicBezTo>
                  <a:lnTo>
                    <a:pt x="8461" y="14589"/>
                  </a:lnTo>
                  <a:cubicBezTo>
                    <a:pt x="8189" y="14358"/>
                    <a:pt x="7914" y="14115"/>
                    <a:pt x="7621" y="13845"/>
                  </a:cubicBezTo>
                  <a:cubicBezTo>
                    <a:pt x="6357" y="12684"/>
                    <a:pt x="5235" y="11446"/>
                    <a:pt x="4284" y="10165"/>
                  </a:cubicBezTo>
                  <a:cubicBezTo>
                    <a:pt x="3367" y="8927"/>
                    <a:pt x="2649" y="7701"/>
                    <a:pt x="2148" y="6521"/>
                  </a:cubicBezTo>
                  <a:cubicBezTo>
                    <a:pt x="1649" y="5341"/>
                    <a:pt x="1393" y="4270"/>
                    <a:pt x="1386" y="3330"/>
                  </a:cubicBezTo>
                  <a:cubicBezTo>
                    <a:pt x="1382" y="2360"/>
                    <a:pt x="1645" y="1577"/>
                    <a:pt x="2171" y="1007"/>
                  </a:cubicBezTo>
                  <a:cubicBezTo>
                    <a:pt x="2617" y="520"/>
                    <a:pt x="3238" y="208"/>
                    <a:pt x="4009" y="79"/>
                  </a:cubicBezTo>
                  <a:cubicBezTo>
                    <a:pt x="4291" y="33"/>
                    <a:pt x="4575" y="12"/>
                    <a:pt x="4861" y="12"/>
                  </a:cubicBezTo>
                  <a:close/>
                  <a:moveTo>
                    <a:pt x="4860" y="0"/>
                  </a:moveTo>
                  <a:cubicBezTo>
                    <a:pt x="4574" y="0"/>
                    <a:pt x="4288" y="21"/>
                    <a:pt x="4007" y="67"/>
                  </a:cubicBezTo>
                  <a:cubicBezTo>
                    <a:pt x="3252" y="194"/>
                    <a:pt x="2622" y="499"/>
                    <a:pt x="2160" y="998"/>
                  </a:cubicBezTo>
                  <a:cubicBezTo>
                    <a:pt x="1" y="3348"/>
                    <a:pt x="2441" y="9102"/>
                    <a:pt x="7611" y="13852"/>
                  </a:cubicBezTo>
                  <a:cubicBezTo>
                    <a:pt x="7891" y="14111"/>
                    <a:pt x="8170" y="14358"/>
                    <a:pt x="8454" y="14595"/>
                  </a:cubicBezTo>
                  <a:lnTo>
                    <a:pt x="8456" y="14595"/>
                  </a:lnTo>
                  <a:cubicBezTo>
                    <a:pt x="10304" y="16166"/>
                    <a:pt x="12220" y="17371"/>
                    <a:pt x="14000" y="18156"/>
                  </a:cubicBezTo>
                  <a:cubicBezTo>
                    <a:pt x="14487" y="18371"/>
                    <a:pt x="14986" y="18560"/>
                    <a:pt x="15494" y="18724"/>
                  </a:cubicBezTo>
                  <a:cubicBezTo>
                    <a:pt x="16397" y="19008"/>
                    <a:pt x="17244" y="19167"/>
                    <a:pt x="18004" y="19190"/>
                  </a:cubicBezTo>
                  <a:cubicBezTo>
                    <a:pt x="18062" y="19190"/>
                    <a:pt x="18119" y="19193"/>
                    <a:pt x="18177" y="19193"/>
                  </a:cubicBezTo>
                  <a:cubicBezTo>
                    <a:pt x="19320" y="19193"/>
                    <a:pt x="20255" y="18872"/>
                    <a:pt x="20879" y="18193"/>
                  </a:cubicBezTo>
                  <a:cubicBezTo>
                    <a:pt x="23038" y="15845"/>
                    <a:pt x="20597" y="10088"/>
                    <a:pt x="15429" y="5341"/>
                  </a:cubicBezTo>
                  <a:cubicBezTo>
                    <a:pt x="14721" y="4688"/>
                    <a:pt x="13977" y="4073"/>
                    <a:pt x="13201" y="3498"/>
                  </a:cubicBezTo>
                  <a:cubicBezTo>
                    <a:pt x="12271" y="2801"/>
                    <a:pt x="11287" y="2178"/>
                    <a:pt x="10262" y="1630"/>
                  </a:cubicBezTo>
                  <a:cubicBezTo>
                    <a:pt x="9738" y="1351"/>
                    <a:pt x="9223" y="1106"/>
                    <a:pt x="8717" y="899"/>
                  </a:cubicBezTo>
                  <a:cubicBezTo>
                    <a:pt x="7305" y="312"/>
                    <a:pt x="5982" y="1"/>
                    <a:pt x="4860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0"/>
            <p:cNvSpPr/>
            <p:nvPr/>
          </p:nvSpPr>
          <p:spPr>
            <a:xfrm>
              <a:off x="2747900" y="2609975"/>
              <a:ext cx="408725" cy="340475"/>
            </a:xfrm>
            <a:custGeom>
              <a:avLst/>
              <a:gdLst/>
              <a:ahLst/>
              <a:cxnLst/>
              <a:rect l="l" t="t" r="r" b="b"/>
              <a:pathLst>
                <a:path w="16349" h="13619" extrusionOk="0">
                  <a:moveTo>
                    <a:pt x="3097" y="0"/>
                  </a:moveTo>
                  <a:cubicBezTo>
                    <a:pt x="2363" y="0"/>
                    <a:pt x="1799" y="206"/>
                    <a:pt x="1428" y="610"/>
                  </a:cubicBezTo>
                  <a:cubicBezTo>
                    <a:pt x="1" y="2164"/>
                    <a:pt x="1866" y="6207"/>
                    <a:pt x="5586" y="9624"/>
                  </a:cubicBezTo>
                  <a:cubicBezTo>
                    <a:pt x="8228" y="12051"/>
                    <a:pt x="11236" y="13618"/>
                    <a:pt x="13252" y="13618"/>
                  </a:cubicBezTo>
                  <a:cubicBezTo>
                    <a:pt x="13986" y="13618"/>
                    <a:pt x="14547" y="13413"/>
                    <a:pt x="14921" y="13007"/>
                  </a:cubicBezTo>
                  <a:cubicBezTo>
                    <a:pt x="16348" y="11455"/>
                    <a:pt x="14483" y="7410"/>
                    <a:pt x="10760" y="3992"/>
                  </a:cubicBezTo>
                  <a:cubicBezTo>
                    <a:pt x="8121" y="1568"/>
                    <a:pt x="5113" y="0"/>
                    <a:pt x="3097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0"/>
            <p:cNvSpPr/>
            <p:nvPr/>
          </p:nvSpPr>
          <p:spPr>
            <a:xfrm>
              <a:off x="2747675" y="2609800"/>
              <a:ext cx="409125" cy="340775"/>
            </a:xfrm>
            <a:custGeom>
              <a:avLst/>
              <a:gdLst/>
              <a:ahLst/>
              <a:cxnLst/>
              <a:rect l="l" t="t" r="r" b="b"/>
              <a:pathLst>
                <a:path w="16365" h="13631" extrusionOk="0">
                  <a:moveTo>
                    <a:pt x="3106" y="12"/>
                  </a:moveTo>
                  <a:cubicBezTo>
                    <a:pt x="4080" y="12"/>
                    <a:pt x="5304" y="376"/>
                    <a:pt x="6646" y="1067"/>
                  </a:cubicBezTo>
                  <a:cubicBezTo>
                    <a:pt x="8019" y="1776"/>
                    <a:pt x="9444" y="2792"/>
                    <a:pt x="10767" y="4004"/>
                  </a:cubicBezTo>
                  <a:cubicBezTo>
                    <a:pt x="12568" y="5659"/>
                    <a:pt x="13993" y="7509"/>
                    <a:pt x="14778" y="9213"/>
                  </a:cubicBezTo>
                  <a:cubicBezTo>
                    <a:pt x="15159" y="10040"/>
                    <a:pt x="15369" y="10788"/>
                    <a:pt x="15401" y="11434"/>
                  </a:cubicBezTo>
                  <a:cubicBezTo>
                    <a:pt x="15434" y="12102"/>
                    <a:pt x="15272" y="12633"/>
                    <a:pt x="14926" y="13011"/>
                  </a:cubicBezTo>
                  <a:cubicBezTo>
                    <a:pt x="14554" y="13415"/>
                    <a:pt x="13993" y="13621"/>
                    <a:pt x="13261" y="13621"/>
                  </a:cubicBezTo>
                  <a:cubicBezTo>
                    <a:pt x="12286" y="13621"/>
                    <a:pt x="11063" y="13256"/>
                    <a:pt x="9721" y="12566"/>
                  </a:cubicBezTo>
                  <a:cubicBezTo>
                    <a:pt x="8345" y="11857"/>
                    <a:pt x="6923" y="10843"/>
                    <a:pt x="5600" y="9629"/>
                  </a:cubicBezTo>
                  <a:cubicBezTo>
                    <a:pt x="3799" y="7973"/>
                    <a:pt x="2374" y="6124"/>
                    <a:pt x="1589" y="4420"/>
                  </a:cubicBezTo>
                  <a:cubicBezTo>
                    <a:pt x="1206" y="3593"/>
                    <a:pt x="998" y="2845"/>
                    <a:pt x="966" y="2198"/>
                  </a:cubicBezTo>
                  <a:cubicBezTo>
                    <a:pt x="933" y="1531"/>
                    <a:pt x="1093" y="1000"/>
                    <a:pt x="1441" y="621"/>
                  </a:cubicBezTo>
                  <a:cubicBezTo>
                    <a:pt x="1813" y="217"/>
                    <a:pt x="2372" y="12"/>
                    <a:pt x="3106" y="12"/>
                  </a:cubicBezTo>
                  <a:close/>
                  <a:moveTo>
                    <a:pt x="3106" y="0"/>
                  </a:moveTo>
                  <a:cubicBezTo>
                    <a:pt x="2392" y="0"/>
                    <a:pt x="1815" y="196"/>
                    <a:pt x="1432" y="614"/>
                  </a:cubicBezTo>
                  <a:cubicBezTo>
                    <a:pt x="0" y="2173"/>
                    <a:pt x="1864" y="6211"/>
                    <a:pt x="5590" y="9636"/>
                  </a:cubicBezTo>
                  <a:cubicBezTo>
                    <a:pt x="8324" y="12148"/>
                    <a:pt x="11301" y="13630"/>
                    <a:pt x="13259" y="13630"/>
                  </a:cubicBezTo>
                  <a:cubicBezTo>
                    <a:pt x="13972" y="13630"/>
                    <a:pt x="14552" y="13434"/>
                    <a:pt x="14933" y="13018"/>
                  </a:cubicBezTo>
                  <a:cubicBezTo>
                    <a:pt x="16364" y="11460"/>
                    <a:pt x="14503" y="7421"/>
                    <a:pt x="10774" y="3995"/>
                  </a:cubicBezTo>
                  <a:cubicBezTo>
                    <a:pt x="8040" y="1485"/>
                    <a:pt x="5064" y="0"/>
                    <a:pt x="3106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0"/>
            <p:cNvSpPr/>
            <p:nvPr/>
          </p:nvSpPr>
          <p:spPr>
            <a:xfrm>
              <a:off x="2716275" y="2553225"/>
              <a:ext cx="450800" cy="428675"/>
            </a:xfrm>
            <a:custGeom>
              <a:avLst/>
              <a:gdLst/>
              <a:ahLst/>
              <a:cxnLst/>
              <a:rect l="l" t="t" r="r" b="b"/>
              <a:pathLst>
                <a:path w="18032" h="17147" fill="none" extrusionOk="0">
                  <a:moveTo>
                    <a:pt x="12665" y="5530"/>
                  </a:moveTo>
                  <a:cubicBezTo>
                    <a:pt x="14711" y="7410"/>
                    <a:pt x="16336" y="9578"/>
                    <a:pt x="17184" y="11557"/>
                  </a:cubicBezTo>
                  <a:cubicBezTo>
                    <a:pt x="18031" y="13538"/>
                    <a:pt x="18031" y="15168"/>
                    <a:pt x="17184" y="16087"/>
                  </a:cubicBezTo>
                  <a:cubicBezTo>
                    <a:pt x="16339" y="17008"/>
                    <a:pt x="14713" y="17147"/>
                    <a:pt x="12670" y="16468"/>
                  </a:cubicBezTo>
                  <a:cubicBezTo>
                    <a:pt x="10626" y="15791"/>
                    <a:pt x="8329" y="14355"/>
                    <a:pt x="6283" y="12476"/>
                  </a:cubicBezTo>
                  <a:cubicBezTo>
                    <a:pt x="2025" y="8562"/>
                    <a:pt x="0" y="3836"/>
                    <a:pt x="1764" y="1917"/>
                  </a:cubicBezTo>
                  <a:cubicBezTo>
                    <a:pt x="3526" y="0"/>
                    <a:pt x="8407" y="1617"/>
                    <a:pt x="12665" y="553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0"/>
            <p:cNvSpPr/>
            <p:nvPr/>
          </p:nvSpPr>
          <p:spPr>
            <a:xfrm>
              <a:off x="2766075" y="2537900"/>
              <a:ext cx="249925" cy="453525"/>
            </a:xfrm>
            <a:custGeom>
              <a:avLst/>
              <a:gdLst/>
              <a:ahLst/>
              <a:cxnLst/>
              <a:rect l="l" t="t" r="r" b="b"/>
              <a:pathLst>
                <a:path w="9997" h="18141" extrusionOk="0">
                  <a:moveTo>
                    <a:pt x="859" y="0"/>
                  </a:moveTo>
                  <a:cubicBezTo>
                    <a:pt x="568" y="0"/>
                    <a:pt x="282" y="17"/>
                    <a:pt x="1" y="50"/>
                  </a:cubicBezTo>
                  <a:lnTo>
                    <a:pt x="587" y="1966"/>
                  </a:lnTo>
                  <a:lnTo>
                    <a:pt x="980" y="3248"/>
                  </a:lnTo>
                  <a:lnTo>
                    <a:pt x="3349" y="10985"/>
                  </a:lnTo>
                  <a:lnTo>
                    <a:pt x="3871" y="12685"/>
                  </a:lnTo>
                  <a:lnTo>
                    <a:pt x="4448" y="14576"/>
                  </a:lnTo>
                  <a:lnTo>
                    <a:pt x="4450" y="14576"/>
                  </a:lnTo>
                  <a:cubicBezTo>
                    <a:pt x="6298" y="16146"/>
                    <a:pt x="8216" y="17351"/>
                    <a:pt x="9997" y="18141"/>
                  </a:cubicBezTo>
                  <a:lnTo>
                    <a:pt x="9535" y="16635"/>
                  </a:lnTo>
                  <a:lnTo>
                    <a:pt x="9209" y="15566"/>
                  </a:lnTo>
                  <a:lnTo>
                    <a:pt x="7771" y="10868"/>
                  </a:lnTo>
                  <a:lnTo>
                    <a:pt x="7741" y="10777"/>
                  </a:lnTo>
                  <a:lnTo>
                    <a:pt x="7487" y="9937"/>
                  </a:lnTo>
                  <a:lnTo>
                    <a:pt x="7484" y="9935"/>
                  </a:lnTo>
                  <a:lnTo>
                    <a:pt x="6847" y="7857"/>
                  </a:lnTo>
                  <a:lnTo>
                    <a:pt x="5600" y="3781"/>
                  </a:lnTo>
                  <a:lnTo>
                    <a:pt x="5208" y="2497"/>
                  </a:lnTo>
                  <a:lnTo>
                    <a:pt x="4714" y="881"/>
                  </a:lnTo>
                  <a:cubicBezTo>
                    <a:pt x="3342" y="284"/>
                    <a:pt x="2059" y="0"/>
                    <a:pt x="859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0"/>
            <p:cNvSpPr/>
            <p:nvPr/>
          </p:nvSpPr>
          <p:spPr>
            <a:xfrm>
              <a:off x="2922450" y="2578150"/>
              <a:ext cx="193575" cy="439025"/>
            </a:xfrm>
            <a:custGeom>
              <a:avLst/>
              <a:gdLst/>
              <a:ahLst/>
              <a:cxnLst/>
              <a:rect l="l" t="t" r="r" b="b"/>
              <a:pathLst>
                <a:path w="7743" h="17561" extrusionOk="0">
                  <a:moveTo>
                    <a:pt x="1" y="1"/>
                  </a:moveTo>
                  <a:lnTo>
                    <a:pt x="509" y="1652"/>
                  </a:lnTo>
                  <a:lnTo>
                    <a:pt x="941" y="3063"/>
                  </a:lnTo>
                  <a:lnTo>
                    <a:pt x="2479" y="8085"/>
                  </a:lnTo>
                  <a:lnTo>
                    <a:pt x="2804" y="9151"/>
                  </a:lnTo>
                  <a:lnTo>
                    <a:pt x="2929" y="9555"/>
                  </a:lnTo>
                  <a:lnTo>
                    <a:pt x="2931" y="9558"/>
                  </a:lnTo>
                  <a:lnTo>
                    <a:pt x="3095" y="10098"/>
                  </a:lnTo>
                  <a:lnTo>
                    <a:pt x="4467" y="14575"/>
                  </a:lnTo>
                  <a:lnTo>
                    <a:pt x="4769" y="15573"/>
                  </a:lnTo>
                  <a:lnTo>
                    <a:pt x="5235" y="17094"/>
                  </a:lnTo>
                  <a:cubicBezTo>
                    <a:pt x="6136" y="17378"/>
                    <a:pt x="6983" y="17538"/>
                    <a:pt x="7743" y="17561"/>
                  </a:cubicBezTo>
                  <a:lnTo>
                    <a:pt x="7226" y="15868"/>
                  </a:lnTo>
                  <a:lnTo>
                    <a:pt x="6912" y="14836"/>
                  </a:lnTo>
                  <a:lnTo>
                    <a:pt x="4058" y="5519"/>
                  </a:lnTo>
                  <a:lnTo>
                    <a:pt x="3513" y="3737"/>
                  </a:lnTo>
                  <a:lnTo>
                    <a:pt x="2940" y="1866"/>
                  </a:lnTo>
                  <a:lnTo>
                    <a:pt x="1767" y="107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8" name="Google Shape;508;p30"/>
          <p:cNvGrpSpPr/>
          <p:nvPr/>
        </p:nvGrpSpPr>
        <p:grpSpPr>
          <a:xfrm rot="1135194">
            <a:off x="8103495" y="3119686"/>
            <a:ext cx="435970" cy="536160"/>
            <a:chOff x="4081850" y="3204400"/>
            <a:chExt cx="743225" cy="914025"/>
          </a:xfrm>
        </p:grpSpPr>
        <p:sp>
          <p:nvSpPr>
            <p:cNvPr id="509" name="Google Shape;509;p30"/>
            <p:cNvSpPr/>
            <p:nvPr/>
          </p:nvSpPr>
          <p:spPr>
            <a:xfrm>
              <a:off x="4106625" y="3204400"/>
              <a:ext cx="718450" cy="914025"/>
            </a:xfrm>
            <a:custGeom>
              <a:avLst/>
              <a:gdLst/>
              <a:ahLst/>
              <a:cxnLst/>
              <a:rect l="l" t="t" r="r" b="b"/>
              <a:pathLst>
                <a:path w="28738" h="36561" extrusionOk="0">
                  <a:moveTo>
                    <a:pt x="14832" y="0"/>
                  </a:moveTo>
                  <a:cubicBezTo>
                    <a:pt x="12888" y="0"/>
                    <a:pt x="11529" y="569"/>
                    <a:pt x="11529" y="569"/>
                  </a:cubicBezTo>
                  <a:cubicBezTo>
                    <a:pt x="11529" y="569"/>
                    <a:pt x="27955" y="2714"/>
                    <a:pt x="10506" y="29792"/>
                  </a:cubicBezTo>
                  <a:cubicBezTo>
                    <a:pt x="8291" y="33228"/>
                    <a:pt x="6253" y="34299"/>
                    <a:pt x="4573" y="34299"/>
                  </a:cubicBezTo>
                  <a:cubicBezTo>
                    <a:pt x="1798" y="34299"/>
                    <a:pt x="1" y="31378"/>
                    <a:pt x="0" y="31378"/>
                  </a:cubicBezTo>
                  <a:lnTo>
                    <a:pt x="0" y="31378"/>
                  </a:lnTo>
                  <a:cubicBezTo>
                    <a:pt x="0" y="31378"/>
                    <a:pt x="361" y="35656"/>
                    <a:pt x="6396" y="36372"/>
                  </a:cubicBezTo>
                  <a:cubicBezTo>
                    <a:pt x="7105" y="36457"/>
                    <a:pt x="7880" y="36561"/>
                    <a:pt x="8720" y="36561"/>
                  </a:cubicBezTo>
                  <a:cubicBezTo>
                    <a:pt x="11282" y="36561"/>
                    <a:pt x="14450" y="35596"/>
                    <a:pt x="18190" y="30193"/>
                  </a:cubicBezTo>
                  <a:cubicBezTo>
                    <a:pt x="21421" y="25527"/>
                    <a:pt x="28738" y="8230"/>
                    <a:pt x="20691" y="2014"/>
                  </a:cubicBezTo>
                  <a:cubicBezTo>
                    <a:pt x="18635" y="426"/>
                    <a:pt x="16515" y="0"/>
                    <a:pt x="14832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0"/>
            <p:cNvSpPr/>
            <p:nvPr/>
          </p:nvSpPr>
          <p:spPr>
            <a:xfrm>
              <a:off x="4081975" y="3206200"/>
              <a:ext cx="497850" cy="882300"/>
            </a:xfrm>
            <a:custGeom>
              <a:avLst/>
              <a:gdLst/>
              <a:ahLst/>
              <a:cxnLst/>
              <a:rect l="l" t="t" r="r" b="b"/>
              <a:pathLst>
                <a:path w="19914" h="35292" extrusionOk="0">
                  <a:moveTo>
                    <a:pt x="14683" y="1"/>
                  </a:moveTo>
                  <a:cubicBezTo>
                    <a:pt x="14676" y="1"/>
                    <a:pt x="14669" y="1"/>
                    <a:pt x="14662" y="1"/>
                  </a:cubicBezTo>
                  <a:cubicBezTo>
                    <a:pt x="12598" y="1"/>
                    <a:pt x="10190" y="1490"/>
                    <a:pt x="7886" y="4191"/>
                  </a:cubicBezTo>
                  <a:cubicBezTo>
                    <a:pt x="5553" y="6925"/>
                    <a:pt x="3475" y="10730"/>
                    <a:pt x="2032" y="14912"/>
                  </a:cubicBezTo>
                  <a:cubicBezTo>
                    <a:pt x="1843" y="15459"/>
                    <a:pt x="1679" y="15967"/>
                    <a:pt x="1531" y="16464"/>
                  </a:cubicBezTo>
                  <a:lnTo>
                    <a:pt x="1531" y="16466"/>
                  </a:lnTo>
                  <a:cubicBezTo>
                    <a:pt x="545" y="19731"/>
                    <a:pt x="19" y="22996"/>
                    <a:pt x="7" y="25907"/>
                  </a:cubicBezTo>
                  <a:cubicBezTo>
                    <a:pt x="0" y="26681"/>
                    <a:pt x="37" y="27454"/>
                    <a:pt x="116" y="28223"/>
                  </a:cubicBezTo>
                  <a:cubicBezTo>
                    <a:pt x="261" y="29600"/>
                    <a:pt x="541" y="30814"/>
                    <a:pt x="949" y="31830"/>
                  </a:cubicBezTo>
                  <a:cubicBezTo>
                    <a:pt x="1284" y="32661"/>
                    <a:pt x="1704" y="33356"/>
                    <a:pt x="2196" y="33899"/>
                  </a:cubicBezTo>
                  <a:cubicBezTo>
                    <a:pt x="2702" y="34455"/>
                    <a:pt x="3286" y="34852"/>
                    <a:pt x="3935" y="35076"/>
                  </a:cubicBezTo>
                  <a:cubicBezTo>
                    <a:pt x="4351" y="35217"/>
                    <a:pt x="4787" y="35291"/>
                    <a:pt x="5226" y="35291"/>
                  </a:cubicBezTo>
                  <a:cubicBezTo>
                    <a:pt x="5233" y="35291"/>
                    <a:pt x="5240" y="35291"/>
                    <a:pt x="5246" y="35291"/>
                  </a:cubicBezTo>
                  <a:cubicBezTo>
                    <a:pt x="7311" y="35291"/>
                    <a:pt x="9717" y="33802"/>
                    <a:pt x="12023" y="31100"/>
                  </a:cubicBezTo>
                  <a:cubicBezTo>
                    <a:pt x="14353" y="28369"/>
                    <a:pt x="16431" y="24561"/>
                    <a:pt x="17874" y="20384"/>
                  </a:cubicBezTo>
                  <a:cubicBezTo>
                    <a:pt x="18334" y="19061"/>
                    <a:pt x="18722" y="17715"/>
                    <a:pt x="19036" y="16351"/>
                  </a:cubicBezTo>
                  <a:cubicBezTo>
                    <a:pt x="19435" y="14635"/>
                    <a:pt x="19698" y="12956"/>
                    <a:pt x="19818" y="11359"/>
                  </a:cubicBezTo>
                  <a:cubicBezTo>
                    <a:pt x="19888" y="10502"/>
                    <a:pt x="19913" y="9668"/>
                    <a:pt x="19899" y="8879"/>
                  </a:cubicBezTo>
                  <a:cubicBezTo>
                    <a:pt x="19851" y="6022"/>
                    <a:pt x="19290" y="3688"/>
                    <a:pt x="18276" y="2129"/>
                  </a:cubicBezTo>
                  <a:cubicBezTo>
                    <a:pt x="17657" y="1174"/>
                    <a:pt x="16881" y="529"/>
                    <a:pt x="15972" y="215"/>
                  </a:cubicBezTo>
                  <a:cubicBezTo>
                    <a:pt x="15558" y="74"/>
                    <a:pt x="15121" y="1"/>
                    <a:pt x="14683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0"/>
            <p:cNvSpPr/>
            <p:nvPr/>
          </p:nvSpPr>
          <p:spPr>
            <a:xfrm>
              <a:off x="4081850" y="3206025"/>
              <a:ext cx="498125" cy="882575"/>
            </a:xfrm>
            <a:custGeom>
              <a:avLst/>
              <a:gdLst/>
              <a:ahLst/>
              <a:cxnLst/>
              <a:rect l="l" t="t" r="r" b="b"/>
              <a:pathLst>
                <a:path w="19925" h="35303" extrusionOk="0">
                  <a:moveTo>
                    <a:pt x="14667" y="12"/>
                  </a:moveTo>
                  <a:cubicBezTo>
                    <a:pt x="15113" y="12"/>
                    <a:pt x="15554" y="84"/>
                    <a:pt x="15977" y="229"/>
                  </a:cubicBezTo>
                  <a:cubicBezTo>
                    <a:pt x="16884" y="541"/>
                    <a:pt x="17660" y="1185"/>
                    <a:pt x="18279" y="2141"/>
                  </a:cubicBezTo>
                  <a:cubicBezTo>
                    <a:pt x="19288" y="3700"/>
                    <a:pt x="19851" y="6032"/>
                    <a:pt x="19900" y="8886"/>
                  </a:cubicBezTo>
                  <a:cubicBezTo>
                    <a:pt x="19913" y="9675"/>
                    <a:pt x="19888" y="10509"/>
                    <a:pt x="19819" y="11366"/>
                  </a:cubicBezTo>
                  <a:cubicBezTo>
                    <a:pt x="19699" y="12963"/>
                    <a:pt x="19435" y="14642"/>
                    <a:pt x="19036" y="16355"/>
                  </a:cubicBezTo>
                  <a:cubicBezTo>
                    <a:pt x="18722" y="17720"/>
                    <a:pt x="18334" y="19066"/>
                    <a:pt x="17877" y="20389"/>
                  </a:cubicBezTo>
                  <a:cubicBezTo>
                    <a:pt x="17140" y="22516"/>
                    <a:pt x="16251" y="24534"/>
                    <a:pt x="15231" y="26388"/>
                  </a:cubicBezTo>
                  <a:cubicBezTo>
                    <a:pt x="14245" y="28177"/>
                    <a:pt x="13167" y="29764"/>
                    <a:pt x="12024" y="31103"/>
                  </a:cubicBezTo>
                  <a:cubicBezTo>
                    <a:pt x="10890" y="32433"/>
                    <a:pt x="9733" y="33469"/>
                    <a:pt x="8588" y="34188"/>
                  </a:cubicBezTo>
                  <a:cubicBezTo>
                    <a:pt x="7415" y="34922"/>
                    <a:pt x="6293" y="35294"/>
                    <a:pt x="5251" y="35294"/>
                  </a:cubicBezTo>
                  <a:cubicBezTo>
                    <a:pt x="4806" y="35294"/>
                    <a:pt x="4365" y="35222"/>
                    <a:pt x="3942" y="35077"/>
                  </a:cubicBezTo>
                  <a:cubicBezTo>
                    <a:pt x="3296" y="34853"/>
                    <a:pt x="2709" y="34458"/>
                    <a:pt x="2204" y="33901"/>
                  </a:cubicBezTo>
                  <a:cubicBezTo>
                    <a:pt x="1714" y="33361"/>
                    <a:pt x="1294" y="32666"/>
                    <a:pt x="959" y="31837"/>
                  </a:cubicBezTo>
                  <a:cubicBezTo>
                    <a:pt x="553" y="30821"/>
                    <a:pt x="271" y="29607"/>
                    <a:pt x="128" y="28230"/>
                  </a:cubicBezTo>
                  <a:cubicBezTo>
                    <a:pt x="49" y="27459"/>
                    <a:pt x="12" y="26686"/>
                    <a:pt x="17" y="25914"/>
                  </a:cubicBezTo>
                  <a:cubicBezTo>
                    <a:pt x="28" y="23003"/>
                    <a:pt x="555" y="19738"/>
                    <a:pt x="1541" y="16475"/>
                  </a:cubicBezTo>
                  <a:lnTo>
                    <a:pt x="1543" y="16473"/>
                  </a:lnTo>
                  <a:cubicBezTo>
                    <a:pt x="1689" y="15977"/>
                    <a:pt x="1853" y="15469"/>
                    <a:pt x="2042" y="14921"/>
                  </a:cubicBezTo>
                  <a:cubicBezTo>
                    <a:pt x="2776" y="12792"/>
                    <a:pt x="3667" y="10774"/>
                    <a:pt x="4688" y="8920"/>
                  </a:cubicBezTo>
                  <a:cubicBezTo>
                    <a:pt x="5674" y="7129"/>
                    <a:pt x="6752" y="5542"/>
                    <a:pt x="7895" y="4203"/>
                  </a:cubicBezTo>
                  <a:cubicBezTo>
                    <a:pt x="9029" y="2873"/>
                    <a:pt x="10186" y="1834"/>
                    <a:pt x="11333" y="1118"/>
                  </a:cubicBezTo>
                  <a:cubicBezTo>
                    <a:pt x="12504" y="384"/>
                    <a:pt x="13626" y="12"/>
                    <a:pt x="14667" y="12"/>
                  </a:cubicBezTo>
                  <a:close/>
                  <a:moveTo>
                    <a:pt x="14667" y="1"/>
                  </a:moveTo>
                  <a:cubicBezTo>
                    <a:pt x="10426" y="1"/>
                    <a:pt x="5037" y="6214"/>
                    <a:pt x="2033" y="14917"/>
                  </a:cubicBezTo>
                  <a:cubicBezTo>
                    <a:pt x="1853" y="15439"/>
                    <a:pt x="1686" y="15953"/>
                    <a:pt x="1532" y="16468"/>
                  </a:cubicBezTo>
                  <a:lnTo>
                    <a:pt x="1532" y="16473"/>
                  </a:lnTo>
                  <a:cubicBezTo>
                    <a:pt x="513" y="19840"/>
                    <a:pt x="17" y="23091"/>
                    <a:pt x="8" y="25912"/>
                  </a:cubicBezTo>
                  <a:cubicBezTo>
                    <a:pt x="1" y="26688"/>
                    <a:pt x="38" y="27461"/>
                    <a:pt x="116" y="28230"/>
                  </a:cubicBezTo>
                  <a:cubicBezTo>
                    <a:pt x="262" y="29595"/>
                    <a:pt x="539" y="30816"/>
                    <a:pt x="950" y="31839"/>
                  </a:cubicBezTo>
                  <a:cubicBezTo>
                    <a:pt x="1615" y="33486"/>
                    <a:pt x="2615" y="34631"/>
                    <a:pt x="3940" y="35088"/>
                  </a:cubicBezTo>
                  <a:cubicBezTo>
                    <a:pt x="4356" y="35229"/>
                    <a:pt x="4792" y="35303"/>
                    <a:pt x="5231" y="35303"/>
                  </a:cubicBezTo>
                  <a:cubicBezTo>
                    <a:pt x="5238" y="35303"/>
                    <a:pt x="5245" y="35303"/>
                    <a:pt x="5251" y="35303"/>
                  </a:cubicBezTo>
                  <a:cubicBezTo>
                    <a:pt x="9493" y="35303"/>
                    <a:pt x="14882" y="29092"/>
                    <a:pt x="17886" y="20391"/>
                  </a:cubicBezTo>
                  <a:cubicBezTo>
                    <a:pt x="18346" y="19068"/>
                    <a:pt x="18734" y="17724"/>
                    <a:pt x="19048" y="16360"/>
                  </a:cubicBezTo>
                  <a:cubicBezTo>
                    <a:pt x="19449" y="14628"/>
                    <a:pt x="19713" y="12947"/>
                    <a:pt x="19830" y="11368"/>
                  </a:cubicBezTo>
                  <a:cubicBezTo>
                    <a:pt x="19897" y="10509"/>
                    <a:pt x="19925" y="9680"/>
                    <a:pt x="19911" y="8888"/>
                  </a:cubicBezTo>
                  <a:cubicBezTo>
                    <a:pt x="19863" y="6073"/>
                    <a:pt x="19311" y="3714"/>
                    <a:pt x="18288" y="2136"/>
                  </a:cubicBezTo>
                  <a:cubicBezTo>
                    <a:pt x="17681" y="1201"/>
                    <a:pt x="16912" y="541"/>
                    <a:pt x="15979" y="220"/>
                  </a:cubicBezTo>
                  <a:cubicBezTo>
                    <a:pt x="15563" y="77"/>
                    <a:pt x="15126" y="3"/>
                    <a:pt x="14688" y="3"/>
                  </a:cubicBezTo>
                  <a:cubicBezTo>
                    <a:pt x="14681" y="3"/>
                    <a:pt x="14674" y="3"/>
                    <a:pt x="14667" y="3"/>
                  </a:cubicBezTo>
                  <a:lnTo>
                    <a:pt x="14667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0"/>
            <p:cNvSpPr/>
            <p:nvPr/>
          </p:nvSpPr>
          <p:spPr>
            <a:xfrm>
              <a:off x="4152175" y="3329225"/>
              <a:ext cx="347700" cy="635150"/>
            </a:xfrm>
            <a:custGeom>
              <a:avLst/>
              <a:gdLst/>
              <a:ahLst/>
              <a:cxnLst/>
              <a:rect l="l" t="t" r="r" b="b"/>
              <a:pathLst>
                <a:path w="13908" h="25406" extrusionOk="0">
                  <a:moveTo>
                    <a:pt x="10494" y="0"/>
                  </a:moveTo>
                  <a:cubicBezTo>
                    <a:pt x="9111" y="0"/>
                    <a:pt x="7463" y="1090"/>
                    <a:pt x="5853" y="3071"/>
                  </a:cubicBezTo>
                  <a:cubicBezTo>
                    <a:pt x="4228" y="5071"/>
                    <a:pt x="2755" y="7848"/>
                    <a:pt x="1704" y="10889"/>
                  </a:cubicBezTo>
                  <a:cubicBezTo>
                    <a:pt x="545" y="14249"/>
                    <a:pt x="0" y="17595"/>
                    <a:pt x="173" y="20312"/>
                  </a:cubicBezTo>
                  <a:cubicBezTo>
                    <a:pt x="256" y="21633"/>
                    <a:pt x="506" y="22732"/>
                    <a:pt x="912" y="23582"/>
                  </a:cubicBezTo>
                  <a:cubicBezTo>
                    <a:pt x="1332" y="24459"/>
                    <a:pt x="1905" y="25030"/>
                    <a:pt x="2612" y="25272"/>
                  </a:cubicBezTo>
                  <a:cubicBezTo>
                    <a:pt x="2870" y="25362"/>
                    <a:pt x="3140" y="25406"/>
                    <a:pt x="3413" y="25406"/>
                  </a:cubicBezTo>
                  <a:cubicBezTo>
                    <a:pt x="4796" y="25406"/>
                    <a:pt x="6444" y="24314"/>
                    <a:pt x="8052" y="22335"/>
                  </a:cubicBezTo>
                  <a:cubicBezTo>
                    <a:pt x="9677" y="20333"/>
                    <a:pt x="11152" y="17558"/>
                    <a:pt x="12203" y="14514"/>
                  </a:cubicBezTo>
                  <a:cubicBezTo>
                    <a:pt x="13362" y="11157"/>
                    <a:pt x="13907" y="7811"/>
                    <a:pt x="13734" y="5094"/>
                  </a:cubicBezTo>
                  <a:cubicBezTo>
                    <a:pt x="13651" y="3773"/>
                    <a:pt x="13401" y="2672"/>
                    <a:pt x="12995" y="1824"/>
                  </a:cubicBezTo>
                  <a:cubicBezTo>
                    <a:pt x="12575" y="944"/>
                    <a:pt x="12002" y="376"/>
                    <a:pt x="11293" y="132"/>
                  </a:cubicBezTo>
                  <a:cubicBezTo>
                    <a:pt x="11037" y="44"/>
                    <a:pt x="10767" y="0"/>
                    <a:pt x="1049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0"/>
            <p:cNvSpPr/>
            <p:nvPr/>
          </p:nvSpPr>
          <p:spPr>
            <a:xfrm>
              <a:off x="4134675" y="3329050"/>
              <a:ext cx="382675" cy="635450"/>
            </a:xfrm>
            <a:custGeom>
              <a:avLst/>
              <a:gdLst/>
              <a:ahLst/>
              <a:cxnLst/>
              <a:rect l="l" t="t" r="r" b="b"/>
              <a:pathLst>
                <a:path w="15307" h="25418" extrusionOk="0">
                  <a:moveTo>
                    <a:pt x="11217" y="14"/>
                  </a:moveTo>
                  <a:cubicBezTo>
                    <a:pt x="11480" y="14"/>
                    <a:pt x="11743" y="58"/>
                    <a:pt x="11993" y="143"/>
                  </a:cubicBezTo>
                  <a:cubicBezTo>
                    <a:pt x="12700" y="388"/>
                    <a:pt x="13270" y="956"/>
                    <a:pt x="13690" y="1833"/>
                  </a:cubicBezTo>
                  <a:cubicBezTo>
                    <a:pt x="14097" y="2681"/>
                    <a:pt x="14346" y="3780"/>
                    <a:pt x="14429" y="5101"/>
                  </a:cubicBezTo>
                  <a:cubicBezTo>
                    <a:pt x="14512" y="6421"/>
                    <a:pt x="14427" y="7897"/>
                    <a:pt x="14175" y="9483"/>
                  </a:cubicBezTo>
                  <a:cubicBezTo>
                    <a:pt x="13912" y="11129"/>
                    <a:pt x="13483" y="12822"/>
                    <a:pt x="12898" y="14519"/>
                  </a:cubicBezTo>
                  <a:cubicBezTo>
                    <a:pt x="11848" y="17562"/>
                    <a:pt x="10375" y="20338"/>
                    <a:pt x="8749" y="22337"/>
                  </a:cubicBezTo>
                  <a:cubicBezTo>
                    <a:pt x="7142" y="24316"/>
                    <a:pt x="5496" y="25406"/>
                    <a:pt x="4113" y="25406"/>
                  </a:cubicBezTo>
                  <a:cubicBezTo>
                    <a:pt x="3843" y="25406"/>
                    <a:pt x="3572" y="25362"/>
                    <a:pt x="3316" y="25274"/>
                  </a:cubicBezTo>
                  <a:cubicBezTo>
                    <a:pt x="2610" y="25032"/>
                    <a:pt x="2037" y="24464"/>
                    <a:pt x="1619" y="23586"/>
                  </a:cubicBezTo>
                  <a:cubicBezTo>
                    <a:pt x="1213" y="22737"/>
                    <a:pt x="963" y="21638"/>
                    <a:pt x="880" y="20319"/>
                  </a:cubicBezTo>
                  <a:cubicBezTo>
                    <a:pt x="797" y="18999"/>
                    <a:pt x="883" y="17523"/>
                    <a:pt x="1134" y="15934"/>
                  </a:cubicBezTo>
                  <a:cubicBezTo>
                    <a:pt x="1395" y="14290"/>
                    <a:pt x="1825" y="12596"/>
                    <a:pt x="2411" y="10899"/>
                  </a:cubicBezTo>
                  <a:cubicBezTo>
                    <a:pt x="3462" y="7858"/>
                    <a:pt x="4935" y="5082"/>
                    <a:pt x="6558" y="3083"/>
                  </a:cubicBezTo>
                  <a:cubicBezTo>
                    <a:pt x="8167" y="1104"/>
                    <a:pt x="9814" y="14"/>
                    <a:pt x="11197" y="14"/>
                  </a:cubicBezTo>
                  <a:cubicBezTo>
                    <a:pt x="11203" y="14"/>
                    <a:pt x="11210" y="14"/>
                    <a:pt x="11217" y="14"/>
                  </a:cubicBezTo>
                  <a:close/>
                  <a:moveTo>
                    <a:pt x="11197" y="0"/>
                  </a:moveTo>
                  <a:cubicBezTo>
                    <a:pt x="8350" y="0"/>
                    <a:pt x="4586" y="4565"/>
                    <a:pt x="2400" y="10894"/>
                  </a:cubicBezTo>
                  <a:cubicBezTo>
                    <a:pt x="1" y="17842"/>
                    <a:pt x="409" y="24284"/>
                    <a:pt x="3312" y="25286"/>
                  </a:cubicBezTo>
                  <a:cubicBezTo>
                    <a:pt x="3570" y="25374"/>
                    <a:pt x="3840" y="25417"/>
                    <a:pt x="4113" y="25417"/>
                  </a:cubicBezTo>
                  <a:cubicBezTo>
                    <a:pt x="6960" y="25417"/>
                    <a:pt x="10723" y="20855"/>
                    <a:pt x="12910" y="14524"/>
                  </a:cubicBezTo>
                  <a:cubicBezTo>
                    <a:pt x="15307" y="7578"/>
                    <a:pt x="14900" y="1136"/>
                    <a:pt x="11998" y="134"/>
                  </a:cubicBezTo>
                  <a:cubicBezTo>
                    <a:pt x="11739" y="44"/>
                    <a:pt x="11469" y="0"/>
                    <a:pt x="11197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0"/>
            <p:cNvSpPr/>
            <p:nvPr/>
          </p:nvSpPr>
          <p:spPr>
            <a:xfrm>
              <a:off x="4120125" y="3272825"/>
              <a:ext cx="418300" cy="747900"/>
            </a:xfrm>
            <a:custGeom>
              <a:avLst/>
              <a:gdLst/>
              <a:ahLst/>
              <a:cxnLst/>
              <a:rect l="l" t="t" r="r" b="b"/>
              <a:pathLst>
                <a:path w="16732" h="29916" fill="none" extrusionOk="0">
                  <a:moveTo>
                    <a:pt x="13326" y="591"/>
                  </a:moveTo>
                  <a:cubicBezTo>
                    <a:pt x="15041" y="1185"/>
                    <a:pt x="16166" y="3267"/>
                    <a:pt x="16447" y="6380"/>
                  </a:cubicBezTo>
                  <a:cubicBezTo>
                    <a:pt x="16731" y="9492"/>
                    <a:pt x="16152" y="13381"/>
                    <a:pt x="14836" y="17193"/>
                  </a:cubicBezTo>
                  <a:cubicBezTo>
                    <a:pt x="13520" y="21003"/>
                    <a:pt x="11578" y="24420"/>
                    <a:pt x="9433" y="26694"/>
                  </a:cubicBezTo>
                  <a:cubicBezTo>
                    <a:pt x="7290" y="28971"/>
                    <a:pt x="5122" y="29915"/>
                    <a:pt x="3404" y="29322"/>
                  </a:cubicBezTo>
                  <a:cubicBezTo>
                    <a:pt x="1689" y="28731"/>
                    <a:pt x="566" y="26648"/>
                    <a:pt x="282" y="23536"/>
                  </a:cubicBezTo>
                  <a:cubicBezTo>
                    <a:pt x="1" y="20423"/>
                    <a:pt x="580" y="16533"/>
                    <a:pt x="1896" y="12723"/>
                  </a:cubicBezTo>
                  <a:cubicBezTo>
                    <a:pt x="3210" y="8913"/>
                    <a:pt x="5154" y="5496"/>
                    <a:pt x="7297" y="3219"/>
                  </a:cubicBezTo>
                  <a:cubicBezTo>
                    <a:pt x="9442" y="945"/>
                    <a:pt x="11610" y="0"/>
                    <a:pt x="13326" y="591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0"/>
            <p:cNvSpPr/>
            <p:nvPr/>
          </p:nvSpPr>
          <p:spPr>
            <a:xfrm>
              <a:off x="4081975" y="3231825"/>
              <a:ext cx="608550" cy="622075"/>
            </a:xfrm>
            <a:custGeom>
              <a:avLst/>
              <a:gdLst/>
              <a:ahLst/>
              <a:cxnLst/>
              <a:rect l="l" t="t" r="r" b="b"/>
              <a:pathLst>
                <a:path w="24342" h="24883" extrusionOk="0">
                  <a:moveTo>
                    <a:pt x="20008" y="1"/>
                  </a:moveTo>
                  <a:lnTo>
                    <a:pt x="18283" y="1102"/>
                  </a:lnTo>
                  <a:lnTo>
                    <a:pt x="16073" y="2993"/>
                  </a:lnTo>
                  <a:lnTo>
                    <a:pt x="14593" y="4256"/>
                  </a:lnTo>
                  <a:lnTo>
                    <a:pt x="5669" y="11892"/>
                  </a:lnTo>
                  <a:lnTo>
                    <a:pt x="3709" y="13571"/>
                  </a:lnTo>
                  <a:lnTo>
                    <a:pt x="3709" y="13573"/>
                  </a:lnTo>
                  <a:lnTo>
                    <a:pt x="1527" y="15436"/>
                  </a:lnTo>
                  <a:lnTo>
                    <a:pt x="1527" y="15441"/>
                  </a:lnTo>
                  <a:cubicBezTo>
                    <a:pt x="508" y="18808"/>
                    <a:pt x="12" y="22059"/>
                    <a:pt x="0" y="24882"/>
                  </a:cubicBezTo>
                  <a:lnTo>
                    <a:pt x="1737" y="23395"/>
                  </a:lnTo>
                  <a:lnTo>
                    <a:pt x="2967" y="22345"/>
                  </a:lnTo>
                  <a:lnTo>
                    <a:pt x="8389" y="17706"/>
                  </a:lnTo>
                  <a:lnTo>
                    <a:pt x="8491" y="17618"/>
                  </a:lnTo>
                  <a:lnTo>
                    <a:pt x="9463" y="16789"/>
                  </a:lnTo>
                  <a:lnTo>
                    <a:pt x="9463" y="16787"/>
                  </a:lnTo>
                  <a:lnTo>
                    <a:pt x="11862" y="14734"/>
                  </a:lnTo>
                  <a:lnTo>
                    <a:pt x="16563" y="10717"/>
                  </a:lnTo>
                  <a:lnTo>
                    <a:pt x="18043" y="9449"/>
                  </a:lnTo>
                  <a:lnTo>
                    <a:pt x="19906" y="7856"/>
                  </a:lnTo>
                  <a:lnTo>
                    <a:pt x="24342" y="4420"/>
                  </a:lnTo>
                  <a:cubicBezTo>
                    <a:pt x="23266" y="2321"/>
                    <a:pt x="21829" y="832"/>
                    <a:pt x="20008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0"/>
            <p:cNvSpPr/>
            <p:nvPr/>
          </p:nvSpPr>
          <p:spPr>
            <a:xfrm>
              <a:off x="4084750" y="3382550"/>
              <a:ext cx="630250" cy="619525"/>
            </a:xfrm>
            <a:custGeom>
              <a:avLst/>
              <a:gdLst/>
              <a:ahLst/>
              <a:cxnLst/>
              <a:rect l="l" t="t" r="r" b="b"/>
              <a:pathLst>
                <a:path w="25210" h="24781" extrusionOk="0">
                  <a:moveTo>
                    <a:pt x="24769" y="1"/>
                  </a:moveTo>
                  <a:lnTo>
                    <a:pt x="19712" y="4305"/>
                  </a:lnTo>
                  <a:lnTo>
                    <a:pt x="17807" y="5937"/>
                  </a:lnTo>
                  <a:lnTo>
                    <a:pt x="16182" y="7327"/>
                  </a:lnTo>
                  <a:lnTo>
                    <a:pt x="10388" y="12282"/>
                  </a:lnTo>
                  <a:lnTo>
                    <a:pt x="9158" y="13335"/>
                  </a:lnTo>
                  <a:lnTo>
                    <a:pt x="8694" y="13734"/>
                  </a:lnTo>
                  <a:lnTo>
                    <a:pt x="8694" y="13739"/>
                  </a:lnTo>
                  <a:lnTo>
                    <a:pt x="8068" y="14270"/>
                  </a:lnTo>
                  <a:lnTo>
                    <a:pt x="2905" y="18687"/>
                  </a:lnTo>
                  <a:lnTo>
                    <a:pt x="1755" y="19671"/>
                  </a:lnTo>
                  <a:lnTo>
                    <a:pt x="0" y="21169"/>
                  </a:lnTo>
                  <a:cubicBezTo>
                    <a:pt x="143" y="22534"/>
                    <a:pt x="423" y="23755"/>
                    <a:pt x="834" y="24781"/>
                  </a:cubicBezTo>
                  <a:lnTo>
                    <a:pt x="2787" y="23111"/>
                  </a:lnTo>
                  <a:lnTo>
                    <a:pt x="3979" y="22093"/>
                  </a:lnTo>
                  <a:lnTo>
                    <a:pt x="14718" y="12903"/>
                  </a:lnTo>
                  <a:lnTo>
                    <a:pt x="14718" y="12901"/>
                  </a:lnTo>
                  <a:lnTo>
                    <a:pt x="16777" y="11144"/>
                  </a:lnTo>
                  <a:lnTo>
                    <a:pt x="18932" y="9299"/>
                  </a:lnTo>
                  <a:lnTo>
                    <a:pt x="25210" y="3365"/>
                  </a:lnTo>
                  <a:cubicBezTo>
                    <a:pt x="25157" y="2233"/>
                    <a:pt x="25009" y="1107"/>
                    <a:pt x="24769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7" name="Google Shape;517;p30"/>
          <p:cNvGrpSpPr/>
          <p:nvPr/>
        </p:nvGrpSpPr>
        <p:grpSpPr>
          <a:xfrm rot="-5521010">
            <a:off x="6430167" y="794384"/>
            <a:ext cx="536764" cy="385807"/>
            <a:chOff x="3958725" y="4285850"/>
            <a:chExt cx="926000" cy="665575"/>
          </a:xfrm>
        </p:grpSpPr>
        <p:sp>
          <p:nvSpPr>
            <p:cNvPr id="518" name="Google Shape;518;p30"/>
            <p:cNvSpPr/>
            <p:nvPr/>
          </p:nvSpPr>
          <p:spPr>
            <a:xfrm>
              <a:off x="3958725" y="4286250"/>
              <a:ext cx="926000" cy="665175"/>
            </a:xfrm>
            <a:custGeom>
              <a:avLst/>
              <a:gdLst/>
              <a:ahLst/>
              <a:cxnLst/>
              <a:rect l="l" t="t" r="r" b="b"/>
              <a:pathLst>
                <a:path w="37040" h="26607" extrusionOk="0">
                  <a:moveTo>
                    <a:pt x="32631" y="0"/>
                  </a:moveTo>
                  <a:cubicBezTo>
                    <a:pt x="32452" y="0"/>
                    <a:pt x="32270" y="51"/>
                    <a:pt x="32109" y="159"/>
                  </a:cubicBezTo>
                  <a:lnTo>
                    <a:pt x="626" y="19435"/>
                  </a:lnTo>
                  <a:cubicBezTo>
                    <a:pt x="149" y="19705"/>
                    <a:pt x="1" y="20324"/>
                    <a:pt x="306" y="20781"/>
                  </a:cubicBezTo>
                  <a:lnTo>
                    <a:pt x="3557" y="26142"/>
                  </a:lnTo>
                  <a:cubicBezTo>
                    <a:pt x="3746" y="26441"/>
                    <a:pt x="4071" y="26607"/>
                    <a:pt x="4403" y="26607"/>
                  </a:cubicBezTo>
                  <a:cubicBezTo>
                    <a:pt x="4576" y="26607"/>
                    <a:pt x="4751" y="26562"/>
                    <a:pt x="4910" y="26468"/>
                  </a:cubicBezTo>
                  <a:lnTo>
                    <a:pt x="36349" y="7169"/>
                  </a:lnTo>
                  <a:cubicBezTo>
                    <a:pt x="36870" y="6913"/>
                    <a:pt x="37039" y="6253"/>
                    <a:pt x="36704" y="5777"/>
                  </a:cubicBezTo>
                  <a:lnTo>
                    <a:pt x="33456" y="480"/>
                  </a:lnTo>
                  <a:cubicBezTo>
                    <a:pt x="33281" y="171"/>
                    <a:pt x="32960" y="0"/>
                    <a:pt x="32631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0"/>
            <p:cNvSpPr/>
            <p:nvPr/>
          </p:nvSpPr>
          <p:spPr>
            <a:xfrm>
              <a:off x="4691775" y="4285850"/>
              <a:ext cx="192950" cy="223000"/>
            </a:xfrm>
            <a:custGeom>
              <a:avLst/>
              <a:gdLst/>
              <a:ahLst/>
              <a:cxnLst/>
              <a:rect l="l" t="t" r="r" b="b"/>
              <a:pathLst>
                <a:path w="7718" h="8920" extrusionOk="0">
                  <a:moveTo>
                    <a:pt x="3300" y="1"/>
                  </a:moveTo>
                  <a:cubicBezTo>
                    <a:pt x="3131" y="1"/>
                    <a:pt x="2959" y="47"/>
                    <a:pt x="2804" y="143"/>
                  </a:cubicBezTo>
                  <a:lnTo>
                    <a:pt x="0" y="1872"/>
                  </a:lnTo>
                  <a:lnTo>
                    <a:pt x="4230" y="8919"/>
                  </a:lnTo>
                  <a:lnTo>
                    <a:pt x="7027" y="7185"/>
                  </a:lnTo>
                  <a:cubicBezTo>
                    <a:pt x="7548" y="6929"/>
                    <a:pt x="7717" y="6269"/>
                    <a:pt x="7382" y="5793"/>
                  </a:cubicBezTo>
                  <a:lnTo>
                    <a:pt x="4134" y="496"/>
                  </a:lnTo>
                  <a:cubicBezTo>
                    <a:pt x="3962" y="179"/>
                    <a:pt x="3636" y="1"/>
                    <a:pt x="330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0"/>
            <p:cNvSpPr/>
            <p:nvPr/>
          </p:nvSpPr>
          <p:spPr>
            <a:xfrm>
              <a:off x="4538575" y="4330500"/>
              <a:ext cx="263475" cy="270350"/>
            </a:xfrm>
            <a:custGeom>
              <a:avLst/>
              <a:gdLst/>
              <a:ahLst/>
              <a:cxnLst/>
              <a:rect l="l" t="t" r="r" b="b"/>
              <a:pathLst>
                <a:path w="10539" h="10814" extrusionOk="0">
                  <a:moveTo>
                    <a:pt x="6269" y="1"/>
                  </a:moveTo>
                  <a:lnTo>
                    <a:pt x="0" y="3841"/>
                  </a:lnTo>
                  <a:lnTo>
                    <a:pt x="4272" y="10814"/>
                  </a:lnTo>
                  <a:lnTo>
                    <a:pt x="10539" y="6972"/>
                  </a:lnTo>
                  <a:lnTo>
                    <a:pt x="6269" y="1"/>
                  </a:ln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0"/>
            <p:cNvSpPr/>
            <p:nvPr/>
          </p:nvSpPr>
          <p:spPr>
            <a:xfrm>
              <a:off x="4319625" y="4512575"/>
              <a:ext cx="85175" cy="283575"/>
            </a:xfrm>
            <a:custGeom>
              <a:avLst/>
              <a:gdLst/>
              <a:ahLst/>
              <a:cxnLst/>
              <a:rect l="l" t="t" r="r" b="b"/>
              <a:pathLst>
                <a:path w="3407" h="11343" extrusionOk="0">
                  <a:moveTo>
                    <a:pt x="3138" y="0"/>
                  </a:moveTo>
                  <a:lnTo>
                    <a:pt x="0" y="1919"/>
                  </a:lnTo>
                  <a:lnTo>
                    <a:pt x="162" y="7389"/>
                  </a:lnTo>
                  <a:lnTo>
                    <a:pt x="278" y="11342"/>
                  </a:lnTo>
                  <a:lnTo>
                    <a:pt x="3406" y="9419"/>
                  </a:lnTo>
                  <a:lnTo>
                    <a:pt x="3325" y="6339"/>
                  </a:lnTo>
                  <a:lnTo>
                    <a:pt x="3138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0"/>
            <p:cNvSpPr/>
            <p:nvPr/>
          </p:nvSpPr>
          <p:spPr>
            <a:xfrm>
              <a:off x="3978350" y="4721700"/>
              <a:ext cx="85125" cy="229075"/>
            </a:xfrm>
            <a:custGeom>
              <a:avLst/>
              <a:gdLst/>
              <a:ahLst/>
              <a:cxnLst/>
              <a:rect l="l" t="t" r="r" b="b"/>
              <a:pathLst>
                <a:path w="3405" h="9163" extrusionOk="0">
                  <a:moveTo>
                    <a:pt x="3139" y="1"/>
                  </a:moveTo>
                  <a:lnTo>
                    <a:pt x="1" y="1920"/>
                  </a:lnTo>
                  <a:lnTo>
                    <a:pt x="72" y="4326"/>
                  </a:lnTo>
                  <a:lnTo>
                    <a:pt x="2762" y="8720"/>
                  </a:lnTo>
                  <a:cubicBezTo>
                    <a:pt x="2903" y="8953"/>
                    <a:pt x="3136" y="9114"/>
                    <a:pt x="3404" y="9163"/>
                  </a:cubicBezTo>
                  <a:lnTo>
                    <a:pt x="3323" y="6325"/>
                  </a:lnTo>
                  <a:lnTo>
                    <a:pt x="3139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0"/>
            <p:cNvSpPr/>
            <p:nvPr/>
          </p:nvSpPr>
          <p:spPr>
            <a:xfrm>
              <a:off x="4427750" y="4408782"/>
              <a:ext cx="147850" cy="321900"/>
            </a:xfrm>
            <a:custGeom>
              <a:avLst/>
              <a:gdLst/>
              <a:ahLst/>
              <a:cxnLst/>
              <a:rect l="l" t="t" r="r" b="b"/>
              <a:pathLst>
                <a:path w="5914" h="12876" extrusionOk="0">
                  <a:moveTo>
                    <a:pt x="5639" y="0"/>
                  </a:moveTo>
                  <a:lnTo>
                    <a:pt x="0" y="3457"/>
                  </a:lnTo>
                  <a:lnTo>
                    <a:pt x="69" y="6052"/>
                  </a:lnTo>
                  <a:lnTo>
                    <a:pt x="259" y="12571"/>
                  </a:lnTo>
                  <a:lnTo>
                    <a:pt x="270" y="12875"/>
                  </a:lnTo>
                  <a:lnTo>
                    <a:pt x="5913" y="9412"/>
                  </a:lnTo>
                  <a:lnTo>
                    <a:pt x="5909" y="9377"/>
                  </a:lnTo>
                  <a:lnTo>
                    <a:pt x="5722" y="2838"/>
                  </a:lnTo>
                  <a:lnTo>
                    <a:pt x="5639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4" name="Google Shape;524;p30"/>
          <p:cNvGrpSpPr/>
          <p:nvPr/>
        </p:nvGrpSpPr>
        <p:grpSpPr>
          <a:xfrm flipH="1">
            <a:off x="1296095" y="1965338"/>
            <a:ext cx="530166" cy="502936"/>
            <a:chOff x="1717700" y="2254700"/>
            <a:chExt cx="781725" cy="741575"/>
          </a:xfrm>
        </p:grpSpPr>
        <p:sp>
          <p:nvSpPr>
            <p:cNvPr id="525" name="Google Shape;525;p30"/>
            <p:cNvSpPr/>
            <p:nvPr/>
          </p:nvSpPr>
          <p:spPr>
            <a:xfrm>
              <a:off x="1748125" y="2300200"/>
              <a:ext cx="717650" cy="650525"/>
            </a:xfrm>
            <a:custGeom>
              <a:avLst/>
              <a:gdLst/>
              <a:ahLst/>
              <a:cxnLst/>
              <a:rect l="l" t="t" r="r" b="b"/>
              <a:pathLst>
                <a:path w="28706" h="26021" extrusionOk="0">
                  <a:moveTo>
                    <a:pt x="15025" y="0"/>
                  </a:moveTo>
                  <a:cubicBezTo>
                    <a:pt x="11160" y="0"/>
                    <a:pt x="7313" y="1600"/>
                    <a:pt x="4560" y="4734"/>
                  </a:cubicBezTo>
                  <a:cubicBezTo>
                    <a:pt x="162" y="9743"/>
                    <a:pt x="0" y="17021"/>
                    <a:pt x="3801" y="22174"/>
                  </a:cubicBezTo>
                  <a:cubicBezTo>
                    <a:pt x="4341" y="22872"/>
                    <a:pt x="4946" y="23518"/>
                    <a:pt x="5609" y="24102"/>
                  </a:cubicBezTo>
                  <a:cubicBezTo>
                    <a:pt x="5932" y="24386"/>
                    <a:pt x="6264" y="24652"/>
                    <a:pt x="6604" y="24901"/>
                  </a:cubicBezTo>
                  <a:cubicBezTo>
                    <a:pt x="6953" y="25155"/>
                    <a:pt x="7201" y="25230"/>
                    <a:pt x="7416" y="25230"/>
                  </a:cubicBezTo>
                  <a:cubicBezTo>
                    <a:pt x="7729" y="25230"/>
                    <a:pt x="7975" y="25072"/>
                    <a:pt x="8368" y="25072"/>
                  </a:cubicBezTo>
                  <a:cubicBezTo>
                    <a:pt x="8543" y="25072"/>
                    <a:pt x="8748" y="25103"/>
                    <a:pt x="9001" y="25194"/>
                  </a:cubicBezTo>
                  <a:cubicBezTo>
                    <a:pt x="9444" y="25354"/>
                    <a:pt x="9896" y="25492"/>
                    <a:pt x="10354" y="25608"/>
                  </a:cubicBezTo>
                  <a:cubicBezTo>
                    <a:pt x="11030" y="25776"/>
                    <a:pt x="11721" y="25894"/>
                    <a:pt x="12416" y="25959"/>
                  </a:cubicBezTo>
                  <a:cubicBezTo>
                    <a:pt x="12854" y="26000"/>
                    <a:pt x="13293" y="26021"/>
                    <a:pt x="13732" y="26021"/>
                  </a:cubicBezTo>
                  <a:cubicBezTo>
                    <a:pt x="17598" y="26021"/>
                    <a:pt x="21444" y="24419"/>
                    <a:pt x="24196" y="21288"/>
                  </a:cubicBezTo>
                  <a:cubicBezTo>
                    <a:pt x="28262" y="16658"/>
                    <a:pt x="28705" y="10089"/>
                    <a:pt x="25745" y="5051"/>
                  </a:cubicBezTo>
                  <a:cubicBezTo>
                    <a:pt x="25277" y="4480"/>
                    <a:pt x="24762" y="3949"/>
                    <a:pt x="24205" y="3465"/>
                  </a:cubicBezTo>
                  <a:cubicBezTo>
                    <a:pt x="23674" y="2996"/>
                    <a:pt x="23106" y="2569"/>
                    <a:pt x="22508" y="2185"/>
                  </a:cubicBezTo>
                  <a:cubicBezTo>
                    <a:pt x="21922" y="1809"/>
                    <a:pt x="21305" y="1479"/>
                    <a:pt x="20668" y="1195"/>
                  </a:cubicBezTo>
                  <a:cubicBezTo>
                    <a:pt x="20236" y="1003"/>
                    <a:pt x="19795" y="835"/>
                    <a:pt x="19347" y="687"/>
                  </a:cubicBezTo>
                  <a:cubicBezTo>
                    <a:pt x="18100" y="280"/>
                    <a:pt x="16803" y="52"/>
                    <a:pt x="15491" y="8"/>
                  </a:cubicBezTo>
                  <a:cubicBezTo>
                    <a:pt x="15336" y="3"/>
                    <a:pt x="15180" y="0"/>
                    <a:pt x="15025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0"/>
            <p:cNvSpPr/>
            <p:nvPr/>
          </p:nvSpPr>
          <p:spPr>
            <a:xfrm>
              <a:off x="1755500" y="2300325"/>
              <a:ext cx="740400" cy="695775"/>
            </a:xfrm>
            <a:custGeom>
              <a:avLst/>
              <a:gdLst/>
              <a:ahLst/>
              <a:cxnLst/>
              <a:rect l="l" t="t" r="r" b="b"/>
              <a:pathLst>
                <a:path w="29616" h="27831" extrusionOk="0">
                  <a:moveTo>
                    <a:pt x="14709" y="1"/>
                  </a:moveTo>
                  <a:cubicBezTo>
                    <a:pt x="10711" y="1"/>
                    <a:pt x="6906" y="1725"/>
                    <a:pt x="4270" y="4732"/>
                  </a:cubicBezTo>
                  <a:cubicBezTo>
                    <a:pt x="1084" y="8350"/>
                    <a:pt x="1" y="13360"/>
                    <a:pt x="1409" y="17972"/>
                  </a:cubicBezTo>
                  <a:cubicBezTo>
                    <a:pt x="2162" y="20449"/>
                    <a:pt x="3591" y="22666"/>
                    <a:pt x="5538" y="24372"/>
                  </a:cubicBezTo>
                  <a:cubicBezTo>
                    <a:pt x="5852" y="24649"/>
                    <a:pt x="6186" y="24919"/>
                    <a:pt x="6533" y="25169"/>
                  </a:cubicBezTo>
                  <a:cubicBezTo>
                    <a:pt x="7590" y="25942"/>
                    <a:pt x="8754" y="26561"/>
                    <a:pt x="9987" y="27009"/>
                  </a:cubicBezTo>
                  <a:cubicBezTo>
                    <a:pt x="10428" y="27166"/>
                    <a:pt x="10883" y="27304"/>
                    <a:pt x="11340" y="27418"/>
                  </a:cubicBezTo>
                  <a:cubicBezTo>
                    <a:pt x="12017" y="27586"/>
                    <a:pt x="12707" y="27704"/>
                    <a:pt x="13402" y="27769"/>
                  </a:cubicBezTo>
                  <a:cubicBezTo>
                    <a:pt x="13838" y="27810"/>
                    <a:pt x="14282" y="27831"/>
                    <a:pt x="14720" y="27831"/>
                  </a:cubicBezTo>
                  <a:cubicBezTo>
                    <a:pt x="14724" y="27831"/>
                    <a:pt x="14728" y="27831"/>
                    <a:pt x="14732" y="27831"/>
                  </a:cubicBezTo>
                  <a:cubicBezTo>
                    <a:pt x="20119" y="27831"/>
                    <a:pt x="25025" y="24719"/>
                    <a:pt x="27318" y="19844"/>
                  </a:cubicBezTo>
                  <a:cubicBezTo>
                    <a:pt x="29616" y="14965"/>
                    <a:pt x="28886" y="9200"/>
                    <a:pt x="25446" y="5048"/>
                  </a:cubicBezTo>
                  <a:cubicBezTo>
                    <a:pt x="24977" y="4478"/>
                    <a:pt x="24462" y="3947"/>
                    <a:pt x="23908" y="3462"/>
                  </a:cubicBezTo>
                  <a:cubicBezTo>
                    <a:pt x="23374" y="2993"/>
                    <a:pt x="22806" y="2566"/>
                    <a:pt x="22211" y="2185"/>
                  </a:cubicBezTo>
                  <a:cubicBezTo>
                    <a:pt x="21622" y="1809"/>
                    <a:pt x="21008" y="1476"/>
                    <a:pt x="20370" y="1194"/>
                  </a:cubicBezTo>
                  <a:cubicBezTo>
                    <a:pt x="19925" y="998"/>
                    <a:pt x="19484" y="827"/>
                    <a:pt x="19050" y="686"/>
                  </a:cubicBezTo>
                  <a:cubicBezTo>
                    <a:pt x="17803" y="280"/>
                    <a:pt x="16505" y="51"/>
                    <a:pt x="15196" y="10"/>
                  </a:cubicBezTo>
                  <a:cubicBezTo>
                    <a:pt x="15041" y="3"/>
                    <a:pt x="14882" y="1"/>
                    <a:pt x="14725" y="1"/>
                  </a:cubicBezTo>
                  <a:cubicBezTo>
                    <a:pt x="14720" y="1"/>
                    <a:pt x="14714" y="1"/>
                    <a:pt x="14709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0"/>
            <p:cNvSpPr/>
            <p:nvPr/>
          </p:nvSpPr>
          <p:spPr>
            <a:xfrm>
              <a:off x="1748125" y="2300150"/>
              <a:ext cx="751300" cy="696125"/>
            </a:xfrm>
            <a:custGeom>
              <a:avLst/>
              <a:gdLst/>
              <a:ahLst/>
              <a:cxnLst/>
              <a:rect l="l" t="t" r="r" b="b"/>
              <a:pathLst>
                <a:path w="30052" h="27845" extrusionOk="0">
                  <a:moveTo>
                    <a:pt x="15005" y="15"/>
                  </a:moveTo>
                  <a:cubicBezTo>
                    <a:pt x="15010" y="15"/>
                    <a:pt x="15015" y="15"/>
                    <a:pt x="15020" y="15"/>
                  </a:cubicBezTo>
                  <a:cubicBezTo>
                    <a:pt x="15177" y="15"/>
                    <a:pt x="15334" y="17"/>
                    <a:pt x="15491" y="21"/>
                  </a:cubicBezTo>
                  <a:cubicBezTo>
                    <a:pt x="16800" y="65"/>
                    <a:pt x="18098" y="294"/>
                    <a:pt x="19342" y="700"/>
                  </a:cubicBezTo>
                  <a:cubicBezTo>
                    <a:pt x="19774" y="841"/>
                    <a:pt x="20218" y="1012"/>
                    <a:pt x="20663" y="1208"/>
                  </a:cubicBezTo>
                  <a:cubicBezTo>
                    <a:pt x="21300" y="1490"/>
                    <a:pt x="21915" y="1820"/>
                    <a:pt x="22503" y="2197"/>
                  </a:cubicBezTo>
                  <a:cubicBezTo>
                    <a:pt x="23099" y="2580"/>
                    <a:pt x="23667" y="3007"/>
                    <a:pt x="24198" y="3476"/>
                  </a:cubicBezTo>
                  <a:cubicBezTo>
                    <a:pt x="24752" y="3961"/>
                    <a:pt x="25267" y="4489"/>
                    <a:pt x="25736" y="5060"/>
                  </a:cubicBezTo>
                  <a:cubicBezTo>
                    <a:pt x="26789" y="6327"/>
                    <a:pt x="27606" y="7773"/>
                    <a:pt x="28147" y="9329"/>
                  </a:cubicBezTo>
                  <a:cubicBezTo>
                    <a:pt x="29638" y="13584"/>
                    <a:pt x="28973" y="18297"/>
                    <a:pt x="26364" y="21975"/>
                  </a:cubicBezTo>
                  <a:cubicBezTo>
                    <a:pt x="23756" y="25652"/>
                    <a:pt x="19529" y="27833"/>
                    <a:pt x="15023" y="27833"/>
                  </a:cubicBezTo>
                  <a:cubicBezTo>
                    <a:pt x="15020" y="27833"/>
                    <a:pt x="15018" y="27833"/>
                    <a:pt x="15015" y="27833"/>
                  </a:cubicBezTo>
                  <a:cubicBezTo>
                    <a:pt x="14577" y="27833"/>
                    <a:pt x="14133" y="27812"/>
                    <a:pt x="13697" y="27771"/>
                  </a:cubicBezTo>
                  <a:cubicBezTo>
                    <a:pt x="13002" y="27706"/>
                    <a:pt x="12312" y="27589"/>
                    <a:pt x="11635" y="27420"/>
                  </a:cubicBezTo>
                  <a:cubicBezTo>
                    <a:pt x="11180" y="27307"/>
                    <a:pt x="10725" y="27168"/>
                    <a:pt x="10282" y="27011"/>
                  </a:cubicBezTo>
                  <a:cubicBezTo>
                    <a:pt x="9051" y="26563"/>
                    <a:pt x="7888" y="25945"/>
                    <a:pt x="6830" y="25173"/>
                  </a:cubicBezTo>
                  <a:cubicBezTo>
                    <a:pt x="6486" y="24922"/>
                    <a:pt x="6151" y="24654"/>
                    <a:pt x="5835" y="24374"/>
                  </a:cubicBezTo>
                  <a:cubicBezTo>
                    <a:pt x="3888" y="22670"/>
                    <a:pt x="2459" y="20454"/>
                    <a:pt x="1706" y="17979"/>
                  </a:cubicBezTo>
                  <a:cubicBezTo>
                    <a:pt x="420" y="13760"/>
                    <a:pt x="1210" y="9184"/>
                    <a:pt x="3835" y="5642"/>
                  </a:cubicBezTo>
                  <a:cubicBezTo>
                    <a:pt x="6458" y="2103"/>
                    <a:pt x="10601" y="15"/>
                    <a:pt x="15005" y="15"/>
                  </a:cubicBezTo>
                  <a:close/>
                  <a:moveTo>
                    <a:pt x="15020" y="1"/>
                  </a:moveTo>
                  <a:lnTo>
                    <a:pt x="15020" y="3"/>
                  </a:lnTo>
                  <a:cubicBezTo>
                    <a:pt x="11155" y="3"/>
                    <a:pt x="7310" y="1603"/>
                    <a:pt x="4560" y="4736"/>
                  </a:cubicBezTo>
                  <a:cubicBezTo>
                    <a:pt x="159" y="9745"/>
                    <a:pt x="0" y="17023"/>
                    <a:pt x="3801" y="22176"/>
                  </a:cubicBezTo>
                  <a:cubicBezTo>
                    <a:pt x="4394" y="22984"/>
                    <a:pt x="5073" y="23723"/>
                    <a:pt x="5828" y="24384"/>
                  </a:cubicBezTo>
                  <a:cubicBezTo>
                    <a:pt x="6149" y="24668"/>
                    <a:pt x="6484" y="24933"/>
                    <a:pt x="6823" y="25180"/>
                  </a:cubicBezTo>
                  <a:cubicBezTo>
                    <a:pt x="7883" y="25954"/>
                    <a:pt x="9047" y="26575"/>
                    <a:pt x="10280" y="27021"/>
                  </a:cubicBezTo>
                  <a:cubicBezTo>
                    <a:pt x="10725" y="27180"/>
                    <a:pt x="11178" y="27318"/>
                    <a:pt x="11633" y="27432"/>
                  </a:cubicBezTo>
                  <a:cubicBezTo>
                    <a:pt x="12312" y="27600"/>
                    <a:pt x="13000" y="27718"/>
                    <a:pt x="13697" y="27782"/>
                  </a:cubicBezTo>
                  <a:cubicBezTo>
                    <a:pt x="14136" y="27824"/>
                    <a:pt x="14574" y="27845"/>
                    <a:pt x="15015" y="27845"/>
                  </a:cubicBezTo>
                  <a:cubicBezTo>
                    <a:pt x="18881" y="27845"/>
                    <a:pt x="22725" y="26245"/>
                    <a:pt x="25475" y="23111"/>
                  </a:cubicBezTo>
                  <a:cubicBezTo>
                    <a:pt x="30051" y="17900"/>
                    <a:pt x="30035" y="10227"/>
                    <a:pt x="25745" y="5050"/>
                  </a:cubicBezTo>
                  <a:cubicBezTo>
                    <a:pt x="25277" y="4482"/>
                    <a:pt x="24762" y="3951"/>
                    <a:pt x="24205" y="3464"/>
                  </a:cubicBezTo>
                  <a:cubicBezTo>
                    <a:pt x="23672" y="2995"/>
                    <a:pt x="23106" y="2568"/>
                    <a:pt x="22508" y="2185"/>
                  </a:cubicBezTo>
                  <a:cubicBezTo>
                    <a:pt x="21922" y="1809"/>
                    <a:pt x="21305" y="1478"/>
                    <a:pt x="20668" y="1197"/>
                  </a:cubicBezTo>
                  <a:cubicBezTo>
                    <a:pt x="20236" y="1005"/>
                    <a:pt x="19795" y="834"/>
                    <a:pt x="19347" y="689"/>
                  </a:cubicBezTo>
                  <a:cubicBezTo>
                    <a:pt x="18100" y="280"/>
                    <a:pt x="16803" y="52"/>
                    <a:pt x="15491" y="10"/>
                  </a:cubicBezTo>
                  <a:cubicBezTo>
                    <a:pt x="15334" y="5"/>
                    <a:pt x="15177" y="1"/>
                    <a:pt x="1502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0"/>
            <p:cNvSpPr/>
            <p:nvPr/>
          </p:nvSpPr>
          <p:spPr>
            <a:xfrm>
              <a:off x="1828875" y="2353550"/>
              <a:ext cx="589400" cy="589400"/>
            </a:xfrm>
            <a:custGeom>
              <a:avLst/>
              <a:gdLst/>
              <a:ahLst/>
              <a:cxnLst/>
              <a:rect l="l" t="t" r="r" b="b"/>
              <a:pathLst>
                <a:path w="23576" h="23576" fill="none" extrusionOk="0">
                  <a:moveTo>
                    <a:pt x="20123" y="3452"/>
                  </a:moveTo>
                  <a:cubicBezTo>
                    <a:pt x="22333" y="5662"/>
                    <a:pt x="23575" y="8662"/>
                    <a:pt x="23575" y="11788"/>
                  </a:cubicBezTo>
                  <a:cubicBezTo>
                    <a:pt x="23575" y="14914"/>
                    <a:pt x="22333" y="17911"/>
                    <a:pt x="20123" y="20121"/>
                  </a:cubicBezTo>
                  <a:cubicBezTo>
                    <a:pt x="17911" y="22333"/>
                    <a:pt x="14914" y="23575"/>
                    <a:pt x="11788" y="23575"/>
                  </a:cubicBezTo>
                  <a:cubicBezTo>
                    <a:pt x="8661" y="23575"/>
                    <a:pt x="5664" y="22333"/>
                    <a:pt x="3452" y="20121"/>
                  </a:cubicBezTo>
                  <a:cubicBezTo>
                    <a:pt x="1243" y="17911"/>
                    <a:pt x="0" y="14914"/>
                    <a:pt x="0" y="11788"/>
                  </a:cubicBezTo>
                  <a:cubicBezTo>
                    <a:pt x="0" y="8662"/>
                    <a:pt x="1243" y="5662"/>
                    <a:pt x="3452" y="3452"/>
                  </a:cubicBezTo>
                  <a:cubicBezTo>
                    <a:pt x="5664" y="1243"/>
                    <a:pt x="8661" y="1"/>
                    <a:pt x="11788" y="1"/>
                  </a:cubicBezTo>
                  <a:cubicBezTo>
                    <a:pt x="14914" y="1"/>
                    <a:pt x="17911" y="1243"/>
                    <a:pt x="20123" y="3452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0"/>
            <p:cNvSpPr/>
            <p:nvPr/>
          </p:nvSpPr>
          <p:spPr>
            <a:xfrm>
              <a:off x="1854800" y="2392075"/>
              <a:ext cx="553825" cy="513575"/>
            </a:xfrm>
            <a:custGeom>
              <a:avLst/>
              <a:gdLst/>
              <a:ahLst/>
              <a:cxnLst/>
              <a:rect l="l" t="t" r="r" b="b"/>
              <a:pathLst>
                <a:path w="22153" h="20543" extrusionOk="0">
                  <a:moveTo>
                    <a:pt x="10769" y="1"/>
                  </a:moveTo>
                  <a:cubicBezTo>
                    <a:pt x="10066" y="1"/>
                    <a:pt x="9353" y="73"/>
                    <a:pt x="8640" y="224"/>
                  </a:cubicBezTo>
                  <a:cubicBezTo>
                    <a:pt x="3496" y="1311"/>
                    <a:pt x="0" y="6102"/>
                    <a:pt x="543" y="11330"/>
                  </a:cubicBezTo>
                  <a:cubicBezTo>
                    <a:pt x="1083" y="16560"/>
                    <a:pt x="5489" y="20536"/>
                    <a:pt x="10746" y="20543"/>
                  </a:cubicBezTo>
                  <a:cubicBezTo>
                    <a:pt x="10752" y="20543"/>
                    <a:pt x="10757" y="20543"/>
                    <a:pt x="10763" y="20543"/>
                  </a:cubicBezTo>
                  <a:cubicBezTo>
                    <a:pt x="12195" y="20543"/>
                    <a:pt x="13614" y="20243"/>
                    <a:pt x="14925" y="19661"/>
                  </a:cubicBezTo>
                  <a:cubicBezTo>
                    <a:pt x="19733" y="17529"/>
                    <a:pt x="22152" y="12113"/>
                    <a:pt x="20536" y="7111"/>
                  </a:cubicBezTo>
                  <a:cubicBezTo>
                    <a:pt x="19144" y="2803"/>
                    <a:pt x="15140" y="1"/>
                    <a:pt x="10769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0"/>
            <p:cNvSpPr/>
            <p:nvPr/>
          </p:nvSpPr>
          <p:spPr>
            <a:xfrm>
              <a:off x="1836200" y="2390675"/>
              <a:ext cx="574725" cy="515125"/>
            </a:xfrm>
            <a:custGeom>
              <a:avLst/>
              <a:gdLst/>
              <a:ahLst/>
              <a:cxnLst/>
              <a:rect l="l" t="t" r="r" b="b"/>
              <a:pathLst>
                <a:path w="22989" h="20605" extrusionOk="0">
                  <a:moveTo>
                    <a:pt x="9338" y="226"/>
                  </a:moveTo>
                  <a:cubicBezTo>
                    <a:pt x="4666" y="1196"/>
                    <a:pt x="1150" y="5334"/>
                    <a:pt x="1148" y="10298"/>
                  </a:cubicBezTo>
                  <a:cubicBezTo>
                    <a:pt x="1146" y="15415"/>
                    <a:pt x="4876" y="19657"/>
                    <a:pt x="9761" y="20458"/>
                  </a:cubicBezTo>
                  <a:lnTo>
                    <a:pt x="9761" y="20458"/>
                  </a:lnTo>
                  <a:cubicBezTo>
                    <a:pt x="7896" y="20140"/>
                    <a:pt x="6139" y="19311"/>
                    <a:pt x="4695" y="18043"/>
                  </a:cubicBezTo>
                  <a:cubicBezTo>
                    <a:pt x="421" y="14286"/>
                    <a:pt x="1" y="7777"/>
                    <a:pt x="3755" y="3503"/>
                  </a:cubicBezTo>
                  <a:cubicBezTo>
                    <a:pt x="5228" y="1823"/>
                    <a:pt x="7191" y="684"/>
                    <a:pt x="9338" y="226"/>
                  </a:cubicBezTo>
                  <a:close/>
                  <a:moveTo>
                    <a:pt x="11483" y="0"/>
                  </a:moveTo>
                  <a:cubicBezTo>
                    <a:pt x="10756" y="0"/>
                    <a:pt x="10038" y="77"/>
                    <a:pt x="9338" y="226"/>
                  </a:cubicBezTo>
                  <a:lnTo>
                    <a:pt x="9338" y="226"/>
                  </a:lnTo>
                  <a:cubicBezTo>
                    <a:pt x="10017" y="86"/>
                    <a:pt x="10720" y="12"/>
                    <a:pt x="11440" y="12"/>
                  </a:cubicBezTo>
                  <a:cubicBezTo>
                    <a:pt x="11460" y="12"/>
                    <a:pt x="11479" y="12"/>
                    <a:pt x="11499" y="12"/>
                  </a:cubicBezTo>
                  <a:cubicBezTo>
                    <a:pt x="11501" y="12"/>
                    <a:pt x="11502" y="12"/>
                    <a:pt x="11504" y="12"/>
                  </a:cubicBezTo>
                  <a:cubicBezTo>
                    <a:pt x="16773" y="12"/>
                    <a:pt x="21193" y="3994"/>
                    <a:pt x="21740" y="9236"/>
                  </a:cubicBezTo>
                  <a:cubicBezTo>
                    <a:pt x="22285" y="14480"/>
                    <a:pt x="18780" y="19290"/>
                    <a:pt x="13619" y="20372"/>
                  </a:cubicBezTo>
                  <a:cubicBezTo>
                    <a:pt x="12919" y="20520"/>
                    <a:pt x="12206" y="20594"/>
                    <a:pt x="11490" y="20594"/>
                  </a:cubicBezTo>
                  <a:cubicBezTo>
                    <a:pt x="11473" y="20594"/>
                    <a:pt x="11456" y="20594"/>
                    <a:pt x="11439" y="20594"/>
                  </a:cubicBezTo>
                  <a:cubicBezTo>
                    <a:pt x="10868" y="20594"/>
                    <a:pt x="10307" y="20548"/>
                    <a:pt x="9761" y="20458"/>
                  </a:cubicBezTo>
                  <a:lnTo>
                    <a:pt x="9761" y="20458"/>
                  </a:lnTo>
                  <a:cubicBezTo>
                    <a:pt x="10329" y="20555"/>
                    <a:pt x="10907" y="20604"/>
                    <a:pt x="11490" y="20604"/>
                  </a:cubicBezTo>
                  <a:cubicBezTo>
                    <a:pt x="11713" y="20604"/>
                    <a:pt x="11936" y="20597"/>
                    <a:pt x="12160" y="20583"/>
                  </a:cubicBezTo>
                  <a:cubicBezTo>
                    <a:pt x="14887" y="20407"/>
                    <a:pt x="17431" y="19156"/>
                    <a:pt x="19234" y="17103"/>
                  </a:cubicBezTo>
                  <a:cubicBezTo>
                    <a:pt x="22989" y="12829"/>
                    <a:pt x="22569" y="6320"/>
                    <a:pt x="18295" y="2563"/>
                  </a:cubicBezTo>
                  <a:cubicBezTo>
                    <a:pt x="16420" y="912"/>
                    <a:pt x="14006" y="0"/>
                    <a:pt x="11509" y="0"/>
                  </a:cubicBezTo>
                  <a:cubicBezTo>
                    <a:pt x="11506" y="0"/>
                    <a:pt x="11503" y="0"/>
                    <a:pt x="11499" y="0"/>
                  </a:cubicBezTo>
                  <a:cubicBezTo>
                    <a:pt x="11494" y="0"/>
                    <a:pt x="11489" y="0"/>
                    <a:pt x="1148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0"/>
            <p:cNvSpPr/>
            <p:nvPr/>
          </p:nvSpPr>
          <p:spPr>
            <a:xfrm>
              <a:off x="1918750" y="2300450"/>
              <a:ext cx="313075" cy="675175"/>
            </a:xfrm>
            <a:custGeom>
              <a:avLst/>
              <a:gdLst/>
              <a:ahLst/>
              <a:cxnLst/>
              <a:rect l="l" t="t" r="r" b="b"/>
              <a:pathLst>
                <a:path w="12523" h="27007" extrusionOk="0">
                  <a:moveTo>
                    <a:pt x="8666" y="0"/>
                  </a:moveTo>
                  <a:lnTo>
                    <a:pt x="0" y="25168"/>
                  </a:lnTo>
                  <a:cubicBezTo>
                    <a:pt x="1058" y="25942"/>
                    <a:pt x="2222" y="26561"/>
                    <a:pt x="3455" y="27006"/>
                  </a:cubicBezTo>
                  <a:lnTo>
                    <a:pt x="12522" y="677"/>
                  </a:lnTo>
                  <a:cubicBezTo>
                    <a:pt x="11275" y="270"/>
                    <a:pt x="9978" y="42"/>
                    <a:pt x="8666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0"/>
            <p:cNvSpPr/>
            <p:nvPr/>
          </p:nvSpPr>
          <p:spPr>
            <a:xfrm>
              <a:off x="2039000" y="2330125"/>
              <a:ext cx="271850" cy="664550"/>
            </a:xfrm>
            <a:custGeom>
              <a:avLst/>
              <a:gdLst/>
              <a:ahLst/>
              <a:cxnLst/>
              <a:rect l="l" t="t" r="r" b="b"/>
              <a:pathLst>
                <a:path w="10874" h="26582" extrusionOk="0">
                  <a:moveTo>
                    <a:pt x="9033" y="0"/>
                  </a:moveTo>
                  <a:lnTo>
                    <a:pt x="0" y="26233"/>
                  </a:lnTo>
                  <a:cubicBezTo>
                    <a:pt x="677" y="26401"/>
                    <a:pt x="1365" y="26517"/>
                    <a:pt x="2060" y="26581"/>
                  </a:cubicBezTo>
                  <a:lnTo>
                    <a:pt x="10873" y="988"/>
                  </a:lnTo>
                  <a:cubicBezTo>
                    <a:pt x="10287" y="612"/>
                    <a:pt x="9670" y="282"/>
                    <a:pt x="9033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0"/>
            <p:cNvSpPr/>
            <p:nvPr/>
          </p:nvSpPr>
          <p:spPr>
            <a:xfrm>
              <a:off x="1717700" y="2254700"/>
              <a:ext cx="674075" cy="599875"/>
            </a:xfrm>
            <a:custGeom>
              <a:avLst/>
              <a:gdLst/>
              <a:ahLst/>
              <a:cxnLst/>
              <a:rect l="l" t="t" r="r" b="b"/>
              <a:pathLst>
                <a:path w="26963" h="23995" extrusionOk="0">
                  <a:moveTo>
                    <a:pt x="14948" y="0"/>
                  </a:moveTo>
                  <a:cubicBezTo>
                    <a:pt x="11086" y="0"/>
                    <a:pt x="7245" y="1602"/>
                    <a:pt x="4498" y="4730"/>
                  </a:cubicBezTo>
                  <a:cubicBezTo>
                    <a:pt x="0" y="9849"/>
                    <a:pt x="767" y="18552"/>
                    <a:pt x="5018" y="23994"/>
                  </a:cubicBezTo>
                  <a:cubicBezTo>
                    <a:pt x="1219" y="18841"/>
                    <a:pt x="1379" y="11563"/>
                    <a:pt x="5777" y="6554"/>
                  </a:cubicBezTo>
                  <a:cubicBezTo>
                    <a:pt x="8530" y="3420"/>
                    <a:pt x="12377" y="1820"/>
                    <a:pt x="16242" y="1820"/>
                  </a:cubicBezTo>
                  <a:cubicBezTo>
                    <a:pt x="16397" y="1820"/>
                    <a:pt x="16553" y="1823"/>
                    <a:pt x="16708" y="1828"/>
                  </a:cubicBezTo>
                  <a:cubicBezTo>
                    <a:pt x="18020" y="1872"/>
                    <a:pt x="19317" y="2100"/>
                    <a:pt x="20564" y="2507"/>
                  </a:cubicBezTo>
                  <a:cubicBezTo>
                    <a:pt x="21012" y="2655"/>
                    <a:pt x="21453" y="2823"/>
                    <a:pt x="21885" y="3015"/>
                  </a:cubicBezTo>
                  <a:cubicBezTo>
                    <a:pt x="22522" y="3299"/>
                    <a:pt x="23139" y="3629"/>
                    <a:pt x="23725" y="4005"/>
                  </a:cubicBezTo>
                  <a:cubicBezTo>
                    <a:pt x="24323" y="4389"/>
                    <a:pt x="24891" y="4816"/>
                    <a:pt x="25422" y="5285"/>
                  </a:cubicBezTo>
                  <a:cubicBezTo>
                    <a:pt x="25979" y="5769"/>
                    <a:pt x="26494" y="6300"/>
                    <a:pt x="26962" y="6871"/>
                  </a:cubicBezTo>
                  <a:cubicBezTo>
                    <a:pt x="26210" y="5592"/>
                    <a:pt x="25258" y="4439"/>
                    <a:pt x="24143" y="3463"/>
                  </a:cubicBezTo>
                  <a:cubicBezTo>
                    <a:pt x="23610" y="2994"/>
                    <a:pt x="23042" y="2567"/>
                    <a:pt x="22446" y="2184"/>
                  </a:cubicBezTo>
                  <a:cubicBezTo>
                    <a:pt x="21857" y="1807"/>
                    <a:pt x="21243" y="1477"/>
                    <a:pt x="20603" y="1193"/>
                  </a:cubicBezTo>
                  <a:cubicBezTo>
                    <a:pt x="20172" y="1001"/>
                    <a:pt x="19731" y="830"/>
                    <a:pt x="19283" y="685"/>
                  </a:cubicBezTo>
                  <a:cubicBezTo>
                    <a:pt x="18038" y="279"/>
                    <a:pt x="16740" y="50"/>
                    <a:pt x="15429" y="8"/>
                  </a:cubicBezTo>
                  <a:cubicBezTo>
                    <a:pt x="15269" y="3"/>
                    <a:pt x="15108" y="0"/>
                    <a:pt x="14948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4" name="Google Shape;534;p30"/>
          <p:cNvGrpSpPr/>
          <p:nvPr/>
        </p:nvGrpSpPr>
        <p:grpSpPr>
          <a:xfrm rot="-5400000">
            <a:off x="7118787" y="285297"/>
            <a:ext cx="676069" cy="397542"/>
            <a:chOff x="3588600" y="2424575"/>
            <a:chExt cx="1002475" cy="589475"/>
          </a:xfrm>
        </p:grpSpPr>
        <p:sp>
          <p:nvSpPr>
            <p:cNvPr id="535" name="Google Shape;535;p30"/>
            <p:cNvSpPr/>
            <p:nvPr/>
          </p:nvSpPr>
          <p:spPr>
            <a:xfrm>
              <a:off x="3588600" y="2424575"/>
              <a:ext cx="1002475" cy="560325"/>
            </a:xfrm>
            <a:custGeom>
              <a:avLst/>
              <a:gdLst/>
              <a:ahLst/>
              <a:cxnLst/>
              <a:rect l="l" t="t" r="r" b="b"/>
              <a:pathLst>
                <a:path w="40099" h="22413" extrusionOk="0">
                  <a:moveTo>
                    <a:pt x="27641" y="1"/>
                  </a:moveTo>
                  <a:cubicBezTo>
                    <a:pt x="27012" y="1"/>
                    <a:pt x="26337" y="29"/>
                    <a:pt x="25612" y="87"/>
                  </a:cubicBezTo>
                  <a:cubicBezTo>
                    <a:pt x="20336" y="514"/>
                    <a:pt x="3522" y="5460"/>
                    <a:pt x="3792" y="14946"/>
                  </a:cubicBezTo>
                  <a:cubicBezTo>
                    <a:pt x="3942" y="20169"/>
                    <a:pt x="8167" y="22413"/>
                    <a:pt x="8167" y="22413"/>
                  </a:cubicBezTo>
                  <a:cubicBezTo>
                    <a:pt x="8167" y="22413"/>
                    <a:pt x="1" y="9286"/>
                    <a:pt x="29867" y="5871"/>
                  </a:cubicBezTo>
                  <a:cubicBezTo>
                    <a:pt x="30556" y="5793"/>
                    <a:pt x="31186" y="5756"/>
                    <a:pt x="31760" y="5756"/>
                  </a:cubicBezTo>
                  <a:cubicBezTo>
                    <a:pt x="39561" y="5756"/>
                    <a:pt x="37224" y="12517"/>
                    <a:pt x="37224" y="12517"/>
                  </a:cubicBezTo>
                  <a:cubicBezTo>
                    <a:pt x="37224" y="12517"/>
                    <a:pt x="40098" y="9727"/>
                    <a:pt x="37048" y="4948"/>
                  </a:cubicBezTo>
                  <a:cubicBezTo>
                    <a:pt x="35725" y="2876"/>
                    <a:pt x="34060" y="1"/>
                    <a:pt x="27641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0"/>
            <p:cNvSpPr/>
            <p:nvPr/>
          </p:nvSpPr>
          <p:spPr>
            <a:xfrm>
              <a:off x="3728825" y="2541225"/>
              <a:ext cx="821900" cy="472725"/>
            </a:xfrm>
            <a:custGeom>
              <a:avLst/>
              <a:gdLst/>
              <a:ahLst/>
              <a:cxnLst/>
              <a:rect l="l" t="t" r="r" b="b"/>
              <a:pathLst>
                <a:path w="32876" h="18909" extrusionOk="0">
                  <a:moveTo>
                    <a:pt x="24519" y="0"/>
                  </a:moveTo>
                  <a:cubicBezTo>
                    <a:pt x="22919" y="0"/>
                    <a:pt x="21194" y="178"/>
                    <a:pt x="19393" y="527"/>
                  </a:cubicBezTo>
                  <a:cubicBezTo>
                    <a:pt x="17470" y="903"/>
                    <a:pt x="15581" y="1434"/>
                    <a:pt x="13743" y="2117"/>
                  </a:cubicBezTo>
                  <a:cubicBezTo>
                    <a:pt x="12517" y="2568"/>
                    <a:pt x="11316" y="3085"/>
                    <a:pt x="10146" y="3664"/>
                  </a:cubicBezTo>
                  <a:cubicBezTo>
                    <a:pt x="8673" y="4389"/>
                    <a:pt x="7303" y="5193"/>
                    <a:pt x="6080" y="6052"/>
                  </a:cubicBezTo>
                  <a:cubicBezTo>
                    <a:pt x="5422" y="6507"/>
                    <a:pt x="4803" y="6980"/>
                    <a:pt x="4242" y="7458"/>
                  </a:cubicBezTo>
                  <a:cubicBezTo>
                    <a:pt x="2210" y="9183"/>
                    <a:pt x="857" y="10968"/>
                    <a:pt x="330" y="12621"/>
                  </a:cubicBezTo>
                  <a:cubicBezTo>
                    <a:pt x="5" y="13632"/>
                    <a:pt x="0" y="14574"/>
                    <a:pt x="309" y="15415"/>
                  </a:cubicBezTo>
                  <a:cubicBezTo>
                    <a:pt x="1129" y="17636"/>
                    <a:pt x="4073" y="18908"/>
                    <a:pt x="8384" y="18908"/>
                  </a:cubicBezTo>
                  <a:cubicBezTo>
                    <a:pt x="9984" y="18908"/>
                    <a:pt x="11709" y="18731"/>
                    <a:pt x="13508" y="18382"/>
                  </a:cubicBezTo>
                  <a:cubicBezTo>
                    <a:pt x="15433" y="18006"/>
                    <a:pt x="17322" y="17472"/>
                    <a:pt x="19160" y="16789"/>
                  </a:cubicBezTo>
                  <a:cubicBezTo>
                    <a:pt x="19668" y="16602"/>
                    <a:pt x="20132" y="16419"/>
                    <a:pt x="20578" y="16232"/>
                  </a:cubicBezTo>
                  <a:lnTo>
                    <a:pt x="20580" y="16232"/>
                  </a:lnTo>
                  <a:cubicBezTo>
                    <a:pt x="23519" y="15015"/>
                    <a:pt x="26186" y="13466"/>
                    <a:pt x="28297" y="11753"/>
                  </a:cubicBezTo>
                  <a:cubicBezTo>
                    <a:pt x="28858" y="11298"/>
                    <a:pt x="29393" y="10813"/>
                    <a:pt x="29904" y="10303"/>
                  </a:cubicBezTo>
                  <a:cubicBezTo>
                    <a:pt x="30813" y="9384"/>
                    <a:pt x="31522" y="8462"/>
                    <a:pt x="32016" y="7567"/>
                  </a:cubicBezTo>
                  <a:cubicBezTo>
                    <a:pt x="32418" y="6835"/>
                    <a:pt x="32672" y="6121"/>
                    <a:pt x="32771" y="5447"/>
                  </a:cubicBezTo>
                  <a:cubicBezTo>
                    <a:pt x="32875" y="4752"/>
                    <a:pt x="32813" y="4094"/>
                    <a:pt x="32591" y="3494"/>
                  </a:cubicBezTo>
                  <a:cubicBezTo>
                    <a:pt x="31772" y="1275"/>
                    <a:pt x="28830" y="0"/>
                    <a:pt x="24519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0"/>
            <p:cNvSpPr/>
            <p:nvPr/>
          </p:nvSpPr>
          <p:spPr>
            <a:xfrm>
              <a:off x="3728475" y="2541100"/>
              <a:ext cx="826625" cy="472950"/>
            </a:xfrm>
            <a:custGeom>
              <a:avLst/>
              <a:gdLst/>
              <a:ahLst/>
              <a:cxnLst/>
              <a:rect l="l" t="t" r="r" b="b"/>
              <a:pathLst>
                <a:path w="33065" h="18918" extrusionOk="0">
                  <a:moveTo>
                    <a:pt x="24533" y="12"/>
                  </a:moveTo>
                  <a:cubicBezTo>
                    <a:pt x="25568" y="12"/>
                    <a:pt x="26537" y="88"/>
                    <a:pt x="27422" y="236"/>
                  </a:cubicBezTo>
                  <a:cubicBezTo>
                    <a:pt x="28311" y="384"/>
                    <a:pt x="29112" y="605"/>
                    <a:pt x="29802" y="896"/>
                  </a:cubicBezTo>
                  <a:cubicBezTo>
                    <a:pt x="30506" y="1192"/>
                    <a:pt x="31100" y="1559"/>
                    <a:pt x="31566" y="1988"/>
                  </a:cubicBezTo>
                  <a:cubicBezTo>
                    <a:pt x="32044" y="2429"/>
                    <a:pt x="32393" y="2937"/>
                    <a:pt x="32601" y="3501"/>
                  </a:cubicBezTo>
                  <a:cubicBezTo>
                    <a:pt x="32822" y="4101"/>
                    <a:pt x="32882" y="4757"/>
                    <a:pt x="32781" y="5450"/>
                  </a:cubicBezTo>
                  <a:cubicBezTo>
                    <a:pt x="32679" y="6124"/>
                    <a:pt x="32425" y="6837"/>
                    <a:pt x="32026" y="7569"/>
                  </a:cubicBezTo>
                  <a:cubicBezTo>
                    <a:pt x="31532" y="8465"/>
                    <a:pt x="30823" y="9384"/>
                    <a:pt x="29915" y="10303"/>
                  </a:cubicBezTo>
                  <a:cubicBezTo>
                    <a:pt x="29405" y="10816"/>
                    <a:pt x="28869" y="11298"/>
                    <a:pt x="28308" y="11753"/>
                  </a:cubicBezTo>
                  <a:cubicBezTo>
                    <a:pt x="26200" y="13464"/>
                    <a:pt x="23531" y="15013"/>
                    <a:pt x="20594" y="16233"/>
                  </a:cubicBezTo>
                  <a:lnTo>
                    <a:pt x="20589" y="16235"/>
                  </a:lnTo>
                  <a:cubicBezTo>
                    <a:pt x="20144" y="16420"/>
                    <a:pt x="19682" y="16602"/>
                    <a:pt x="19174" y="16789"/>
                  </a:cubicBezTo>
                  <a:cubicBezTo>
                    <a:pt x="17336" y="17473"/>
                    <a:pt x="15447" y="18006"/>
                    <a:pt x="13522" y="18382"/>
                  </a:cubicBezTo>
                  <a:cubicBezTo>
                    <a:pt x="11721" y="18731"/>
                    <a:pt x="9998" y="18906"/>
                    <a:pt x="8398" y="18906"/>
                  </a:cubicBezTo>
                  <a:cubicBezTo>
                    <a:pt x="7364" y="18906"/>
                    <a:pt x="6391" y="18833"/>
                    <a:pt x="5509" y="18685"/>
                  </a:cubicBezTo>
                  <a:cubicBezTo>
                    <a:pt x="4620" y="18537"/>
                    <a:pt x="3819" y="18313"/>
                    <a:pt x="3129" y="18024"/>
                  </a:cubicBezTo>
                  <a:cubicBezTo>
                    <a:pt x="2425" y="17729"/>
                    <a:pt x="1831" y="17359"/>
                    <a:pt x="1365" y="16932"/>
                  </a:cubicBezTo>
                  <a:cubicBezTo>
                    <a:pt x="885" y="16491"/>
                    <a:pt x="538" y="15983"/>
                    <a:pt x="328" y="15420"/>
                  </a:cubicBezTo>
                  <a:cubicBezTo>
                    <a:pt x="19" y="14579"/>
                    <a:pt x="26" y="13640"/>
                    <a:pt x="349" y="12628"/>
                  </a:cubicBezTo>
                  <a:cubicBezTo>
                    <a:pt x="875" y="10977"/>
                    <a:pt x="2228" y="9193"/>
                    <a:pt x="4260" y="7468"/>
                  </a:cubicBezTo>
                  <a:cubicBezTo>
                    <a:pt x="4821" y="6992"/>
                    <a:pt x="5438" y="6519"/>
                    <a:pt x="6096" y="6062"/>
                  </a:cubicBezTo>
                  <a:cubicBezTo>
                    <a:pt x="7322" y="5203"/>
                    <a:pt x="8689" y="4401"/>
                    <a:pt x="10162" y="3674"/>
                  </a:cubicBezTo>
                  <a:cubicBezTo>
                    <a:pt x="11333" y="3094"/>
                    <a:pt x="12533" y="2580"/>
                    <a:pt x="13759" y="2129"/>
                  </a:cubicBezTo>
                  <a:cubicBezTo>
                    <a:pt x="15595" y="1446"/>
                    <a:pt x="17486" y="912"/>
                    <a:pt x="19407" y="536"/>
                  </a:cubicBezTo>
                  <a:cubicBezTo>
                    <a:pt x="21208" y="190"/>
                    <a:pt x="22933" y="12"/>
                    <a:pt x="24533" y="12"/>
                  </a:cubicBezTo>
                  <a:close/>
                  <a:moveTo>
                    <a:pt x="24533" y="0"/>
                  </a:moveTo>
                  <a:cubicBezTo>
                    <a:pt x="21377" y="0"/>
                    <a:pt x="17611" y="693"/>
                    <a:pt x="13755" y="2118"/>
                  </a:cubicBezTo>
                  <a:cubicBezTo>
                    <a:pt x="12529" y="2570"/>
                    <a:pt x="11328" y="3085"/>
                    <a:pt x="10157" y="3665"/>
                  </a:cubicBezTo>
                  <a:cubicBezTo>
                    <a:pt x="8668" y="4399"/>
                    <a:pt x="7301" y="5205"/>
                    <a:pt x="6091" y="6052"/>
                  </a:cubicBezTo>
                  <a:cubicBezTo>
                    <a:pt x="5431" y="6509"/>
                    <a:pt x="4814" y="6983"/>
                    <a:pt x="4253" y="7461"/>
                  </a:cubicBezTo>
                  <a:cubicBezTo>
                    <a:pt x="2249" y="9160"/>
                    <a:pt x="871" y="10952"/>
                    <a:pt x="340" y="12624"/>
                  </a:cubicBezTo>
                  <a:cubicBezTo>
                    <a:pt x="21" y="13614"/>
                    <a:pt x="0" y="14561"/>
                    <a:pt x="319" y="15424"/>
                  </a:cubicBezTo>
                  <a:cubicBezTo>
                    <a:pt x="1169" y="17724"/>
                    <a:pt x="4256" y="18918"/>
                    <a:pt x="8398" y="18918"/>
                  </a:cubicBezTo>
                  <a:cubicBezTo>
                    <a:pt x="11554" y="18918"/>
                    <a:pt x="15323" y="18225"/>
                    <a:pt x="19179" y="16801"/>
                  </a:cubicBezTo>
                  <a:cubicBezTo>
                    <a:pt x="19661" y="16623"/>
                    <a:pt x="20130" y="16438"/>
                    <a:pt x="20594" y="16244"/>
                  </a:cubicBezTo>
                  <a:lnTo>
                    <a:pt x="20596" y="16244"/>
                  </a:lnTo>
                  <a:cubicBezTo>
                    <a:pt x="23630" y="14986"/>
                    <a:pt x="26269" y="13425"/>
                    <a:pt x="28315" y="11762"/>
                  </a:cubicBezTo>
                  <a:cubicBezTo>
                    <a:pt x="28876" y="11308"/>
                    <a:pt x="29412" y="10825"/>
                    <a:pt x="29922" y="10312"/>
                  </a:cubicBezTo>
                  <a:cubicBezTo>
                    <a:pt x="30823" y="9400"/>
                    <a:pt x="31539" y="8479"/>
                    <a:pt x="32035" y="7576"/>
                  </a:cubicBezTo>
                  <a:cubicBezTo>
                    <a:pt x="32829" y="6126"/>
                    <a:pt x="33065" y="4725"/>
                    <a:pt x="32612" y="3499"/>
                  </a:cubicBezTo>
                  <a:cubicBezTo>
                    <a:pt x="31763" y="1196"/>
                    <a:pt x="28675" y="3"/>
                    <a:pt x="24533" y="3"/>
                  </a:cubicBezTo>
                  <a:lnTo>
                    <a:pt x="24533" y="0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0"/>
            <p:cNvSpPr/>
            <p:nvPr/>
          </p:nvSpPr>
          <p:spPr>
            <a:xfrm>
              <a:off x="3839525" y="2619200"/>
              <a:ext cx="606025" cy="324450"/>
            </a:xfrm>
            <a:custGeom>
              <a:avLst/>
              <a:gdLst/>
              <a:ahLst/>
              <a:cxnLst/>
              <a:rect l="l" t="t" r="r" b="b"/>
              <a:pathLst>
                <a:path w="24241" h="12978" extrusionOk="0">
                  <a:moveTo>
                    <a:pt x="18484" y="0"/>
                  </a:moveTo>
                  <a:cubicBezTo>
                    <a:pt x="16067" y="0"/>
                    <a:pt x="13169" y="578"/>
                    <a:pt x="10324" y="1628"/>
                  </a:cubicBezTo>
                  <a:cubicBezTo>
                    <a:pt x="7216" y="2778"/>
                    <a:pt x="4478" y="4364"/>
                    <a:pt x="2619" y="6094"/>
                  </a:cubicBezTo>
                  <a:cubicBezTo>
                    <a:pt x="760" y="7823"/>
                    <a:pt x="1" y="9490"/>
                    <a:pt x="481" y="10788"/>
                  </a:cubicBezTo>
                  <a:cubicBezTo>
                    <a:pt x="742" y="11497"/>
                    <a:pt x="1351" y="12049"/>
                    <a:pt x="2291" y="12425"/>
                  </a:cubicBezTo>
                  <a:cubicBezTo>
                    <a:pt x="3199" y="12792"/>
                    <a:pt x="4367" y="12977"/>
                    <a:pt x="5757" y="12977"/>
                  </a:cubicBezTo>
                  <a:cubicBezTo>
                    <a:pt x="8177" y="12977"/>
                    <a:pt x="11072" y="12400"/>
                    <a:pt x="13917" y="11349"/>
                  </a:cubicBezTo>
                  <a:cubicBezTo>
                    <a:pt x="17025" y="10202"/>
                    <a:pt x="19763" y="8613"/>
                    <a:pt x="21622" y="6884"/>
                  </a:cubicBezTo>
                  <a:cubicBezTo>
                    <a:pt x="23481" y="5154"/>
                    <a:pt x="24240" y="3487"/>
                    <a:pt x="23762" y="2189"/>
                  </a:cubicBezTo>
                  <a:cubicBezTo>
                    <a:pt x="23499" y="1481"/>
                    <a:pt x="22892" y="931"/>
                    <a:pt x="21952" y="552"/>
                  </a:cubicBezTo>
                  <a:cubicBezTo>
                    <a:pt x="21042" y="185"/>
                    <a:pt x="19876" y="0"/>
                    <a:pt x="1848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0"/>
            <p:cNvSpPr/>
            <p:nvPr/>
          </p:nvSpPr>
          <p:spPr>
            <a:xfrm>
              <a:off x="3826550" y="2619025"/>
              <a:ext cx="632050" cy="324775"/>
            </a:xfrm>
            <a:custGeom>
              <a:avLst/>
              <a:gdLst/>
              <a:ahLst/>
              <a:cxnLst/>
              <a:rect l="l" t="t" r="r" b="b"/>
              <a:pathLst>
                <a:path w="25282" h="12991" extrusionOk="0">
                  <a:moveTo>
                    <a:pt x="19005" y="12"/>
                  </a:moveTo>
                  <a:cubicBezTo>
                    <a:pt x="20395" y="12"/>
                    <a:pt x="21561" y="199"/>
                    <a:pt x="22469" y="564"/>
                  </a:cubicBezTo>
                  <a:cubicBezTo>
                    <a:pt x="23406" y="943"/>
                    <a:pt x="24014" y="1492"/>
                    <a:pt x="24274" y="2199"/>
                  </a:cubicBezTo>
                  <a:cubicBezTo>
                    <a:pt x="24517" y="2852"/>
                    <a:pt x="24445" y="3600"/>
                    <a:pt x="24060" y="4420"/>
                  </a:cubicBezTo>
                  <a:cubicBezTo>
                    <a:pt x="23688" y="5214"/>
                    <a:pt x="23041" y="6046"/>
                    <a:pt x="22139" y="6886"/>
                  </a:cubicBezTo>
                  <a:cubicBezTo>
                    <a:pt x="21234" y="7726"/>
                    <a:pt x="20118" y="8537"/>
                    <a:pt x="18823" y="9294"/>
                  </a:cubicBezTo>
                  <a:cubicBezTo>
                    <a:pt x="17481" y="10077"/>
                    <a:pt x="16004" y="10770"/>
                    <a:pt x="14434" y="11349"/>
                  </a:cubicBezTo>
                  <a:cubicBezTo>
                    <a:pt x="11589" y="12400"/>
                    <a:pt x="8693" y="12977"/>
                    <a:pt x="6276" y="12977"/>
                  </a:cubicBezTo>
                  <a:cubicBezTo>
                    <a:pt x="4886" y="12977"/>
                    <a:pt x="3720" y="12792"/>
                    <a:pt x="2810" y="12428"/>
                  </a:cubicBezTo>
                  <a:cubicBezTo>
                    <a:pt x="1873" y="12049"/>
                    <a:pt x="1266" y="11499"/>
                    <a:pt x="1005" y="10793"/>
                  </a:cubicBezTo>
                  <a:cubicBezTo>
                    <a:pt x="762" y="10139"/>
                    <a:pt x="834" y="9391"/>
                    <a:pt x="1219" y="8569"/>
                  </a:cubicBezTo>
                  <a:cubicBezTo>
                    <a:pt x="1591" y="7775"/>
                    <a:pt x="2238" y="6946"/>
                    <a:pt x="3140" y="6106"/>
                  </a:cubicBezTo>
                  <a:cubicBezTo>
                    <a:pt x="4046" y="5265"/>
                    <a:pt x="5161" y="4452"/>
                    <a:pt x="6456" y="3697"/>
                  </a:cubicBezTo>
                  <a:cubicBezTo>
                    <a:pt x="7798" y="2912"/>
                    <a:pt x="9275" y="2222"/>
                    <a:pt x="10845" y="1640"/>
                  </a:cubicBezTo>
                  <a:cubicBezTo>
                    <a:pt x="13688" y="592"/>
                    <a:pt x="16586" y="12"/>
                    <a:pt x="19003" y="12"/>
                  </a:cubicBezTo>
                  <a:close/>
                  <a:moveTo>
                    <a:pt x="19003" y="1"/>
                  </a:moveTo>
                  <a:cubicBezTo>
                    <a:pt x="16669" y="1"/>
                    <a:pt x="13799" y="539"/>
                    <a:pt x="10843" y="1631"/>
                  </a:cubicBezTo>
                  <a:cubicBezTo>
                    <a:pt x="4410" y="4007"/>
                    <a:pt x="0" y="8110"/>
                    <a:pt x="993" y="10797"/>
                  </a:cubicBezTo>
                  <a:cubicBezTo>
                    <a:pt x="1529" y="12250"/>
                    <a:pt x="3533" y="12991"/>
                    <a:pt x="6276" y="12991"/>
                  </a:cubicBezTo>
                  <a:cubicBezTo>
                    <a:pt x="8610" y="12991"/>
                    <a:pt x="11480" y="12455"/>
                    <a:pt x="14438" y="11363"/>
                  </a:cubicBezTo>
                  <a:cubicBezTo>
                    <a:pt x="20871" y="8987"/>
                    <a:pt x="25281" y="4882"/>
                    <a:pt x="24288" y="2194"/>
                  </a:cubicBezTo>
                  <a:cubicBezTo>
                    <a:pt x="23750" y="742"/>
                    <a:pt x="21748" y="1"/>
                    <a:pt x="19003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0"/>
            <p:cNvSpPr/>
            <p:nvPr/>
          </p:nvSpPr>
          <p:spPr>
            <a:xfrm>
              <a:off x="3793350" y="2581275"/>
              <a:ext cx="694500" cy="395675"/>
            </a:xfrm>
            <a:custGeom>
              <a:avLst/>
              <a:gdLst/>
              <a:ahLst/>
              <a:cxnLst/>
              <a:rect l="l" t="t" r="r" b="b"/>
              <a:pathLst>
                <a:path w="27780" h="15827" fill="none" extrusionOk="0">
                  <a:moveTo>
                    <a:pt x="27193" y="3000"/>
                  </a:moveTo>
                  <a:cubicBezTo>
                    <a:pt x="27780" y="4588"/>
                    <a:pt x="26942" y="6630"/>
                    <a:pt x="24861" y="8675"/>
                  </a:cubicBezTo>
                  <a:cubicBezTo>
                    <a:pt x="22783" y="10721"/>
                    <a:pt x="19631" y="12601"/>
                    <a:pt x="16103" y="13905"/>
                  </a:cubicBezTo>
                  <a:cubicBezTo>
                    <a:pt x="12575" y="15207"/>
                    <a:pt x="8957" y="15826"/>
                    <a:pt x="6048" y="15623"/>
                  </a:cubicBezTo>
                  <a:cubicBezTo>
                    <a:pt x="3138" y="15422"/>
                    <a:pt x="1173" y="14416"/>
                    <a:pt x="587" y="12827"/>
                  </a:cubicBezTo>
                  <a:cubicBezTo>
                    <a:pt x="1" y="11236"/>
                    <a:pt x="839" y="9195"/>
                    <a:pt x="2919" y="7149"/>
                  </a:cubicBezTo>
                  <a:cubicBezTo>
                    <a:pt x="4999" y="5106"/>
                    <a:pt x="8149" y="3224"/>
                    <a:pt x="11677" y="1922"/>
                  </a:cubicBezTo>
                  <a:cubicBezTo>
                    <a:pt x="15205" y="617"/>
                    <a:pt x="18823" y="0"/>
                    <a:pt x="21733" y="201"/>
                  </a:cubicBezTo>
                  <a:cubicBezTo>
                    <a:pt x="24642" y="405"/>
                    <a:pt x="26607" y="1411"/>
                    <a:pt x="27193" y="300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0"/>
            <p:cNvSpPr/>
            <p:nvPr/>
          </p:nvSpPr>
          <p:spPr>
            <a:xfrm>
              <a:off x="3681200" y="2703950"/>
              <a:ext cx="755175" cy="243275"/>
            </a:xfrm>
            <a:custGeom>
              <a:avLst/>
              <a:gdLst/>
              <a:ahLst/>
              <a:cxnLst/>
              <a:rect l="l" t="t" r="r" b="b"/>
              <a:pathLst>
                <a:path w="30207" h="9731" extrusionOk="0">
                  <a:moveTo>
                    <a:pt x="926" y="0"/>
                  </a:moveTo>
                  <a:cubicBezTo>
                    <a:pt x="129" y="1312"/>
                    <a:pt x="0" y="3260"/>
                    <a:pt x="259" y="5583"/>
                  </a:cubicBezTo>
                  <a:lnTo>
                    <a:pt x="2378" y="5980"/>
                  </a:lnTo>
                  <a:lnTo>
                    <a:pt x="4900" y="6585"/>
                  </a:lnTo>
                  <a:lnTo>
                    <a:pt x="6687" y="6906"/>
                  </a:lnTo>
                  <a:lnTo>
                    <a:pt x="17477" y="8832"/>
                  </a:lnTo>
                  <a:lnTo>
                    <a:pt x="19846" y="9255"/>
                  </a:lnTo>
                  <a:lnTo>
                    <a:pt x="19848" y="9255"/>
                  </a:lnTo>
                  <a:lnTo>
                    <a:pt x="22485" y="9730"/>
                  </a:lnTo>
                  <a:lnTo>
                    <a:pt x="22487" y="9730"/>
                  </a:lnTo>
                  <a:cubicBezTo>
                    <a:pt x="25521" y="8472"/>
                    <a:pt x="28160" y="6909"/>
                    <a:pt x="30206" y="5246"/>
                  </a:cubicBezTo>
                  <a:lnTo>
                    <a:pt x="28107" y="4872"/>
                  </a:lnTo>
                  <a:lnTo>
                    <a:pt x="26623" y="4604"/>
                  </a:lnTo>
                  <a:lnTo>
                    <a:pt x="20065" y="3434"/>
                  </a:lnTo>
                  <a:lnTo>
                    <a:pt x="19941" y="3413"/>
                  </a:lnTo>
                  <a:lnTo>
                    <a:pt x="18770" y="3200"/>
                  </a:lnTo>
                  <a:lnTo>
                    <a:pt x="18765" y="3200"/>
                  </a:lnTo>
                  <a:lnTo>
                    <a:pt x="15867" y="2683"/>
                  </a:lnTo>
                  <a:lnTo>
                    <a:pt x="10185" y="1665"/>
                  </a:lnTo>
                  <a:lnTo>
                    <a:pt x="8396" y="1349"/>
                  </a:lnTo>
                  <a:lnTo>
                    <a:pt x="6144" y="947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0"/>
            <p:cNvSpPr/>
            <p:nvPr/>
          </p:nvSpPr>
          <p:spPr>
            <a:xfrm>
              <a:off x="3728300" y="2598600"/>
              <a:ext cx="801050" cy="200325"/>
            </a:xfrm>
            <a:custGeom>
              <a:avLst/>
              <a:gdLst/>
              <a:ahLst/>
              <a:cxnLst/>
              <a:rect l="l" t="t" r="r" b="b"/>
              <a:pathLst>
                <a:path w="32042" h="8013" extrusionOk="0">
                  <a:moveTo>
                    <a:pt x="2584" y="0"/>
                  </a:moveTo>
                  <a:lnTo>
                    <a:pt x="0" y="2649"/>
                  </a:lnTo>
                  <a:lnTo>
                    <a:pt x="6096" y="3752"/>
                  </a:lnTo>
                  <a:lnTo>
                    <a:pt x="8403" y="4163"/>
                  </a:lnTo>
                  <a:lnTo>
                    <a:pt x="10368" y="4512"/>
                  </a:lnTo>
                  <a:lnTo>
                    <a:pt x="17371" y="5763"/>
                  </a:lnTo>
                  <a:lnTo>
                    <a:pt x="18858" y="6031"/>
                  </a:lnTo>
                  <a:lnTo>
                    <a:pt x="19421" y="6131"/>
                  </a:lnTo>
                  <a:lnTo>
                    <a:pt x="19426" y="6131"/>
                  </a:lnTo>
                  <a:lnTo>
                    <a:pt x="20178" y="6267"/>
                  </a:lnTo>
                  <a:lnTo>
                    <a:pt x="26420" y="7382"/>
                  </a:lnTo>
                  <a:lnTo>
                    <a:pt x="27810" y="7631"/>
                  </a:lnTo>
                  <a:lnTo>
                    <a:pt x="29929" y="8012"/>
                  </a:lnTo>
                  <a:cubicBezTo>
                    <a:pt x="30830" y="7100"/>
                    <a:pt x="31546" y="6177"/>
                    <a:pt x="32042" y="5276"/>
                  </a:cubicBezTo>
                  <a:lnTo>
                    <a:pt x="29682" y="4854"/>
                  </a:lnTo>
                  <a:lnTo>
                    <a:pt x="28241" y="4595"/>
                  </a:lnTo>
                  <a:lnTo>
                    <a:pt x="15258" y="2277"/>
                  </a:lnTo>
                  <a:lnTo>
                    <a:pt x="15256" y="2277"/>
                  </a:lnTo>
                  <a:lnTo>
                    <a:pt x="12769" y="1829"/>
                  </a:lnTo>
                  <a:lnTo>
                    <a:pt x="10164" y="1365"/>
                  </a:lnTo>
                  <a:lnTo>
                    <a:pt x="2584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3" name="Google Shape;543;p30"/>
          <p:cNvGrpSpPr/>
          <p:nvPr/>
        </p:nvGrpSpPr>
        <p:grpSpPr>
          <a:xfrm rot="5248599">
            <a:off x="913327" y="3588757"/>
            <a:ext cx="549186" cy="531470"/>
            <a:chOff x="1785750" y="3413025"/>
            <a:chExt cx="785025" cy="759700"/>
          </a:xfrm>
        </p:grpSpPr>
        <p:sp>
          <p:nvSpPr>
            <p:cNvPr id="544" name="Google Shape;544;p30"/>
            <p:cNvSpPr/>
            <p:nvPr/>
          </p:nvSpPr>
          <p:spPr>
            <a:xfrm>
              <a:off x="1785750" y="3414125"/>
              <a:ext cx="739475" cy="758125"/>
            </a:xfrm>
            <a:custGeom>
              <a:avLst/>
              <a:gdLst/>
              <a:ahLst/>
              <a:cxnLst/>
              <a:rect l="l" t="t" r="r" b="b"/>
              <a:pathLst>
                <a:path w="29579" h="30325" extrusionOk="0">
                  <a:moveTo>
                    <a:pt x="9020" y="1"/>
                  </a:moveTo>
                  <a:cubicBezTo>
                    <a:pt x="7692" y="1"/>
                    <a:pt x="5740" y="539"/>
                    <a:pt x="3861" y="3055"/>
                  </a:cubicBezTo>
                  <a:cubicBezTo>
                    <a:pt x="2298" y="5150"/>
                    <a:pt x="1" y="7953"/>
                    <a:pt x="3376" y="15081"/>
                  </a:cubicBezTo>
                  <a:cubicBezTo>
                    <a:pt x="5324" y="19195"/>
                    <a:pt x="13615" y="30324"/>
                    <a:pt x="21398" y="30324"/>
                  </a:cubicBezTo>
                  <a:cubicBezTo>
                    <a:pt x="22382" y="30324"/>
                    <a:pt x="23358" y="30147"/>
                    <a:pt x="24312" y="29754"/>
                  </a:cubicBezTo>
                  <a:cubicBezTo>
                    <a:pt x="28992" y="27831"/>
                    <a:pt x="29579" y="23234"/>
                    <a:pt x="29579" y="23234"/>
                  </a:cubicBezTo>
                  <a:lnTo>
                    <a:pt x="29579" y="23234"/>
                  </a:lnTo>
                  <a:cubicBezTo>
                    <a:pt x="29578" y="23234"/>
                    <a:pt x="27493" y="25961"/>
                    <a:pt x="23856" y="25961"/>
                  </a:cubicBezTo>
                  <a:cubicBezTo>
                    <a:pt x="19899" y="25961"/>
                    <a:pt x="14105" y="22732"/>
                    <a:pt x="7161" y="9243"/>
                  </a:cubicBezTo>
                  <a:cubicBezTo>
                    <a:pt x="2674" y="532"/>
                    <a:pt x="10659" y="303"/>
                    <a:pt x="10659" y="303"/>
                  </a:cubicBezTo>
                  <a:cubicBezTo>
                    <a:pt x="10659" y="303"/>
                    <a:pt x="10015" y="1"/>
                    <a:pt x="9020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0"/>
            <p:cNvSpPr/>
            <p:nvPr/>
          </p:nvSpPr>
          <p:spPr>
            <a:xfrm>
              <a:off x="1907725" y="3413150"/>
              <a:ext cx="621375" cy="676450"/>
            </a:xfrm>
            <a:custGeom>
              <a:avLst/>
              <a:gdLst/>
              <a:ahLst/>
              <a:cxnLst/>
              <a:rect l="l" t="t" r="r" b="b"/>
              <a:pathLst>
                <a:path w="24855" h="27058" extrusionOk="0">
                  <a:moveTo>
                    <a:pt x="4358" y="0"/>
                  </a:moveTo>
                  <a:cubicBezTo>
                    <a:pt x="3185" y="0"/>
                    <a:pt x="2222" y="319"/>
                    <a:pt x="1497" y="949"/>
                  </a:cubicBezTo>
                  <a:cubicBezTo>
                    <a:pt x="725" y="1619"/>
                    <a:pt x="266" y="2603"/>
                    <a:pt x="132" y="3870"/>
                  </a:cubicBezTo>
                  <a:cubicBezTo>
                    <a:pt x="0" y="5094"/>
                    <a:pt x="176" y="6532"/>
                    <a:pt x="656" y="8144"/>
                  </a:cubicBezTo>
                  <a:cubicBezTo>
                    <a:pt x="1640" y="11460"/>
                    <a:pt x="3789" y="15136"/>
                    <a:pt x="6710" y="18495"/>
                  </a:cubicBezTo>
                  <a:cubicBezTo>
                    <a:pt x="7537" y="19451"/>
                    <a:pt x="8417" y="20361"/>
                    <a:pt x="9343" y="21225"/>
                  </a:cubicBezTo>
                  <a:cubicBezTo>
                    <a:pt x="10504" y="22310"/>
                    <a:pt x="11700" y="23275"/>
                    <a:pt x="12898" y="24090"/>
                  </a:cubicBezTo>
                  <a:cubicBezTo>
                    <a:pt x="13538" y="24529"/>
                    <a:pt x="14178" y="24928"/>
                    <a:pt x="14803" y="25272"/>
                  </a:cubicBezTo>
                  <a:cubicBezTo>
                    <a:pt x="16911" y="26438"/>
                    <a:pt x="18881" y="27057"/>
                    <a:pt x="20497" y="27057"/>
                  </a:cubicBezTo>
                  <a:cubicBezTo>
                    <a:pt x="20606" y="27057"/>
                    <a:pt x="20714" y="27052"/>
                    <a:pt x="20818" y="27048"/>
                  </a:cubicBezTo>
                  <a:cubicBezTo>
                    <a:pt x="21848" y="26995"/>
                    <a:pt x="22702" y="26678"/>
                    <a:pt x="23358" y="26108"/>
                  </a:cubicBezTo>
                  <a:cubicBezTo>
                    <a:pt x="24129" y="25438"/>
                    <a:pt x="24589" y="24455"/>
                    <a:pt x="24723" y="23187"/>
                  </a:cubicBezTo>
                  <a:cubicBezTo>
                    <a:pt x="24854" y="21961"/>
                    <a:pt x="24677" y="20525"/>
                    <a:pt x="24199" y="18911"/>
                  </a:cubicBezTo>
                  <a:cubicBezTo>
                    <a:pt x="23215" y="15598"/>
                    <a:pt x="21063" y="11922"/>
                    <a:pt x="18144" y="8560"/>
                  </a:cubicBezTo>
                  <a:cubicBezTo>
                    <a:pt x="17800" y="8165"/>
                    <a:pt x="17477" y="7807"/>
                    <a:pt x="17154" y="7468"/>
                  </a:cubicBezTo>
                  <a:lnTo>
                    <a:pt x="17152" y="7465"/>
                  </a:lnTo>
                  <a:cubicBezTo>
                    <a:pt x="15041" y="5219"/>
                    <a:pt x="12723" y="3332"/>
                    <a:pt x="10449" y="2011"/>
                  </a:cubicBezTo>
                  <a:cubicBezTo>
                    <a:pt x="9846" y="1658"/>
                    <a:pt x="9223" y="1337"/>
                    <a:pt x="8585" y="1051"/>
                  </a:cubicBezTo>
                  <a:cubicBezTo>
                    <a:pt x="7442" y="543"/>
                    <a:pt x="6364" y="215"/>
                    <a:pt x="5385" y="74"/>
                  </a:cubicBezTo>
                  <a:cubicBezTo>
                    <a:pt x="5046" y="26"/>
                    <a:pt x="4702" y="0"/>
                    <a:pt x="4358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0"/>
            <p:cNvSpPr/>
            <p:nvPr/>
          </p:nvSpPr>
          <p:spPr>
            <a:xfrm>
              <a:off x="1866050" y="3413025"/>
              <a:ext cx="704725" cy="676675"/>
            </a:xfrm>
            <a:custGeom>
              <a:avLst/>
              <a:gdLst/>
              <a:ahLst/>
              <a:cxnLst/>
              <a:rect l="l" t="t" r="r" b="b"/>
              <a:pathLst>
                <a:path w="28189" h="27067" extrusionOk="0">
                  <a:moveTo>
                    <a:pt x="6022" y="1"/>
                  </a:moveTo>
                  <a:cubicBezTo>
                    <a:pt x="6022" y="1"/>
                    <a:pt x="6022" y="1"/>
                    <a:pt x="6022" y="1"/>
                  </a:cubicBezTo>
                  <a:lnTo>
                    <a:pt x="6022" y="1"/>
                  </a:lnTo>
                  <a:cubicBezTo>
                    <a:pt x="6023" y="1"/>
                    <a:pt x="6024" y="1"/>
                    <a:pt x="6025" y="1"/>
                  </a:cubicBezTo>
                  <a:close/>
                  <a:moveTo>
                    <a:pt x="6025" y="12"/>
                  </a:moveTo>
                  <a:cubicBezTo>
                    <a:pt x="6369" y="12"/>
                    <a:pt x="6710" y="38"/>
                    <a:pt x="7052" y="86"/>
                  </a:cubicBezTo>
                  <a:cubicBezTo>
                    <a:pt x="8031" y="227"/>
                    <a:pt x="9107" y="555"/>
                    <a:pt x="10250" y="1063"/>
                  </a:cubicBezTo>
                  <a:cubicBezTo>
                    <a:pt x="10887" y="1349"/>
                    <a:pt x="11511" y="1668"/>
                    <a:pt x="12113" y="2021"/>
                  </a:cubicBezTo>
                  <a:cubicBezTo>
                    <a:pt x="14388" y="3344"/>
                    <a:pt x="16706" y="5231"/>
                    <a:pt x="18814" y="7475"/>
                  </a:cubicBezTo>
                  <a:lnTo>
                    <a:pt x="18816" y="7477"/>
                  </a:lnTo>
                  <a:cubicBezTo>
                    <a:pt x="19139" y="7817"/>
                    <a:pt x="19463" y="8172"/>
                    <a:pt x="19807" y="8569"/>
                  </a:cubicBezTo>
                  <a:cubicBezTo>
                    <a:pt x="21282" y="10266"/>
                    <a:pt x="22561" y="12047"/>
                    <a:pt x="23612" y="13855"/>
                  </a:cubicBezTo>
                  <a:cubicBezTo>
                    <a:pt x="24626" y="15605"/>
                    <a:pt x="25381" y="17307"/>
                    <a:pt x="25861" y="18918"/>
                  </a:cubicBezTo>
                  <a:cubicBezTo>
                    <a:pt x="26339" y="20530"/>
                    <a:pt x="26514" y="21966"/>
                    <a:pt x="26385" y="23190"/>
                  </a:cubicBezTo>
                  <a:cubicBezTo>
                    <a:pt x="26251" y="24458"/>
                    <a:pt x="25792" y="25439"/>
                    <a:pt x="25020" y="26108"/>
                  </a:cubicBezTo>
                  <a:cubicBezTo>
                    <a:pt x="24365" y="26676"/>
                    <a:pt x="23513" y="26993"/>
                    <a:pt x="22485" y="27046"/>
                  </a:cubicBezTo>
                  <a:cubicBezTo>
                    <a:pt x="22381" y="27051"/>
                    <a:pt x="22273" y="27055"/>
                    <a:pt x="22164" y="27055"/>
                  </a:cubicBezTo>
                  <a:cubicBezTo>
                    <a:pt x="20548" y="27055"/>
                    <a:pt x="18578" y="26439"/>
                    <a:pt x="16473" y="25270"/>
                  </a:cubicBezTo>
                  <a:cubicBezTo>
                    <a:pt x="15847" y="24926"/>
                    <a:pt x="15207" y="24529"/>
                    <a:pt x="14568" y="24088"/>
                  </a:cubicBezTo>
                  <a:cubicBezTo>
                    <a:pt x="13369" y="23273"/>
                    <a:pt x="12173" y="22310"/>
                    <a:pt x="11012" y="21225"/>
                  </a:cubicBezTo>
                  <a:cubicBezTo>
                    <a:pt x="10086" y="20361"/>
                    <a:pt x="9209" y="19452"/>
                    <a:pt x="8380" y="18496"/>
                  </a:cubicBezTo>
                  <a:cubicBezTo>
                    <a:pt x="6904" y="16799"/>
                    <a:pt x="5625" y="15018"/>
                    <a:pt x="4574" y="13210"/>
                  </a:cubicBezTo>
                  <a:cubicBezTo>
                    <a:pt x="3561" y="11463"/>
                    <a:pt x="2806" y="9759"/>
                    <a:pt x="2326" y="8147"/>
                  </a:cubicBezTo>
                  <a:cubicBezTo>
                    <a:pt x="1848" y="6535"/>
                    <a:pt x="1672" y="5099"/>
                    <a:pt x="1801" y="3875"/>
                  </a:cubicBezTo>
                  <a:cubicBezTo>
                    <a:pt x="1938" y="2610"/>
                    <a:pt x="2397" y="1629"/>
                    <a:pt x="3166" y="959"/>
                  </a:cubicBezTo>
                  <a:cubicBezTo>
                    <a:pt x="3889" y="331"/>
                    <a:pt x="4852" y="12"/>
                    <a:pt x="6025" y="12"/>
                  </a:cubicBezTo>
                  <a:close/>
                  <a:moveTo>
                    <a:pt x="6022" y="1"/>
                  </a:moveTo>
                  <a:lnTo>
                    <a:pt x="6022" y="1"/>
                  </a:lnTo>
                  <a:cubicBezTo>
                    <a:pt x="4880" y="1"/>
                    <a:pt x="3902" y="306"/>
                    <a:pt x="3159" y="950"/>
                  </a:cubicBezTo>
                  <a:cubicBezTo>
                    <a:pt x="0" y="3695"/>
                    <a:pt x="2335" y="11555"/>
                    <a:pt x="8370" y="18503"/>
                  </a:cubicBezTo>
                  <a:cubicBezTo>
                    <a:pt x="9199" y="19461"/>
                    <a:pt x="10079" y="20371"/>
                    <a:pt x="11005" y="21234"/>
                  </a:cubicBezTo>
                  <a:cubicBezTo>
                    <a:pt x="12180" y="22331"/>
                    <a:pt x="13379" y="23291"/>
                    <a:pt x="14561" y="24100"/>
                  </a:cubicBezTo>
                  <a:cubicBezTo>
                    <a:pt x="15203" y="24541"/>
                    <a:pt x="15840" y="24935"/>
                    <a:pt x="16466" y="25282"/>
                  </a:cubicBezTo>
                  <a:cubicBezTo>
                    <a:pt x="18553" y="26436"/>
                    <a:pt x="20527" y="27067"/>
                    <a:pt x="22162" y="27067"/>
                  </a:cubicBezTo>
                  <a:cubicBezTo>
                    <a:pt x="22273" y="27067"/>
                    <a:pt x="22379" y="27064"/>
                    <a:pt x="22485" y="27060"/>
                  </a:cubicBezTo>
                  <a:cubicBezTo>
                    <a:pt x="23490" y="27007"/>
                    <a:pt x="24355" y="26702"/>
                    <a:pt x="25027" y="26118"/>
                  </a:cubicBezTo>
                  <a:cubicBezTo>
                    <a:pt x="28188" y="23372"/>
                    <a:pt x="25854" y="15513"/>
                    <a:pt x="19814" y="8562"/>
                  </a:cubicBezTo>
                  <a:cubicBezTo>
                    <a:pt x="19486" y="8186"/>
                    <a:pt x="19160" y="7824"/>
                    <a:pt x="18825" y="7470"/>
                  </a:cubicBezTo>
                  <a:lnTo>
                    <a:pt x="18823" y="7468"/>
                  </a:lnTo>
                  <a:cubicBezTo>
                    <a:pt x="16643" y="5150"/>
                    <a:pt x="14323" y="3296"/>
                    <a:pt x="12118" y="2012"/>
                  </a:cubicBezTo>
                  <a:cubicBezTo>
                    <a:pt x="11515" y="1659"/>
                    <a:pt x="10892" y="1340"/>
                    <a:pt x="10255" y="1054"/>
                  </a:cubicBezTo>
                  <a:cubicBezTo>
                    <a:pt x="9121" y="550"/>
                    <a:pt x="8038" y="215"/>
                    <a:pt x="7050" y="77"/>
                  </a:cubicBezTo>
                  <a:cubicBezTo>
                    <a:pt x="6710" y="28"/>
                    <a:pt x="6366" y="3"/>
                    <a:pt x="6022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0"/>
            <p:cNvSpPr/>
            <p:nvPr/>
          </p:nvSpPr>
          <p:spPr>
            <a:xfrm>
              <a:off x="1995350" y="3506475"/>
              <a:ext cx="474975" cy="482675"/>
            </a:xfrm>
            <a:custGeom>
              <a:avLst/>
              <a:gdLst/>
              <a:ahLst/>
              <a:cxnLst/>
              <a:rect l="l" t="t" r="r" b="b"/>
              <a:pathLst>
                <a:path w="18999" h="19307" extrusionOk="0">
                  <a:moveTo>
                    <a:pt x="2905" y="1"/>
                  </a:moveTo>
                  <a:cubicBezTo>
                    <a:pt x="2180" y="1"/>
                    <a:pt x="1587" y="197"/>
                    <a:pt x="1143" y="583"/>
                  </a:cubicBezTo>
                  <a:cubicBezTo>
                    <a:pt x="132" y="1460"/>
                    <a:pt x="0" y="3229"/>
                    <a:pt x="774" y="5566"/>
                  </a:cubicBezTo>
                  <a:cubicBezTo>
                    <a:pt x="1548" y="7900"/>
                    <a:pt x="3134" y="10521"/>
                    <a:pt x="5240" y="12945"/>
                  </a:cubicBezTo>
                  <a:cubicBezTo>
                    <a:pt x="6893" y="14848"/>
                    <a:pt x="8715" y="16455"/>
                    <a:pt x="10516" y="17598"/>
                  </a:cubicBezTo>
                  <a:cubicBezTo>
                    <a:pt x="12275" y="18715"/>
                    <a:pt x="13880" y="19306"/>
                    <a:pt x="15150" y="19306"/>
                  </a:cubicBezTo>
                  <a:cubicBezTo>
                    <a:pt x="15875" y="19306"/>
                    <a:pt x="16468" y="19112"/>
                    <a:pt x="16909" y="18727"/>
                  </a:cubicBezTo>
                  <a:cubicBezTo>
                    <a:pt x="18999" y="16912"/>
                    <a:pt x="17161" y="11366"/>
                    <a:pt x="12813" y="6362"/>
                  </a:cubicBezTo>
                  <a:cubicBezTo>
                    <a:pt x="11162" y="4462"/>
                    <a:pt x="9338" y="2853"/>
                    <a:pt x="7539" y="1710"/>
                  </a:cubicBezTo>
                  <a:cubicBezTo>
                    <a:pt x="5778" y="592"/>
                    <a:pt x="4175" y="1"/>
                    <a:pt x="2905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0"/>
            <p:cNvSpPr/>
            <p:nvPr/>
          </p:nvSpPr>
          <p:spPr>
            <a:xfrm>
              <a:off x="1971500" y="3506375"/>
              <a:ext cx="499050" cy="482950"/>
            </a:xfrm>
            <a:custGeom>
              <a:avLst/>
              <a:gdLst/>
              <a:ahLst/>
              <a:cxnLst/>
              <a:rect l="l" t="t" r="r" b="b"/>
              <a:pathLst>
                <a:path w="19962" h="19318" extrusionOk="0">
                  <a:moveTo>
                    <a:pt x="3859" y="12"/>
                  </a:moveTo>
                  <a:cubicBezTo>
                    <a:pt x="4492" y="12"/>
                    <a:pt x="5212" y="160"/>
                    <a:pt x="6004" y="453"/>
                  </a:cubicBezTo>
                  <a:cubicBezTo>
                    <a:pt x="6787" y="744"/>
                    <a:pt x="7625" y="1169"/>
                    <a:pt x="8491" y="1721"/>
                  </a:cubicBezTo>
                  <a:cubicBezTo>
                    <a:pt x="10290" y="2861"/>
                    <a:pt x="12114" y="4471"/>
                    <a:pt x="13765" y="6371"/>
                  </a:cubicBezTo>
                  <a:cubicBezTo>
                    <a:pt x="14829" y="7595"/>
                    <a:pt x="15762" y="8871"/>
                    <a:pt x="16535" y="10160"/>
                  </a:cubicBezTo>
                  <a:cubicBezTo>
                    <a:pt x="17284" y="11407"/>
                    <a:pt x="17854" y="12614"/>
                    <a:pt x="18228" y="13750"/>
                  </a:cubicBezTo>
                  <a:cubicBezTo>
                    <a:pt x="18604" y="14886"/>
                    <a:pt x="18768" y="15891"/>
                    <a:pt x="18713" y="16738"/>
                  </a:cubicBezTo>
                  <a:cubicBezTo>
                    <a:pt x="18657" y="17613"/>
                    <a:pt x="18371" y="18283"/>
                    <a:pt x="17861" y="18726"/>
                  </a:cubicBezTo>
                  <a:cubicBezTo>
                    <a:pt x="17418" y="19110"/>
                    <a:pt x="16826" y="19306"/>
                    <a:pt x="16104" y="19306"/>
                  </a:cubicBezTo>
                  <a:cubicBezTo>
                    <a:pt x="15471" y="19306"/>
                    <a:pt x="14751" y="19156"/>
                    <a:pt x="13959" y="18862"/>
                  </a:cubicBezTo>
                  <a:cubicBezTo>
                    <a:pt x="13176" y="18574"/>
                    <a:pt x="12338" y="18147"/>
                    <a:pt x="11472" y="17597"/>
                  </a:cubicBezTo>
                  <a:cubicBezTo>
                    <a:pt x="9673" y="16454"/>
                    <a:pt x="7849" y="14847"/>
                    <a:pt x="6198" y="12947"/>
                  </a:cubicBezTo>
                  <a:cubicBezTo>
                    <a:pt x="5134" y="11721"/>
                    <a:pt x="4201" y="10446"/>
                    <a:pt x="3427" y="9155"/>
                  </a:cubicBezTo>
                  <a:cubicBezTo>
                    <a:pt x="2679" y="7909"/>
                    <a:pt x="2109" y="6703"/>
                    <a:pt x="1735" y="5567"/>
                  </a:cubicBezTo>
                  <a:cubicBezTo>
                    <a:pt x="1359" y="4431"/>
                    <a:pt x="1195" y="3427"/>
                    <a:pt x="1250" y="2579"/>
                  </a:cubicBezTo>
                  <a:cubicBezTo>
                    <a:pt x="1305" y="1702"/>
                    <a:pt x="1592" y="1035"/>
                    <a:pt x="2102" y="591"/>
                  </a:cubicBezTo>
                  <a:cubicBezTo>
                    <a:pt x="2545" y="206"/>
                    <a:pt x="3136" y="12"/>
                    <a:pt x="3859" y="12"/>
                  </a:cubicBezTo>
                  <a:close/>
                  <a:moveTo>
                    <a:pt x="3859" y="0"/>
                  </a:moveTo>
                  <a:cubicBezTo>
                    <a:pt x="3150" y="0"/>
                    <a:pt x="2548" y="187"/>
                    <a:pt x="2095" y="582"/>
                  </a:cubicBezTo>
                  <a:cubicBezTo>
                    <a:pt x="1" y="2402"/>
                    <a:pt x="1834" y="7941"/>
                    <a:pt x="6189" y="12954"/>
                  </a:cubicBezTo>
                  <a:cubicBezTo>
                    <a:pt x="9599" y="16879"/>
                    <a:pt x="13545" y="19317"/>
                    <a:pt x="16104" y="19317"/>
                  </a:cubicBezTo>
                  <a:cubicBezTo>
                    <a:pt x="16813" y="19317"/>
                    <a:pt x="17415" y="19130"/>
                    <a:pt x="17868" y="18735"/>
                  </a:cubicBezTo>
                  <a:cubicBezTo>
                    <a:pt x="19962" y="16914"/>
                    <a:pt x="18129" y="11374"/>
                    <a:pt x="13774" y="6364"/>
                  </a:cubicBezTo>
                  <a:cubicBezTo>
                    <a:pt x="10364" y="2439"/>
                    <a:pt x="6418" y="0"/>
                    <a:pt x="385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0"/>
            <p:cNvSpPr/>
            <p:nvPr/>
          </p:nvSpPr>
          <p:spPr>
            <a:xfrm>
              <a:off x="1957425" y="3464225"/>
              <a:ext cx="524275" cy="572250"/>
            </a:xfrm>
            <a:custGeom>
              <a:avLst/>
              <a:gdLst/>
              <a:ahLst/>
              <a:cxnLst/>
              <a:rect l="l" t="t" r="r" b="b"/>
              <a:pathLst>
                <a:path w="20971" h="22890" fill="none" extrusionOk="0">
                  <a:moveTo>
                    <a:pt x="15154" y="7387"/>
                  </a:moveTo>
                  <a:cubicBezTo>
                    <a:pt x="17544" y="10137"/>
                    <a:pt x="19343" y="13201"/>
                    <a:pt x="20158" y="15907"/>
                  </a:cubicBezTo>
                  <a:cubicBezTo>
                    <a:pt x="20971" y="18614"/>
                    <a:pt x="20733" y="20738"/>
                    <a:pt x="19495" y="21814"/>
                  </a:cubicBezTo>
                  <a:cubicBezTo>
                    <a:pt x="18255" y="22890"/>
                    <a:pt x="16119" y="22830"/>
                    <a:pt x="13554" y="21645"/>
                  </a:cubicBezTo>
                  <a:cubicBezTo>
                    <a:pt x="10989" y="20463"/>
                    <a:pt x="8204" y="18253"/>
                    <a:pt x="5817" y="15503"/>
                  </a:cubicBezTo>
                  <a:cubicBezTo>
                    <a:pt x="3427" y="12753"/>
                    <a:pt x="1626" y="9689"/>
                    <a:pt x="813" y="6983"/>
                  </a:cubicBezTo>
                  <a:cubicBezTo>
                    <a:pt x="0" y="4279"/>
                    <a:pt x="238" y="2155"/>
                    <a:pt x="1476" y="1077"/>
                  </a:cubicBezTo>
                  <a:cubicBezTo>
                    <a:pt x="2714" y="1"/>
                    <a:pt x="4852" y="63"/>
                    <a:pt x="7417" y="1245"/>
                  </a:cubicBezTo>
                  <a:cubicBezTo>
                    <a:pt x="9982" y="2428"/>
                    <a:pt x="12765" y="4637"/>
                    <a:pt x="15154" y="7387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0"/>
            <p:cNvSpPr/>
            <p:nvPr/>
          </p:nvSpPr>
          <p:spPr>
            <a:xfrm>
              <a:off x="2169050" y="3463300"/>
              <a:ext cx="263475" cy="709425"/>
            </a:xfrm>
            <a:custGeom>
              <a:avLst/>
              <a:gdLst/>
              <a:ahLst/>
              <a:cxnLst/>
              <a:rect l="l" t="t" r="r" b="b"/>
              <a:pathLst>
                <a:path w="10539" h="28377" extrusionOk="0">
                  <a:moveTo>
                    <a:pt x="0" y="1"/>
                  </a:moveTo>
                  <a:lnTo>
                    <a:pt x="379" y="2030"/>
                  </a:lnTo>
                  <a:lnTo>
                    <a:pt x="644" y="3467"/>
                  </a:lnTo>
                  <a:lnTo>
                    <a:pt x="1831" y="9805"/>
                  </a:lnTo>
                  <a:lnTo>
                    <a:pt x="1854" y="9925"/>
                  </a:lnTo>
                  <a:lnTo>
                    <a:pt x="2064" y="11061"/>
                  </a:lnTo>
                  <a:lnTo>
                    <a:pt x="2067" y="11063"/>
                  </a:lnTo>
                  <a:lnTo>
                    <a:pt x="2591" y="13866"/>
                  </a:lnTo>
                  <a:lnTo>
                    <a:pt x="3616" y="19364"/>
                  </a:lnTo>
                  <a:lnTo>
                    <a:pt x="3939" y="21093"/>
                  </a:lnTo>
                  <a:lnTo>
                    <a:pt x="4348" y="23271"/>
                  </a:lnTo>
                  <a:lnTo>
                    <a:pt x="5285" y="28358"/>
                  </a:lnTo>
                  <a:cubicBezTo>
                    <a:pt x="5482" y="28370"/>
                    <a:pt x="5677" y="28376"/>
                    <a:pt x="5870" y="28376"/>
                  </a:cubicBezTo>
                  <a:cubicBezTo>
                    <a:pt x="7557" y="28376"/>
                    <a:pt x="9113" y="27897"/>
                    <a:pt x="10538" y="26940"/>
                  </a:cubicBezTo>
                  <a:lnTo>
                    <a:pt x="10365" y="25046"/>
                  </a:lnTo>
                  <a:lnTo>
                    <a:pt x="9885" y="22465"/>
                  </a:lnTo>
                  <a:lnTo>
                    <a:pt x="9562" y="20736"/>
                  </a:lnTo>
                  <a:lnTo>
                    <a:pt x="7611" y="10301"/>
                  </a:lnTo>
                  <a:lnTo>
                    <a:pt x="7181" y="8011"/>
                  </a:lnTo>
                  <a:lnTo>
                    <a:pt x="7179" y="8008"/>
                  </a:lnTo>
                  <a:lnTo>
                    <a:pt x="6705" y="5459"/>
                  </a:lnTo>
                  <a:lnTo>
                    <a:pt x="6703" y="5457"/>
                  </a:lnTo>
                  <a:cubicBezTo>
                    <a:pt x="4526" y="3139"/>
                    <a:pt x="2205" y="1285"/>
                    <a:pt x="0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0"/>
            <p:cNvSpPr/>
            <p:nvPr/>
          </p:nvSpPr>
          <p:spPr>
            <a:xfrm>
              <a:off x="2042325" y="3414925"/>
              <a:ext cx="215000" cy="748150"/>
            </a:xfrm>
            <a:custGeom>
              <a:avLst/>
              <a:gdLst/>
              <a:ahLst/>
              <a:cxnLst/>
              <a:rect l="l" t="t" r="r" b="b"/>
              <a:pathLst>
                <a:path w="8600" h="29926" extrusionOk="0">
                  <a:moveTo>
                    <a:pt x="1" y="1"/>
                  </a:moveTo>
                  <a:lnTo>
                    <a:pt x="428" y="2282"/>
                  </a:lnTo>
                  <a:lnTo>
                    <a:pt x="687" y="3675"/>
                  </a:lnTo>
                  <a:lnTo>
                    <a:pt x="3035" y="16231"/>
                  </a:lnTo>
                  <a:lnTo>
                    <a:pt x="3035" y="16233"/>
                  </a:lnTo>
                  <a:lnTo>
                    <a:pt x="3483" y="18637"/>
                  </a:lnTo>
                  <a:lnTo>
                    <a:pt x="3954" y="21158"/>
                  </a:lnTo>
                  <a:lnTo>
                    <a:pt x="5069" y="28346"/>
                  </a:lnTo>
                  <a:lnTo>
                    <a:pt x="8600" y="29925"/>
                  </a:lnTo>
                  <a:lnTo>
                    <a:pt x="7512" y="24024"/>
                  </a:lnTo>
                  <a:lnTo>
                    <a:pt x="7094" y="21795"/>
                  </a:lnTo>
                  <a:lnTo>
                    <a:pt x="6739" y="19895"/>
                  </a:lnTo>
                  <a:lnTo>
                    <a:pt x="5473" y="13123"/>
                  </a:lnTo>
                  <a:lnTo>
                    <a:pt x="5205" y="11684"/>
                  </a:lnTo>
                  <a:lnTo>
                    <a:pt x="5102" y="11139"/>
                  </a:lnTo>
                  <a:lnTo>
                    <a:pt x="5099" y="11137"/>
                  </a:lnTo>
                  <a:lnTo>
                    <a:pt x="4965" y="10408"/>
                  </a:lnTo>
                  <a:lnTo>
                    <a:pt x="3836" y="4372"/>
                  </a:lnTo>
                  <a:lnTo>
                    <a:pt x="3585" y="3028"/>
                  </a:lnTo>
                  <a:lnTo>
                    <a:pt x="3204" y="975"/>
                  </a:lnTo>
                  <a:cubicBezTo>
                    <a:pt x="2070" y="472"/>
                    <a:pt x="989" y="139"/>
                    <a:pt x="1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" name="Google Shape;552;p30"/>
          <p:cNvGrpSpPr/>
          <p:nvPr/>
        </p:nvGrpSpPr>
        <p:grpSpPr>
          <a:xfrm flipH="1">
            <a:off x="659293" y="404033"/>
            <a:ext cx="530159" cy="550985"/>
            <a:chOff x="2777975" y="4487350"/>
            <a:chExt cx="803150" cy="834825"/>
          </a:xfrm>
        </p:grpSpPr>
        <p:sp>
          <p:nvSpPr>
            <p:cNvPr id="553" name="Google Shape;553;p30"/>
            <p:cNvSpPr/>
            <p:nvPr/>
          </p:nvSpPr>
          <p:spPr>
            <a:xfrm>
              <a:off x="2801475" y="4545025"/>
              <a:ext cx="776425" cy="720275"/>
            </a:xfrm>
            <a:custGeom>
              <a:avLst/>
              <a:gdLst/>
              <a:ahLst/>
              <a:cxnLst/>
              <a:rect l="l" t="t" r="r" b="b"/>
              <a:pathLst>
                <a:path w="31057" h="28811" extrusionOk="0">
                  <a:moveTo>
                    <a:pt x="14617" y="0"/>
                  </a:moveTo>
                  <a:cubicBezTo>
                    <a:pt x="8672" y="0"/>
                    <a:pt x="3310" y="3412"/>
                    <a:pt x="718" y="8603"/>
                  </a:cubicBezTo>
                  <a:cubicBezTo>
                    <a:pt x="469" y="9391"/>
                    <a:pt x="287" y="10196"/>
                    <a:pt x="169" y="11012"/>
                  </a:cubicBezTo>
                  <a:cubicBezTo>
                    <a:pt x="53" y="11797"/>
                    <a:pt x="0" y="12589"/>
                    <a:pt x="5" y="13381"/>
                  </a:cubicBezTo>
                  <a:cubicBezTo>
                    <a:pt x="10" y="14161"/>
                    <a:pt x="77" y="14939"/>
                    <a:pt x="201" y="15710"/>
                  </a:cubicBezTo>
                  <a:cubicBezTo>
                    <a:pt x="284" y="16230"/>
                    <a:pt x="393" y="16747"/>
                    <a:pt x="527" y="17255"/>
                  </a:cubicBezTo>
                  <a:cubicBezTo>
                    <a:pt x="905" y="18673"/>
                    <a:pt x="1483" y="20028"/>
                    <a:pt x="2240" y="21282"/>
                  </a:cubicBezTo>
                  <a:cubicBezTo>
                    <a:pt x="4565" y="25133"/>
                    <a:pt x="8532" y="27950"/>
                    <a:pt x="13328" y="28648"/>
                  </a:cubicBezTo>
                  <a:cubicBezTo>
                    <a:pt x="14085" y="28757"/>
                    <a:pt x="14838" y="28811"/>
                    <a:pt x="15582" y="28811"/>
                  </a:cubicBezTo>
                  <a:cubicBezTo>
                    <a:pt x="22075" y="28811"/>
                    <a:pt x="27874" y="24745"/>
                    <a:pt x="30130" y="18733"/>
                  </a:cubicBezTo>
                  <a:cubicBezTo>
                    <a:pt x="30456" y="17802"/>
                    <a:pt x="30691" y="16842"/>
                    <a:pt x="30837" y="15865"/>
                  </a:cubicBezTo>
                  <a:cubicBezTo>
                    <a:pt x="30906" y="15389"/>
                    <a:pt x="30952" y="14916"/>
                    <a:pt x="30978" y="14445"/>
                  </a:cubicBezTo>
                  <a:cubicBezTo>
                    <a:pt x="31056" y="12953"/>
                    <a:pt x="30121" y="13422"/>
                    <a:pt x="29793" y="12021"/>
                  </a:cubicBezTo>
                  <a:cubicBezTo>
                    <a:pt x="29671" y="11506"/>
                    <a:pt x="29523" y="10998"/>
                    <a:pt x="29354" y="10504"/>
                  </a:cubicBezTo>
                  <a:cubicBezTo>
                    <a:pt x="29098" y="9765"/>
                    <a:pt x="28789" y="9047"/>
                    <a:pt x="28426" y="8356"/>
                  </a:cubicBezTo>
                  <a:cubicBezTo>
                    <a:pt x="26191" y="4085"/>
                    <a:pt x="22007" y="910"/>
                    <a:pt x="16874" y="164"/>
                  </a:cubicBezTo>
                  <a:cubicBezTo>
                    <a:pt x="16116" y="54"/>
                    <a:pt x="15362" y="0"/>
                    <a:pt x="14617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0"/>
            <p:cNvSpPr/>
            <p:nvPr/>
          </p:nvSpPr>
          <p:spPr>
            <a:xfrm>
              <a:off x="2801650" y="4487525"/>
              <a:ext cx="779300" cy="777675"/>
            </a:xfrm>
            <a:custGeom>
              <a:avLst/>
              <a:gdLst/>
              <a:ahLst/>
              <a:cxnLst/>
              <a:rect l="l" t="t" r="r" b="b"/>
              <a:pathLst>
                <a:path w="31172" h="31107" extrusionOk="0">
                  <a:moveTo>
                    <a:pt x="15542" y="0"/>
                  </a:moveTo>
                  <a:cubicBezTo>
                    <a:pt x="8747" y="5"/>
                    <a:pt x="2743" y="4422"/>
                    <a:pt x="716" y="10908"/>
                  </a:cubicBezTo>
                  <a:cubicBezTo>
                    <a:pt x="469" y="11693"/>
                    <a:pt x="284" y="12499"/>
                    <a:pt x="169" y="13316"/>
                  </a:cubicBezTo>
                  <a:cubicBezTo>
                    <a:pt x="53" y="14099"/>
                    <a:pt x="0" y="14891"/>
                    <a:pt x="5" y="15683"/>
                  </a:cubicBezTo>
                  <a:cubicBezTo>
                    <a:pt x="10" y="16461"/>
                    <a:pt x="74" y="17239"/>
                    <a:pt x="199" y="18010"/>
                  </a:cubicBezTo>
                  <a:cubicBezTo>
                    <a:pt x="287" y="18546"/>
                    <a:pt x="395" y="19066"/>
                    <a:pt x="527" y="19555"/>
                  </a:cubicBezTo>
                  <a:cubicBezTo>
                    <a:pt x="905" y="20970"/>
                    <a:pt x="1480" y="22326"/>
                    <a:pt x="2240" y="23580"/>
                  </a:cubicBezTo>
                  <a:cubicBezTo>
                    <a:pt x="4657" y="27588"/>
                    <a:pt x="8696" y="30269"/>
                    <a:pt x="13321" y="30941"/>
                  </a:cubicBezTo>
                  <a:cubicBezTo>
                    <a:pt x="14069" y="31049"/>
                    <a:pt x="14822" y="31105"/>
                    <a:pt x="15577" y="31105"/>
                  </a:cubicBezTo>
                  <a:lnTo>
                    <a:pt x="15579" y="31107"/>
                  </a:lnTo>
                  <a:cubicBezTo>
                    <a:pt x="20354" y="31098"/>
                    <a:pt x="24861" y="28900"/>
                    <a:pt x="27807" y="25143"/>
                  </a:cubicBezTo>
                  <a:cubicBezTo>
                    <a:pt x="29479" y="23009"/>
                    <a:pt x="30564" y="20474"/>
                    <a:pt x="30950" y="17791"/>
                  </a:cubicBezTo>
                  <a:cubicBezTo>
                    <a:pt x="31019" y="17325"/>
                    <a:pt x="31068" y="16849"/>
                    <a:pt x="31091" y="16373"/>
                  </a:cubicBezTo>
                  <a:cubicBezTo>
                    <a:pt x="31171" y="14909"/>
                    <a:pt x="31042" y="13443"/>
                    <a:pt x="30710" y="12014"/>
                  </a:cubicBezTo>
                  <a:cubicBezTo>
                    <a:pt x="30587" y="11504"/>
                    <a:pt x="30442" y="10993"/>
                    <a:pt x="30271" y="10497"/>
                  </a:cubicBezTo>
                  <a:cubicBezTo>
                    <a:pt x="30015" y="9760"/>
                    <a:pt x="29705" y="9042"/>
                    <a:pt x="29343" y="8352"/>
                  </a:cubicBezTo>
                  <a:cubicBezTo>
                    <a:pt x="28218" y="6209"/>
                    <a:pt x="26614" y="4355"/>
                    <a:pt x="24656" y="2935"/>
                  </a:cubicBezTo>
                  <a:cubicBezTo>
                    <a:pt x="23660" y="2217"/>
                    <a:pt x="22584" y="1619"/>
                    <a:pt x="21451" y="1155"/>
                  </a:cubicBezTo>
                  <a:cubicBezTo>
                    <a:pt x="19573" y="393"/>
                    <a:pt x="17567" y="0"/>
                    <a:pt x="15542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0"/>
            <p:cNvSpPr/>
            <p:nvPr/>
          </p:nvSpPr>
          <p:spPr>
            <a:xfrm>
              <a:off x="2801525" y="4487350"/>
              <a:ext cx="779600" cy="777975"/>
            </a:xfrm>
            <a:custGeom>
              <a:avLst/>
              <a:gdLst/>
              <a:ahLst/>
              <a:cxnLst/>
              <a:rect l="l" t="t" r="r" b="b"/>
              <a:pathLst>
                <a:path w="31184" h="31119" extrusionOk="0">
                  <a:moveTo>
                    <a:pt x="15547" y="10"/>
                  </a:moveTo>
                  <a:cubicBezTo>
                    <a:pt x="17572" y="12"/>
                    <a:pt x="19576" y="402"/>
                    <a:pt x="21453" y="1164"/>
                  </a:cubicBezTo>
                  <a:cubicBezTo>
                    <a:pt x="23714" y="2090"/>
                    <a:pt x="25723" y="3535"/>
                    <a:pt x="27318" y="5385"/>
                  </a:cubicBezTo>
                  <a:cubicBezTo>
                    <a:pt x="28106" y="6295"/>
                    <a:pt x="28784" y="7294"/>
                    <a:pt x="29343" y="8359"/>
                  </a:cubicBezTo>
                  <a:cubicBezTo>
                    <a:pt x="29706" y="9049"/>
                    <a:pt x="30015" y="9767"/>
                    <a:pt x="30271" y="10506"/>
                  </a:cubicBezTo>
                  <a:cubicBezTo>
                    <a:pt x="30442" y="11000"/>
                    <a:pt x="30588" y="11511"/>
                    <a:pt x="30710" y="12023"/>
                  </a:cubicBezTo>
                  <a:cubicBezTo>
                    <a:pt x="31043" y="13448"/>
                    <a:pt x="31170" y="14914"/>
                    <a:pt x="31091" y="16378"/>
                  </a:cubicBezTo>
                  <a:cubicBezTo>
                    <a:pt x="31066" y="16854"/>
                    <a:pt x="31019" y="17329"/>
                    <a:pt x="30950" y="17796"/>
                  </a:cubicBezTo>
                  <a:cubicBezTo>
                    <a:pt x="30562" y="20476"/>
                    <a:pt x="29479" y="23012"/>
                    <a:pt x="27810" y="25143"/>
                  </a:cubicBezTo>
                  <a:cubicBezTo>
                    <a:pt x="24866" y="28904"/>
                    <a:pt x="20357" y="31102"/>
                    <a:pt x="15584" y="31107"/>
                  </a:cubicBezTo>
                  <a:cubicBezTo>
                    <a:pt x="13640" y="31105"/>
                    <a:pt x="11712" y="30745"/>
                    <a:pt x="9902" y="30040"/>
                  </a:cubicBezTo>
                  <a:cubicBezTo>
                    <a:pt x="7773" y="29209"/>
                    <a:pt x="5856" y="27918"/>
                    <a:pt x="4286" y="26258"/>
                  </a:cubicBezTo>
                  <a:cubicBezTo>
                    <a:pt x="3513" y="25443"/>
                    <a:pt x="2831" y="24545"/>
                    <a:pt x="2250" y="23584"/>
                  </a:cubicBezTo>
                  <a:cubicBezTo>
                    <a:pt x="1492" y="22331"/>
                    <a:pt x="915" y="20977"/>
                    <a:pt x="539" y="19562"/>
                  </a:cubicBezTo>
                  <a:cubicBezTo>
                    <a:pt x="407" y="19070"/>
                    <a:pt x="299" y="18551"/>
                    <a:pt x="211" y="18017"/>
                  </a:cubicBezTo>
                  <a:cubicBezTo>
                    <a:pt x="86" y="17246"/>
                    <a:pt x="21" y="16468"/>
                    <a:pt x="17" y="15690"/>
                  </a:cubicBezTo>
                  <a:cubicBezTo>
                    <a:pt x="10" y="14898"/>
                    <a:pt x="65" y="14106"/>
                    <a:pt x="181" y="13323"/>
                  </a:cubicBezTo>
                  <a:cubicBezTo>
                    <a:pt x="296" y="12506"/>
                    <a:pt x="481" y="11702"/>
                    <a:pt x="728" y="10915"/>
                  </a:cubicBezTo>
                  <a:cubicBezTo>
                    <a:pt x="2755" y="4434"/>
                    <a:pt x="8756" y="16"/>
                    <a:pt x="15549" y="12"/>
                  </a:cubicBezTo>
                  <a:lnTo>
                    <a:pt x="15547" y="10"/>
                  </a:lnTo>
                  <a:close/>
                  <a:moveTo>
                    <a:pt x="15549" y="0"/>
                  </a:moveTo>
                  <a:cubicBezTo>
                    <a:pt x="8761" y="0"/>
                    <a:pt x="2732" y="4445"/>
                    <a:pt x="716" y="10913"/>
                  </a:cubicBezTo>
                  <a:cubicBezTo>
                    <a:pt x="469" y="11700"/>
                    <a:pt x="287" y="12503"/>
                    <a:pt x="169" y="13321"/>
                  </a:cubicBezTo>
                  <a:cubicBezTo>
                    <a:pt x="54" y="14106"/>
                    <a:pt x="1" y="14898"/>
                    <a:pt x="5" y="15690"/>
                  </a:cubicBezTo>
                  <a:cubicBezTo>
                    <a:pt x="10" y="16470"/>
                    <a:pt x="75" y="17248"/>
                    <a:pt x="199" y="18017"/>
                  </a:cubicBezTo>
                  <a:cubicBezTo>
                    <a:pt x="282" y="18539"/>
                    <a:pt x="393" y="19054"/>
                    <a:pt x="527" y="19564"/>
                  </a:cubicBezTo>
                  <a:cubicBezTo>
                    <a:pt x="906" y="20980"/>
                    <a:pt x="1483" y="22335"/>
                    <a:pt x="2240" y="23589"/>
                  </a:cubicBezTo>
                  <a:cubicBezTo>
                    <a:pt x="4563" y="27440"/>
                    <a:pt x="8530" y="30257"/>
                    <a:pt x="13326" y="30955"/>
                  </a:cubicBezTo>
                  <a:cubicBezTo>
                    <a:pt x="14074" y="31063"/>
                    <a:pt x="14829" y="31116"/>
                    <a:pt x="15584" y="31119"/>
                  </a:cubicBezTo>
                  <a:cubicBezTo>
                    <a:pt x="22077" y="31119"/>
                    <a:pt x="27875" y="27052"/>
                    <a:pt x="30131" y="21040"/>
                  </a:cubicBezTo>
                  <a:cubicBezTo>
                    <a:pt x="30525" y="19994"/>
                    <a:pt x="30805" y="18906"/>
                    <a:pt x="30964" y="17798"/>
                  </a:cubicBezTo>
                  <a:cubicBezTo>
                    <a:pt x="31033" y="17322"/>
                    <a:pt x="31080" y="16849"/>
                    <a:pt x="31105" y="16378"/>
                  </a:cubicBezTo>
                  <a:cubicBezTo>
                    <a:pt x="31183" y="14914"/>
                    <a:pt x="31054" y="13448"/>
                    <a:pt x="30722" y="12021"/>
                  </a:cubicBezTo>
                  <a:cubicBezTo>
                    <a:pt x="30602" y="11506"/>
                    <a:pt x="30454" y="10996"/>
                    <a:pt x="30283" y="10502"/>
                  </a:cubicBezTo>
                  <a:cubicBezTo>
                    <a:pt x="30029" y="9765"/>
                    <a:pt x="29717" y="9047"/>
                    <a:pt x="29355" y="8354"/>
                  </a:cubicBezTo>
                  <a:cubicBezTo>
                    <a:pt x="27120" y="4083"/>
                    <a:pt x="22936" y="908"/>
                    <a:pt x="17803" y="164"/>
                  </a:cubicBezTo>
                  <a:cubicBezTo>
                    <a:pt x="17057" y="56"/>
                    <a:pt x="16304" y="0"/>
                    <a:pt x="1554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0"/>
            <p:cNvSpPr/>
            <p:nvPr/>
          </p:nvSpPr>
          <p:spPr>
            <a:xfrm>
              <a:off x="2861275" y="4546975"/>
              <a:ext cx="658650" cy="658675"/>
            </a:xfrm>
            <a:custGeom>
              <a:avLst/>
              <a:gdLst/>
              <a:ahLst/>
              <a:cxnLst/>
              <a:rect l="l" t="t" r="r" b="b"/>
              <a:pathLst>
                <a:path w="26346" h="26347" fill="none" extrusionOk="0">
                  <a:moveTo>
                    <a:pt x="22488" y="3859"/>
                  </a:moveTo>
                  <a:cubicBezTo>
                    <a:pt x="24958" y="6329"/>
                    <a:pt x="26346" y="9680"/>
                    <a:pt x="26346" y="13173"/>
                  </a:cubicBezTo>
                  <a:cubicBezTo>
                    <a:pt x="26346" y="16667"/>
                    <a:pt x="24958" y="20017"/>
                    <a:pt x="22488" y="22488"/>
                  </a:cubicBezTo>
                  <a:cubicBezTo>
                    <a:pt x="20017" y="24958"/>
                    <a:pt x="16667" y="26346"/>
                    <a:pt x="13173" y="26346"/>
                  </a:cubicBezTo>
                  <a:cubicBezTo>
                    <a:pt x="9680" y="26346"/>
                    <a:pt x="6329" y="24958"/>
                    <a:pt x="3859" y="22488"/>
                  </a:cubicBezTo>
                  <a:cubicBezTo>
                    <a:pt x="1388" y="20017"/>
                    <a:pt x="0" y="16667"/>
                    <a:pt x="0" y="13173"/>
                  </a:cubicBezTo>
                  <a:cubicBezTo>
                    <a:pt x="0" y="9680"/>
                    <a:pt x="1388" y="6329"/>
                    <a:pt x="3859" y="3859"/>
                  </a:cubicBezTo>
                  <a:cubicBezTo>
                    <a:pt x="6329" y="1388"/>
                    <a:pt x="9680" y="1"/>
                    <a:pt x="13173" y="1"/>
                  </a:cubicBezTo>
                  <a:cubicBezTo>
                    <a:pt x="16667" y="1"/>
                    <a:pt x="20017" y="1388"/>
                    <a:pt x="22488" y="3859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0"/>
            <p:cNvSpPr/>
            <p:nvPr/>
          </p:nvSpPr>
          <p:spPr>
            <a:xfrm>
              <a:off x="2892850" y="4588600"/>
              <a:ext cx="595500" cy="575475"/>
            </a:xfrm>
            <a:custGeom>
              <a:avLst/>
              <a:gdLst/>
              <a:ahLst/>
              <a:cxnLst/>
              <a:rect l="l" t="t" r="r" b="b"/>
              <a:pathLst>
                <a:path w="23820" h="23019" extrusionOk="0">
                  <a:moveTo>
                    <a:pt x="11896" y="0"/>
                  </a:moveTo>
                  <a:cubicBezTo>
                    <a:pt x="5865" y="7"/>
                    <a:pt x="864" y="4669"/>
                    <a:pt x="432" y="10684"/>
                  </a:cubicBezTo>
                  <a:cubicBezTo>
                    <a:pt x="0" y="16701"/>
                    <a:pt x="4286" y="22028"/>
                    <a:pt x="10255" y="22896"/>
                  </a:cubicBezTo>
                  <a:cubicBezTo>
                    <a:pt x="10809" y="22977"/>
                    <a:pt x="11365" y="23019"/>
                    <a:pt x="11924" y="23019"/>
                  </a:cubicBezTo>
                  <a:cubicBezTo>
                    <a:pt x="17955" y="23009"/>
                    <a:pt x="22959" y="18348"/>
                    <a:pt x="23388" y="12333"/>
                  </a:cubicBezTo>
                  <a:cubicBezTo>
                    <a:pt x="23820" y="6315"/>
                    <a:pt x="19534" y="989"/>
                    <a:pt x="13566" y="120"/>
                  </a:cubicBezTo>
                  <a:cubicBezTo>
                    <a:pt x="13014" y="40"/>
                    <a:pt x="12455" y="0"/>
                    <a:pt x="11896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0"/>
            <p:cNvSpPr/>
            <p:nvPr/>
          </p:nvSpPr>
          <p:spPr>
            <a:xfrm>
              <a:off x="2882925" y="4588425"/>
              <a:ext cx="615425" cy="575775"/>
            </a:xfrm>
            <a:custGeom>
              <a:avLst/>
              <a:gdLst/>
              <a:ahLst/>
              <a:cxnLst/>
              <a:rect l="l" t="t" r="r" b="b"/>
              <a:pathLst>
                <a:path w="24617" h="23031" extrusionOk="0">
                  <a:moveTo>
                    <a:pt x="12293" y="10"/>
                  </a:moveTo>
                  <a:lnTo>
                    <a:pt x="12293" y="12"/>
                  </a:lnTo>
                  <a:cubicBezTo>
                    <a:pt x="12852" y="12"/>
                    <a:pt x="13409" y="53"/>
                    <a:pt x="13963" y="132"/>
                  </a:cubicBezTo>
                  <a:cubicBezTo>
                    <a:pt x="19927" y="1000"/>
                    <a:pt x="24210" y="6327"/>
                    <a:pt x="23780" y="12340"/>
                  </a:cubicBezTo>
                  <a:cubicBezTo>
                    <a:pt x="23349" y="18350"/>
                    <a:pt x="18350" y="23012"/>
                    <a:pt x="12321" y="23019"/>
                  </a:cubicBezTo>
                  <a:cubicBezTo>
                    <a:pt x="11765" y="23019"/>
                    <a:pt x="11206" y="22979"/>
                    <a:pt x="10654" y="22899"/>
                  </a:cubicBezTo>
                  <a:cubicBezTo>
                    <a:pt x="4685" y="22033"/>
                    <a:pt x="397" y="16706"/>
                    <a:pt x="829" y="10691"/>
                  </a:cubicBezTo>
                  <a:cubicBezTo>
                    <a:pt x="1261" y="4676"/>
                    <a:pt x="6262" y="17"/>
                    <a:pt x="12293" y="10"/>
                  </a:cubicBezTo>
                  <a:close/>
                  <a:moveTo>
                    <a:pt x="12293" y="0"/>
                  </a:moveTo>
                  <a:cubicBezTo>
                    <a:pt x="6669" y="0"/>
                    <a:pt x="1746" y="4127"/>
                    <a:pt x="915" y="9857"/>
                  </a:cubicBezTo>
                  <a:cubicBezTo>
                    <a:pt x="0" y="16149"/>
                    <a:pt x="4360" y="21993"/>
                    <a:pt x="10652" y="22908"/>
                  </a:cubicBezTo>
                  <a:cubicBezTo>
                    <a:pt x="11203" y="22989"/>
                    <a:pt x="11762" y="23028"/>
                    <a:pt x="12321" y="23030"/>
                  </a:cubicBezTo>
                  <a:cubicBezTo>
                    <a:pt x="17948" y="23030"/>
                    <a:pt x="22868" y="18902"/>
                    <a:pt x="23702" y="13171"/>
                  </a:cubicBezTo>
                  <a:cubicBezTo>
                    <a:pt x="24616" y="6879"/>
                    <a:pt x="20257" y="1035"/>
                    <a:pt x="13965" y="120"/>
                  </a:cubicBezTo>
                  <a:cubicBezTo>
                    <a:pt x="13411" y="40"/>
                    <a:pt x="12852" y="0"/>
                    <a:pt x="1229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0"/>
            <p:cNvSpPr/>
            <p:nvPr/>
          </p:nvSpPr>
          <p:spPr>
            <a:xfrm>
              <a:off x="2814700" y="4787800"/>
              <a:ext cx="766375" cy="289275"/>
            </a:xfrm>
            <a:custGeom>
              <a:avLst/>
              <a:gdLst/>
              <a:ahLst/>
              <a:cxnLst/>
              <a:rect l="l" t="t" r="r" b="b"/>
              <a:pathLst>
                <a:path w="30655" h="11571" extrusionOk="0">
                  <a:moveTo>
                    <a:pt x="30192" y="1"/>
                  </a:moveTo>
                  <a:lnTo>
                    <a:pt x="0" y="7546"/>
                  </a:lnTo>
                  <a:cubicBezTo>
                    <a:pt x="379" y="8962"/>
                    <a:pt x="956" y="10317"/>
                    <a:pt x="1713" y="11571"/>
                  </a:cubicBezTo>
                  <a:lnTo>
                    <a:pt x="30573" y="4360"/>
                  </a:lnTo>
                  <a:cubicBezTo>
                    <a:pt x="30654" y="2896"/>
                    <a:pt x="30525" y="1428"/>
                    <a:pt x="30192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0"/>
            <p:cNvSpPr/>
            <p:nvPr/>
          </p:nvSpPr>
          <p:spPr>
            <a:xfrm>
              <a:off x="2801650" y="4696250"/>
              <a:ext cx="756850" cy="241550"/>
            </a:xfrm>
            <a:custGeom>
              <a:avLst/>
              <a:gdLst/>
              <a:ahLst/>
              <a:cxnLst/>
              <a:rect l="l" t="t" r="r" b="b"/>
              <a:pathLst>
                <a:path w="30274" h="9662" extrusionOk="0">
                  <a:moveTo>
                    <a:pt x="29347" y="1"/>
                  </a:moveTo>
                  <a:lnTo>
                    <a:pt x="0" y="7334"/>
                  </a:lnTo>
                  <a:cubicBezTo>
                    <a:pt x="5" y="8112"/>
                    <a:pt x="70" y="8890"/>
                    <a:pt x="194" y="9661"/>
                  </a:cubicBezTo>
                  <a:lnTo>
                    <a:pt x="30273" y="2143"/>
                  </a:lnTo>
                  <a:cubicBezTo>
                    <a:pt x="30019" y="1407"/>
                    <a:pt x="29710" y="691"/>
                    <a:pt x="293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0"/>
            <p:cNvSpPr/>
            <p:nvPr/>
          </p:nvSpPr>
          <p:spPr>
            <a:xfrm>
              <a:off x="2777975" y="4760150"/>
              <a:ext cx="776700" cy="562025"/>
            </a:xfrm>
            <a:custGeom>
              <a:avLst/>
              <a:gdLst/>
              <a:ahLst/>
              <a:cxnLst/>
              <a:rect l="l" t="t" r="r" b="b"/>
              <a:pathLst>
                <a:path w="31068" h="22481" extrusionOk="0">
                  <a:moveTo>
                    <a:pt x="1658" y="1"/>
                  </a:moveTo>
                  <a:lnTo>
                    <a:pt x="1658" y="1"/>
                  </a:lnTo>
                  <a:cubicBezTo>
                    <a:pt x="562" y="2201"/>
                    <a:pt x="1" y="4628"/>
                    <a:pt x="17" y="7087"/>
                  </a:cubicBezTo>
                  <a:cubicBezTo>
                    <a:pt x="21" y="7867"/>
                    <a:pt x="88" y="8645"/>
                    <a:pt x="213" y="9417"/>
                  </a:cubicBezTo>
                  <a:cubicBezTo>
                    <a:pt x="296" y="9936"/>
                    <a:pt x="405" y="10453"/>
                    <a:pt x="541" y="10961"/>
                  </a:cubicBezTo>
                  <a:cubicBezTo>
                    <a:pt x="917" y="12379"/>
                    <a:pt x="1495" y="13732"/>
                    <a:pt x="2252" y="14988"/>
                  </a:cubicBezTo>
                  <a:cubicBezTo>
                    <a:pt x="4577" y="18837"/>
                    <a:pt x="8542" y="21654"/>
                    <a:pt x="13340" y="22352"/>
                  </a:cubicBezTo>
                  <a:cubicBezTo>
                    <a:pt x="13938" y="22439"/>
                    <a:pt x="14538" y="22481"/>
                    <a:pt x="15137" y="22481"/>
                  </a:cubicBezTo>
                  <a:cubicBezTo>
                    <a:pt x="22061" y="22481"/>
                    <a:pt x="28760" y="16846"/>
                    <a:pt x="31068" y="10128"/>
                  </a:cubicBezTo>
                  <a:lnTo>
                    <a:pt x="31068" y="10128"/>
                  </a:lnTo>
                  <a:cubicBezTo>
                    <a:pt x="28814" y="16140"/>
                    <a:pt x="23015" y="20206"/>
                    <a:pt x="16520" y="20206"/>
                  </a:cubicBezTo>
                  <a:cubicBezTo>
                    <a:pt x="15776" y="20206"/>
                    <a:pt x="15023" y="20152"/>
                    <a:pt x="14265" y="20043"/>
                  </a:cubicBezTo>
                  <a:cubicBezTo>
                    <a:pt x="9470" y="19345"/>
                    <a:pt x="5503" y="16528"/>
                    <a:pt x="3180" y="12677"/>
                  </a:cubicBezTo>
                  <a:cubicBezTo>
                    <a:pt x="2423" y="11423"/>
                    <a:pt x="1845" y="10068"/>
                    <a:pt x="1467" y="8652"/>
                  </a:cubicBezTo>
                  <a:cubicBezTo>
                    <a:pt x="1333" y="8142"/>
                    <a:pt x="1224" y="7627"/>
                    <a:pt x="1141" y="7105"/>
                  </a:cubicBezTo>
                  <a:cubicBezTo>
                    <a:pt x="1017" y="6336"/>
                    <a:pt x="950" y="5558"/>
                    <a:pt x="945" y="4778"/>
                  </a:cubicBezTo>
                  <a:cubicBezTo>
                    <a:pt x="940" y="3984"/>
                    <a:pt x="993" y="3192"/>
                    <a:pt x="1109" y="2409"/>
                  </a:cubicBezTo>
                  <a:cubicBezTo>
                    <a:pt x="1227" y="1591"/>
                    <a:pt x="1409" y="786"/>
                    <a:pt x="1658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562;p30"/>
          <p:cNvGrpSpPr/>
          <p:nvPr/>
        </p:nvGrpSpPr>
        <p:grpSpPr>
          <a:xfrm rot="-297704">
            <a:off x="7899097" y="2513690"/>
            <a:ext cx="529816" cy="397428"/>
            <a:chOff x="2787100" y="3506250"/>
            <a:chExt cx="854925" cy="641300"/>
          </a:xfrm>
        </p:grpSpPr>
        <p:sp>
          <p:nvSpPr>
            <p:cNvPr id="563" name="Google Shape;563;p30"/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0"/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0"/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0"/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0"/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0"/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0"/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575;p31">
            <a:extLst>
              <a:ext uri="{FF2B5EF4-FFF2-40B4-BE49-F238E27FC236}">
                <a16:creationId xmlns:a16="http://schemas.microsoft.com/office/drawing/2014/main" id="{99C5A4A1-6821-AC00-100F-78EABC467FB8}"/>
              </a:ext>
            </a:extLst>
          </p:cNvPr>
          <p:cNvSpPr txBox="1">
            <a:spLocks/>
          </p:cNvSpPr>
          <p:nvPr/>
        </p:nvSpPr>
        <p:spPr>
          <a:xfrm>
            <a:off x="3176454" y="3567512"/>
            <a:ext cx="2791091" cy="819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ppio One"/>
              <a:buNone/>
              <a:defRPr sz="5000" b="0" i="0" u="none" strike="noStrike" cap="none">
                <a:solidFill>
                  <a:schemeClr val="accent1"/>
                </a:solidFill>
                <a:latin typeface="Doppio One"/>
                <a:ea typeface="Doppio One"/>
                <a:cs typeface="Doppio One"/>
                <a:sym typeface="Doppio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400" dirty="0" err="1"/>
              <a:t>RandomForest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9166177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50689-5612-EBC9-7DDE-FA102943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91836"/>
            <a:ext cx="7704000" cy="572700"/>
          </a:xfrm>
        </p:spPr>
        <p:txBody>
          <a:bodyPr/>
          <a:lstStyle/>
          <a:p>
            <a:r>
              <a:rPr lang="fr-FR" dirty="0"/>
              <a:t>Présentation du </a:t>
            </a:r>
            <a:r>
              <a:rPr lang="fr-FR" dirty="0" err="1"/>
              <a:t>RandomForest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5461C0-447A-C73A-C51C-BFE8704B7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59338" y="1035584"/>
            <a:ext cx="4473520" cy="3267018"/>
          </a:xfrm>
        </p:spPr>
        <p:txBody>
          <a:bodyPr anchor="t"/>
          <a:lstStyle/>
          <a:p>
            <a:pPr marL="139700" indent="0">
              <a:buNone/>
            </a:pPr>
            <a:r>
              <a:rPr lang="fr-FR" sz="1600" dirty="0">
                <a:latin typeface="Doppio One"/>
                <a:sym typeface="Doppio One"/>
              </a:rPr>
              <a:t>Le </a:t>
            </a:r>
            <a:r>
              <a:rPr lang="fr-FR" sz="1600" dirty="0" err="1">
                <a:latin typeface="Doppio One"/>
                <a:sym typeface="Doppio One"/>
              </a:rPr>
              <a:t>RandomForest</a:t>
            </a:r>
            <a:r>
              <a:rPr lang="fr-FR" sz="1600" dirty="0">
                <a:latin typeface="Doppio One"/>
                <a:sym typeface="Doppio One"/>
              </a:rPr>
              <a:t> est un algorithme supervisé:</a:t>
            </a:r>
          </a:p>
          <a:p>
            <a:pPr marL="139700" indent="0">
              <a:buNone/>
            </a:pPr>
            <a:r>
              <a:rPr lang="fr-FR" sz="1600" dirty="0">
                <a:latin typeface="Doppio One"/>
                <a:sym typeface="Doppio One"/>
              </a:rPr>
              <a:t>Il a besoin de données d’entrainement pour pouvoir fonctionner.</a:t>
            </a:r>
          </a:p>
          <a:p>
            <a:pPr marL="139700" indent="0">
              <a:buNone/>
            </a:pPr>
            <a:endParaRPr lang="fr-FR" sz="1600" dirty="0">
              <a:latin typeface="Doppio One"/>
              <a:sym typeface="Doppio One"/>
            </a:endParaRPr>
          </a:p>
          <a:p>
            <a:pPr marL="139700" indent="0">
              <a:buNone/>
            </a:pPr>
            <a:r>
              <a:rPr lang="fr-FR" sz="1600" dirty="0">
                <a:latin typeface="Doppio One"/>
                <a:sym typeface="Doppio One"/>
              </a:rPr>
              <a:t>Il construit des centaines d'arbres indépendants et en introduisant du hasard à deux niveaux clés:</a:t>
            </a:r>
          </a:p>
          <a:p>
            <a:r>
              <a:rPr lang="fr-FR" sz="1600" dirty="0">
                <a:latin typeface="Doppio One"/>
                <a:sym typeface="Doppio One"/>
              </a:rPr>
              <a:t>Les données (sous ensemble tiré au hasard pour chaque arbre)</a:t>
            </a:r>
          </a:p>
          <a:p>
            <a:r>
              <a:rPr lang="fr-FR" sz="1600" dirty="0">
                <a:latin typeface="Doppio One"/>
                <a:sym typeface="Doppio One"/>
              </a:rPr>
              <a:t>Les variables (sous ensemble tiré au hasard pour chaque arbre)</a:t>
            </a:r>
          </a:p>
          <a:p>
            <a:pPr marL="139700" indent="0">
              <a:buNone/>
            </a:pPr>
            <a:endParaRPr lang="fr-FR" sz="1600" dirty="0">
              <a:latin typeface="Doppio One"/>
              <a:sym typeface="Doppio One"/>
            </a:endParaRPr>
          </a:p>
          <a:p>
            <a:pPr marL="139700" indent="0">
              <a:buNone/>
            </a:pPr>
            <a:r>
              <a:rPr lang="fr-FR" sz="1600" dirty="0">
                <a:latin typeface="Doppio One"/>
                <a:sym typeface="Doppio One"/>
              </a:rPr>
              <a:t>Les arbres votent pour élire une classe à la majorité.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292FDB-27D9-5600-61CD-1C34700A1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21</a:t>
            </a:fld>
            <a:endParaRPr lang="fr-FR"/>
          </a:p>
        </p:txBody>
      </p:sp>
      <p:grpSp>
        <p:nvGrpSpPr>
          <p:cNvPr id="19" name="Google Shape;491;p30">
            <a:extLst>
              <a:ext uri="{FF2B5EF4-FFF2-40B4-BE49-F238E27FC236}">
                <a16:creationId xmlns:a16="http://schemas.microsoft.com/office/drawing/2014/main" id="{9CE0DC9D-9550-6AA7-1637-504AA18DCE4C}"/>
              </a:ext>
            </a:extLst>
          </p:cNvPr>
          <p:cNvGrpSpPr/>
          <p:nvPr/>
        </p:nvGrpSpPr>
        <p:grpSpPr>
          <a:xfrm rot="1790401">
            <a:off x="763940" y="4099764"/>
            <a:ext cx="701869" cy="1011948"/>
            <a:chOff x="1705850" y="434250"/>
            <a:chExt cx="978800" cy="1411225"/>
          </a:xfrm>
        </p:grpSpPr>
        <p:sp>
          <p:nvSpPr>
            <p:cNvPr id="20" name="Google Shape;492;p30">
              <a:extLst>
                <a:ext uri="{FF2B5EF4-FFF2-40B4-BE49-F238E27FC236}">
                  <a16:creationId xmlns:a16="http://schemas.microsoft.com/office/drawing/2014/main" id="{53DE07AC-DCA8-49BC-0CB7-6F69A58E6870}"/>
                </a:ext>
              </a:extLst>
            </p:cNvPr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93;p30">
              <a:extLst>
                <a:ext uri="{FF2B5EF4-FFF2-40B4-BE49-F238E27FC236}">
                  <a16:creationId xmlns:a16="http://schemas.microsoft.com/office/drawing/2014/main" id="{FDDF68AE-1369-6102-BECA-611AE7097014}"/>
                </a:ext>
              </a:extLst>
            </p:cNvPr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94;p30">
              <a:extLst>
                <a:ext uri="{FF2B5EF4-FFF2-40B4-BE49-F238E27FC236}">
                  <a16:creationId xmlns:a16="http://schemas.microsoft.com/office/drawing/2014/main" id="{92412262-EF24-1FA6-BCCF-43349E99184D}"/>
                </a:ext>
              </a:extLst>
            </p:cNvPr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95;p30">
              <a:extLst>
                <a:ext uri="{FF2B5EF4-FFF2-40B4-BE49-F238E27FC236}">
                  <a16:creationId xmlns:a16="http://schemas.microsoft.com/office/drawing/2014/main" id="{B40C7CBB-3906-5C79-BD73-A3CF8CCE2FD1}"/>
                </a:ext>
              </a:extLst>
            </p:cNvPr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96;p30">
              <a:extLst>
                <a:ext uri="{FF2B5EF4-FFF2-40B4-BE49-F238E27FC236}">
                  <a16:creationId xmlns:a16="http://schemas.microsoft.com/office/drawing/2014/main" id="{56A3A213-AF2C-62B2-EB62-B0042691DA2D}"/>
                </a:ext>
              </a:extLst>
            </p:cNvPr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97;p30">
              <a:extLst>
                <a:ext uri="{FF2B5EF4-FFF2-40B4-BE49-F238E27FC236}">
                  <a16:creationId xmlns:a16="http://schemas.microsoft.com/office/drawing/2014/main" id="{85B3848B-3AF8-FD2E-9A31-E2D7E164D472}"/>
                </a:ext>
              </a:extLst>
            </p:cNvPr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98;p30">
              <a:extLst>
                <a:ext uri="{FF2B5EF4-FFF2-40B4-BE49-F238E27FC236}">
                  <a16:creationId xmlns:a16="http://schemas.microsoft.com/office/drawing/2014/main" id="{8AB24BD1-7846-2173-8A12-0BADD29ABB11}"/>
                </a:ext>
              </a:extLst>
            </p:cNvPr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562;p30">
            <a:extLst>
              <a:ext uri="{FF2B5EF4-FFF2-40B4-BE49-F238E27FC236}">
                <a16:creationId xmlns:a16="http://schemas.microsoft.com/office/drawing/2014/main" id="{A7543A7F-985C-7216-A3FD-0708542CC476}"/>
              </a:ext>
            </a:extLst>
          </p:cNvPr>
          <p:cNvGrpSpPr/>
          <p:nvPr/>
        </p:nvGrpSpPr>
        <p:grpSpPr>
          <a:xfrm rot="-297704">
            <a:off x="849961" y="446158"/>
            <a:ext cx="529816" cy="397428"/>
            <a:chOff x="2787100" y="3506250"/>
            <a:chExt cx="854925" cy="641300"/>
          </a:xfrm>
        </p:grpSpPr>
        <p:sp>
          <p:nvSpPr>
            <p:cNvPr id="44" name="Google Shape;563;p30">
              <a:extLst>
                <a:ext uri="{FF2B5EF4-FFF2-40B4-BE49-F238E27FC236}">
                  <a16:creationId xmlns:a16="http://schemas.microsoft.com/office/drawing/2014/main" id="{A7F9C08E-3103-04CC-4EE2-4B388B6EC4FB}"/>
                </a:ext>
              </a:extLst>
            </p:cNvPr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64;p30">
              <a:extLst>
                <a:ext uri="{FF2B5EF4-FFF2-40B4-BE49-F238E27FC236}">
                  <a16:creationId xmlns:a16="http://schemas.microsoft.com/office/drawing/2014/main" id="{8F6965CD-16B4-61BB-E0D7-B0BF0237DF1B}"/>
                </a:ext>
              </a:extLst>
            </p:cNvPr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65;p30">
              <a:extLst>
                <a:ext uri="{FF2B5EF4-FFF2-40B4-BE49-F238E27FC236}">
                  <a16:creationId xmlns:a16="http://schemas.microsoft.com/office/drawing/2014/main" id="{B9E97159-F379-6D0C-B3A8-7743D51FD214}"/>
                </a:ext>
              </a:extLst>
            </p:cNvPr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66;p30">
              <a:extLst>
                <a:ext uri="{FF2B5EF4-FFF2-40B4-BE49-F238E27FC236}">
                  <a16:creationId xmlns:a16="http://schemas.microsoft.com/office/drawing/2014/main" id="{C10EA4A7-7BA2-9F2F-82D4-5892A46F76FF}"/>
                </a:ext>
              </a:extLst>
            </p:cNvPr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67;p30">
              <a:extLst>
                <a:ext uri="{FF2B5EF4-FFF2-40B4-BE49-F238E27FC236}">
                  <a16:creationId xmlns:a16="http://schemas.microsoft.com/office/drawing/2014/main" id="{59F0DB3B-ABDF-96EF-98B0-3EB395BD79E0}"/>
                </a:ext>
              </a:extLst>
            </p:cNvPr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68;p30">
              <a:extLst>
                <a:ext uri="{FF2B5EF4-FFF2-40B4-BE49-F238E27FC236}">
                  <a16:creationId xmlns:a16="http://schemas.microsoft.com/office/drawing/2014/main" id="{A0D154CD-D7D5-B01C-2A21-1291F8F34610}"/>
                </a:ext>
              </a:extLst>
            </p:cNvPr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69;p30">
              <a:extLst>
                <a:ext uri="{FF2B5EF4-FFF2-40B4-BE49-F238E27FC236}">
                  <a16:creationId xmlns:a16="http://schemas.microsoft.com/office/drawing/2014/main" id="{BA0C5A17-1516-B601-BAB7-E7FE0A8A8A49}"/>
                </a:ext>
              </a:extLst>
            </p:cNvPr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" name="Google Shape;483;p30">
            <a:extLst>
              <a:ext uri="{FF2B5EF4-FFF2-40B4-BE49-F238E27FC236}">
                <a16:creationId xmlns:a16="http://schemas.microsoft.com/office/drawing/2014/main" id="{8488AC6B-B645-98CF-F5BE-960A2395D162}"/>
              </a:ext>
            </a:extLst>
          </p:cNvPr>
          <p:cNvGrpSpPr/>
          <p:nvPr/>
        </p:nvGrpSpPr>
        <p:grpSpPr>
          <a:xfrm rot="4621808">
            <a:off x="6864613" y="6844"/>
            <a:ext cx="933908" cy="1011918"/>
            <a:chOff x="2761250" y="617875"/>
            <a:chExt cx="1222900" cy="1325050"/>
          </a:xfrm>
        </p:grpSpPr>
        <p:sp>
          <p:nvSpPr>
            <p:cNvPr id="52" name="Google Shape;484;p30">
              <a:extLst>
                <a:ext uri="{FF2B5EF4-FFF2-40B4-BE49-F238E27FC236}">
                  <a16:creationId xmlns:a16="http://schemas.microsoft.com/office/drawing/2014/main" id="{BB4FEF4C-06EC-5A06-FFA3-BC09AA1A27E9}"/>
                </a:ext>
              </a:extLst>
            </p:cNvPr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85;p30">
              <a:extLst>
                <a:ext uri="{FF2B5EF4-FFF2-40B4-BE49-F238E27FC236}">
                  <a16:creationId xmlns:a16="http://schemas.microsoft.com/office/drawing/2014/main" id="{8D337423-2DC0-DEBF-C970-AA5B5A32EB1B}"/>
                </a:ext>
              </a:extLst>
            </p:cNvPr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86;p30">
              <a:extLst>
                <a:ext uri="{FF2B5EF4-FFF2-40B4-BE49-F238E27FC236}">
                  <a16:creationId xmlns:a16="http://schemas.microsoft.com/office/drawing/2014/main" id="{1C6377BA-4CD4-2F6F-54CA-E84C34131C08}"/>
                </a:ext>
              </a:extLst>
            </p:cNvPr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87;p30">
              <a:extLst>
                <a:ext uri="{FF2B5EF4-FFF2-40B4-BE49-F238E27FC236}">
                  <a16:creationId xmlns:a16="http://schemas.microsoft.com/office/drawing/2014/main" id="{3753B526-7628-CE7A-BEC1-ABA52864AD0B}"/>
                </a:ext>
              </a:extLst>
            </p:cNvPr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88;p30">
              <a:extLst>
                <a:ext uri="{FF2B5EF4-FFF2-40B4-BE49-F238E27FC236}">
                  <a16:creationId xmlns:a16="http://schemas.microsoft.com/office/drawing/2014/main" id="{084A68E0-26C4-EAAE-010F-1AA30458B7B2}"/>
                </a:ext>
              </a:extLst>
            </p:cNvPr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89;p30">
              <a:extLst>
                <a:ext uri="{FF2B5EF4-FFF2-40B4-BE49-F238E27FC236}">
                  <a16:creationId xmlns:a16="http://schemas.microsoft.com/office/drawing/2014/main" id="{6C48F1F3-1214-6158-625A-E457BBF084CF}"/>
                </a:ext>
              </a:extLst>
            </p:cNvPr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90;p30">
              <a:extLst>
                <a:ext uri="{FF2B5EF4-FFF2-40B4-BE49-F238E27FC236}">
                  <a16:creationId xmlns:a16="http://schemas.microsoft.com/office/drawing/2014/main" id="{9F9903FB-2186-BB3B-3783-E84D520D315D}"/>
                </a:ext>
              </a:extLst>
            </p:cNvPr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Image 4">
            <a:extLst>
              <a:ext uri="{FF2B5EF4-FFF2-40B4-BE49-F238E27FC236}">
                <a16:creationId xmlns:a16="http://schemas.microsoft.com/office/drawing/2014/main" id="{AA0D23E6-491D-935F-485E-0CA7F1CA4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85" y="1094623"/>
            <a:ext cx="4313439" cy="308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50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50689-5612-EBC9-7DDE-FA102943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91836"/>
            <a:ext cx="7704000" cy="572700"/>
          </a:xfrm>
        </p:spPr>
        <p:txBody>
          <a:bodyPr/>
          <a:lstStyle/>
          <a:p>
            <a:r>
              <a:rPr lang="fr-FR" dirty="0"/>
              <a:t>Résultats du </a:t>
            </a:r>
            <a:r>
              <a:rPr lang="fr-FR" dirty="0" err="1"/>
              <a:t>RandomForest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5461C0-447A-C73A-C51C-BFE8704B7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3335" y="1004328"/>
            <a:ext cx="3132391" cy="3517522"/>
          </a:xfrm>
        </p:spPr>
        <p:txBody>
          <a:bodyPr anchor="t"/>
          <a:lstStyle/>
          <a:p>
            <a:pPr marL="139700" indent="0">
              <a:buNone/>
            </a:pPr>
            <a:r>
              <a:rPr lang="fr-FR" dirty="0">
                <a:latin typeface="Doppio One"/>
                <a:sym typeface="Doppio One"/>
              </a:rPr>
              <a:t>De la même manière que pour la régression logistique et KNN, nous devons tester notre modèle sur un grand nombre d’itérations (ici 200) pour évaluer sa performance et sa robustesse.</a:t>
            </a:r>
          </a:p>
          <a:p>
            <a:pPr marL="139700" indent="0">
              <a:buNone/>
            </a:pPr>
            <a:endParaRPr lang="fr-FR" dirty="0">
              <a:latin typeface="Doppio One"/>
              <a:sym typeface="Doppio One"/>
            </a:endParaRPr>
          </a:p>
          <a:p>
            <a:pPr marL="139700" indent="0">
              <a:buNone/>
            </a:pPr>
            <a:r>
              <a:rPr lang="fr-FR" dirty="0">
                <a:latin typeface="Doppio One"/>
                <a:sym typeface="Doppio One"/>
              </a:rPr>
              <a:t>On obtient des résultats très élevés : 99,93% ROC AUC,  0,06% de variance.</a:t>
            </a:r>
          </a:p>
          <a:p>
            <a:pPr marL="139700" indent="0">
              <a:buNone/>
            </a:pPr>
            <a:endParaRPr lang="fr-FR" dirty="0">
              <a:latin typeface="Doppio One"/>
              <a:sym typeface="Doppio One"/>
            </a:endParaRPr>
          </a:p>
          <a:p>
            <a:pPr marL="139700" indent="0">
              <a:buNone/>
            </a:pPr>
            <a:r>
              <a:rPr lang="fr-FR" dirty="0">
                <a:latin typeface="Doppio One"/>
                <a:sym typeface="Doppio One"/>
              </a:rPr>
              <a:t>Ce sont les meilleurs résultats obtenus à présent.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292FDB-27D9-5600-61CD-1C34700A1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22</a:t>
            </a:fld>
            <a:endParaRPr lang="fr-FR" dirty="0"/>
          </a:p>
        </p:txBody>
      </p:sp>
      <p:grpSp>
        <p:nvGrpSpPr>
          <p:cNvPr id="19" name="Google Shape;491;p30">
            <a:extLst>
              <a:ext uri="{FF2B5EF4-FFF2-40B4-BE49-F238E27FC236}">
                <a16:creationId xmlns:a16="http://schemas.microsoft.com/office/drawing/2014/main" id="{9CE0DC9D-9550-6AA7-1637-504AA18DCE4C}"/>
              </a:ext>
            </a:extLst>
          </p:cNvPr>
          <p:cNvGrpSpPr/>
          <p:nvPr/>
        </p:nvGrpSpPr>
        <p:grpSpPr>
          <a:xfrm rot="1790401">
            <a:off x="8187169" y="197782"/>
            <a:ext cx="701869" cy="1011948"/>
            <a:chOff x="1705850" y="434250"/>
            <a:chExt cx="978800" cy="1411225"/>
          </a:xfrm>
        </p:grpSpPr>
        <p:sp>
          <p:nvSpPr>
            <p:cNvPr id="20" name="Google Shape;492;p30">
              <a:extLst>
                <a:ext uri="{FF2B5EF4-FFF2-40B4-BE49-F238E27FC236}">
                  <a16:creationId xmlns:a16="http://schemas.microsoft.com/office/drawing/2014/main" id="{53DE07AC-DCA8-49BC-0CB7-6F69A58E6870}"/>
                </a:ext>
              </a:extLst>
            </p:cNvPr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93;p30">
              <a:extLst>
                <a:ext uri="{FF2B5EF4-FFF2-40B4-BE49-F238E27FC236}">
                  <a16:creationId xmlns:a16="http://schemas.microsoft.com/office/drawing/2014/main" id="{FDDF68AE-1369-6102-BECA-611AE7097014}"/>
                </a:ext>
              </a:extLst>
            </p:cNvPr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94;p30">
              <a:extLst>
                <a:ext uri="{FF2B5EF4-FFF2-40B4-BE49-F238E27FC236}">
                  <a16:creationId xmlns:a16="http://schemas.microsoft.com/office/drawing/2014/main" id="{92412262-EF24-1FA6-BCCF-43349E99184D}"/>
                </a:ext>
              </a:extLst>
            </p:cNvPr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95;p30">
              <a:extLst>
                <a:ext uri="{FF2B5EF4-FFF2-40B4-BE49-F238E27FC236}">
                  <a16:creationId xmlns:a16="http://schemas.microsoft.com/office/drawing/2014/main" id="{B40C7CBB-3906-5C79-BD73-A3CF8CCE2FD1}"/>
                </a:ext>
              </a:extLst>
            </p:cNvPr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96;p30">
              <a:extLst>
                <a:ext uri="{FF2B5EF4-FFF2-40B4-BE49-F238E27FC236}">
                  <a16:creationId xmlns:a16="http://schemas.microsoft.com/office/drawing/2014/main" id="{56A3A213-AF2C-62B2-EB62-B0042691DA2D}"/>
                </a:ext>
              </a:extLst>
            </p:cNvPr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97;p30">
              <a:extLst>
                <a:ext uri="{FF2B5EF4-FFF2-40B4-BE49-F238E27FC236}">
                  <a16:creationId xmlns:a16="http://schemas.microsoft.com/office/drawing/2014/main" id="{85B3848B-3AF8-FD2E-9A31-E2D7E164D472}"/>
                </a:ext>
              </a:extLst>
            </p:cNvPr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98;p30">
              <a:extLst>
                <a:ext uri="{FF2B5EF4-FFF2-40B4-BE49-F238E27FC236}">
                  <a16:creationId xmlns:a16="http://schemas.microsoft.com/office/drawing/2014/main" id="{8AB24BD1-7846-2173-8A12-0BADD29ABB11}"/>
                </a:ext>
              </a:extLst>
            </p:cNvPr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562;p30">
            <a:extLst>
              <a:ext uri="{FF2B5EF4-FFF2-40B4-BE49-F238E27FC236}">
                <a16:creationId xmlns:a16="http://schemas.microsoft.com/office/drawing/2014/main" id="{A7543A7F-985C-7216-A3FD-0708542CC476}"/>
              </a:ext>
            </a:extLst>
          </p:cNvPr>
          <p:cNvGrpSpPr/>
          <p:nvPr/>
        </p:nvGrpSpPr>
        <p:grpSpPr>
          <a:xfrm rot="-297704">
            <a:off x="8480497" y="4632069"/>
            <a:ext cx="529816" cy="397428"/>
            <a:chOff x="2787100" y="3506250"/>
            <a:chExt cx="854925" cy="641300"/>
          </a:xfrm>
        </p:grpSpPr>
        <p:sp>
          <p:nvSpPr>
            <p:cNvPr id="44" name="Google Shape;563;p30">
              <a:extLst>
                <a:ext uri="{FF2B5EF4-FFF2-40B4-BE49-F238E27FC236}">
                  <a16:creationId xmlns:a16="http://schemas.microsoft.com/office/drawing/2014/main" id="{A7F9C08E-3103-04CC-4EE2-4B388B6EC4FB}"/>
                </a:ext>
              </a:extLst>
            </p:cNvPr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64;p30">
              <a:extLst>
                <a:ext uri="{FF2B5EF4-FFF2-40B4-BE49-F238E27FC236}">
                  <a16:creationId xmlns:a16="http://schemas.microsoft.com/office/drawing/2014/main" id="{8F6965CD-16B4-61BB-E0D7-B0BF0237DF1B}"/>
                </a:ext>
              </a:extLst>
            </p:cNvPr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65;p30">
              <a:extLst>
                <a:ext uri="{FF2B5EF4-FFF2-40B4-BE49-F238E27FC236}">
                  <a16:creationId xmlns:a16="http://schemas.microsoft.com/office/drawing/2014/main" id="{B9E97159-F379-6D0C-B3A8-7743D51FD214}"/>
                </a:ext>
              </a:extLst>
            </p:cNvPr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66;p30">
              <a:extLst>
                <a:ext uri="{FF2B5EF4-FFF2-40B4-BE49-F238E27FC236}">
                  <a16:creationId xmlns:a16="http://schemas.microsoft.com/office/drawing/2014/main" id="{C10EA4A7-7BA2-9F2F-82D4-5892A46F76FF}"/>
                </a:ext>
              </a:extLst>
            </p:cNvPr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67;p30">
              <a:extLst>
                <a:ext uri="{FF2B5EF4-FFF2-40B4-BE49-F238E27FC236}">
                  <a16:creationId xmlns:a16="http://schemas.microsoft.com/office/drawing/2014/main" id="{59F0DB3B-ABDF-96EF-98B0-3EB395BD79E0}"/>
                </a:ext>
              </a:extLst>
            </p:cNvPr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68;p30">
              <a:extLst>
                <a:ext uri="{FF2B5EF4-FFF2-40B4-BE49-F238E27FC236}">
                  <a16:creationId xmlns:a16="http://schemas.microsoft.com/office/drawing/2014/main" id="{A0D154CD-D7D5-B01C-2A21-1291F8F34610}"/>
                </a:ext>
              </a:extLst>
            </p:cNvPr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69;p30">
              <a:extLst>
                <a:ext uri="{FF2B5EF4-FFF2-40B4-BE49-F238E27FC236}">
                  <a16:creationId xmlns:a16="http://schemas.microsoft.com/office/drawing/2014/main" id="{BA0C5A17-1516-B601-BAB7-E7FE0A8A8A49}"/>
                </a:ext>
              </a:extLst>
            </p:cNvPr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" name="Google Shape;483;p30">
            <a:extLst>
              <a:ext uri="{FF2B5EF4-FFF2-40B4-BE49-F238E27FC236}">
                <a16:creationId xmlns:a16="http://schemas.microsoft.com/office/drawing/2014/main" id="{8488AC6B-B645-98CF-F5BE-960A2395D162}"/>
              </a:ext>
            </a:extLst>
          </p:cNvPr>
          <p:cNvGrpSpPr/>
          <p:nvPr/>
        </p:nvGrpSpPr>
        <p:grpSpPr>
          <a:xfrm rot="4621808">
            <a:off x="32946" y="62639"/>
            <a:ext cx="933908" cy="1011918"/>
            <a:chOff x="2761250" y="617875"/>
            <a:chExt cx="1222900" cy="1325050"/>
          </a:xfrm>
        </p:grpSpPr>
        <p:sp>
          <p:nvSpPr>
            <p:cNvPr id="52" name="Google Shape;484;p30">
              <a:extLst>
                <a:ext uri="{FF2B5EF4-FFF2-40B4-BE49-F238E27FC236}">
                  <a16:creationId xmlns:a16="http://schemas.microsoft.com/office/drawing/2014/main" id="{BB4FEF4C-06EC-5A06-FFA3-BC09AA1A27E9}"/>
                </a:ext>
              </a:extLst>
            </p:cNvPr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85;p30">
              <a:extLst>
                <a:ext uri="{FF2B5EF4-FFF2-40B4-BE49-F238E27FC236}">
                  <a16:creationId xmlns:a16="http://schemas.microsoft.com/office/drawing/2014/main" id="{8D337423-2DC0-DEBF-C970-AA5B5A32EB1B}"/>
                </a:ext>
              </a:extLst>
            </p:cNvPr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86;p30">
              <a:extLst>
                <a:ext uri="{FF2B5EF4-FFF2-40B4-BE49-F238E27FC236}">
                  <a16:creationId xmlns:a16="http://schemas.microsoft.com/office/drawing/2014/main" id="{1C6377BA-4CD4-2F6F-54CA-E84C34131C08}"/>
                </a:ext>
              </a:extLst>
            </p:cNvPr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87;p30">
              <a:extLst>
                <a:ext uri="{FF2B5EF4-FFF2-40B4-BE49-F238E27FC236}">
                  <a16:creationId xmlns:a16="http://schemas.microsoft.com/office/drawing/2014/main" id="{3753B526-7628-CE7A-BEC1-ABA52864AD0B}"/>
                </a:ext>
              </a:extLst>
            </p:cNvPr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88;p30">
              <a:extLst>
                <a:ext uri="{FF2B5EF4-FFF2-40B4-BE49-F238E27FC236}">
                  <a16:creationId xmlns:a16="http://schemas.microsoft.com/office/drawing/2014/main" id="{084A68E0-26C4-EAAE-010F-1AA30458B7B2}"/>
                </a:ext>
              </a:extLst>
            </p:cNvPr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89;p30">
              <a:extLst>
                <a:ext uri="{FF2B5EF4-FFF2-40B4-BE49-F238E27FC236}">
                  <a16:creationId xmlns:a16="http://schemas.microsoft.com/office/drawing/2014/main" id="{6C48F1F3-1214-6158-625A-E457BBF084CF}"/>
                </a:ext>
              </a:extLst>
            </p:cNvPr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90;p30">
              <a:extLst>
                <a:ext uri="{FF2B5EF4-FFF2-40B4-BE49-F238E27FC236}">
                  <a16:creationId xmlns:a16="http://schemas.microsoft.com/office/drawing/2014/main" id="{9F9903FB-2186-BB3B-3783-E84D520D315D}"/>
                </a:ext>
              </a:extLst>
            </p:cNvPr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Image 6">
            <a:extLst>
              <a:ext uri="{FF2B5EF4-FFF2-40B4-BE49-F238E27FC236}">
                <a16:creationId xmlns:a16="http://schemas.microsoft.com/office/drawing/2014/main" id="{13EB465F-BE9A-6F07-DF07-5CB18D74A2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95517" y="1129666"/>
            <a:ext cx="4927468" cy="308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6051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0"/>
          <p:cNvSpPr txBox="1">
            <a:spLocks noGrp="1"/>
          </p:cNvSpPr>
          <p:nvPr>
            <p:ph type="title" idx="2"/>
          </p:nvPr>
        </p:nvSpPr>
        <p:spPr>
          <a:xfrm>
            <a:off x="2996550" y="846766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81" name="Google Shape;481;p30"/>
          <p:cNvSpPr txBox="1">
            <a:spLocks noGrp="1"/>
          </p:cNvSpPr>
          <p:nvPr>
            <p:ph type="title"/>
          </p:nvPr>
        </p:nvSpPr>
        <p:spPr>
          <a:xfrm>
            <a:off x="1924800" y="2171625"/>
            <a:ext cx="5294400" cy="146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accent3"/>
                </a:solidFill>
              </a:rPr>
              <a:t>Méthodes de prédiction.</a:t>
            </a:r>
            <a:endParaRPr dirty="0">
              <a:solidFill>
                <a:schemeClr val="accent3"/>
              </a:solidFill>
            </a:endParaRPr>
          </a:p>
        </p:txBody>
      </p:sp>
      <p:cxnSp>
        <p:nvCxnSpPr>
          <p:cNvPr id="482" name="Google Shape;482;p30"/>
          <p:cNvCxnSpPr/>
          <p:nvPr/>
        </p:nvCxnSpPr>
        <p:spPr>
          <a:xfrm>
            <a:off x="4128525" y="1921404"/>
            <a:ext cx="9330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83" name="Google Shape;483;p30"/>
          <p:cNvGrpSpPr/>
          <p:nvPr/>
        </p:nvGrpSpPr>
        <p:grpSpPr>
          <a:xfrm rot="4621808">
            <a:off x="2376833" y="431218"/>
            <a:ext cx="933908" cy="1011918"/>
            <a:chOff x="2761250" y="617875"/>
            <a:chExt cx="1222900" cy="1325050"/>
          </a:xfrm>
        </p:grpSpPr>
        <p:sp>
          <p:nvSpPr>
            <p:cNvPr id="484" name="Google Shape;484;p30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0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0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0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0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0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0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1" name="Google Shape;491;p30"/>
          <p:cNvGrpSpPr/>
          <p:nvPr/>
        </p:nvGrpSpPr>
        <p:grpSpPr>
          <a:xfrm rot="1790401">
            <a:off x="6954508" y="1322976"/>
            <a:ext cx="701869" cy="1011948"/>
            <a:chOff x="1705850" y="434250"/>
            <a:chExt cx="978800" cy="1411225"/>
          </a:xfrm>
        </p:grpSpPr>
        <p:sp>
          <p:nvSpPr>
            <p:cNvPr id="492" name="Google Shape;492;p30"/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0"/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0"/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0"/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0"/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0"/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0"/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9" name="Google Shape;499;p30"/>
          <p:cNvGrpSpPr/>
          <p:nvPr/>
        </p:nvGrpSpPr>
        <p:grpSpPr>
          <a:xfrm rot="-1388379">
            <a:off x="1014117" y="2362682"/>
            <a:ext cx="584864" cy="513483"/>
            <a:chOff x="2665925" y="2466150"/>
            <a:chExt cx="627625" cy="551025"/>
          </a:xfrm>
        </p:grpSpPr>
        <p:sp>
          <p:nvSpPr>
            <p:cNvPr id="500" name="Google Shape;500;p30"/>
            <p:cNvSpPr/>
            <p:nvPr/>
          </p:nvSpPr>
          <p:spPr>
            <a:xfrm>
              <a:off x="2700675" y="2466150"/>
              <a:ext cx="592875" cy="549500"/>
            </a:xfrm>
            <a:custGeom>
              <a:avLst/>
              <a:gdLst/>
              <a:ahLst/>
              <a:cxnLst/>
              <a:rect l="l" t="t" r="r" b="b"/>
              <a:pathLst>
                <a:path w="23715" h="21980" extrusionOk="0">
                  <a:moveTo>
                    <a:pt x="6323" y="0"/>
                  </a:moveTo>
                  <a:cubicBezTo>
                    <a:pt x="5320" y="0"/>
                    <a:pt x="4347" y="220"/>
                    <a:pt x="3434" y="722"/>
                  </a:cubicBezTo>
                  <a:cubicBezTo>
                    <a:pt x="52" y="2578"/>
                    <a:pt x="1" y="6111"/>
                    <a:pt x="1" y="6111"/>
                  </a:cubicBezTo>
                  <a:cubicBezTo>
                    <a:pt x="1" y="6111"/>
                    <a:pt x="1555" y="3520"/>
                    <a:pt x="4741" y="3520"/>
                  </a:cubicBezTo>
                  <a:cubicBezTo>
                    <a:pt x="7746" y="3520"/>
                    <a:pt x="12205" y="5827"/>
                    <a:pt x="18179" y="14795"/>
                  </a:cubicBezTo>
                  <a:cubicBezTo>
                    <a:pt x="22322" y="21011"/>
                    <a:pt x="16293" y="21867"/>
                    <a:pt x="16293" y="21867"/>
                  </a:cubicBezTo>
                  <a:cubicBezTo>
                    <a:pt x="16293" y="21867"/>
                    <a:pt x="16625" y="21980"/>
                    <a:pt x="17147" y="21980"/>
                  </a:cubicBezTo>
                  <a:cubicBezTo>
                    <a:pt x="18141" y="21980"/>
                    <a:pt x="19823" y="21572"/>
                    <a:pt x="21209" y="19201"/>
                  </a:cubicBezTo>
                  <a:cubicBezTo>
                    <a:pt x="22213" y="17480"/>
                    <a:pt x="23714" y="15162"/>
                    <a:pt x="20548" y="10050"/>
                  </a:cubicBezTo>
                  <a:cubicBezTo>
                    <a:pt x="18795" y="7221"/>
                    <a:pt x="12072" y="0"/>
                    <a:pt x="6323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0"/>
            <p:cNvSpPr/>
            <p:nvPr/>
          </p:nvSpPr>
          <p:spPr>
            <a:xfrm>
              <a:off x="2700275" y="2537525"/>
              <a:ext cx="507325" cy="479550"/>
            </a:xfrm>
            <a:custGeom>
              <a:avLst/>
              <a:gdLst/>
              <a:ahLst/>
              <a:cxnLst/>
              <a:rect l="l" t="t" r="r" b="b"/>
              <a:pathLst>
                <a:path w="20293" h="19182" extrusionOk="0">
                  <a:moveTo>
                    <a:pt x="3446" y="0"/>
                  </a:moveTo>
                  <a:cubicBezTo>
                    <a:pt x="3175" y="0"/>
                    <a:pt x="2902" y="23"/>
                    <a:pt x="2633" y="67"/>
                  </a:cubicBezTo>
                  <a:cubicBezTo>
                    <a:pt x="1859" y="197"/>
                    <a:pt x="1241" y="508"/>
                    <a:pt x="793" y="995"/>
                  </a:cubicBezTo>
                  <a:cubicBezTo>
                    <a:pt x="264" y="1570"/>
                    <a:pt x="1" y="2353"/>
                    <a:pt x="8" y="3325"/>
                  </a:cubicBezTo>
                  <a:cubicBezTo>
                    <a:pt x="12" y="4263"/>
                    <a:pt x="269" y="5339"/>
                    <a:pt x="770" y="6519"/>
                  </a:cubicBezTo>
                  <a:cubicBezTo>
                    <a:pt x="1799" y="8945"/>
                    <a:pt x="3741" y="11545"/>
                    <a:pt x="6242" y="13843"/>
                  </a:cubicBezTo>
                  <a:cubicBezTo>
                    <a:pt x="6535" y="14113"/>
                    <a:pt x="6812" y="14355"/>
                    <a:pt x="7085" y="14586"/>
                  </a:cubicBezTo>
                  <a:cubicBezTo>
                    <a:pt x="8876" y="16108"/>
                    <a:pt x="10793" y="17338"/>
                    <a:pt x="12629" y="18147"/>
                  </a:cubicBezTo>
                  <a:cubicBezTo>
                    <a:pt x="13116" y="18361"/>
                    <a:pt x="13614" y="18551"/>
                    <a:pt x="14122" y="18712"/>
                  </a:cubicBezTo>
                  <a:cubicBezTo>
                    <a:pt x="15032" y="19001"/>
                    <a:pt x="15877" y="19158"/>
                    <a:pt x="16630" y="19179"/>
                  </a:cubicBezTo>
                  <a:cubicBezTo>
                    <a:pt x="16688" y="19181"/>
                    <a:pt x="16745" y="19181"/>
                    <a:pt x="16803" y="19181"/>
                  </a:cubicBezTo>
                  <a:cubicBezTo>
                    <a:pt x="17985" y="19181"/>
                    <a:pt x="18893" y="18846"/>
                    <a:pt x="19500" y="18186"/>
                  </a:cubicBezTo>
                  <a:cubicBezTo>
                    <a:pt x="20026" y="17613"/>
                    <a:pt x="20292" y="16828"/>
                    <a:pt x="20285" y="15856"/>
                  </a:cubicBezTo>
                  <a:cubicBezTo>
                    <a:pt x="20280" y="14919"/>
                    <a:pt x="20024" y="13845"/>
                    <a:pt x="19523" y="12665"/>
                  </a:cubicBezTo>
                  <a:cubicBezTo>
                    <a:pt x="18493" y="10238"/>
                    <a:pt x="16551" y="7636"/>
                    <a:pt x="14053" y="5341"/>
                  </a:cubicBezTo>
                  <a:cubicBezTo>
                    <a:pt x="13342" y="4688"/>
                    <a:pt x="12599" y="4071"/>
                    <a:pt x="11825" y="3498"/>
                  </a:cubicBezTo>
                  <a:cubicBezTo>
                    <a:pt x="10894" y="2801"/>
                    <a:pt x="9911" y="2178"/>
                    <a:pt x="8886" y="1630"/>
                  </a:cubicBezTo>
                  <a:cubicBezTo>
                    <a:pt x="8364" y="1353"/>
                    <a:pt x="7847" y="1106"/>
                    <a:pt x="7343" y="898"/>
                  </a:cubicBezTo>
                  <a:cubicBezTo>
                    <a:pt x="5928" y="310"/>
                    <a:pt x="4593" y="0"/>
                    <a:pt x="3485" y="0"/>
                  </a:cubicBezTo>
                  <a:cubicBezTo>
                    <a:pt x="3472" y="0"/>
                    <a:pt x="3459" y="0"/>
                    <a:pt x="3446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0"/>
            <p:cNvSpPr/>
            <p:nvPr/>
          </p:nvSpPr>
          <p:spPr>
            <a:xfrm>
              <a:off x="2665925" y="2537350"/>
              <a:ext cx="575950" cy="479825"/>
            </a:xfrm>
            <a:custGeom>
              <a:avLst/>
              <a:gdLst/>
              <a:ahLst/>
              <a:cxnLst/>
              <a:rect l="l" t="t" r="r" b="b"/>
              <a:pathLst>
                <a:path w="23038" h="19193" extrusionOk="0">
                  <a:moveTo>
                    <a:pt x="4859" y="0"/>
                  </a:moveTo>
                  <a:cubicBezTo>
                    <a:pt x="4859" y="0"/>
                    <a:pt x="4860" y="0"/>
                    <a:pt x="4860" y="0"/>
                  </a:cubicBezTo>
                  <a:lnTo>
                    <a:pt x="4860" y="0"/>
                  </a:lnTo>
                  <a:cubicBezTo>
                    <a:pt x="4860" y="0"/>
                    <a:pt x="4861" y="0"/>
                    <a:pt x="4861" y="0"/>
                  </a:cubicBezTo>
                  <a:close/>
                  <a:moveTo>
                    <a:pt x="4861" y="12"/>
                  </a:moveTo>
                  <a:cubicBezTo>
                    <a:pt x="5967" y="12"/>
                    <a:pt x="7302" y="324"/>
                    <a:pt x="8717" y="910"/>
                  </a:cubicBezTo>
                  <a:cubicBezTo>
                    <a:pt x="9218" y="1118"/>
                    <a:pt x="9738" y="1365"/>
                    <a:pt x="10260" y="1642"/>
                  </a:cubicBezTo>
                  <a:cubicBezTo>
                    <a:pt x="11285" y="2189"/>
                    <a:pt x="12266" y="2813"/>
                    <a:pt x="13197" y="3508"/>
                  </a:cubicBezTo>
                  <a:cubicBezTo>
                    <a:pt x="13970" y="4083"/>
                    <a:pt x="14714" y="4697"/>
                    <a:pt x="15423" y="5350"/>
                  </a:cubicBezTo>
                  <a:cubicBezTo>
                    <a:pt x="16686" y="6509"/>
                    <a:pt x="17808" y="7749"/>
                    <a:pt x="18757" y="9028"/>
                  </a:cubicBezTo>
                  <a:cubicBezTo>
                    <a:pt x="19673" y="10266"/>
                    <a:pt x="20391" y="11492"/>
                    <a:pt x="20893" y="12672"/>
                  </a:cubicBezTo>
                  <a:cubicBezTo>
                    <a:pt x="21394" y="13852"/>
                    <a:pt x="21648" y="14926"/>
                    <a:pt x="21654" y="15863"/>
                  </a:cubicBezTo>
                  <a:cubicBezTo>
                    <a:pt x="21661" y="16833"/>
                    <a:pt x="21396" y="17616"/>
                    <a:pt x="20872" y="18188"/>
                  </a:cubicBezTo>
                  <a:cubicBezTo>
                    <a:pt x="20567" y="18518"/>
                    <a:pt x="20179" y="18770"/>
                    <a:pt x="19720" y="18939"/>
                  </a:cubicBezTo>
                  <a:cubicBezTo>
                    <a:pt x="19274" y="19100"/>
                    <a:pt x="18754" y="19183"/>
                    <a:pt x="18179" y="19183"/>
                  </a:cubicBezTo>
                  <a:cubicBezTo>
                    <a:pt x="18122" y="19183"/>
                    <a:pt x="18064" y="19183"/>
                    <a:pt x="18006" y="19181"/>
                  </a:cubicBezTo>
                  <a:cubicBezTo>
                    <a:pt x="17251" y="19158"/>
                    <a:pt x="16408" y="19001"/>
                    <a:pt x="15499" y="18715"/>
                  </a:cubicBezTo>
                  <a:cubicBezTo>
                    <a:pt x="14991" y="18553"/>
                    <a:pt x="14492" y="18364"/>
                    <a:pt x="14005" y="18147"/>
                  </a:cubicBezTo>
                  <a:cubicBezTo>
                    <a:pt x="12169" y="17339"/>
                    <a:pt x="10253" y="16110"/>
                    <a:pt x="8463" y="14589"/>
                  </a:cubicBezTo>
                  <a:lnTo>
                    <a:pt x="8461" y="14589"/>
                  </a:lnTo>
                  <a:cubicBezTo>
                    <a:pt x="8189" y="14358"/>
                    <a:pt x="7914" y="14115"/>
                    <a:pt x="7621" y="13845"/>
                  </a:cubicBezTo>
                  <a:cubicBezTo>
                    <a:pt x="6357" y="12684"/>
                    <a:pt x="5235" y="11446"/>
                    <a:pt x="4284" y="10165"/>
                  </a:cubicBezTo>
                  <a:cubicBezTo>
                    <a:pt x="3367" y="8927"/>
                    <a:pt x="2649" y="7701"/>
                    <a:pt x="2148" y="6521"/>
                  </a:cubicBezTo>
                  <a:cubicBezTo>
                    <a:pt x="1649" y="5341"/>
                    <a:pt x="1393" y="4270"/>
                    <a:pt x="1386" y="3330"/>
                  </a:cubicBezTo>
                  <a:cubicBezTo>
                    <a:pt x="1382" y="2360"/>
                    <a:pt x="1645" y="1577"/>
                    <a:pt x="2171" y="1007"/>
                  </a:cubicBezTo>
                  <a:cubicBezTo>
                    <a:pt x="2617" y="520"/>
                    <a:pt x="3238" y="208"/>
                    <a:pt x="4009" y="79"/>
                  </a:cubicBezTo>
                  <a:cubicBezTo>
                    <a:pt x="4291" y="33"/>
                    <a:pt x="4575" y="12"/>
                    <a:pt x="4861" y="12"/>
                  </a:cubicBezTo>
                  <a:close/>
                  <a:moveTo>
                    <a:pt x="4860" y="0"/>
                  </a:moveTo>
                  <a:cubicBezTo>
                    <a:pt x="4574" y="0"/>
                    <a:pt x="4288" y="21"/>
                    <a:pt x="4007" y="67"/>
                  </a:cubicBezTo>
                  <a:cubicBezTo>
                    <a:pt x="3252" y="194"/>
                    <a:pt x="2622" y="499"/>
                    <a:pt x="2160" y="998"/>
                  </a:cubicBezTo>
                  <a:cubicBezTo>
                    <a:pt x="1" y="3348"/>
                    <a:pt x="2441" y="9102"/>
                    <a:pt x="7611" y="13852"/>
                  </a:cubicBezTo>
                  <a:cubicBezTo>
                    <a:pt x="7891" y="14111"/>
                    <a:pt x="8170" y="14358"/>
                    <a:pt x="8454" y="14595"/>
                  </a:cubicBezTo>
                  <a:lnTo>
                    <a:pt x="8456" y="14595"/>
                  </a:lnTo>
                  <a:cubicBezTo>
                    <a:pt x="10304" y="16166"/>
                    <a:pt x="12220" y="17371"/>
                    <a:pt x="14000" y="18156"/>
                  </a:cubicBezTo>
                  <a:cubicBezTo>
                    <a:pt x="14487" y="18371"/>
                    <a:pt x="14986" y="18560"/>
                    <a:pt x="15494" y="18724"/>
                  </a:cubicBezTo>
                  <a:cubicBezTo>
                    <a:pt x="16397" y="19008"/>
                    <a:pt x="17244" y="19167"/>
                    <a:pt x="18004" y="19190"/>
                  </a:cubicBezTo>
                  <a:cubicBezTo>
                    <a:pt x="18062" y="19190"/>
                    <a:pt x="18119" y="19193"/>
                    <a:pt x="18177" y="19193"/>
                  </a:cubicBezTo>
                  <a:cubicBezTo>
                    <a:pt x="19320" y="19193"/>
                    <a:pt x="20255" y="18872"/>
                    <a:pt x="20879" y="18193"/>
                  </a:cubicBezTo>
                  <a:cubicBezTo>
                    <a:pt x="23038" y="15845"/>
                    <a:pt x="20597" y="10088"/>
                    <a:pt x="15429" y="5341"/>
                  </a:cubicBezTo>
                  <a:cubicBezTo>
                    <a:pt x="14721" y="4688"/>
                    <a:pt x="13977" y="4073"/>
                    <a:pt x="13201" y="3498"/>
                  </a:cubicBezTo>
                  <a:cubicBezTo>
                    <a:pt x="12271" y="2801"/>
                    <a:pt x="11287" y="2178"/>
                    <a:pt x="10262" y="1630"/>
                  </a:cubicBezTo>
                  <a:cubicBezTo>
                    <a:pt x="9738" y="1351"/>
                    <a:pt x="9223" y="1106"/>
                    <a:pt x="8717" y="899"/>
                  </a:cubicBezTo>
                  <a:cubicBezTo>
                    <a:pt x="7305" y="312"/>
                    <a:pt x="5982" y="1"/>
                    <a:pt x="4860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0"/>
            <p:cNvSpPr/>
            <p:nvPr/>
          </p:nvSpPr>
          <p:spPr>
            <a:xfrm>
              <a:off x="2747900" y="2609975"/>
              <a:ext cx="408725" cy="340475"/>
            </a:xfrm>
            <a:custGeom>
              <a:avLst/>
              <a:gdLst/>
              <a:ahLst/>
              <a:cxnLst/>
              <a:rect l="l" t="t" r="r" b="b"/>
              <a:pathLst>
                <a:path w="16349" h="13619" extrusionOk="0">
                  <a:moveTo>
                    <a:pt x="3097" y="0"/>
                  </a:moveTo>
                  <a:cubicBezTo>
                    <a:pt x="2363" y="0"/>
                    <a:pt x="1799" y="206"/>
                    <a:pt x="1428" y="610"/>
                  </a:cubicBezTo>
                  <a:cubicBezTo>
                    <a:pt x="1" y="2164"/>
                    <a:pt x="1866" y="6207"/>
                    <a:pt x="5586" y="9624"/>
                  </a:cubicBezTo>
                  <a:cubicBezTo>
                    <a:pt x="8228" y="12051"/>
                    <a:pt x="11236" y="13618"/>
                    <a:pt x="13252" y="13618"/>
                  </a:cubicBezTo>
                  <a:cubicBezTo>
                    <a:pt x="13986" y="13618"/>
                    <a:pt x="14547" y="13413"/>
                    <a:pt x="14921" y="13007"/>
                  </a:cubicBezTo>
                  <a:cubicBezTo>
                    <a:pt x="16348" y="11455"/>
                    <a:pt x="14483" y="7410"/>
                    <a:pt x="10760" y="3992"/>
                  </a:cubicBezTo>
                  <a:cubicBezTo>
                    <a:pt x="8121" y="1568"/>
                    <a:pt x="5113" y="0"/>
                    <a:pt x="3097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0"/>
            <p:cNvSpPr/>
            <p:nvPr/>
          </p:nvSpPr>
          <p:spPr>
            <a:xfrm>
              <a:off x="2747675" y="2609800"/>
              <a:ext cx="409125" cy="340775"/>
            </a:xfrm>
            <a:custGeom>
              <a:avLst/>
              <a:gdLst/>
              <a:ahLst/>
              <a:cxnLst/>
              <a:rect l="l" t="t" r="r" b="b"/>
              <a:pathLst>
                <a:path w="16365" h="13631" extrusionOk="0">
                  <a:moveTo>
                    <a:pt x="3106" y="12"/>
                  </a:moveTo>
                  <a:cubicBezTo>
                    <a:pt x="4080" y="12"/>
                    <a:pt x="5304" y="376"/>
                    <a:pt x="6646" y="1067"/>
                  </a:cubicBezTo>
                  <a:cubicBezTo>
                    <a:pt x="8019" y="1776"/>
                    <a:pt x="9444" y="2792"/>
                    <a:pt x="10767" y="4004"/>
                  </a:cubicBezTo>
                  <a:cubicBezTo>
                    <a:pt x="12568" y="5659"/>
                    <a:pt x="13993" y="7509"/>
                    <a:pt x="14778" y="9213"/>
                  </a:cubicBezTo>
                  <a:cubicBezTo>
                    <a:pt x="15159" y="10040"/>
                    <a:pt x="15369" y="10788"/>
                    <a:pt x="15401" y="11434"/>
                  </a:cubicBezTo>
                  <a:cubicBezTo>
                    <a:pt x="15434" y="12102"/>
                    <a:pt x="15272" y="12633"/>
                    <a:pt x="14926" y="13011"/>
                  </a:cubicBezTo>
                  <a:cubicBezTo>
                    <a:pt x="14554" y="13415"/>
                    <a:pt x="13993" y="13621"/>
                    <a:pt x="13261" y="13621"/>
                  </a:cubicBezTo>
                  <a:cubicBezTo>
                    <a:pt x="12286" y="13621"/>
                    <a:pt x="11063" y="13256"/>
                    <a:pt x="9721" y="12566"/>
                  </a:cubicBezTo>
                  <a:cubicBezTo>
                    <a:pt x="8345" y="11857"/>
                    <a:pt x="6923" y="10843"/>
                    <a:pt x="5600" y="9629"/>
                  </a:cubicBezTo>
                  <a:cubicBezTo>
                    <a:pt x="3799" y="7973"/>
                    <a:pt x="2374" y="6124"/>
                    <a:pt x="1589" y="4420"/>
                  </a:cubicBezTo>
                  <a:cubicBezTo>
                    <a:pt x="1206" y="3593"/>
                    <a:pt x="998" y="2845"/>
                    <a:pt x="966" y="2198"/>
                  </a:cubicBezTo>
                  <a:cubicBezTo>
                    <a:pt x="933" y="1531"/>
                    <a:pt x="1093" y="1000"/>
                    <a:pt x="1441" y="621"/>
                  </a:cubicBezTo>
                  <a:cubicBezTo>
                    <a:pt x="1813" y="217"/>
                    <a:pt x="2372" y="12"/>
                    <a:pt x="3106" y="12"/>
                  </a:cubicBezTo>
                  <a:close/>
                  <a:moveTo>
                    <a:pt x="3106" y="0"/>
                  </a:moveTo>
                  <a:cubicBezTo>
                    <a:pt x="2392" y="0"/>
                    <a:pt x="1815" y="196"/>
                    <a:pt x="1432" y="614"/>
                  </a:cubicBezTo>
                  <a:cubicBezTo>
                    <a:pt x="0" y="2173"/>
                    <a:pt x="1864" y="6211"/>
                    <a:pt x="5590" y="9636"/>
                  </a:cubicBezTo>
                  <a:cubicBezTo>
                    <a:pt x="8324" y="12148"/>
                    <a:pt x="11301" y="13630"/>
                    <a:pt x="13259" y="13630"/>
                  </a:cubicBezTo>
                  <a:cubicBezTo>
                    <a:pt x="13972" y="13630"/>
                    <a:pt x="14552" y="13434"/>
                    <a:pt x="14933" y="13018"/>
                  </a:cubicBezTo>
                  <a:cubicBezTo>
                    <a:pt x="16364" y="11460"/>
                    <a:pt x="14503" y="7421"/>
                    <a:pt x="10774" y="3995"/>
                  </a:cubicBezTo>
                  <a:cubicBezTo>
                    <a:pt x="8040" y="1485"/>
                    <a:pt x="5064" y="0"/>
                    <a:pt x="3106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0"/>
            <p:cNvSpPr/>
            <p:nvPr/>
          </p:nvSpPr>
          <p:spPr>
            <a:xfrm>
              <a:off x="2716275" y="2553225"/>
              <a:ext cx="450800" cy="428675"/>
            </a:xfrm>
            <a:custGeom>
              <a:avLst/>
              <a:gdLst/>
              <a:ahLst/>
              <a:cxnLst/>
              <a:rect l="l" t="t" r="r" b="b"/>
              <a:pathLst>
                <a:path w="18032" h="17147" fill="none" extrusionOk="0">
                  <a:moveTo>
                    <a:pt x="12665" y="5530"/>
                  </a:moveTo>
                  <a:cubicBezTo>
                    <a:pt x="14711" y="7410"/>
                    <a:pt x="16336" y="9578"/>
                    <a:pt x="17184" y="11557"/>
                  </a:cubicBezTo>
                  <a:cubicBezTo>
                    <a:pt x="18031" y="13538"/>
                    <a:pt x="18031" y="15168"/>
                    <a:pt x="17184" y="16087"/>
                  </a:cubicBezTo>
                  <a:cubicBezTo>
                    <a:pt x="16339" y="17008"/>
                    <a:pt x="14713" y="17147"/>
                    <a:pt x="12670" y="16468"/>
                  </a:cubicBezTo>
                  <a:cubicBezTo>
                    <a:pt x="10626" y="15791"/>
                    <a:pt x="8329" y="14355"/>
                    <a:pt x="6283" y="12476"/>
                  </a:cubicBezTo>
                  <a:cubicBezTo>
                    <a:pt x="2025" y="8562"/>
                    <a:pt x="0" y="3836"/>
                    <a:pt x="1764" y="1917"/>
                  </a:cubicBezTo>
                  <a:cubicBezTo>
                    <a:pt x="3526" y="0"/>
                    <a:pt x="8407" y="1617"/>
                    <a:pt x="12665" y="553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0"/>
            <p:cNvSpPr/>
            <p:nvPr/>
          </p:nvSpPr>
          <p:spPr>
            <a:xfrm>
              <a:off x="2766075" y="2537900"/>
              <a:ext cx="249925" cy="453525"/>
            </a:xfrm>
            <a:custGeom>
              <a:avLst/>
              <a:gdLst/>
              <a:ahLst/>
              <a:cxnLst/>
              <a:rect l="l" t="t" r="r" b="b"/>
              <a:pathLst>
                <a:path w="9997" h="18141" extrusionOk="0">
                  <a:moveTo>
                    <a:pt x="859" y="0"/>
                  </a:moveTo>
                  <a:cubicBezTo>
                    <a:pt x="568" y="0"/>
                    <a:pt x="282" y="17"/>
                    <a:pt x="1" y="50"/>
                  </a:cubicBezTo>
                  <a:lnTo>
                    <a:pt x="587" y="1966"/>
                  </a:lnTo>
                  <a:lnTo>
                    <a:pt x="980" y="3248"/>
                  </a:lnTo>
                  <a:lnTo>
                    <a:pt x="3349" y="10985"/>
                  </a:lnTo>
                  <a:lnTo>
                    <a:pt x="3871" y="12685"/>
                  </a:lnTo>
                  <a:lnTo>
                    <a:pt x="4448" y="14576"/>
                  </a:lnTo>
                  <a:lnTo>
                    <a:pt x="4450" y="14576"/>
                  </a:lnTo>
                  <a:cubicBezTo>
                    <a:pt x="6298" y="16146"/>
                    <a:pt x="8216" y="17351"/>
                    <a:pt x="9997" y="18141"/>
                  </a:cubicBezTo>
                  <a:lnTo>
                    <a:pt x="9535" y="16635"/>
                  </a:lnTo>
                  <a:lnTo>
                    <a:pt x="9209" y="15566"/>
                  </a:lnTo>
                  <a:lnTo>
                    <a:pt x="7771" y="10868"/>
                  </a:lnTo>
                  <a:lnTo>
                    <a:pt x="7741" y="10777"/>
                  </a:lnTo>
                  <a:lnTo>
                    <a:pt x="7487" y="9937"/>
                  </a:lnTo>
                  <a:lnTo>
                    <a:pt x="7484" y="9935"/>
                  </a:lnTo>
                  <a:lnTo>
                    <a:pt x="6847" y="7857"/>
                  </a:lnTo>
                  <a:lnTo>
                    <a:pt x="5600" y="3781"/>
                  </a:lnTo>
                  <a:lnTo>
                    <a:pt x="5208" y="2497"/>
                  </a:lnTo>
                  <a:lnTo>
                    <a:pt x="4714" y="881"/>
                  </a:lnTo>
                  <a:cubicBezTo>
                    <a:pt x="3342" y="284"/>
                    <a:pt x="2059" y="0"/>
                    <a:pt x="859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0"/>
            <p:cNvSpPr/>
            <p:nvPr/>
          </p:nvSpPr>
          <p:spPr>
            <a:xfrm>
              <a:off x="2922450" y="2578150"/>
              <a:ext cx="193575" cy="439025"/>
            </a:xfrm>
            <a:custGeom>
              <a:avLst/>
              <a:gdLst/>
              <a:ahLst/>
              <a:cxnLst/>
              <a:rect l="l" t="t" r="r" b="b"/>
              <a:pathLst>
                <a:path w="7743" h="17561" extrusionOk="0">
                  <a:moveTo>
                    <a:pt x="1" y="1"/>
                  </a:moveTo>
                  <a:lnTo>
                    <a:pt x="509" y="1652"/>
                  </a:lnTo>
                  <a:lnTo>
                    <a:pt x="941" y="3063"/>
                  </a:lnTo>
                  <a:lnTo>
                    <a:pt x="2479" y="8085"/>
                  </a:lnTo>
                  <a:lnTo>
                    <a:pt x="2804" y="9151"/>
                  </a:lnTo>
                  <a:lnTo>
                    <a:pt x="2929" y="9555"/>
                  </a:lnTo>
                  <a:lnTo>
                    <a:pt x="2931" y="9558"/>
                  </a:lnTo>
                  <a:lnTo>
                    <a:pt x="3095" y="10098"/>
                  </a:lnTo>
                  <a:lnTo>
                    <a:pt x="4467" y="14575"/>
                  </a:lnTo>
                  <a:lnTo>
                    <a:pt x="4769" y="15573"/>
                  </a:lnTo>
                  <a:lnTo>
                    <a:pt x="5235" y="17094"/>
                  </a:lnTo>
                  <a:cubicBezTo>
                    <a:pt x="6136" y="17378"/>
                    <a:pt x="6983" y="17538"/>
                    <a:pt x="7743" y="17561"/>
                  </a:cubicBezTo>
                  <a:lnTo>
                    <a:pt x="7226" y="15868"/>
                  </a:lnTo>
                  <a:lnTo>
                    <a:pt x="6912" y="14836"/>
                  </a:lnTo>
                  <a:lnTo>
                    <a:pt x="4058" y="5519"/>
                  </a:lnTo>
                  <a:lnTo>
                    <a:pt x="3513" y="3737"/>
                  </a:lnTo>
                  <a:lnTo>
                    <a:pt x="2940" y="1866"/>
                  </a:lnTo>
                  <a:lnTo>
                    <a:pt x="1767" y="107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8" name="Google Shape;508;p30"/>
          <p:cNvGrpSpPr/>
          <p:nvPr/>
        </p:nvGrpSpPr>
        <p:grpSpPr>
          <a:xfrm rot="1135194">
            <a:off x="8103495" y="3119686"/>
            <a:ext cx="435970" cy="536160"/>
            <a:chOff x="4081850" y="3204400"/>
            <a:chExt cx="743225" cy="914025"/>
          </a:xfrm>
        </p:grpSpPr>
        <p:sp>
          <p:nvSpPr>
            <p:cNvPr id="509" name="Google Shape;509;p30"/>
            <p:cNvSpPr/>
            <p:nvPr/>
          </p:nvSpPr>
          <p:spPr>
            <a:xfrm>
              <a:off x="4106625" y="3204400"/>
              <a:ext cx="718450" cy="914025"/>
            </a:xfrm>
            <a:custGeom>
              <a:avLst/>
              <a:gdLst/>
              <a:ahLst/>
              <a:cxnLst/>
              <a:rect l="l" t="t" r="r" b="b"/>
              <a:pathLst>
                <a:path w="28738" h="36561" extrusionOk="0">
                  <a:moveTo>
                    <a:pt x="14832" y="0"/>
                  </a:moveTo>
                  <a:cubicBezTo>
                    <a:pt x="12888" y="0"/>
                    <a:pt x="11529" y="569"/>
                    <a:pt x="11529" y="569"/>
                  </a:cubicBezTo>
                  <a:cubicBezTo>
                    <a:pt x="11529" y="569"/>
                    <a:pt x="27955" y="2714"/>
                    <a:pt x="10506" y="29792"/>
                  </a:cubicBezTo>
                  <a:cubicBezTo>
                    <a:pt x="8291" y="33228"/>
                    <a:pt x="6253" y="34299"/>
                    <a:pt x="4573" y="34299"/>
                  </a:cubicBezTo>
                  <a:cubicBezTo>
                    <a:pt x="1798" y="34299"/>
                    <a:pt x="1" y="31378"/>
                    <a:pt x="0" y="31378"/>
                  </a:cubicBezTo>
                  <a:lnTo>
                    <a:pt x="0" y="31378"/>
                  </a:lnTo>
                  <a:cubicBezTo>
                    <a:pt x="0" y="31378"/>
                    <a:pt x="361" y="35656"/>
                    <a:pt x="6396" y="36372"/>
                  </a:cubicBezTo>
                  <a:cubicBezTo>
                    <a:pt x="7105" y="36457"/>
                    <a:pt x="7880" y="36561"/>
                    <a:pt x="8720" y="36561"/>
                  </a:cubicBezTo>
                  <a:cubicBezTo>
                    <a:pt x="11282" y="36561"/>
                    <a:pt x="14450" y="35596"/>
                    <a:pt x="18190" y="30193"/>
                  </a:cubicBezTo>
                  <a:cubicBezTo>
                    <a:pt x="21421" y="25527"/>
                    <a:pt x="28738" y="8230"/>
                    <a:pt x="20691" y="2014"/>
                  </a:cubicBezTo>
                  <a:cubicBezTo>
                    <a:pt x="18635" y="426"/>
                    <a:pt x="16515" y="0"/>
                    <a:pt x="14832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0"/>
            <p:cNvSpPr/>
            <p:nvPr/>
          </p:nvSpPr>
          <p:spPr>
            <a:xfrm>
              <a:off x="4081975" y="3206200"/>
              <a:ext cx="497850" cy="882300"/>
            </a:xfrm>
            <a:custGeom>
              <a:avLst/>
              <a:gdLst/>
              <a:ahLst/>
              <a:cxnLst/>
              <a:rect l="l" t="t" r="r" b="b"/>
              <a:pathLst>
                <a:path w="19914" h="35292" extrusionOk="0">
                  <a:moveTo>
                    <a:pt x="14683" y="1"/>
                  </a:moveTo>
                  <a:cubicBezTo>
                    <a:pt x="14676" y="1"/>
                    <a:pt x="14669" y="1"/>
                    <a:pt x="14662" y="1"/>
                  </a:cubicBezTo>
                  <a:cubicBezTo>
                    <a:pt x="12598" y="1"/>
                    <a:pt x="10190" y="1490"/>
                    <a:pt x="7886" y="4191"/>
                  </a:cubicBezTo>
                  <a:cubicBezTo>
                    <a:pt x="5553" y="6925"/>
                    <a:pt x="3475" y="10730"/>
                    <a:pt x="2032" y="14912"/>
                  </a:cubicBezTo>
                  <a:cubicBezTo>
                    <a:pt x="1843" y="15459"/>
                    <a:pt x="1679" y="15967"/>
                    <a:pt x="1531" y="16464"/>
                  </a:cubicBezTo>
                  <a:lnTo>
                    <a:pt x="1531" y="16466"/>
                  </a:lnTo>
                  <a:cubicBezTo>
                    <a:pt x="545" y="19731"/>
                    <a:pt x="19" y="22996"/>
                    <a:pt x="7" y="25907"/>
                  </a:cubicBezTo>
                  <a:cubicBezTo>
                    <a:pt x="0" y="26681"/>
                    <a:pt x="37" y="27454"/>
                    <a:pt x="116" y="28223"/>
                  </a:cubicBezTo>
                  <a:cubicBezTo>
                    <a:pt x="261" y="29600"/>
                    <a:pt x="541" y="30814"/>
                    <a:pt x="949" y="31830"/>
                  </a:cubicBezTo>
                  <a:cubicBezTo>
                    <a:pt x="1284" y="32661"/>
                    <a:pt x="1704" y="33356"/>
                    <a:pt x="2196" y="33899"/>
                  </a:cubicBezTo>
                  <a:cubicBezTo>
                    <a:pt x="2702" y="34455"/>
                    <a:pt x="3286" y="34852"/>
                    <a:pt x="3935" y="35076"/>
                  </a:cubicBezTo>
                  <a:cubicBezTo>
                    <a:pt x="4351" y="35217"/>
                    <a:pt x="4787" y="35291"/>
                    <a:pt x="5226" y="35291"/>
                  </a:cubicBezTo>
                  <a:cubicBezTo>
                    <a:pt x="5233" y="35291"/>
                    <a:pt x="5240" y="35291"/>
                    <a:pt x="5246" y="35291"/>
                  </a:cubicBezTo>
                  <a:cubicBezTo>
                    <a:pt x="7311" y="35291"/>
                    <a:pt x="9717" y="33802"/>
                    <a:pt x="12023" y="31100"/>
                  </a:cubicBezTo>
                  <a:cubicBezTo>
                    <a:pt x="14353" y="28369"/>
                    <a:pt x="16431" y="24561"/>
                    <a:pt x="17874" y="20384"/>
                  </a:cubicBezTo>
                  <a:cubicBezTo>
                    <a:pt x="18334" y="19061"/>
                    <a:pt x="18722" y="17715"/>
                    <a:pt x="19036" y="16351"/>
                  </a:cubicBezTo>
                  <a:cubicBezTo>
                    <a:pt x="19435" y="14635"/>
                    <a:pt x="19698" y="12956"/>
                    <a:pt x="19818" y="11359"/>
                  </a:cubicBezTo>
                  <a:cubicBezTo>
                    <a:pt x="19888" y="10502"/>
                    <a:pt x="19913" y="9668"/>
                    <a:pt x="19899" y="8879"/>
                  </a:cubicBezTo>
                  <a:cubicBezTo>
                    <a:pt x="19851" y="6022"/>
                    <a:pt x="19290" y="3688"/>
                    <a:pt x="18276" y="2129"/>
                  </a:cubicBezTo>
                  <a:cubicBezTo>
                    <a:pt x="17657" y="1174"/>
                    <a:pt x="16881" y="529"/>
                    <a:pt x="15972" y="215"/>
                  </a:cubicBezTo>
                  <a:cubicBezTo>
                    <a:pt x="15558" y="74"/>
                    <a:pt x="15121" y="1"/>
                    <a:pt x="14683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0"/>
            <p:cNvSpPr/>
            <p:nvPr/>
          </p:nvSpPr>
          <p:spPr>
            <a:xfrm>
              <a:off x="4081850" y="3206025"/>
              <a:ext cx="498125" cy="882575"/>
            </a:xfrm>
            <a:custGeom>
              <a:avLst/>
              <a:gdLst/>
              <a:ahLst/>
              <a:cxnLst/>
              <a:rect l="l" t="t" r="r" b="b"/>
              <a:pathLst>
                <a:path w="19925" h="35303" extrusionOk="0">
                  <a:moveTo>
                    <a:pt x="14667" y="12"/>
                  </a:moveTo>
                  <a:cubicBezTo>
                    <a:pt x="15113" y="12"/>
                    <a:pt x="15554" y="84"/>
                    <a:pt x="15977" y="229"/>
                  </a:cubicBezTo>
                  <a:cubicBezTo>
                    <a:pt x="16884" y="541"/>
                    <a:pt x="17660" y="1185"/>
                    <a:pt x="18279" y="2141"/>
                  </a:cubicBezTo>
                  <a:cubicBezTo>
                    <a:pt x="19288" y="3700"/>
                    <a:pt x="19851" y="6032"/>
                    <a:pt x="19900" y="8886"/>
                  </a:cubicBezTo>
                  <a:cubicBezTo>
                    <a:pt x="19913" y="9675"/>
                    <a:pt x="19888" y="10509"/>
                    <a:pt x="19819" y="11366"/>
                  </a:cubicBezTo>
                  <a:cubicBezTo>
                    <a:pt x="19699" y="12963"/>
                    <a:pt x="19435" y="14642"/>
                    <a:pt x="19036" y="16355"/>
                  </a:cubicBezTo>
                  <a:cubicBezTo>
                    <a:pt x="18722" y="17720"/>
                    <a:pt x="18334" y="19066"/>
                    <a:pt x="17877" y="20389"/>
                  </a:cubicBezTo>
                  <a:cubicBezTo>
                    <a:pt x="17140" y="22516"/>
                    <a:pt x="16251" y="24534"/>
                    <a:pt x="15231" y="26388"/>
                  </a:cubicBezTo>
                  <a:cubicBezTo>
                    <a:pt x="14245" y="28177"/>
                    <a:pt x="13167" y="29764"/>
                    <a:pt x="12024" y="31103"/>
                  </a:cubicBezTo>
                  <a:cubicBezTo>
                    <a:pt x="10890" y="32433"/>
                    <a:pt x="9733" y="33469"/>
                    <a:pt x="8588" y="34188"/>
                  </a:cubicBezTo>
                  <a:cubicBezTo>
                    <a:pt x="7415" y="34922"/>
                    <a:pt x="6293" y="35294"/>
                    <a:pt x="5251" y="35294"/>
                  </a:cubicBezTo>
                  <a:cubicBezTo>
                    <a:pt x="4806" y="35294"/>
                    <a:pt x="4365" y="35222"/>
                    <a:pt x="3942" y="35077"/>
                  </a:cubicBezTo>
                  <a:cubicBezTo>
                    <a:pt x="3296" y="34853"/>
                    <a:pt x="2709" y="34458"/>
                    <a:pt x="2204" y="33901"/>
                  </a:cubicBezTo>
                  <a:cubicBezTo>
                    <a:pt x="1714" y="33361"/>
                    <a:pt x="1294" y="32666"/>
                    <a:pt x="959" y="31837"/>
                  </a:cubicBezTo>
                  <a:cubicBezTo>
                    <a:pt x="553" y="30821"/>
                    <a:pt x="271" y="29607"/>
                    <a:pt x="128" y="28230"/>
                  </a:cubicBezTo>
                  <a:cubicBezTo>
                    <a:pt x="49" y="27459"/>
                    <a:pt x="12" y="26686"/>
                    <a:pt x="17" y="25914"/>
                  </a:cubicBezTo>
                  <a:cubicBezTo>
                    <a:pt x="28" y="23003"/>
                    <a:pt x="555" y="19738"/>
                    <a:pt x="1541" y="16475"/>
                  </a:cubicBezTo>
                  <a:lnTo>
                    <a:pt x="1543" y="16473"/>
                  </a:lnTo>
                  <a:cubicBezTo>
                    <a:pt x="1689" y="15977"/>
                    <a:pt x="1853" y="15469"/>
                    <a:pt x="2042" y="14921"/>
                  </a:cubicBezTo>
                  <a:cubicBezTo>
                    <a:pt x="2776" y="12792"/>
                    <a:pt x="3667" y="10774"/>
                    <a:pt x="4688" y="8920"/>
                  </a:cubicBezTo>
                  <a:cubicBezTo>
                    <a:pt x="5674" y="7129"/>
                    <a:pt x="6752" y="5542"/>
                    <a:pt x="7895" y="4203"/>
                  </a:cubicBezTo>
                  <a:cubicBezTo>
                    <a:pt x="9029" y="2873"/>
                    <a:pt x="10186" y="1834"/>
                    <a:pt x="11333" y="1118"/>
                  </a:cubicBezTo>
                  <a:cubicBezTo>
                    <a:pt x="12504" y="384"/>
                    <a:pt x="13626" y="12"/>
                    <a:pt x="14667" y="12"/>
                  </a:cubicBezTo>
                  <a:close/>
                  <a:moveTo>
                    <a:pt x="14667" y="1"/>
                  </a:moveTo>
                  <a:cubicBezTo>
                    <a:pt x="10426" y="1"/>
                    <a:pt x="5037" y="6214"/>
                    <a:pt x="2033" y="14917"/>
                  </a:cubicBezTo>
                  <a:cubicBezTo>
                    <a:pt x="1853" y="15439"/>
                    <a:pt x="1686" y="15953"/>
                    <a:pt x="1532" y="16468"/>
                  </a:cubicBezTo>
                  <a:lnTo>
                    <a:pt x="1532" y="16473"/>
                  </a:lnTo>
                  <a:cubicBezTo>
                    <a:pt x="513" y="19840"/>
                    <a:pt x="17" y="23091"/>
                    <a:pt x="8" y="25912"/>
                  </a:cubicBezTo>
                  <a:cubicBezTo>
                    <a:pt x="1" y="26688"/>
                    <a:pt x="38" y="27461"/>
                    <a:pt x="116" y="28230"/>
                  </a:cubicBezTo>
                  <a:cubicBezTo>
                    <a:pt x="262" y="29595"/>
                    <a:pt x="539" y="30816"/>
                    <a:pt x="950" y="31839"/>
                  </a:cubicBezTo>
                  <a:cubicBezTo>
                    <a:pt x="1615" y="33486"/>
                    <a:pt x="2615" y="34631"/>
                    <a:pt x="3940" y="35088"/>
                  </a:cubicBezTo>
                  <a:cubicBezTo>
                    <a:pt x="4356" y="35229"/>
                    <a:pt x="4792" y="35303"/>
                    <a:pt x="5231" y="35303"/>
                  </a:cubicBezTo>
                  <a:cubicBezTo>
                    <a:pt x="5238" y="35303"/>
                    <a:pt x="5245" y="35303"/>
                    <a:pt x="5251" y="35303"/>
                  </a:cubicBezTo>
                  <a:cubicBezTo>
                    <a:pt x="9493" y="35303"/>
                    <a:pt x="14882" y="29092"/>
                    <a:pt x="17886" y="20391"/>
                  </a:cubicBezTo>
                  <a:cubicBezTo>
                    <a:pt x="18346" y="19068"/>
                    <a:pt x="18734" y="17724"/>
                    <a:pt x="19048" y="16360"/>
                  </a:cubicBezTo>
                  <a:cubicBezTo>
                    <a:pt x="19449" y="14628"/>
                    <a:pt x="19713" y="12947"/>
                    <a:pt x="19830" y="11368"/>
                  </a:cubicBezTo>
                  <a:cubicBezTo>
                    <a:pt x="19897" y="10509"/>
                    <a:pt x="19925" y="9680"/>
                    <a:pt x="19911" y="8888"/>
                  </a:cubicBezTo>
                  <a:cubicBezTo>
                    <a:pt x="19863" y="6073"/>
                    <a:pt x="19311" y="3714"/>
                    <a:pt x="18288" y="2136"/>
                  </a:cubicBezTo>
                  <a:cubicBezTo>
                    <a:pt x="17681" y="1201"/>
                    <a:pt x="16912" y="541"/>
                    <a:pt x="15979" y="220"/>
                  </a:cubicBezTo>
                  <a:cubicBezTo>
                    <a:pt x="15563" y="77"/>
                    <a:pt x="15126" y="3"/>
                    <a:pt x="14688" y="3"/>
                  </a:cubicBezTo>
                  <a:cubicBezTo>
                    <a:pt x="14681" y="3"/>
                    <a:pt x="14674" y="3"/>
                    <a:pt x="14667" y="3"/>
                  </a:cubicBezTo>
                  <a:lnTo>
                    <a:pt x="14667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0"/>
            <p:cNvSpPr/>
            <p:nvPr/>
          </p:nvSpPr>
          <p:spPr>
            <a:xfrm>
              <a:off x="4152175" y="3329225"/>
              <a:ext cx="347700" cy="635150"/>
            </a:xfrm>
            <a:custGeom>
              <a:avLst/>
              <a:gdLst/>
              <a:ahLst/>
              <a:cxnLst/>
              <a:rect l="l" t="t" r="r" b="b"/>
              <a:pathLst>
                <a:path w="13908" h="25406" extrusionOk="0">
                  <a:moveTo>
                    <a:pt x="10494" y="0"/>
                  </a:moveTo>
                  <a:cubicBezTo>
                    <a:pt x="9111" y="0"/>
                    <a:pt x="7463" y="1090"/>
                    <a:pt x="5853" y="3071"/>
                  </a:cubicBezTo>
                  <a:cubicBezTo>
                    <a:pt x="4228" y="5071"/>
                    <a:pt x="2755" y="7848"/>
                    <a:pt x="1704" y="10889"/>
                  </a:cubicBezTo>
                  <a:cubicBezTo>
                    <a:pt x="545" y="14249"/>
                    <a:pt x="0" y="17595"/>
                    <a:pt x="173" y="20312"/>
                  </a:cubicBezTo>
                  <a:cubicBezTo>
                    <a:pt x="256" y="21633"/>
                    <a:pt x="506" y="22732"/>
                    <a:pt x="912" y="23582"/>
                  </a:cubicBezTo>
                  <a:cubicBezTo>
                    <a:pt x="1332" y="24459"/>
                    <a:pt x="1905" y="25030"/>
                    <a:pt x="2612" y="25272"/>
                  </a:cubicBezTo>
                  <a:cubicBezTo>
                    <a:pt x="2870" y="25362"/>
                    <a:pt x="3140" y="25406"/>
                    <a:pt x="3413" y="25406"/>
                  </a:cubicBezTo>
                  <a:cubicBezTo>
                    <a:pt x="4796" y="25406"/>
                    <a:pt x="6444" y="24314"/>
                    <a:pt x="8052" y="22335"/>
                  </a:cubicBezTo>
                  <a:cubicBezTo>
                    <a:pt x="9677" y="20333"/>
                    <a:pt x="11152" y="17558"/>
                    <a:pt x="12203" y="14514"/>
                  </a:cubicBezTo>
                  <a:cubicBezTo>
                    <a:pt x="13362" y="11157"/>
                    <a:pt x="13907" y="7811"/>
                    <a:pt x="13734" y="5094"/>
                  </a:cubicBezTo>
                  <a:cubicBezTo>
                    <a:pt x="13651" y="3773"/>
                    <a:pt x="13401" y="2672"/>
                    <a:pt x="12995" y="1824"/>
                  </a:cubicBezTo>
                  <a:cubicBezTo>
                    <a:pt x="12575" y="944"/>
                    <a:pt x="12002" y="376"/>
                    <a:pt x="11293" y="132"/>
                  </a:cubicBezTo>
                  <a:cubicBezTo>
                    <a:pt x="11037" y="44"/>
                    <a:pt x="10767" y="0"/>
                    <a:pt x="1049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0"/>
            <p:cNvSpPr/>
            <p:nvPr/>
          </p:nvSpPr>
          <p:spPr>
            <a:xfrm>
              <a:off x="4134675" y="3329050"/>
              <a:ext cx="382675" cy="635450"/>
            </a:xfrm>
            <a:custGeom>
              <a:avLst/>
              <a:gdLst/>
              <a:ahLst/>
              <a:cxnLst/>
              <a:rect l="l" t="t" r="r" b="b"/>
              <a:pathLst>
                <a:path w="15307" h="25418" extrusionOk="0">
                  <a:moveTo>
                    <a:pt x="11217" y="14"/>
                  </a:moveTo>
                  <a:cubicBezTo>
                    <a:pt x="11480" y="14"/>
                    <a:pt x="11743" y="58"/>
                    <a:pt x="11993" y="143"/>
                  </a:cubicBezTo>
                  <a:cubicBezTo>
                    <a:pt x="12700" y="388"/>
                    <a:pt x="13270" y="956"/>
                    <a:pt x="13690" y="1833"/>
                  </a:cubicBezTo>
                  <a:cubicBezTo>
                    <a:pt x="14097" y="2681"/>
                    <a:pt x="14346" y="3780"/>
                    <a:pt x="14429" y="5101"/>
                  </a:cubicBezTo>
                  <a:cubicBezTo>
                    <a:pt x="14512" y="6421"/>
                    <a:pt x="14427" y="7897"/>
                    <a:pt x="14175" y="9483"/>
                  </a:cubicBezTo>
                  <a:cubicBezTo>
                    <a:pt x="13912" y="11129"/>
                    <a:pt x="13483" y="12822"/>
                    <a:pt x="12898" y="14519"/>
                  </a:cubicBezTo>
                  <a:cubicBezTo>
                    <a:pt x="11848" y="17562"/>
                    <a:pt x="10375" y="20338"/>
                    <a:pt x="8749" y="22337"/>
                  </a:cubicBezTo>
                  <a:cubicBezTo>
                    <a:pt x="7142" y="24316"/>
                    <a:pt x="5496" y="25406"/>
                    <a:pt x="4113" y="25406"/>
                  </a:cubicBezTo>
                  <a:cubicBezTo>
                    <a:pt x="3843" y="25406"/>
                    <a:pt x="3572" y="25362"/>
                    <a:pt x="3316" y="25274"/>
                  </a:cubicBezTo>
                  <a:cubicBezTo>
                    <a:pt x="2610" y="25032"/>
                    <a:pt x="2037" y="24464"/>
                    <a:pt x="1619" y="23586"/>
                  </a:cubicBezTo>
                  <a:cubicBezTo>
                    <a:pt x="1213" y="22737"/>
                    <a:pt x="963" y="21638"/>
                    <a:pt x="880" y="20319"/>
                  </a:cubicBezTo>
                  <a:cubicBezTo>
                    <a:pt x="797" y="18999"/>
                    <a:pt x="883" y="17523"/>
                    <a:pt x="1134" y="15934"/>
                  </a:cubicBezTo>
                  <a:cubicBezTo>
                    <a:pt x="1395" y="14290"/>
                    <a:pt x="1825" y="12596"/>
                    <a:pt x="2411" y="10899"/>
                  </a:cubicBezTo>
                  <a:cubicBezTo>
                    <a:pt x="3462" y="7858"/>
                    <a:pt x="4935" y="5082"/>
                    <a:pt x="6558" y="3083"/>
                  </a:cubicBezTo>
                  <a:cubicBezTo>
                    <a:pt x="8167" y="1104"/>
                    <a:pt x="9814" y="14"/>
                    <a:pt x="11197" y="14"/>
                  </a:cubicBezTo>
                  <a:cubicBezTo>
                    <a:pt x="11203" y="14"/>
                    <a:pt x="11210" y="14"/>
                    <a:pt x="11217" y="14"/>
                  </a:cubicBezTo>
                  <a:close/>
                  <a:moveTo>
                    <a:pt x="11197" y="0"/>
                  </a:moveTo>
                  <a:cubicBezTo>
                    <a:pt x="8350" y="0"/>
                    <a:pt x="4586" y="4565"/>
                    <a:pt x="2400" y="10894"/>
                  </a:cubicBezTo>
                  <a:cubicBezTo>
                    <a:pt x="1" y="17842"/>
                    <a:pt x="409" y="24284"/>
                    <a:pt x="3312" y="25286"/>
                  </a:cubicBezTo>
                  <a:cubicBezTo>
                    <a:pt x="3570" y="25374"/>
                    <a:pt x="3840" y="25417"/>
                    <a:pt x="4113" y="25417"/>
                  </a:cubicBezTo>
                  <a:cubicBezTo>
                    <a:pt x="6960" y="25417"/>
                    <a:pt x="10723" y="20855"/>
                    <a:pt x="12910" y="14524"/>
                  </a:cubicBezTo>
                  <a:cubicBezTo>
                    <a:pt x="15307" y="7578"/>
                    <a:pt x="14900" y="1136"/>
                    <a:pt x="11998" y="134"/>
                  </a:cubicBezTo>
                  <a:cubicBezTo>
                    <a:pt x="11739" y="44"/>
                    <a:pt x="11469" y="0"/>
                    <a:pt x="11197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0"/>
            <p:cNvSpPr/>
            <p:nvPr/>
          </p:nvSpPr>
          <p:spPr>
            <a:xfrm>
              <a:off x="4120125" y="3272825"/>
              <a:ext cx="418300" cy="747900"/>
            </a:xfrm>
            <a:custGeom>
              <a:avLst/>
              <a:gdLst/>
              <a:ahLst/>
              <a:cxnLst/>
              <a:rect l="l" t="t" r="r" b="b"/>
              <a:pathLst>
                <a:path w="16732" h="29916" fill="none" extrusionOk="0">
                  <a:moveTo>
                    <a:pt x="13326" y="591"/>
                  </a:moveTo>
                  <a:cubicBezTo>
                    <a:pt x="15041" y="1185"/>
                    <a:pt x="16166" y="3267"/>
                    <a:pt x="16447" y="6380"/>
                  </a:cubicBezTo>
                  <a:cubicBezTo>
                    <a:pt x="16731" y="9492"/>
                    <a:pt x="16152" y="13381"/>
                    <a:pt x="14836" y="17193"/>
                  </a:cubicBezTo>
                  <a:cubicBezTo>
                    <a:pt x="13520" y="21003"/>
                    <a:pt x="11578" y="24420"/>
                    <a:pt x="9433" y="26694"/>
                  </a:cubicBezTo>
                  <a:cubicBezTo>
                    <a:pt x="7290" y="28971"/>
                    <a:pt x="5122" y="29915"/>
                    <a:pt x="3404" y="29322"/>
                  </a:cubicBezTo>
                  <a:cubicBezTo>
                    <a:pt x="1689" y="28731"/>
                    <a:pt x="566" y="26648"/>
                    <a:pt x="282" y="23536"/>
                  </a:cubicBezTo>
                  <a:cubicBezTo>
                    <a:pt x="1" y="20423"/>
                    <a:pt x="580" y="16533"/>
                    <a:pt x="1896" y="12723"/>
                  </a:cubicBezTo>
                  <a:cubicBezTo>
                    <a:pt x="3210" y="8913"/>
                    <a:pt x="5154" y="5496"/>
                    <a:pt x="7297" y="3219"/>
                  </a:cubicBezTo>
                  <a:cubicBezTo>
                    <a:pt x="9442" y="945"/>
                    <a:pt x="11610" y="0"/>
                    <a:pt x="13326" y="591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0"/>
            <p:cNvSpPr/>
            <p:nvPr/>
          </p:nvSpPr>
          <p:spPr>
            <a:xfrm>
              <a:off x="4081975" y="3231825"/>
              <a:ext cx="608550" cy="622075"/>
            </a:xfrm>
            <a:custGeom>
              <a:avLst/>
              <a:gdLst/>
              <a:ahLst/>
              <a:cxnLst/>
              <a:rect l="l" t="t" r="r" b="b"/>
              <a:pathLst>
                <a:path w="24342" h="24883" extrusionOk="0">
                  <a:moveTo>
                    <a:pt x="20008" y="1"/>
                  </a:moveTo>
                  <a:lnTo>
                    <a:pt x="18283" y="1102"/>
                  </a:lnTo>
                  <a:lnTo>
                    <a:pt x="16073" y="2993"/>
                  </a:lnTo>
                  <a:lnTo>
                    <a:pt x="14593" y="4256"/>
                  </a:lnTo>
                  <a:lnTo>
                    <a:pt x="5669" y="11892"/>
                  </a:lnTo>
                  <a:lnTo>
                    <a:pt x="3709" y="13571"/>
                  </a:lnTo>
                  <a:lnTo>
                    <a:pt x="3709" y="13573"/>
                  </a:lnTo>
                  <a:lnTo>
                    <a:pt x="1527" y="15436"/>
                  </a:lnTo>
                  <a:lnTo>
                    <a:pt x="1527" y="15441"/>
                  </a:lnTo>
                  <a:cubicBezTo>
                    <a:pt x="508" y="18808"/>
                    <a:pt x="12" y="22059"/>
                    <a:pt x="0" y="24882"/>
                  </a:cubicBezTo>
                  <a:lnTo>
                    <a:pt x="1737" y="23395"/>
                  </a:lnTo>
                  <a:lnTo>
                    <a:pt x="2967" y="22345"/>
                  </a:lnTo>
                  <a:lnTo>
                    <a:pt x="8389" y="17706"/>
                  </a:lnTo>
                  <a:lnTo>
                    <a:pt x="8491" y="17618"/>
                  </a:lnTo>
                  <a:lnTo>
                    <a:pt x="9463" y="16789"/>
                  </a:lnTo>
                  <a:lnTo>
                    <a:pt x="9463" y="16787"/>
                  </a:lnTo>
                  <a:lnTo>
                    <a:pt x="11862" y="14734"/>
                  </a:lnTo>
                  <a:lnTo>
                    <a:pt x="16563" y="10717"/>
                  </a:lnTo>
                  <a:lnTo>
                    <a:pt x="18043" y="9449"/>
                  </a:lnTo>
                  <a:lnTo>
                    <a:pt x="19906" y="7856"/>
                  </a:lnTo>
                  <a:lnTo>
                    <a:pt x="24342" y="4420"/>
                  </a:lnTo>
                  <a:cubicBezTo>
                    <a:pt x="23266" y="2321"/>
                    <a:pt x="21829" y="832"/>
                    <a:pt x="20008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0"/>
            <p:cNvSpPr/>
            <p:nvPr/>
          </p:nvSpPr>
          <p:spPr>
            <a:xfrm>
              <a:off x="4084750" y="3382550"/>
              <a:ext cx="630250" cy="619525"/>
            </a:xfrm>
            <a:custGeom>
              <a:avLst/>
              <a:gdLst/>
              <a:ahLst/>
              <a:cxnLst/>
              <a:rect l="l" t="t" r="r" b="b"/>
              <a:pathLst>
                <a:path w="25210" h="24781" extrusionOk="0">
                  <a:moveTo>
                    <a:pt x="24769" y="1"/>
                  </a:moveTo>
                  <a:lnTo>
                    <a:pt x="19712" y="4305"/>
                  </a:lnTo>
                  <a:lnTo>
                    <a:pt x="17807" y="5937"/>
                  </a:lnTo>
                  <a:lnTo>
                    <a:pt x="16182" y="7327"/>
                  </a:lnTo>
                  <a:lnTo>
                    <a:pt x="10388" y="12282"/>
                  </a:lnTo>
                  <a:lnTo>
                    <a:pt x="9158" y="13335"/>
                  </a:lnTo>
                  <a:lnTo>
                    <a:pt x="8694" y="13734"/>
                  </a:lnTo>
                  <a:lnTo>
                    <a:pt x="8694" y="13739"/>
                  </a:lnTo>
                  <a:lnTo>
                    <a:pt x="8068" y="14270"/>
                  </a:lnTo>
                  <a:lnTo>
                    <a:pt x="2905" y="18687"/>
                  </a:lnTo>
                  <a:lnTo>
                    <a:pt x="1755" y="19671"/>
                  </a:lnTo>
                  <a:lnTo>
                    <a:pt x="0" y="21169"/>
                  </a:lnTo>
                  <a:cubicBezTo>
                    <a:pt x="143" y="22534"/>
                    <a:pt x="423" y="23755"/>
                    <a:pt x="834" y="24781"/>
                  </a:cubicBezTo>
                  <a:lnTo>
                    <a:pt x="2787" y="23111"/>
                  </a:lnTo>
                  <a:lnTo>
                    <a:pt x="3979" y="22093"/>
                  </a:lnTo>
                  <a:lnTo>
                    <a:pt x="14718" y="12903"/>
                  </a:lnTo>
                  <a:lnTo>
                    <a:pt x="14718" y="12901"/>
                  </a:lnTo>
                  <a:lnTo>
                    <a:pt x="16777" y="11144"/>
                  </a:lnTo>
                  <a:lnTo>
                    <a:pt x="18932" y="9299"/>
                  </a:lnTo>
                  <a:lnTo>
                    <a:pt x="25210" y="3365"/>
                  </a:lnTo>
                  <a:cubicBezTo>
                    <a:pt x="25157" y="2233"/>
                    <a:pt x="25009" y="1107"/>
                    <a:pt x="24769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7" name="Google Shape;517;p30"/>
          <p:cNvGrpSpPr/>
          <p:nvPr/>
        </p:nvGrpSpPr>
        <p:grpSpPr>
          <a:xfrm rot="-5521010">
            <a:off x="6430167" y="794384"/>
            <a:ext cx="536764" cy="385807"/>
            <a:chOff x="3958725" y="4285850"/>
            <a:chExt cx="926000" cy="665575"/>
          </a:xfrm>
        </p:grpSpPr>
        <p:sp>
          <p:nvSpPr>
            <p:cNvPr id="518" name="Google Shape;518;p30"/>
            <p:cNvSpPr/>
            <p:nvPr/>
          </p:nvSpPr>
          <p:spPr>
            <a:xfrm>
              <a:off x="3958725" y="4286250"/>
              <a:ext cx="926000" cy="665175"/>
            </a:xfrm>
            <a:custGeom>
              <a:avLst/>
              <a:gdLst/>
              <a:ahLst/>
              <a:cxnLst/>
              <a:rect l="l" t="t" r="r" b="b"/>
              <a:pathLst>
                <a:path w="37040" h="26607" extrusionOk="0">
                  <a:moveTo>
                    <a:pt x="32631" y="0"/>
                  </a:moveTo>
                  <a:cubicBezTo>
                    <a:pt x="32452" y="0"/>
                    <a:pt x="32270" y="51"/>
                    <a:pt x="32109" y="159"/>
                  </a:cubicBezTo>
                  <a:lnTo>
                    <a:pt x="626" y="19435"/>
                  </a:lnTo>
                  <a:cubicBezTo>
                    <a:pt x="149" y="19705"/>
                    <a:pt x="1" y="20324"/>
                    <a:pt x="306" y="20781"/>
                  </a:cubicBezTo>
                  <a:lnTo>
                    <a:pt x="3557" y="26142"/>
                  </a:lnTo>
                  <a:cubicBezTo>
                    <a:pt x="3746" y="26441"/>
                    <a:pt x="4071" y="26607"/>
                    <a:pt x="4403" y="26607"/>
                  </a:cubicBezTo>
                  <a:cubicBezTo>
                    <a:pt x="4576" y="26607"/>
                    <a:pt x="4751" y="26562"/>
                    <a:pt x="4910" y="26468"/>
                  </a:cubicBezTo>
                  <a:lnTo>
                    <a:pt x="36349" y="7169"/>
                  </a:lnTo>
                  <a:cubicBezTo>
                    <a:pt x="36870" y="6913"/>
                    <a:pt x="37039" y="6253"/>
                    <a:pt x="36704" y="5777"/>
                  </a:cubicBezTo>
                  <a:lnTo>
                    <a:pt x="33456" y="480"/>
                  </a:lnTo>
                  <a:cubicBezTo>
                    <a:pt x="33281" y="171"/>
                    <a:pt x="32960" y="0"/>
                    <a:pt x="32631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0"/>
            <p:cNvSpPr/>
            <p:nvPr/>
          </p:nvSpPr>
          <p:spPr>
            <a:xfrm>
              <a:off x="4691775" y="4285850"/>
              <a:ext cx="192950" cy="223000"/>
            </a:xfrm>
            <a:custGeom>
              <a:avLst/>
              <a:gdLst/>
              <a:ahLst/>
              <a:cxnLst/>
              <a:rect l="l" t="t" r="r" b="b"/>
              <a:pathLst>
                <a:path w="7718" h="8920" extrusionOk="0">
                  <a:moveTo>
                    <a:pt x="3300" y="1"/>
                  </a:moveTo>
                  <a:cubicBezTo>
                    <a:pt x="3131" y="1"/>
                    <a:pt x="2959" y="47"/>
                    <a:pt x="2804" y="143"/>
                  </a:cubicBezTo>
                  <a:lnTo>
                    <a:pt x="0" y="1872"/>
                  </a:lnTo>
                  <a:lnTo>
                    <a:pt x="4230" y="8919"/>
                  </a:lnTo>
                  <a:lnTo>
                    <a:pt x="7027" y="7185"/>
                  </a:lnTo>
                  <a:cubicBezTo>
                    <a:pt x="7548" y="6929"/>
                    <a:pt x="7717" y="6269"/>
                    <a:pt x="7382" y="5793"/>
                  </a:cubicBezTo>
                  <a:lnTo>
                    <a:pt x="4134" y="496"/>
                  </a:lnTo>
                  <a:cubicBezTo>
                    <a:pt x="3962" y="179"/>
                    <a:pt x="3636" y="1"/>
                    <a:pt x="330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0"/>
            <p:cNvSpPr/>
            <p:nvPr/>
          </p:nvSpPr>
          <p:spPr>
            <a:xfrm>
              <a:off x="4538575" y="4330500"/>
              <a:ext cx="263475" cy="270350"/>
            </a:xfrm>
            <a:custGeom>
              <a:avLst/>
              <a:gdLst/>
              <a:ahLst/>
              <a:cxnLst/>
              <a:rect l="l" t="t" r="r" b="b"/>
              <a:pathLst>
                <a:path w="10539" h="10814" extrusionOk="0">
                  <a:moveTo>
                    <a:pt x="6269" y="1"/>
                  </a:moveTo>
                  <a:lnTo>
                    <a:pt x="0" y="3841"/>
                  </a:lnTo>
                  <a:lnTo>
                    <a:pt x="4272" y="10814"/>
                  </a:lnTo>
                  <a:lnTo>
                    <a:pt x="10539" y="6972"/>
                  </a:lnTo>
                  <a:lnTo>
                    <a:pt x="6269" y="1"/>
                  </a:ln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0"/>
            <p:cNvSpPr/>
            <p:nvPr/>
          </p:nvSpPr>
          <p:spPr>
            <a:xfrm>
              <a:off x="4319625" y="4512575"/>
              <a:ext cx="85175" cy="283575"/>
            </a:xfrm>
            <a:custGeom>
              <a:avLst/>
              <a:gdLst/>
              <a:ahLst/>
              <a:cxnLst/>
              <a:rect l="l" t="t" r="r" b="b"/>
              <a:pathLst>
                <a:path w="3407" h="11343" extrusionOk="0">
                  <a:moveTo>
                    <a:pt x="3138" y="0"/>
                  </a:moveTo>
                  <a:lnTo>
                    <a:pt x="0" y="1919"/>
                  </a:lnTo>
                  <a:lnTo>
                    <a:pt x="162" y="7389"/>
                  </a:lnTo>
                  <a:lnTo>
                    <a:pt x="278" y="11342"/>
                  </a:lnTo>
                  <a:lnTo>
                    <a:pt x="3406" y="9419"/>
                  </a:lnTo>
                  <a:lnTo>
                    <a:pt x="3325" y="6339"/>
                  </a:lnTo>
                  <a:lnTo>
                    <a:pt x="3138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0"/>
            <p:cNvSpPr/>
            <p:nvPr/>
          </p:nvSpPr>
          <p:spPr>
            <a:xfrm>
              <a:off x="3978350" y="4721700"/>
              <a:ext cx="85125" cy="229075"/>
            </a:xfrm>
            <a:custGeom>
              <a:avLst/>
              <a:gdLst/>
              <a:ahLst/>
              <a:cxnLst/>
              <a:rect l="l" t="t" r="r" b="b"/>
              <a:pathLst>
                <a:path w="3405" h="9163" extrusionOk="0">
                  <a:moveTo>
                    <a:pt x="3139" y="1"/>
                  </a:moveTo>
                  <a:lnTo>
                    <a:pt x="1" y="1920"/>
                  </a:lnTo>
                  <a:lnTo>
                    <a:pt x="72" y="4326"/>
                  </a:lnTo>
                  <a:lnTo>
                    <a:pt x="2762" y="8720"/>
                  </a:lnTo>
                  <a:cubicBezTo>
                    <a:pt x="2903" y="8953"/>
                    <a:pt x="3136" y="9114"/>
                    <a:pt x="3404" y="9163"/>
                  </a:cubicBezTo>
                  <a:lnTo>
                    <a:pt x="3323" y="6325"/>
                  </a:lnTo>
                  <a:lnTo>
                    <a:pt x="3139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0"/>
            <p:cNvSpPr/>
            <p:nvPr/>
          </p:nvSpPr>
          <p:spPr>
            <a:xfrm>
              <a:off x="4427750" y="4408782"/>
              <a:ext cx="147850" cy="321900"/>
            </a:xfrm>
            <a:custGeom>
              <a:avLst/>
              <a:gdLst/>
              <a:ahLst/>
              <a:cxnLst/>
              <a:rect l="l" t="t" r="r" b="b"/>
              <a:pathLst>
                <a:path w="5914" h="12876" extrusionOk="0">
                  <a:moveTo>
                    <a:pt x="5639" y="0"/>
                  </a:moveTo>
                  <a:lnTo>
                    <a:pt x="0" y="3457"/>
                  </a:lnTo>
                  <a:lnTo>
                    <a:pt x="69" y="6052"/>
                  </a:lnTo>
                  <a:lnTo>
                    <a:pt x="259" y="12571"/>
                  </a:lnTo>
                  <a:lnTo>
                    <a:pt x="270" y="12875"/>
                  </a:lnTo>
                  <a:lnTo>
                    <a:pt x="5913" y="9412"/>
                  </a:lnTo>
                  <a:lnTo>
                    <a:pt x="5909" y="9377"/>
                  </a:lnTo>
                  <a:lnTo>
                    <a:pt x="5722" y="2838"/>
                  </a:lnTo>
                  <a:lnTo>
                    <a:pt x="5639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4" name="Google Shape;524;p30"/>
          <p:cNvGrpSpPr/>
          <p:nvPr/>
        </p:nvGrpSpPr>
        <p:grpSpPr>
          <a:xfrm flipH="1">
            <a:off x="1296095" y="1965338"/>
            <a:ext cx="530166" cy="502936"/>
            <a:chOff x="1717700" y="2254700"/>
            <a:chExt cx="781725" cy="741575"/>
          </a:xfrm>
        </p:grpSpPr>
        <p:sp>
          <p:nvSpPr>
            <p:cNvPr id="525" name="Google Shape;525;p30"/>
            <p:cNvSpPr/>
            <p:nvPr/>
          </p:nvSpPr>
          <p:spPr>
            <a:xfrm>
              <a:off x="1748125" y="2300200"/>
              <a:ext cx="717650" cy="650525"/>
            </a:xfrm>
            <a:custGeom>
              <a:avLst/>
              <a:gdLst/>
              <a:ahLst/>
              <a:cxnLst/>
              <a:rect l="l" t="t" r="r" b="b"/>
              <a:pathLst>
                <a:path w="28706" h="26021" extrusionOk="0">
                  <a:moveTo>
                    <a:pt x="15025" y="0"/>
                  </a:moveTo>
                  <a:cubicBezTo>
                    <a:pt x="11160" y="0"/>
                    <a:pt x="7313" y="1600"/>
                    <a:pt x="4560" y="4734"/>
                  </a:cubicBezTo>
                  <a:cubicBezTo>
                    <a:pt x="162" y="9743"/>
                    <a:pt x="0" y="17021"/>
                    <a:pt x="3801" y="22174"/>
                  </a:cubicBezTo>
                  <a:cubicBezTo>
                    <a:pt x="4341" y="22872"/>
                    <a:pt x="4946" y="23518"/>
                    <a:pt x="5609" y="24102"/>
                  </a:cubicBezTo>
                  <a:cubicBezTo>
                    <a:pt x="5932" y="24386"/>
                    <a:pt x="6264" y="24652"/>
                    <a:pt x="6604" y="24901"/>
                  </a:cubicBezTo>
                  <a:cubicBezTo>
                    <a:pt x="6953" y="25155"/>
                    <a:pt x="7201" y="25230"/>
                    <a:pt x="7416" y="25230"/>
                  </a:cubicBezTo>
                  <a:cubicBezTo>
                    <a:pt x="7729" y="25230"/>
                    <a:pt x="7975" y="25072"/>
                    <a:pt x="8368" y="25072"/>
                  </a:cubicBezTo>
                  <a:cubicBezTo>
                    <a:pt x="8543" y="25072"/>
                    <a:pt x="8748" y="25103"/>
                    <a:pt x="9001" y="25194"/>
                  </a:cubicBezTo>
                  <a:cubicBezTo>
                    <a:pt x="9444" y="25354"/>
                    <a:pt x="9896" y="25492"/>
                    <a:pt x="10354" y="25608"/>
                  </a:cubicBezTo>
                  <a:cubicBezTo>
                    <a:pt x="11030" y="25776"/>
                    <a:pt x="11721" y="25894"/>
                    <a:pt x="12416" y="25959"/>
                  </a:cubicBezTo>
                  <a:cubicBezTo>
                    <a:pt x="12854" y="26000"/>
                    <a:pt x="13293" y="26021"/>
                    <a:pt x="13732" y="26021"/>
                  </a:cubicBezTo>
                  <a:cubicBezTo>
                    <a:pt x="17598" y="26021"/>
                    <a:pt x="21444" y="24419"/>
                    <a:pt x="24196" y="21288"/>
                  </a:cubicBezTo>
                  <a:cubicBezTo>
                    <a:pt x="28262" y="16658"/>
                    <a:pt x="28705" y="10089"/>
                    <a:pt x="25745" y="5051"/>
                  </a:cubicBezTo>
                  <a:cubicBezTo>
                    <a:pt x="25277" y="4480"/>
                    <a:pt x="24762" y="3949"/>
                    <a:pt x="24205" y="3465"/>
                  </a:cubicBezTo>
                  <a:cubicBezTo>
                    <a:pt x="23674" y="2996"/>
                    <a:pt x="23106" y="2569"/>
                    <a:pt x="22508" y="2185"/>
                  </a:cubicBezTo>
                  <a:cubicBezTo>
                    <a:pt x="21922" y="1809"/>
                    <a:pt x="21305" y="1479"/>
                    <a:pt x="20668" y="1195"/>
                  </a:cubicBezTo>
                  <a:cubicBezTo>
                    <a:pt x="20236" y="1003"/>
                    <a:pt x="19795" y="835"/>
                    <a:pt x="19347" y="687"/>
                  </a:cubicBezTo>
                  <a:cubicBezTo>
                    <a:pt x="18100" y="280"/>
                    <a:pt x="16803" y="52"/>
                    <a:pt x="15491" y="8"/>
                  </a:cubicBezTo>
                  <a:cubicBezTo>
                    <a:pt x="15336" y="3"/>
                    <a:pt x="15180" y="0"/>
                    <a:pt x="15025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0"/>
            <p:cNvSpPr/>
            <p:nvPr/>
          </p:nvSpPr>
          <p:spPr>
            <a:xfrm>
              <a:off x="1755500" y="2300325"/>
              <a:ext cx="740400" cy="695775"/>
            </a:xfrm>
            <a:custGeom>
              <a:avLst/>
              <a:gdLst/>
              <a:ahLst/>
              <a:cxnLst/>
              <a:rect l="l" t="t" r="r" b="b"/>
              <a:pathLst>
                <a:path w="29616" h="27831" extrusionOk="0">
                  <a:moveTo>
                    <a:pt x="14709" y="1"/>
                  </a:moveTo>
                  <a:cubicBezTo>
                    <a:pt x="10711" y="1"/>
                    <a:pt x="6906" y="1725"/>
                    <a:pt x="4270" y="4732"/>
                  </a:cubicBezTo>
                  <a:cubicBezTo>
                    <a:pt x="1084" y="8350"/>
                    <a:pt x="1" y="13360"/>
                    <a:pt x="1409" y="17972"/>
                  </a:cubicBezTo>
                  <a:cubicBezTo>
                    <a:pt x="2162" y="20449"/>
                    <a:pt x="3591" y="22666"/>
                    <a:pt x="5538" y="24372"/>
                  </a:cubicBezTo>
                  <a:cubicBezTo>
                    <a:pt x="5852" y="24649"/>
                    <a:pt x="6186" y="24919"/>
                    <a:pt x="6533" y="25169"/>
                  </a:cubicBezTo>
                  <a:cubicBezTo>
                    <a:pt x="7590" y="25942"/>
                    <a:pt x="8754" y="26561"/>
                    <a:pt x="9987" y="27009"/>
                  </a:cubicBezTo>
                  <a:cubicBezTo>
                    <a:pt x="10428" y="27166"/>
                    <a:pt x="10883" y="27304"/>
                    <a:pt x="11340" y="27418"/>
                  </a:cubicBezTo>
                  <a:cubicBezTo>
                    <a:pt x="12017" y="27586"/>
                    <a:pt x="12707" y="27704"/>
                    <a:pt x="13402" y="27769"/>
                  </a:cubicBezTo>
                  <a:cubicBezTo>
                    <a:pt x="13838" y="27810"/>
                    <a:pt x="14282" y="27831"/>
                    <a:pt x="14720" y="27831"/>
                  </a:cubicBezTo>
                  <a:cubicBezTo>
                    <a:pt x="14724" y="27831"/>
                    <a:pt x="14728" y="27831"/>
                    <a:pt x="14732" y="27831"/>
                  </a:cubicBezTo>
                  <a:cubicBezTo>
                    <a:pt x="20119" y="27831"/>
                    <a:pt x="25025" y="24719"/>
                    <a:pt x="27318" y="19844"/>
                  </a:cubicBezTo>
                  <a:cubicBezTo>
                    <a:pt x="29616" y="14965"/>
                    <a:pt x="28886" y="9200"/>
                    <a:pt x="25446" y="5048"/>
                  </a:cubicBezTo>
                  <a:cubicBezTo>
                    <a:pt x="24977" y="4478"/>
                    <a:pt x="24462" y="3947"/>
                    <a:pt x="23908" y="3462"/>
                  </a:cubicBezTo>
                  <a:cubicBezTo>
                    <a:pt x="23374" y="2993"/>
                    <a:pt x="22806" y="2566"/>
                    <a:pt x="22211" y="2185"/>
                  </a:cubicBezTo>
                  <a:cubicBezTo>
                    <a:pt x="21622" y="1809"/>
                    <a:pt x="21008" y="1476"/>
                    <a:pt x="20370" y="1194"/>
                  </a:cubicBezTo>
                  <a:cubicBezTo>
                    <a:pt x="19925" y="998"/>
                    <a:pt x="19484" y="827"/>
                    <a:pt x="19050" y="686"/>
                  </a:cubicBezTo>
                  <a:cubicBezTo>
                    <a:pt x="17803" y="280"/>
                    <a:pt x="16505" y="51"/>
                    <a:pt x="15196" y="10"/>
                  </a:cubicBezTo>
                  <a:cubicBezTo>
                    <a:pt x="15041" y="3"/>
                    <a:pt x="14882" y="1"/>
                    <a:pt x="14725" y="1"/>
                  </a:cubicBezTo>
                  <a:cubicBezTo>
                    <a:pt x="14720" y="1"/>
                    <a:pt x="14714" y="1"/>
                    <a:pt x="14709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0"/>
            <p:cNvSpPr/>
            <p:nvPr/>
          </p:nvSpPr>
          <p:spPr>
            <a:xfrm>
              <a:off x="1748125" y="2300150"/>
              <a:ext cx="751300" cy="696125"/>
            </a:xfrm>
            <a:custGeom>
              <a:avLst/>
              <a:gdLst/>
              <a:ahLst/>
              <a:cxnLst/>
              <a:rect l="l" t="t" r="r" b="b"/>
              <a:pathLst>
                <a:path w="30052" h="27845" extrusionOk="0">
                  <a:moveTo>
                    <a:pt x="15005" y="15"/>
                  </a:moveTo>
                  <a:cubicBezTo>
                    <a:pt x="15010" y="15"/>
                    <a:pt x="15015" y="15"/>
                    <a:pt x="15020" y="15"/>
                  </a:cubicBezTo>
                  <a:cubicBezTo>
                    <a:pt x="15177" y="15"/>
                    <a:pt x="15334" y="17"/>
                    <a:pt x="15491" y="21"/>
                  </a:cubicBezTo>
                  <a:cubicBezTo>
                    <a:pt x="16800" y="65"/>
                    <a:pt x="18098" y="294"/>
                    <a:pt x="19342" y="700"/>
                  </a:cubicBezTo>
                  <a:cubicBezTo>
                    <a:pt x="19774" y="841"/>
                    <a:pt x="20218" y="1012"/>
                    <a:pt x="20663" y="1208"/>
                  </a:cubicBezTo>
                  <a:cubicBezTo>
                    <a:pt x="21300" y="1490"/>
                    <a:pt x="21915" y="1820"/>
                    <a:pt x="22503" y="2197"/>
                  </a:cubicBezTo>
                  <a:cubicBezTo>
                    <a:pt x="23099" y="2580"/>
                    <a:pt x="23667" y="3007"/>
                    <a:pt x="24198" y="3476"/>
                  </a:cubicBezTo>
                  <a:cubicBezTo>
                    <a:pt x="24752" y="3961"/>
                    <a:pt x="25267" y="4489"/>
                    <a:pt x="25736" y="5060"/>
                  </a:cubicBezTo>
                  <a:cubicBezTo>
                    <a:pt x="26789" y="6327"/>
                    <a:pt x="27606" y="7773"/>
                    <a:pt x="28147" y="9329"/>
                  </a:cubicBezTo>
                  <a:cubicBezTo>
                    <a:pt x="29638" y="13584"/>
                    <a:pt x="28973" y="18297"/>
                    <a:pt x="26364" y="21975"/>
                  </a:cubicBezTo>
                  <a:cubicBezTo>
                    <a:pt x="23756" y="25652"/>
                    <a:pt x="19529" y="27833"/>
                    <a:pt x="15023" y="27833"/>
                  </a:cubicBezTo>
                  <a:cubicBezTo>
                    <a:pt x="15020" y="27833"/>
                    <a:pt x="15018" y="27833"/>
                    <a:pt x="15015" y="27833"/>
                  </a:cubicBezTo>
                  <a:cubicBezTo>
                    <a:pt x="14577" y="27833"/>
                    <a:pt x="14133" y="27812"/>
                    <a:pt x="13697" y="27771"/>
                  </a:cubicBezTo>
                  <a:cubicBezTo>
                    <a:pt x="13002" y="27706"/>
                    <a:pt x="12312" y="27589"/>
                    <a:pt x="11635" y="27420"/>
                  </a:cubicBezTo>
                  <a:cubicBezTo>
                    <a:pt x="11180" y="27307"/>
                    <a:pt x="10725" y="27168"/>
                    <a:pt x="10282" y="27011"/>
                  </a:cubicBezTo>
                  <a:cubicBezTo>
                    <a:pt x="9051" y="26563"/>
                    <a:pt x="7888" y="25945"/>
                    <a:pt x="6830" y="25173"/>
                  </a:cubicBezTo>
                  <a:cubicBezTo>
                    <a:pt x="6486" y="24922"/>
                    <a:pt x="6151" y="24654"/>
                    <a:pt x="5835" y="24374"/>
                  </a:cubicBezTo>
                  <a:cubicBezTo>
                    <a:pt x="3888" y="22670"/>
                    <a:pt x="2459" y="20454"/>
                    <a:pt x="1706" y="17979"/>
                  </a:cubicBezTo>
                  <a:cubicBezTo>
                    <a:pt x="420" y="13760"/>
                    <a:pt x="1210" y="9184"/>
                    <a:pt x="3835" y="5642"/>
                  </a:cubicBezTo>
                  <a:cubicBezTo>
                    <a:pt x="6458" y="2103"/>
                    <a:pt x="10601" y="15"/>
                    <a:pt x="15005" y="15"/>
                  </a:cubicBezTo>
                  <a:close/>
                  <a:moveTo>
                    <a:pt x="15020" y="1"/>
                  </a:moveTo>
                  <a:lnTo>
                    <a:pt x="15020" y="3"/>
                  </a:lnTo>
                  <a:cubicBezTo>
                    <a:pt x="11155" y="3"/>
                    <a:pt x="7310" y="1603"/>
                    <a:pt x="4560" y="4736"/>
                  </a:cubicBezTo>
                  <a:cubicBezTo>
                    <a:pt x="159" y="9745"/>
                    <a:pt x="0" y="17023"/>
                    <a:pt x="3801" y="22176"/>
                  </a:cubicBezTo>
                  <a:cubicBezTo>
                    <a:pt x="4394" y="22984"/>
                    <a:pt x="5073" y="23723"/>
                    <a:pt x="5828" y="24384"/>
                  </a:cubicBezTo>
                  <a:cubicBezTo>
                    <a:pt x="6149" y="24668"/>
                    <a:pt x="6484" y="24933"/>
                    <a:pt x="6823" y="25180"/>
                  </a:cubicBezTo>
                  <a:cubicBezTo>
                    <a:pt x="7883" y="25954"/>
                    <a:pt x="9047" y="26575"/>
                    <a:pt x="10280" y="27021"/>
                  </a:cubicBezTo>
                  <a:cubicBezTo>
                    <a:pt x="10725" y="27180"/>
                    <a:pt x="11178" y="27318"/>
                    <a:pt x="11633" y="27432"/>
                  </a:cubicBezTo>
                  <a:cubicBezTo>
                    <a:pt x="12312" y="27600"/>
                    <a:pt x="13000" y="27718"/>
                    <a:pt x="13697" y="27782"/>
                  </a:cubicBezTo>
                  <a:cubicBezTo>
                    <a:pt x="14136" y="27824"/>
                    <a:pt x="14574" y="27845"/>
                    <a:pt x="15015" y="27845"/>
                  </a:cubicBezTo>
                  <a:cubicBezTo>
                    <a:pt x="18881" y="27845"/>
                    <a:pt x="22725" y="26245"/>
                    <a:pt x="25475" y="23111"/>
                  </a:cubicBezTo>
                  <a:cubicBezTo>
                    <a:pt x="30051" y="17900"/>
                    <a:pt x="30035" y="10227"/>
                    <a:pt x="25745" y="5050"/>
                  </a:cubicBezTo>
                  <a:cubicBezTo>
                    <a:pt x="25277" y="4482"/>
                    <a:pt x="24762" y="3951"/>
                    <a:pt x="24205" y="3464"/>
                  </a:cubicBezTo>
                  <a:cubicBezTo>
                    <a:pt x="23672" y="2995"/>
                    <a:pt x="23106" y="2568"/>
                    <a:pt x="22508" y="2185"/>
                  </a:cubicBezTo>
                  <a:cubicBezTo>
                    <a:pt x="21922" y="1809"/>
                    <a:pt x="21305" y="1478"/>
                    <a:pt x="20668" y="1197"/>
                  </a:cubicBezTo>
                  <a:cubicBezTo>
                    <a:pt x="20236" y="1005"/>
                    <a:pt x="19795" y="834"/>
                    <a:pt x="19347" y="689"/>
                  </a:cubicBezTo>
                  <a:cubicBezTo>
                    <a:pt x="18100" y="280"/>
                    <a:pt x="16803" y="52"/>
                    <a:pt x="15491" y="10"/>
                  </a:cubicBezTo>
                  <a:cubicBezTo>
                    <a:pt x="15334" y="5"/>
                    <a:pt x="15177" y="1"/>
                    <a:pt x="1502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0"/>
            <p:cNvSpPr/>
            <p:nvPr/>
          </p:nvSpPr>
          <p:spPr>
            <a:xfrm>
              <a:off x="1828875" y="2353550"/>
              <a:ext cx="589400" cy="589400"/>
            </a:xfrm>
            <a:custGeom>
              <a:avLst/>
              <a:gdLst/>
              <a:ahLst/>
              <a:cxnLst/>
              <a:rect l="l" t="t" r="r" b="b"/>
              <a:pathLst>
                <a:path w="23576" h="23576" fill="none" extrusionOk="0">
                  <a:moveTo>
                    <a:pt x="20123" y="3452"/>
                  </a:moveTo>
                  <a:cubicBezTo>
                    <a:pt x="22333" y="5662"/>
                    <a:pt x="23575" y="8662"/>
                    <a:pt x="23575" y="11788"/>
                  </a:cubicBezTo>
                  <a:cubicBezTo>
                    <a:pt x="23575" y="14914"/>
                    <a:pt x="22333" y="17911"/>
                    <a:pt x="20123" y="20121"/>
                  </a:cubicBezTo>
                  <a:cubicBezTo>
                    <a:pt x="17911" y="22333"/>
                    <a:pt x="14914" y="23575"/>
                    <a:pt x="11788" y="23575"/>
                  </a:cubicBezTo>
                  <a:cubicBezTo>
                    <a:pt x="8661" y="23575"/>
                    <a:pt x="5664" y="22333"/>
                    <a:pt x="3452" y="20121"/>
                  </a:cubicBezTo>
                  <a:cubicBezTo>
                    <a:pt x="1243" y="17911"/>
                    <a:pt x="0" y="14914"/>
                    <a:pt x="0" y="11788"/>
                  </a:cubicBezTo>
                  <a:cubicBezTo>
                    <a:pt x="0" y="8662"/>
                    <a:pt x="1243" y="5662"/>
                    <a:pt x="3452" y="3452"/>
                  </a:cubicBezTo>
                  <a:cubicBezTo>
                    <a:pt x="5664" y="1243"/>
                    <a:pt x="8661" y="1"/>
                    <a:pt x="11788" y="1"/>
                  </a:cubicBezTo>
                  <a:cubicBezTo>
                    <a:pt x="14914" y="1"/>
                    <a:pt x="17911" y="1243"/>
                    <a:pt x="20123" y="3452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0"/>
            <p:cNvSpPr/>
            <p:nvPr/>
          </p:nvSpPr>
          <p:spPr>
            <a:xfrm>
              <a:off x="1854800" y="2392075"/>
              <a:ext cx="553825" cy="513575"/>
            </a:xfrm>
            <a:custGeom>
              <a:avLst/>
              <a:gdLst/>
              <a:ahLst/>
              <a:cxnLst/>
              <a:rect l="l" t="t" r="r" b="b"/>
              <a:pathLst>
                <a:path w="22153" h="20543" extrusionOk="0">
                  <a:moveTo>
                    <a:pt x="10769" y="1"/>
                  </a:moveTo>
                  <a:cubicBezTo>
                    <a:pt x="10066" y="1"/>
                    <a:pt x="9353" y="73"/>
                    <a:pt x="8640" y="224"/>
                  </a:cubicBezTo>
                  <a:cubicBezTo>
                    <a:pt x="3496" y="1311"/>
                    <a:pt x="0" y="6102"/>
                    <a:pt x="543" y="11330"/>
                  </a:cubicBezTo>
                  <a:cubicBezTo>
                    <a:pt x="1083" y="16560"/>
                    <a:pt x="5489" y="20536"/>
                    <a:pt x="10746" y="20543"/>
                  </a:cubicBezTo>
                  <a:cubicBezTo>
                    <a:pt x="10752" y="20543"/>
                    <a:pt x="10757" y="20543"/>
                    <a:pt x="10763" y="20543"/>
                  </a:cubicBezTo>
                  <a:cubicBezTo>
                    <a:pt x="12195" y="20543"/>
                    <a:pt x="13614" y="20243"/>
                    <a:pt x="14925" y="19661"/>
                  </a:cubicBezTo>
                  <a:cubicBezTo>
                    <a:pt x="19733" y="17529"/>
                    <a:pt x="22152" y="12113"/>
                    <a:pt x="20536" y="7111"/>
                  </a:cubicBezTo>
                  <a:cubicBezTo>
                    <a:pt x="19144" y="2803"/>
                    <a:pt x="15140" y="1"/>
                    <a:pt x="10769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0"/>
            <p:cNvSpPr/>
            <p:nvPr/>
          </p:nvSpPr>
          <p:spPr>
            <a:xfrm>
              <a:off x="1836200" y="2390675"/>
              <a:ext cx="574725" cy="515125"/>
            </a:xfrm>
            <a:custGeom>
              <a:avLst/>
              <a:gdLst/>
              <a:ahLst/>
              <a:cxnLst/>
              <a:rect l="l" t="t" r="r" b="b"/>
              <a:pathLst>
                <a:path w="22989" h="20605" extrusionOk="0">
                  <a:moveTo>
                    <a:pt x="9338" y="226"/>
                  </a:moveTo>
                  <a:cubicBezTo>
                    <a:pt x="4666" y="1196"/>
                    <a:pt x="1150" y="5334"/>
                    <a:pt x="1148" y="10298"/>
                  </a:cubicBezTo>
                  <a:cubicBezTo>
                    <a:pt x="1146" y="15415"/>
                    <a:pt x="4876" y="19657"/>
                    <a:pt x="9761" y="20458"/>
                  </a:cubicBezTo>
                  <a:lnTo>
                    <a:pt x="9761" y="20458"/>
                  </a:lnTo>
                  <a:cubicBezTo>
                    <a:pt x="7896" y="20140"/>
                    <a:pt x="6139" y="19311"/>
                    <a:pt x="4695" y="18043"/>
                  </a:cubicBezTo>
                  <a:cubicBezTo>
                    <a:pt x="421" y="14286"/>
                    <a:pt x="1" y="7777"/>
                    <a:pt x="3755" y="3503"/>
                  </a:cubicBezTo>
                  <a:cubicBezTo>
                    <a:pt x="5228" y="1823"/>
                    <a:pt x="7191" y="684"/>
                    <a:pt x="9338" y="226"/>
                  </a:cubicBezTo>
                  <a:close/>
                  <a:moveTo>
                    <a:pt x="11483" y="0"/>
                  </a:moveTo>
                  <a:cubicBezTo>
                    <a:pt x="10756" y="0"/>
                    <a:pt x="10038" y="77"/>
                    <a:pt x="9338" y="226"/>
                  </a:cubicBezTo>
                  <a:lnTo>
                    <a:pt x="9338" y="226"/>
                  </a:lnTo>
                  <a:cubicBezTo>
                    <a:pt x="10017" y="86"/>
                    <a:pt x="10720" y="12"/>
                    <a:pt x="11440" y="12"/>
                  </a:cubicBezTo>
                  <a:cubicBezTo>
                    <a:pt x="11460" y="12"/>
                    <a:pt x="11479" y="12"/>
                    <a:pt x="11499" y="12"/>
                  </a:cubicBezTo>
                  <a:cubicBezTo>
                    <a:pt x="11501" y="12"/>
                    <a:pt x="11502" y="12"/>
                    <a:pt x="11504" y="12"/>
                  </a:cubicBezTo>
                  <a:cubicBezTo>
                    <a:pt x="16773" y="12"/>
                    <a:pt x="21193" y="3994"/>
                    <a:pt x="21740" y="9236"/>
                  </a:cubicBezTo>
                  <a:cubicBezTo>
                    <a:pt x="22285" y="14480"/>
                    <a:pt x="18780" y="19290"/>
                    <a:pt x="13619" y="20372"/>
                  </a:cubicBezTo>
                  <a:cubicBezTo>
                    <a:pt x="12919" y="20520"/>
                    <a:pt x="12206" y="20594"/>
                    <a:pt x="11490" y="20594"/>
                  </a:cubicBezTo>
                  <a:cubicBezTo>
                    <a:pt x="11473" y="20594"/>
                    <a:pt x="11456" y="20594"/>
                    <a:pt x="11439" y="20594"/>
                  </a:cubicBezTo>
                  <a:cubicBezTo>
                    <a:pt x="10868" y="20594"/>
                    <a:pt x="10307" y="20548"/>
                    <a:pt x="9761" y="20458"/>
                  </a:cubicBezTo>
                  <a:lnTo>
                    <a:pt x="9761" y="20458"/>
                  </a:lnTo>
                  <a:cubicBezTo>
                    <a:pt x="10329" y="20555"/>
                    <a:pt x="10907" y="20604"/>
                    <a:pt x="11490" y="20604"/>
                  </a:cubicBezTo>
                  <a:cubicBezTo>
                    <a:pt x="11713" y="20604"/>
                    <a:pt x="11936" y="20597"/>
                    <a:pt x="12160" y="20583"/>
                  </a:cubicBezTo>
                  <a:cubicBezTo>
                    <a:pt x="14887" y="20407"/>
                    <a:pt x="17431" y="19156"/>
                    <a:pt x="19234" y="17103"/>
                  </a:cubicBezTo>
                  <a:cubicBezTo>
                    <a:pt x="22989" y="12829"/>
                    <a:pt x="22569" y="6320"/>
                    <a:pt x="18295" y="2563"/>
                  </a:cubicBezTo>
                  <a:cubicBezTo>
                    <a:pt x="16420" y="912"/>
                    <a:pt x="14006" y="0"/>
                    <a:pt x="11509" y="0"/>
                  </a:cubicBezTo>
                  <a:cubicBezTo>
                    <a:pt x="11506" y="0"/>
                    <a:pt x="11503" y="0"/>
                    <a:pt x="11499" y="0"/>
                  </a:cubicBezTo>
                  <a:cubicBezTo>
                    <a:pt x="11494" y="0"/>
                    <a:pt x="11489" y="0"/>
                    <a:pt x="1148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0"/>
            <p:cNvSpPr/>
            <p:nvPr/>
          </p:nvSpPr>
          <p:spPr>
            <a:xfrm>
              <a:off x="1918750" y="2300450"/>
              <a:ext cx="313075" cy="675175"/>
            </a:xfrm>
            <a:custGeom>
              <a:avLst/>
              <a:gdLst/>
              <a:ahLst/>
              <a:cxnLst/>
              <a:rect l="l" t="t" r="r" b="b"/>
              <a:pathLst>
                <a:path w="12523" h="27007" extrusionOk="0">
                  <a:moveTo>
                    <a:pt x="8666" y="0"/>
                  </a:moveTo>
                  <a:lnTo>
                    <a:pt x="0" y="25168"/>
                  </a:lnTo>
                  <a:cubicBezTo>
                    <a:pt x="1058" y="25942"/>
                    <a:pt x="2222" y="26561"/>
                    <a:pt x="3455" y="27006"/>
                  </a:cubicBezTo>
                  <a:lnTo>
                    <a:pt x="12522" y="677"/>
                  </a:lnTo>
                  <a:cubicBezTo>
                    <a:pt x="11275" y="270"/>
                    <a:pt x="9978" y="42"/>
                    <a:pt x="8666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0"/>
            <p:cNvSpPr/>
            <p:nvPr/>
          </p:nvSpPr>
          <p:spPr>
            <a:xfrm>
              <a:off x="2039000" y="2330125"/>
              <a:ext cx="271850" cy="664550"/>
            </a:xfrm>
            <a:custGeom>
              <a:avLst/>
              <a:gdLst/>
              <a:ahLst/>
              <a:cxnLst/>
              <a:rect l="l" t="t" r="r" b="b"/>
              <a:pathLst>
                <a:path w="10874" h="26582" extrusionOk="0">
                  <a:moveTo>
                    <a:pt x="9033" y="0"/>
                  </a:moveTo>
                  <a:lnTo>
                    <a:pt x="0" y="26233"/>
                  </a:lnTo>
                  <a:cubicBezTo>
                    <a:pt x="677" y="26401"/>
                    <a:pt x="1365" y="26517"/>
                    <a:pt x="2060" y="26581"/>
                  </a:cubicBezTo>
                  <a:lnTo>
                    <a:pt x="10873" y="988"/>
                  </a:lnTo>
                  <a:cubicBezTo>
                    <a:pt x="10287" y="612"/>
                    <a:pt x="9670" y="282"/>
                    <a:pt x="9033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0"/>
            <p:cNvSpPr/>
            <p:nvPr/>
          </p:nvSpPr>
          <p:spPr>
            <a:xfrm>
              <a:off x="1717700" y="2254700"/>
              <a:ext cx="674075" cy="599875"/>
            </a:xfrm>
            <a:custGeom>
              <a:avLst/>
              <a:gdLst/>
              <a:ahLst/>
              <a:cxnLst/>
              <a:rect l="l" t="t" r="r" b="b"/>
              <a:pathLst>
                <a:path w="26963" h="23995" extrusionOk="0">
                  <a:moveTo>
                    <a:pt x="14948" y="0"/>
                  </a:moveTo>
                  <a:cubicBezTo>
                    <a:pt x="11086" y="0"/>
                    <a:pt x="7245" y="1602"/>
                    <a:pt x="4498" y="4730"/>
                  </a:cubicBezTo>
                  <a:cubicBezTo>
                    <a:pt x="0" y="9849"/>
                    <a:pt x="767" y="18552"/>
                    <a:pt x="5018" y="23994"/>
                  </a:cubicBezTo>
                  <a:cubicBezTo>
                    <a:pt x="1219" y="18841"/>
                    <a:pt x="1379" y="11563"/>
                    <a:pt x="5777" y="6554"/>
                  </a:cubicBezTo>
                  <a:cubicBezTo>
                    <a:pt x="8530" y="3420"/>
                    <a:pt x="12377" y="1820"/>
                    <a:pt x="16242" y="1820"/>
                  </a:cubicBezTo>
                  <a:cubicBezTo>
                    <a:pt x="16397" y="1820"/>
                    <a:pt x="16553" y="1823"/>
                    <a:pt x="16708" y="1828"/>
                  </a:cubicBezTo>
                  <a:cubicBezTo>
                    <a:pt x="18020" y="1872"/>
                    <a:pt x="19317" y="2100"/>
                    <a:pt x="20564" y="2507"/>
                  </a:cubicBezTo>
                  <a:cubicBezTo>
                    <a:pt x="21012" y="2655"/>
                    <a:pt x="21453" y="2823"/>
                    <a:pt x="21885" y="3015"/>
                  </a:cubicBezTo>
                  <a:cubicBezTo>
                    <a:pt x="22522" y="3299"/>
                    <a:pt x="23139" y="3629"/>
                    <a:pt x="23725" y="4005"/>
                  </a:cubicBezTo>
                  <a:cubicBezTo>
                    <a:pt x="24323" y="4389"/>
                    <a:pt x="24891" y="4816"/>
                    <a:pt x="25422" y="5285"/>
                  </a:cubicBezTo>
                  <a:cubicBezTo>
                    <a:pt x="25979" y="5769"/>
                    <a:pt x="26494" y="6300"/>
                    <a:pt x="26962" y="6871"/>
                  </a:cubicBezTo>
                  <a:cubicBezTo>
                    <a:pt x="26210" y="5592"/>
                    <a:pt x="25258" y="4439"/>
                    <a:pt x="24143" y="3463"/>
                  </a:cubicBezTo>
                  <a:cubicBezTo>
                    <a:pt x="23610" y="2994"/>
                    <a:pt x="23042" y="2567"/>
                    <a:pt x="22446" y="2184"/>
                  </a:cubicBezTo>
                  <a:cubicBezTo>
                    <a:pt x="21857" y="1807"/>
                    <a:pt x="21243" y="1477"/>
                    <a:pt x="20603" y="1193"/>
                  </a:cubicBezTo>
                  <a:cubicBezTo>
                    <a:pt x="20172" y="1001"/>
                    <a:pt x="19731" y="830"/>
                    <a:pt x="19283" y="685"/>
                  </a:cubicBezTo>
                  <a:cubicBezTo>
                    <a:pt x="18038" y="279"/>
                    <a:pt x="16740" y="50"/>
                    <a:pt x="15429" y="8"/>
                  </a:cubicBezTo>
                  <a:cubicBezTo>
                    <a:pt x="15269" y="3"/>
                    <a:pt x="15108" y="0"/>
                    <a:pt x="14948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4" name="Google Shape;534;p30"/>
          <p:cNvGrpSpPr/>
          <p:nvPr/>
        </p:nvGrpSpPr>
        <p:grpSpPr>
          <a:xfrm rot="-5400000">
            <a:off x="7118787" y="285297"/>
            <a:ext cx="676069" cy="397542"/>
            <a:chOff x="3588600" y="2424575"/>
            <a:chExt cx="1002475" cy="589475"/>
          </a:xfrm>
        </p:grpSpPr>
        <p:sp>
          <p:nvSpPr>
            <p:cNvPr id="535" name="Google Shape;535;p30"/>
            <p:cNvSpPr/>
            <p:nvPr/>
          </p:nvSpPr>
          <p:spPr>
            <a:xfrm>
              <a:off x="3588600" y="2424575"/>
              <a:ext cx="1002475" cy="560325"/>
            </a:xfrm>
            <a:custGeom>
              <a:avLst/>
              <a:gdLst/>
              <a:ahLst/>
              <a:cxnLst/>
              <a:rect l="l" t="t" r="r" b="b"/>
              <a:pathLst>
                <a:path w="40099" h="22413" extrusionOk="0">
                  <a:moveTo>
                    <a:pt x="27641" y="1"/>
                  </a:moveTo>
                  <a:cubicBezTo>
                    <a:pt x="27012" y="1"/>
                    <a:pt x="26337" y="29"/>
                    <a:pt x="25612" y="87"/>
                  </a:cubicBezTo>
                  <a:cubicBezTo>
                    <a:pt x="20336" y="514"/>
                    <a:pt x="3522" y="5460"/>
                    <a:pt x="3792" y="14946"/>
                  </a:cubicBezTo>
                  <a:cubicBezTo>
                    <a:pt x="3942" y="20169"/>
                    <a:pt x="8167" y="22413"/>
                    <a:pt x="8167" y="22413"/>
                  </a:cubicBezTo>
                  <a:cubicBezTo>
                    <a:pt x="8167" y="22413"/>
                    <a:pt x="1" y="9286"/>
                    <a:pt x="29867" y="5871"/>
                  </a:cubicBezTo>
                  <a:cubicBezTo>
                    <a:pt x="30556" y="5793"/>
                    <a:pt x="31186" y="5756"/>
                    <a:pt x="31760" y="5756"/>
                  </a:cubicBezTo>
                  <a:cubicBezTo>
                    <a:pt x="39561" y="5756"/>
                    <a:pt x="37224" y="12517"/>
                    <a:pt x="37224" y="12517"/>
                  </a:cubicBezTo>
                  <a:cubicBezTo>
                    <a:pt x="37224" y="12517"/>
                    <a:pt x="40098" y="9727"/>
                    <a:pt x="37048" y="4948"/>
                  </a:cubicBezTo>
                  <a:cubicBezTo>
                    <a:pt x="35725" y="2876"/>
                    <a:pt x="34060" y="1"/>
                    <a:pt x="27641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0"/>
            <p:cNvSpPr/>
            <p:nvPr/>
          </p:nvSpPr>
          <p:spPr>
            <a:xfrm>
              <a:off x="3728825" y="2541225"/>
              <a:ext cx="821900" cy="472725"/>
            </a:xfrm>
            <a:custGeom>
              <a:avLst/>
              <a:gdLst/>
              <a:ahLst/>
              <a:cxnLst/>
              <a:rect l="l" t="t" r="r" b="b"/>
              <a:pathLst>
                <a:path w="32876" h="18909" extrusionOk="0">
                  <a:moveTo>
                    <a:pt x="24519" y="0"/>
                  </a:moveTo>
                  <a:cubicBezTo>
                    <a:pt x="22919" y="0"/>
                    <a:pt x="21194" y="178"/>
                    <a:pt x="19393" y="527"/>
                  </a:cubicBezTo>
                  <a:cubicBezTo>
                    <a:pt x="17470" y="903"/>
                    <a:pt x="15581" y="1434"/>
                    <a:pt x="13743" y="2117"/>
                  </a:cubicBezTo>
                  <a:cubicBezTo>
                    <a:pt x="12517" y="2568"/>
                    <a:pt x="11316" y="3085"/>
                    <a:pt x="10146" y="3664"/>
                  </a:cubicBezTo>
                  <a:cubicBezTo>
                    <a:pt x="8673" y="4389"/>
                    <a:pt x="7303" y="5193"/>
                    <a:pt x="6080" y="6052"/>
                  </a:cubicBezTo>
                  <a:cubicBezTo>
                    <a:pt x="5422" y="6507"/>
                    <a:pt x="4803" y="6980"/>
                    <a:pt x="4242" y="7458"/>
                  </a:cubicBezTo>
                  <a:cubicBezTo>
                    <a:pt x="2210" y="9183"/>
                    <a:pt x="857" y="10968"/>
                    <a:pt x="330" y="12621"/>
                  </a:cubicBezTo>
                  <a:cubicBezTo>
                    <a:pt x="5" y="13632"/>
                    <a:pt x="0" y="14574"/>
                    <a:pt x="309" y="15415"/>
                  </a:cubicBezTo>
                  <a:cubicBezTo>
                    <a:pt x="1129" y="17636"/>
                    <a:pt x="4073" y="18908"/>
                    <a:pt x="8384" y="18908"/>
                  </a:cubicBezTo>
                  <a:cubicBezTo>
                    <a:pt x="9984" y="18908"/>
                    <a:pt x="11709" y="18731"/>
                    <a:pt x="13508" y="18382"/>
                  </a:cubicBezTo>
                  <a:cubicBezTo>
                    <a:pt x="15433" y="18006"/>
                    <a:pt x="17322" y="17472"/>
                    <a:pt x="19160" y="16789"/>
                  </a:cubicBezTo>
                  <a:cubicBezTo>
                    <a:pt x="19668" y="16602"/>
                    <a:pt x="20132" y="16419"/>
                    <a:pt x="20578" y="16232"/>
                  </a:cubicBezTo>
                  <a:lnTo>
                    <a:pt x="20580" y="16232"/>
                  </a:lnTo>
                  <a:cubicBezTo>
                    <a:pt x="23519" y="15015"/>
                    <a:pt x="26186" y="13466"/>
                    <a:pt x="28297" y="11753"/>
                  </a:cubicBezTo>
                  <a:cubicBezTo>
                    <a:pt x="28858" y="11298"/>
                    <a:pt x="29393" y="10813"/>
                    <a:pt x="29904" y="10303"/>
                  </a:cubicBezTo>
                  <a:cubicBezTo>
                    <a:pt x="30813" y="9384"/>
                    <a:pt x="31522" y="8462"/>
                    <a:pt x="32016" y="7567"/>
                  </a:cubicBezTo>
                  <a:cubicBezTo>
                    <a:pt x="32418" y="6835"/>
                    <a:pt x="32672" y="6121"/>
                    <a:pt x="32771" y="5447"/>
                  </a:cubicBezTo>
                  <a:cubicBezTo>
                    <a:pt x="32875" y="4752"/>
                    <a:pt x="32813" y="4094"/>
                    <a:pt x="32591" y="3494"/>
                  </a:cubicBezTo>
                  <a:cubicBezTo>
                    <a:pt x="31772" y="1275"/>
                    <a:pt x="28830" y="0"/>
                    <a:pt x="24519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0"/>
            <p:cNvSpPr/>
            <p:nvPr/>
          </p:nvSpPr>
          <p:spPr>
            <a:xfrm>
              <a:off x="3728475" y="2541100"/>
              <a:ext cx="826625" cy="472950"/>
            </a:xfrm>
            <a:custGeom>
              <a:avLst/>
              <a:gdLst/>
              <a:ahLst/>
              <a:cxnLst/>
              <a:rect l="l" t="t" r="r" b="b"/>
              <a:pathLst>
                <a:path w="33065" h="18918" extrusionOk="0">
                  <a:moveTo>
                    <a:pt x="24533" y="12"/>
                  </a:moveTo>
                  <a:cubicBezTo>
                    <a:pt x="25568" y="12"/>
                    <a:pt x="26537" y="88"/>
                    <a:pt x="27422" y="236"/>
                  </a:cubicBezTo>
                  <a:cubicBezTo>
                    <a:pt x="28311" y="384"/>
                    <a:pt x="29112" y="605"/>
                    <a:pt x="29802" y="896"/>
                  </a:cubicBezTo>
                  <a:cubicBezTo>
                    <a:pt x="30506" y="1192"/>
                    <a:pt x="31100" y="1559"/>
                    <a:pt x="31566" y="1988"/>
                  </a:cubicBezTo>
                  <a:cubicBezTo>
                    <a:pt x="32044" y="2429"/>
                    <a:pt x="32393" y="2937"/>
                    <a:pt x="32601" y="3501"/>
                  </a:cubicBezTo>
                  <a:cubicBezTo>
                    <a:pt x="32822" y="4101"/>
                    <a:pt x="32882" y="4757"/>
                    <a:pt x="32781" y="5450"/>
                  </a:cubicBezTo>
                  <a:cubicBezTo>
                    <a:pt x="32679" y="6124"/>
                    <a:pt x="32425" y="6837"/>
                    <a:pt x="32026" y="7569"/>
                  </a:cubicBezTo>
                  <a:cubicBezTo>
                    <a:pt x="31532" y="8465"/>
                    <a:pt x="30823" y="9384"/>
                    <a:pt x="29915" y="10303"/>
                  </a:cubicBezTo>
                  <a:cubicBezTo>
                    <a:pt x="29405" y="10816"/>
                    <a:pt x="28869" y="11298"/>
                    <a:pt x="28308" y="11753"/>
                  </a:cubicBezTo>
                  <a:cubicBezTo>
                    <a:pt x="26200" y="13464"/>
                    <a:pt x="23531" y="15013"/>
                    <a:pt x="20594" y="16233"/>
                  </a:cubicBezTo>
                  <a:lnTo>
                    <a:pt x="20589" y="16235"/>
                  </a:lnTo>
                  <a:cubicBezTo>
                    <a:pt x="20144" y="16420"/>
                    <a:pt x="19682" y="16602"/>
                    <a:pt x="19174" y="16789"/>
                  </a:cubicBezTo>
                  <a:cubicBezTo>
                    <a:pt x="17336" y="17473"/>
                    <a:pt x="15447" y="18006"/>
                    <a:pt x="13522" y="18382"/>
                  </a:cubicBezTo>
                  <a:cubicBezTo>
                    <a:pt x="11721" y="18731"/>
                    <a:pt x="9998" y="18906"/>
                    <a:pt x="8398" y="18906"/>
                  </a:cubicBezTo>
                  <a:cubicBezTo>
                    <a:pt x="7364" y="18906"/>
                    <a:pt x="6391" y="18833"/>
                    <a:pt x="5509" y="18685"/>
                  </a:cubicBezTo>
                  <a:cubicBezTo>
                    <a:pt x="4620" y="18537"/>
                    <a:pt x="3819" y="18313"/>
                    <a:pt x="3129" y="18024"/>
                  </a:cubicBezTo>
                  <a:cubicBezTo>
                    <a:pt x="2425" y="17729"/>
                    <a:pt x="1831" y="17359"/>
                    <a:pt x="1365" y="16932"/>
                  </a:cubicBezTo>
                  <a:cubicBezTo>
                    <a:pt x="885" y="16491"/>
                    <a:pt x="538" y="15983"/>
                    <a:pt x="328" y="15420"/>
                  </a:cubicBezTo>
                  <a:cubicBezTo>
                    <a:pt x="19" y="14579"/>
                    <a:pt x="26" y="13640"/>
                    <a:pt x="349" y="12628"/>
                  </a:cubicBezTo>
                  <a:cubicBezTo>
                    <a:pt x="875" y="10977"/>
                    <a:pt x="2228" y="9193"/>
                    <a:pt x="4260" y="7468"/>
                  </a:cubicBezTo>
                  <a:cubicBezTo>
                    <a:pt x="4821" y="6992"/>
                    <a:pt x="5438" y="6519"/>
                    <a:pt x="6096" y="6062"/>
                  </a:cubicBezTo>
                  <a:cubicBezTo>
                    <a:pt x="7322" y="5203"/>
                    <a:pt x="8689" y="4401"/>
                    <a:pt x="10162" y="3674"/>
                  </a:cubicBezTo>
                  <a:cubicBezTo>
                    <a:pt x="11333" y="3094"/>
                    <a:pt x="12533" y="2580"/>
                    <a:pt x="13759" y="2129"/>
                  </a:cubicBezTo>
                  <a:cubicBezTo>
                    <a:pt x="15595" y="1446"/>
                    <a:pt x="17486" y="912"/>
                    <a:pt x="19407" y="536"/>
                  </a:cubicBezTo>
                  <a:cubicBezTo>
                    <a:pt x="21208" y="190"/>
                    <a:pt x="22933" y="12"/>
                    <a:pt x="24533" y="12"/>
                  </a:cubicBezTo>
                  <a:close/>
                  <a:moveTo>
                    <a:pt x="24533" y="0"/>
                  </a:moveTo>
                  <a:cubicBezTo>
                    <a:pt x="21377" y="0"/>
                    <a:pt x="17611" y="693"/>
                    <a:pt x="13755" y="2118"/>
                  </a:cubicBezTo>
                  <a:cubicBezTo>
                    <a:pt x="12529" y="2570"/>
                    <a:pt x="11328" y="3085"/>
                    <a:pt x="10157" y="3665"/>
                  </a:cubicBezTo>
                  <a:cubicBezTo>
                    <a:pt x="8668" y="4399"/>
                    <a:pt x="7301" y="5205"/>
                    <a:pt x="6091" y="6052"/>
                  </a:cubicBezTo>
                  <a:cubicBezTo>
                    <a:pt x="5431" y="6509"/>
                    <a:pt x="4814" y="6983"/>
                    <a:pt x="4253" y="7461"/>
                  </a:cubicBezTo>
                  <a:cubicBezTo>
                    <a:pt x="2249" y="9160"/>
                    <a:pt x="871" y="10952"/>
                    <a:pt x="340" y="12624"/>
                  </a:cubicBezTo>
                  <a:cubicBezTo>
                    <a:pt x="21" y="13614"/>
                    <a:pt x="0" y="14561"/>
                    <a:pt x="319" y="15424"/>
                  </a:cubicBezTo>
                  <a:cubicBezTo>
                    <a:pt x="1169" y="17724"/>
                    <a:pt x="4256" y="18918"/>
                    <a:pt x="8398" y="18918"/>
                  </a:cubicBezTo>
                  <a:cubicBezTo>
                    <a:pt x="11554" y="18918"/>
                    <a:pt x="15323" y="18225"/>
                    <a:pt x="19179" y="16801"/>
                  </a:cubicBezTo>
                  <a:cubicBezTo>
                    <a:pt x="19661" y="16623"/>
                    <a:pt x="20130" y="16438"/>
                    <a:pt x="20594" y="16244"/>
                  </a:cubicBezTo>
                  <a:lnTo>
                    <a:pt x="20596" y="16244"/>
                  </a:lnTo>
                  <a:cubicBezTo>
                    <a:pt x="23630" y="14986"/>
                    <a:pt x="26269" y="13425"/>
                    <a:pt x="28315" y="11762"/>
                  </a:cubicBezTo>
                  <a:cubicBezTo>
                    <a:pt x="28876" y="11308"/>
                    <a:pt x="29412" y="10825"/>
                    <a:pt x="29922" y="10312"/>
                  </a:cubicBezTo>
                  <a:cubicBezTo>
                    <a:pt x="30823" y="9400"/>
                    <a:pt x="31539" y="8479"/>
                    <a:pt x="32035" y="7576"/>
                  </a:cubicBezTo>
                  <a:cubicBezTo>
                    <a:pt x="32829" y="6126"/>
                    <a:pt x="33065" y="4725"/>
                    <a:pt x="32612" y="3499"/>
                  </a:cubicBezTo>
                  <a:cubicBezTo>
                    <a:pt x="31763" y="1196"/>
                    <a:pt x="28675" y="3"/>
                    <a:pt x="24533" y="3"/>
                  </a:cubicBezTo>
                  <a:lnTo>
                    <a:pt x="24533" y="0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0"/>
            <p:cNvSpPr/>
            <p:nvPr/>
          </p:nvSpPr>
          <p:spPr>
            <a:xfrm>
              <a:off x="3839525" y="2619200"/>
              <a:ext cx="606025" cy="324450"/>
            </a:xfrm>
            <a:custGeom>
              <a:avLst/>
              <a:gdLst/>
              <a:ahLst/>
              <a:cxnLst/>
              <a:rect l="l" t="t" r="r" b="b"/>
              <a:pathLst>
                <a:path w="24241" h="12978" extrusionOk="0">
                  <a:moveTo>
                    <a:pt x="18484" y="0"/>
                  </a:moveTo>
                  <a:cubicBezTo>
                    <a:pt x="16067" y="0"/>
                    <a:pt x="13169" y="578"/>
                    <a:pt x="10324" y="1628"/>
                  </a:cubicBezTo>
                  <a:cubicBezTo>
                    <a:pt x="7216" y="2778"/>
                    <a:pt x="4478" y="4364"/>
                    <a:pt x="2619" y="6094"/>
                  </a:cubicBezTo>
                  <a:cubicBezTo>
                    <a:pt x="760" y="7823"/>
                    <a:pt x="1" y="9490"/>
                    <a:pt x="481" y="10788"/>
                  </a:cubicBezTo>
                  <a:cubicBezTo>
                    <a:pt x="742" y="11497"/>
                    <a:pt x="1351" y="12049"/>
                    <a:pt x="2291" y="12425"/>
                  </a:cubicBezTo>
                  <a:cubicBezTo>
                    <a:pt x="3199" y="12792"/>
                    <a:pt x="4367" y="12977"/>
                    <a:pt x="5757" y="12977"/>
                  </a:cubicBezTo>
                  <a:cubicBezTo>
                    <a:pt x="8177" y="12977"/>
                    <a:pt x="11072" y="12400"/>
                    <a:pt x="13917" y="11349"/>
                  </a:cubicBezTo>
                  <a:cubicBezTo>
                    <a:pt x="17025" y="10202"/>
                    <a:pt x="19763" y="8613"/>
                    <a:pt x="21622" y="6884"/>
                  </a:cubicBezTo>
                  <a:cubicBezTo>
                    <a:pt x="23481" y="5154"/>
                    <a:pt x="24240" y="3487"/>
                    <a:pt x="23762" y="2189"/>
                  </a:cubicBezTo>
                  <a:cubicBezTo>
                    <a:pt x="23499" y="1481"/>
                    <a:pt x="22892" y="931"/>
                    <a:pt x="21952" y="552"/>
                  </a:cubicBezTo>
                  <a:cubicBezTo>
                    <a:pt x="21042" y="185"/>
                    <a:pt x="19876" y="0"/>
                    <a:pt x="1848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0"/>
            <p:cNvSpPr/>
            <p:nvPr/>
          </p:nvSpPr>
          <p:spPr>
            <a:xfrm>
              <a:off x="3826550" y="2619025"/>
              <a:ext cx="632050" cy="324775"/>
            </a:xfrm>
            <a:custGeom>
              <a:avLst/>
              <a:gdLst/>
              <a:ahLst/>
              <a:cxnLst/>
              <a:rect l="l" t="t" r="r" b="b"/>
              <a:pathLst>
                <a:path w="25282" h="12991" extrusionOk="0">
                  <a:moveTo>
                    <a:pt x="19005" y="12"/>
                  </a:moveTo>
                  <a:cubicBezTo>
                    <a:pt x="20395" y="12"/>
                    <a:pt x="21561" y="199"/>
                    <a:pt x="22469" y="564"/>
                  </a:cubicBezTo>
                  <a:cubicBezTo>
                    <a:pt x="23406" y="943"/>
                    <a:pt x="24014" y="1492"/>
                    <a:pt x="24274" y="2199"/>
                  </a:cubicBezTo>
                  <a:cubicBezTo>
                    <a:pt x="24517" y="2852"/>
                    <a:pt x="24445" y="3600"/>
                    <a:pt x="24060" y="4420"/>
                  </a:cubicBezTo>
                  <a:cubicBezTo>
                    <a:pt x="23688" y="5214"/>
                    <a:pt x="23041" y="6046"/>
                    <a:pt x="22139" y="6886"/>
                  </a:cubicBezTo>
                  <a:cubicBezTo>
                    <a:pt x="21234" y="7726"/>
                    <a:pt x="20118" y="8537"/>
                    <a:pt x="18823" y="9294"/>
                  </a:cubicBezTo>
                  <a:cubicBezTo>
                    <a:pt x="17481" y="10077"/>
                    <a:pt x="16004" y="10770"/>
                    <a:pt x="14434" y="11349"/>
                  </a:cubicBezTo>
                  <a:cubicBezTo>
                    <a:pt x="11589" y="12400"/>
                    <a:pt x="8693" y="12977"/>
                    <a:pt x="6276" y="12977"/>
                  </a:cubicBezTo>
                  <a:cubicBezTo>
                    <a:pt x="4886" y="12977"/>
                    <a:pt x="3720" y="12792"/>
                    <a:pt x="2810" y="12428"/>
                  </a:cubicBezTo>
                  <a:cubicBezTo>
                    <a:pt x="1873" y="12049"/>
                    <a:pt x="1266" y="11499"/>
                    <a:pt x="1005" y="10793"/>
                  </a:cubicBezTo>
                  <a:cubicBezTo>
                    <a:pt x="762" y="10139"/>
                    <a:pt x="834" y="9391"/>
                    <a:pt x="1219" y="8569"/>
                  </a:cubicBezTo>
                  <a:cubicBezTo>
                    <a:pt x="1591" y="7775"/>
                    <a:pt x="2238" y="6946"/>
                    <a:pt x="3140" y="6106"/>
                  </a:cubicBezTo>
                  <a:cubicBezTo>
                    <a:pt x="4046" y="5265"/>
                    <a:pt x="5161" y="4452"/>
                    <a:pt x="6456" y="3697"/>
                  </a:cubicBezTo>
                  <a:cubicBezTo>
                    <a:pt x="7798" y="2912"/>
                    <a:pt x="9275" y="2222"/>
                    <a:pt x="10845" y="1640"/>
                  </a:cubicBezTo>
                  <a:cubicBezTo>
                    <a:pt x="13688" y="592"/>
                    <a:pt x="16586" y="12"/>
                    <a:pt x="19003" y="12"/>
                  </a:cubicBezTo>
                  <a:close/>
                  <a:moveTo>
                    <a:pt x="19003" y="1"/>
                  </a:moveTo>
                  <a:cubicBezTo>
                    <a:pt x="16669" y="1"/>
                    <a:pt x="13799" y="539"/>
                    <a:pt x="10843" y="1631"/>
                  </a:cubicBezTo>
                  <a:cubicBezTo>
                    <a:pt x="4410" y="4007"/>
                    <a:pt x="0" y="8110"/>
                    <a:pt x="993" y="10797"/>
                  </a:cubicBezTo>
                  <a:cubicBezTo>
                    <a:pt x="1529" y="12250"/>
                    <a:pt x="3533" y="12991"/>
                    <a:pt x="6276" y="12991"/>
                  </a:cubicBezTo>
                  <a:cubicBezTo>
                    <a:pt x="8610" y="12991"/>
                    <a:pt x="11480" y="12455"/>
                    <a:pt x="14438" y="11363"/>
                  </a:cubicBezTo>
                  <a:cubicBezTo>
                    <a:pt x="20871" y="8987"/>
                    <a:pt x="25281" y="4882"/>
                    <a:pt x="24288" y="2194"/>
                  </a:cubicBezTo>
                  <a:cubicBezTo>
                    <a:pt x="23750" y="742"/>
                    <a:pt x="21748" y="1"/>
                    <a:pt x="19003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0"/>
            <p:cNvSpPr/>
            <p:nvPr/>
          </p:nvSpPr>
          <p:spPr>
            <a:xfrm>
              <a:off x="3793350" y="2581275"/>
              <a:ext cx="694500" cy="395675"/>
            </a:xfrm>
            <a:custGeom>
              <a:avLst/>
              <a:gdLst/>
              <a:ahLst/>
              <a:cxnLst/>
              <a:rect l="l" t="t" r="r" b="b"/>
              <a:pathLst>
                <a:path w="27780" h="15827" fill="none" extrusionOk="0">
                  <a:moveTo>
                    <a:pt x="27193" y="3000"/>
                  </a:moveTo>
                  <a:cubicBezTo>
                    <a:pt x="27780" y="4588"/>
                    <a:pt x="26942" y="6630"/>
                    <a:pt x="24861" y="8675"/>
                  </a:cubicBezTo>
                  <a:cubicBezTo>
                    <a:pt x="22783" y="10721"/>
                    <a:pt x="19631" y="12601"/>
                    <a:pt x="16103" y="13905"/>
                  </a:cubicBezTo>
                  <a:cubicBezTo>
                    <a:pt x="12575" y="15207"/>
                    <a:pt x="8957" y="15826"/>
                    <a:pt x="6048" y="15623"/>
                  </a:cubicBezTo>
                  <a:cubicBezTo>
                    <a:pt x="3138" y="15422"/>
                    <a:pt x="1173" y="14416"/>
                    <a:pt x="587" y="12827"/>
                  </a:cubicBezTo>
                  <a:cubicBezTo>
                    <a:pt x="1" y="11236"/>
                    <a:pt x="839" y="9195"/>
                    <a:pt x="2919" y="7149"/>
                  </a:cubicBezTo>
                  <a:cubicBezTo>
                    <a:pt x="4999" y="5106"/>
                    <a:pt x="8149" y="3224"/>
                    <a:pt x="11677" y="1922"/>
                  </a:cubicBezTo>
                  <a:cubicBezTo>
                    <a:pt x="15205" y="617"/>
                    <a:pt x="18823" y="0"/>
                    <a:pt x="21733" y="201"/>
                  </a:cubicBezTo>
                  <a:cubicBezTo>
                    <a:pt x="24642" y="405"/>
                    <a:pt x="26607" y="1411"/>
                    <a:pt x="27193" y="300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0"/>
            <p:cNvSpPr/>
            <p:nvPr/>
          </p:nvSpPr>
          <p:spPr>
            <a:xfrm>
              <a:off x="3681200" y="2703950"/>
              <a:ext cx="755175" cy="243275"/>
            </a:xfrm>
            <a:custGeom>
              <a:avLst/>
              <a:gdLst/>
              <a:ahLst/>
              <a:cxnLst/>
              <a:rect l="l" t="t" r="r" b="b"/>
              <a:pathLst>
                <a:path w="30207" h="9731" extrusionOk="0">
                  <a:moveTo>
                    <a:pt x="926" y="0"/>
                  </a:moveTo>
                  <a:cubicBezTo>
                    <a:pt x="129" y="1312"/>
                    <a:pt x="0" y="3260"/>
                    <a:pt x="259" y="5583"/>
                  </a:cubicBezTo>
                  <a:lnTo>
                    <a:pt x="2378" y="5980"/>
                  </a:lnTo>
                  <a:lnTo>
                    <a:pt x="4900" y="6585"/>
                  </a:lnTo>
                  <a:lnTo>
                    <a:pt x="6687" y="6906"/>
                  </a:lnTo>
                  <a:lnTo>
                    <a:pt x="17477" y="8832"/>
                  </a:lnTo>
                  <a:lnTo>
                    <a:pt x="19846" y="9255"/>
                  </a:lnTo>
                  <a:lnTo>
                    <a:pt x="19848" y="9255"/>
                  </a:lnTo>
                  <a:lnTo>
                    <a:pt x="22485" y="9730"/>
                  </a:lnTo>
                  <a:lnTo>
                    <a:pt x="22487" y="9730"/>
                  </a:lnTo>
                  <a:cubicBezTo>
                    <a:pt x="25521" y="8472"/>
                    <a:pt x="28160" y="6909"/>
                    <a:pt x="30206" y="5246"/>
                  </a:cubicBezTo>
                  <a:lnTo>
                    <a:pt x="28107" y="4872"/>
                  </a:lnTo>
                  <a:lnTo>
                    <a:pt x="26623" y="4604"/>
                  </a:lnTo>
                  <a:lnTo>
                    <a:pt x="20065" y="3434"/>
                  </a:lnTo>
                  <a:lnTo>
                    <a:pt x="19941" y="3413"/>
                  </a:lnTo>
                  <a:lnTo>
                    <a:pt x="18770" y="3200"/>
                  </a:lnTo>
                  <a:lnTo>
                    <a:pt x="18765" y="3200"/>
                  </a:lnTo>
                  <a:lnTo>
                    <a:pt x="15867" y="2683"/>
                  </a:lnTo>
                  <a:lnTo>
                    <a:pt x="10185" y="1665"/>
                  </a:lnTo>
                  <a:lnTo>
                    <a:pt x="8396" y="1349"/>
                  </a:lnTo>
                  <a:lnTo>
                    <a:pt x="6144" y="947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0"/>
            <p:cNvSpPr/>
            <p:nvPr/>
          </p:nvSpPr>
          <p:spPr>
            <a:xfrm>
              <a:off x="3728300" y="2598600"/>
              <a:ext cx="801050" cy="200325"/>
            </a:xfrm>
            <a:custGeom>
              <a:avLst/>
              <a:gdLst/>
              <a:ahLst/>
              <a:cxnLst/>
              <a:rect l="l" t="t" r="r" b="b"/>
              <a:pathLst>
                <a:path w="32042" h="8013" extrusionOk="0">
                  <a:moveTo>
                    <a:pt x="2584" y="0"/>
                  </a:moveTo>
                  <a:lnTo>
                    <a:pt x="0" y="2649"/>
                  </a:lnTo>
                  <a:lnTo>
                    <a:pt x="6096" y="3752"/>
                  </a:lnTo>
                  <a:lnTo>
                    <a:pt x="8403" y="4163"/>
                  </a:lnTo>
                  <a:lnTo>
                    <a:pt x="10368" y="4512"/>
                  </a:lnTo>
                  <a:lnTo>
                    <a:pt x="17371" y="5763"/>
                  </a:lnTo>
                  <a:lnTo>
                    <a:pt x="18858" y="6031"/>
                  </a:lnTo>
                  <a:lnTo>
                    <a:pt x="19421" y="6131"/>
                  </a:lnTo>
                  <a:lnTo>
                    <a:pt x="19426" y="6131"/>
                  </a:lnTo>
                  <a:lnTo>
                    <a:pt x="20178" y="6267"/>
                  </a:lnTo>
                  <a:lnTo>
                    <a:pt x="26420" y="7382"/>
                  </a:lnTo>
                  <a:lnTo>
                    <a:pt x="27810" y="7631"/>
                  </a:lnTo>
                  <a:lnTo>
                    <a:pt x="29929" y="8012"/>
                  </a:lnTo>
                  <a:cubicBezTo>
                    <a:pt x="30830" y="7100"/>
                    <a:pt x="31546" y="6177"/>
                    <a:pt x="32042" y="5276"/>
                  </a:cubicBezTo>
                  <a:lnTo>
                    <a:pt x="29682" y="4854"/>
                  </a:lnTo>
                  <a:lnTo>
                    <a:pt x="28241" y="4595"/>
                  </a:lnTo>
                  <a:lnTo>
                    <a:pt x="15258" y="2277"/>
                  </a:lnTo>
                  <a:lnTo>
                    <a:pt x="15256" y="2277"/>
                  </a:lnTo>
                  <a:lnTo>
                    <a:pt x="12769" y="1829"/>
                  </a:lnTo>
                  <a:lnTo>
                    <a:pt x="10164" y="1365"/>
                  </a:lnTo>
                  <a:lnTo>
                    <a:pt x="2584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3" name="Google Shape;543;p30"/>
          <p:cNvGrpSpPr/>
          <p:nvPr/>
        </p:nvGrpSpPr>
        <p:grpSpPr>
          <a:xfrm rot="5248599">
            <a:off x="913327" y="3588757"/>
            <a:ext cx="549186" cy="531470"/>
            <a:chOff x="1785750" y="3413025"/>
            <a:chExt cx="785025" cy="759700"/>
          </a:xfrm>
        </p:grpSpPr>
        <p:sp>
          <p:nvSpPr>
            <p:cNvPr id="544" name="Google Shape;544;p30"/>
            <p:cNvSpPr/>
            <p:nvPr/>
          </p:nvSpPr>
          <p:spPr>
            <a:xfrm>
              <a:off x="1785750" y="3414125"/>
              <a:ext cx="739475" cy="758125"/>
            </a:xfrm>
            <a:custGeom>
              <a:avLst/>
              <a:gdLst/>
              <a:ahLst/>
              <a:cxnLst/>
              <a:rect l="l" t="t" r="r" b="b"/>
              <a:pathLst>
                <a:path w="29579" h="30325" extrusionOk="0">
                  <a:moveTo>
                    <a:pt x="9020" y="1"/>
                  </a:moveTo>
                  <a:cubicBezTo>
                    <a:pt x="7692" y="1"/>
                    <a:pt x="5740" y="539"/>
                    <a:pt x="3861" y="3055"/>
                  </a:cubicBezTo>
                  <a:cubicBezTo>
                    <a:pt x="2298" y="5150"/>
                    <a:pt x="1" y="7953"/>
                    <a:pt x="3376" y="15081"/>
                  </a:cubicBezTo>
                  <a:cubicBezTo>
                    <a:pt x="5324" y="19195"/>
                    <a:pt x="13615" y="30324"/>
                    <a:pt x="21398" y="30324"/>
                  </a:cubicBezTo>
                  <a:cubicBezTo>
                    <a:pt x="22382" y="30324"/>
                    <a:pt x="23358" y="30147"/>
                    <a:pt x="24312" y="29754"/>
                  </a:cubicBezTo>
                  <a:cubicBezTo>
                    <a:pt x="28992" y="27831"/>
                    <a:pt x="29579" y="23234"/>
                    <a:pt x="29579" y="23234"/>
                  </a:cubicBezTo>
                  <a:lnTo>
                    <a:pt x="29579" y="23234"/>
                  </a:lnTo>
                  <a:cubicBezTo>
                    <a:pt x="29578" y="23234"/>
                    <a:pt x="27493" y="25961"/>
                    <a:pt x="23856" y="25961"/>
                  </a:cubicBezTo>
                  <a:cubicBezTo>
                    <a:pt x="19899" y="25961"/>
                    <a:pt x="14105" y="22732"/>
                    <a:pt x="7161" y="9243"/>
                  </a:cubicBezTo>
                  <a:cubicBezTo>
                    <a:pt x="2674" y="532"/>
                    <a:pt x="10659" y="303"/>
                    <a:pt x="10659" y="303"/>
                  </a:cubicBezTo>
                  <a:cubicBezTo>
                    <a:pt x="10659" y="303"/>
                    <a:pt x="10015" y="1"/>
                    <a:pt x="9020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0"/>
            <p:cNvSpPr/>
            <p:nvPr/>
          </p:nvSpPr>
          <p:spPr>
            <a:xfrm>
              <a:off x="1907725" y="3413150"/>
              <a:ext cx="621375" cy="676450"/>
            </a:xfrm>
            <a:custGeom>
              <a:avLst/>
              <a:gdLst/>
              <a:ahLst/>
              <a:cxnLst/>
              <a:rect l="l" t="t" r="r" b="b"/>
              <a:pathLst>
                <a:path w="24855" h="27058" extrusionOk="0">
                  <a:moveTo>
                    <a:pt x="4358" y="0"/>
                  </a:moveTo>
                  <a:cubicBezTo>
                    <a:pt x="3185" y="0"/>
                    <a:pt x="2222" y="319"/>
                    <a:pt x="1497" y="949"/>
                  </a:cubicBezTo>
                  <a:cubicBezTo>
                    <a:pt x="725" y="1619"/>
                    <a:pt x="266" y="2603"/>
                    <a:pt x="132" y="3870"/>
                  </a:cubicBezTo>
                  <a:cubicBezTo>
                    <a:pt x="0" y="5094"/>
                    <a:pt x="176" y="6532"/>
                    <a:pt x="656" y="8144"/>
                  </a:cubicBezTo>
                  <a:cubicBezTo>
                    <a:pt x="1640" y="11460"/>
                    <a:pt x="3789" y="15136"/>
                    <a:pt x="6710" y="18495"/>
                  </a:cubicBezTo>
                  <a:cubicBezTo>
                    <a:pt x="7537" y="19451"/>
                    <a:pt x="8417" y="20361"/>
                    <a:pt x="9343" y="21225"/>
                  </a:cubicBezTo>
                  <a:cubicBezTo>
                    <a:pt x="10504" y="22310"/>
                    <a:pt x="11700" y="23275"/>
                    <a:pt x="12898" y="24090"/>
                  </a:cubicBezTo>
                  <a:cubicBezTo>
                    <a:pt x="13538" y="24529"/>
                    <a:pt x="14178" y="24928"/>
                    <a:pt x="14803" y="25272"/>
                  </a:cubicBezTo>
                  <a:cubicBezTo>
                    <a:pt x="16911" y="26438"/>
                    <a:pt x="18881" y="27057"/>
                    <a:pt x="20497" y="27057"/>
                  </a:cubicBezTo>
                  <a:cubicBezTo>
                    <a:pt x="20606" y="27057"/>
                    <a:pt x="20714" y="27052"/>
                    <a:pt x="20818" y="27048"/>
                  </a:cubicBezTo>
                  <a:cubicBezTo>
                    <a:pt x="21848" y="26995"/>
                    <a:pt x="22702" y="26678"/>
                    <a:pt x="23358" y="26108"/>
                  </a:cubicBezTo>
                  <a:cubicBezTo>
                    <a:pt x="24129" y="25438"/>
                    <a:pt x="24589" y="24455"/>
                    <a:pt x="24723" y="23187"/>
                  </a:cubicBezTo>
                  <a:cubicBezTo>
                    <a:pt x="24854" y="21961"/>
                    <a:pt x="24677" y="20525"/>
                    <a:pt x="24199" y="18911"/>
                  </a:cubicBezTo>
                  <a:cubicBezTo>
                    <a:pt x="23215" y="15598"/>
                    <a:pt x="21063" y="11922"/>
                    <a:pt x="18144" y="8560"/>
                  </a:cubicBezTo>
                  <a:cubicBezTo>
                    <a:pt x="17800" y="8165"/>
                    <a:pt x="17477" y="7807"/>
                    <a:pt x="17154" y="7468"/>
                  </a:cubicBezTo>
                  <a:lnTo>
                    <a:pt x="17152" y="7465"/>
                  </a:lnTo>
                  <a:cubicBezTo>
                    <a:pt x="15041" y="5219"/>
                    <a:pt x="12723" y="3332"/>
                    <a:pt x="10449" y="2011"/>
                  </a:cubicBezTo>
                  <a:cubicBezTo>
                    <a:pt x="9846" y="1658"/>
                    <a:pt x="9223" y="1337"/>
                    <a:pt x="8585" y="1051"/>
                  </a:cubicBezTo>
                  <a:cubicBezTo>
                    <a:pt x="7442" y="543"/>
                    <a:pt x="6364" y="215"/>
                    <a:pt x="5385" y="74"/>
                  </a:cubicBezTo>
                  <a:cubicBezTo>
                    <a:pt x="5046" y="26"/>
                    <a:pt x="4702" y="0"/>
                    <a:pt x="4358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0"/>
            <p:cNvSpPr/>
            <p:nvPr/>
          </p:nvSpPr>
          <p:spPr>
            <a:xfrm>
              <a:off x="1866050" y="3413025"/>
              <a:ext cx="704725" cy="676675"/>
            </a:xfrm>
            <a:custGeom>
              <a:avLst/>
              <a:gdLst/>
              <a:ahLst/>
              <a:cxnLst/>
              <a:rect l="l" t="t" r="r" b="b"/>
              <a:pathLst>
                <a:path w="28189" h="27067" extrusionOk="0">
                  <a:moveTo>
                    <a:pt x="6022" y="1"/>
                  </a:moveTo>
                  <a:cubicBezTo>
                    <a:pt x="6022" y="1"/>
                    <a:pt x="6022" y="1"/>
                    <a:pt x="6022" y="1"/>
                  </a:cubicBezTo>
                  <a:lnTo>
                    <a:pt x="6022" y="1"/>
                  </a:lnTo>
                  <a:cubicBezTo>
                    <a:pt x="6023" y="1"/>
                    <a:pt x="6024" y="1"/>
                    <a:pt x="6025" y="1"/>
                  </a:cubicBezTo>
                  <a:close/>
                  <a:moveTo>
                    <a:pt x="6025" y="12"/>
                  </a:moveTo>
                  <a:cubicBezTo>
                    <a:pt x="6369" y="12"/>
                    <a:pt x="6710" y="38"/>
                    <a:pt x="7052" y="86"/>
                  </a:cubicBezTo>
                  <a:cubicBezTo>
                    <a:pt x="8031" y="227"/>
                    <a:pt x="9107" y="555"/>
                    <a:pt x="10250" y="1063"/>
                  </a:cubicBezTo>
                  <a:cubicBezTo>
                    <a:pt x="10887" y="1349"/>
                    <a:pt x="11511" y="1668"/>
                    <a:pt x="12113" y="2021"/>
                  </a:cubicBezTo>
                  <a:cubicBezTo>
                    <a:pt x="14388" y="3344"/>
                    <a:pt x="16706" y="5231"/>
                    <a:pt x="18814" y="7475"/>
                  </a:cubicBezTo>
                  <a:lnTo>
                    <a:pt x="18816" y="7477"/>
                  </a:lnTo>
                  <a:cubicBezTo>
                    <a:pt x="19139" y="7817"/>
                    <a:pt x="19463" y="8172"/>
                    <a:pt x="19807" y="8569"/>
                  </a:cubicBezTo>
                  <a:cubicBezTo>
                    <a:pt x="21282" y="10266"/>
                    <a:pt x="22561" y="12047"/>
                    <a:pt x="23612" y="13855"/>
                  </a:cubicBezTo>
                  <a:cubicBezTo>
                    <a:pt x="24626" y="15605"/>
                    <a:pt x="25381" y="17307"/>
                    <a:pt x="25861" y="18918"/>
                  </a:cubicBezTo>
                  <a:cubicBezTo>
                    <a:pt x="26339" y="20530"/>
                    <a:pt x="26514" y="21966"/>
                    <a:pt x="26385" y="23190"/>
                  </a:cubicBezTo>
                  <a:cubicBezTo>
                    <a:pt x="26251" y="24458"/>
                    <a:pt x="25792" y="25439"/>
                    <a:pt x="25020" y="26108"/>
                  </a:cubicBezTo>
                  <a:cubicBezTo>
                    <a:pt x="24365" y="26676"/>
                    <a:pt x="23513" y="26993"/>
                    <a:pt x="22485" y="27046"/>
                  </a:cubicBezTo>
                  <a:cubicBezTo>
                    <a:pt x="22381" y="27051"/>
                    <a:pt x="22273" y="27055"/>
                    <a:pt x="22164" y="27055"/>
                  </a:cubicBezTo>
                  <a:cubicBezTo>
                    <a:pt x="20548" y="27055"/>
                    <a:pt x="18578" y="26439"/>
                    <a:pt x="16473" y="25270"/>
                  </a:cubicBezTo>
                  <a:cubicBezTo>
                    <a:pt x="15847" y="24926"/>
                    <a:pt x="15207" y="24529"/>
                    <a:pt x="14568" y="24088"/>
                  </a:cubicBezTo>
                  <a:cubicBezTo>
                    <a:pt x="13369" y="23273"/>
                    <a:pt x="12173" y="22310"/>
                    <a:pt x="11012" y="21225"/>
                  </a:cubicBezTo>
                  <a:cubicBezTo>
                    <a:pt x="10086" y="20361"/>
                    <a:pt x="9209" y="19452"/>
                    <a:pt x="8380" y="18496"/>
                  </a:cubicBezTo>
                  <a:cubicBezTo>
                    <a:pt x="6904" y="16799"/>
                    <a:pt x="5625" y="15018"/>
                    <a:pt x="4574" y="13210"/>
                  </a:cubicBezTo>
                  <a:cubicBezTo>
                    <a:pt x="3561" y="11463"/>
                    <a:pt x="2806" y="9759"/>
                    <a:pt x="2326" y="8147"/>
                  </a:cubicBezTo>
                  <a:cubicBezTo>
                    <a:pt x="1848" y="6535"/>
                    <a:pt x="1672" y="5099"/>
                    <a:pt x="1801" y="3875"/>
                  </a:cubicBezTo>
                  <a:cubicBezTo>
                    <a:pt x="1938" y="2610"/>
                    <a:pt x="2397" y="1629"/>
                    <a:pt x="3166" y="959"/>
                  </a:cubicBezTo>
                  <a:cubicBezTo>
                    <a:pt x="3889" y="331"/>
                    <a:pt x="4852" y="12"/>
                    <a:pt x="6025" y="12"/>
                  </a:cubicBezTo>
                  <a:close/>
                  <a:moveTo>
                    <a:pt x="6022" y="1"/>
                  </a:moveTo>
                  <a:lnTo>
                    <a:pt x="6022" y="1"/>
                  </a:lnTo>
                  <a:cubicBezTo>
                    <a:pt x="4880" y="1"/>
                    <a:pt x="3902" y="306"/>
                    <a:pt x="3159" y="950"/>
                  </a:cubicBezTo>
                  <a:cubicBezTo>
                    <a:pt x="0" y="3695"/>
                    <a:pt x="2335" y="11555"/>
                    <a:pt x="8370" y="18503"/>
                  </a:cubicBezTo>
                  <a:cubicBezTo>
                    <a:pt x="9199" y="19461"/>
                    <a:pt x="10079" y="20371"/>
                    <a:pt x="11005" y="21234"/>
                  </a:cubicBezTo>
                  <a:cubicBezTo>
                    <a:pt x="12180" y="22331"/>
                    <a:pt x="13379" y="23291"/>
                    <a:pt x="14561" y="24100"/>
                  </a:cubicBezTo>
                  <a:cubicBezTo>
                    <a:pt x="15203" y="24541"/>
                    <a:pt x="15840" y="24935"/>
                    <a:pt x="16466" y="25282"/>
                  </a:cubicBezTo>
                  <a:cubicBezTo>
                    <a:pt x="18553" y="26436"/>
                    <a:pt x="20527" y="27067"/>
                    <a:pt x="22162" y="27067"/>
                  </a:cubicBezTo>
                  <a:cubicBezTo>
                    <a:pt x="22273" y="27067"/>
                    <a:pt x="22379" y="27064"/>
                    <a:pt x="22485" y="27060"/>
                  </a:cubicBezTo>
                  <a:cubicBezTo>
                    <a:pt x="23490" y="27007"/>
                    <a:pt x="24355" y="26702"/>
                    <a:pt x="25027" y="26118"/>
                  </a:cubicBezTo>
                  <a:cubicBezTo>
                    <a:pt x="28188" y="23372"/>
                    <a:pt x="25854" y="15513"/>
                    <a:pt x="19814" y="8562"/>
                  </a:cubicBezTo>
                  <a:cubicBezTo>
                    <a:pt x="19486" y="8186"/>
                    <a:pt x="19160" y="7824"/>
                    <a:pt x="18825" y="7470"/>
                  </a:cubicBezTo>
                  <a:lnTo>
                    <a:pt x="18823" y="7468"/>
                  </a:lnTo>
                  <a:cubicBezTo>
                    <a:pt x="16643" y="5150"/>
                    <a:pt x="14323" y="3296"/>
                    <a:pt x="12118" y="2012"/>
                  </a:cubicBezTo>
                  <a:cubicBezTo>
                    <a:pt x="11515" y="1659"/>
                    <a:pt x="10892" y="1340"/>
                    <a:pt x="10255" y="1054"/>
                  </a:cubicBezTo>
                  <a:cubicBezTo>
                    <a:pt x="9121" y="550"/>
                    <a:pt x="8038" y="215"/>
                    <a:pt x="7050" y="77"/>
                  </a:cubicBezTo>
                  <a:cubicBezTo>
                    <a:pt x="6710" y="28"/>
                    <a:pt x="6366" y="3"/>
                    <a:pt x="6022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0"/>
            <p:cNvSpPr/>
            <p:nvPr/>
          </p:nvSpPr>
          <p:spPr>
            <a:xfrm>
              <a:off x="1995350" y="3506475"/>
              <a:ext cx="474975" cy="482675"/>
            </a:xfrm>
            <a:custGeom>
              <a:avLst/>
              <a:gdLst/>
              <a:ahLst/>
              <a:cxnLst/>
              <a:rect l="l" t="t" r="r" b="b"/>
              <a:pathLst>
                <a:path w="18999" h="19307" extrusionOk="0">
                  <a:moveTo>
                    <a:pt x="2905" y="1"/>
                  </a:moveTo>
                  <a:cubicBezTo>
                    <a:pt x="2180" y="1"/>
                    <a:pt x="1587" y="197"/>
                    <a:pt x="1143" y="583"/>
                  </a:cubicBezTo>
                  <a:cubicBezTo>
                    <a:pt x="132" y="1460"/>
                    <a:pt x="0" y="3229"/>
                    <a:pt x="774" y="5566"/>
                  </a:cubicBezTo>
                  <a:cubicBezTo>
                    <a:pt x="1548" y="7900"/>
                    <a:pt x="3134" y="10521"/>
                    <a:pt x="5240" y="12945"/>
                  </a:cubicBezTo>
                  <a:cubicBezTo>
                    <a:pt x="6893" y="14848"/>
                    <a:pt x="8715" y="16455"/>
                    <a:pt x="10516" y="17598"/>
                  </a:cubicBezTo>
                  <a:cubicBezTo>
                    <a:pt x="12275" y="18715"/>
                    <a:pt x="13880" y="19306"/>
                    <a:pt x="15150" y="19306"/>
                  </a:cubicBezTo>
                  <a:cubicBezTo>
                    <a:pt x="15875" y="19306"/>
                    <a:pt x="16468" y="19112"/>
                    <a:pt x="16909" y="18727"/>
                  </a:cubicBezTo>
                  <a:cubicBezTo>
                    <a:pt x="18999" y="16912"/>
                    <a:pt x="17161" y="11366"/>
                    <a:pt x="12813" y="6362"/>
                  </a:cubicBezTo>
                  <a:cubicBezTo>
                    <a:pt x="11162" y="4462"/>
                    <a:pt x="9338" y="2853"/>
                    <a:pt x="7539" y="1710"/>
                  </a:cubicBezTo>
                  <a:cubicBezTo>
                    <a:pt x="5778" y="592"/>
                    <a:pt x="4175" y="1"/>
                    <a:pt x="2905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0"/>
            <p:cNvSpPr/>
            <p:nvPr/>
          </p:nvSpPr>
          <p:spPr>
            <a:xfrm>
              <a:off x="1971500" y="3506375"/>
              <a:ext cx="499050" cy="482950"/>
            </a:xfrm>
            <a:custGeom>
              <a:avLst/>
              <a:gdLst/>
              <a:ahLst/>
              <a:cxnLst/>
              <a:rect l="l" t="t" r="r" b="b"/>
              <a:pathLst>
                <a:path w="19962" h="19318" extrusionOk="0">
                  <a:moveTo>
                    <a:pt x="3859" y="12"/>
                  </a:moveTo>
                  <a:cubicBezTo>
                    <a:pt x="4492" y="12"/>
                    <a:pt x="5212" y="160"/>
                    <a:pt x="6004" y="453"/>
                  </a:cubicBezTo>
                  <a:cubicBezTo>
                    <a:pt x="6787" y="744"/>
                    <a:pt x="7625" y="1169"/>
                    <a:pt x="8491" y="1721"/>
                  </a:cubicBezTo>
                  <a:cubicBezTo>
                    <a:pt x="10290" y="2861"/>
                    <a:pt x="12114" y="4471"/>
                    <a:pt x="13765" y="6371"/>
                  </a:cubicBezTo>
                  <a:cubicBezTo>
                    <a:pt x="14829" y="7595"/>
                    <a:pt x="15762" y="8871"/>
                    <a:pt x="16535" y="10160"/>
                  </a:cubicBezTo>
                  <a:cubicBezTo>
                    <a:pt x="17284" y="11407"/>
                    <a:pt x="17854" y="12614"/>
                    <a:pt x="18228" y="13750"/>
                  </a:cubicBezTo>
                  <a:cubicBezTo>
                    <a:pt x="18604" y="14886"/>
                    <a:pt x="18768" y="15891"/>
                    <a:pt x="18713" y="16738"/>
                  </a:cubicBezTo>
                  <a:cubicBezTo>
                    <a:pt x="18657" y="17613"/>
                    <a:pt x="18371" y="18283"/>
                    <a:pt x="17861" y="18726"/>
                  </a:cubicBezTo>
                  <a:cubicBezTo>
                    <a:pt x="17418" y="19110"/>
                    <a:pt x="16826" y="19306"/>
                    <a:pt x="16104" y="19306"/>
                  </a:cubicBezTo>
                  <a:cubicBezTo>
                    <a:pt x="15471" y="19306"/>
                    <a:pt x="14751" y="19156"/>
                    <a:pt x="13959" y="18862"/>
                  </a:cubicBezTo>
                  <a:cubicBezTo>
                    <a:pt x="13176" y="18574"/>
                    <a:pt x="12338" y="18147"/>
                    <a:pt x="11472" y="17597"/>
                  </a:cubicBezTo>
                  <a:cubicBezTo>
                    <a:pt x="9673" y="16454"/>
                    <a:pt x="7849" y="14847"/>
                    <a:pt x="6198" y="12947"/>
                  </a:cubicBezTo>
                  <a:cubicBezTo>
                    <a:pt x="5134" y="11721"/>
                    <a:pt x="4201" y="10446"/>
                    <a:pt x="3427" y="9155"/>
                  </a:cubicBezTo>
                  <a:cubicBezTo>
                    <a:pt x="2679" y="7909"/>
                    <a:pt x="2109" y="6703"/>
                    <a:pt x="1735" y="5567"/>
                  </a:cubicBezTo>
                  <a:cubicBezTo>
                    <a:pt x="1359" y="4431"/>
                    <a:pt x="1195" y="3427"/>
                    <a:pt x="1250" y="2579"/>
                  </a:cubicBezTo>
                  <a:cubicBezTo>
                    <a:pt x="1305" y="1702"/>
                    <a:pt x="1592" y="1035"/>
                    <a:pt x="2102" y="591"/>
                  </a:cubicBezTo>
                  <a:cubicBezTo>
                    <a:pt x="2545" y="206"/>
                    <a:pt x="3136" y="12"/>
                    <a:pt x="3859" y="12"/>
                  </a:cubicBezTo>
                  <a:close/>
                  <a:moveTo>
                    <a:pt x="3859" y="0"/>
                  </a:moveTo>
                  <a:cubicBezTo>
                    <a:pt x="3150" y="0"/>
                    <a:pt x="2548" y="187"/>
                    <a:pt x="2095" y="582"/>
                  </a:cubicBezTo>
                  <a:cubicBezTo>
                    <a:pt x="1" y="2402"/>
                    <a:pt x="1834" y="7941"/>
                    <a:pt x="6189" y="12954"/>
                  </a:cubicBezTo>
                  <a:cubicBezTo>
                    <a:pt x="9599" y="16879"/>
                    <a:pt x="13545" y="19317"/>
                    <a:pt x="16104" y="19317"/>
                  </a:cubicBezTo>
                  <a:cubicBezTo>
                    <a:pt x="16813" y="19317"/>
                    <a:pt x="17415" y="19130"/>
                    <a:pt x="17868" y="18735"/>
                  </a:cubicBezTo>
                  <a:cubicBezTo>
                    <a:pt x="19962" y="16914"/>
                    <a:pt x="18129" y="11374"/>
                    <a:pt x="13774" y="6364"/>
                  </a:cubicBezTo>
                  <a:cubicBezTo>
                    <a:pt x="10364" y="2439"/>
                    <a:pt x="6418" y="0"/>
                    <a:pt x="385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0"/>
            <p:cNvSpPr/>
            <p:nvPr/>
          </p:nvSpPr>
          <p:spPr>
            <a:xfrm>
              <a:off x="1957425" y="3464225"/>
              <a:ext cx="524275" cy="572250"/>
            </a:xfrm>
            <a:custGeom>
              <a:avLst/>
              <a:gdLst/>
              <a:ahLst/>
              <a:cxnLst/>
              <a:rect l="l" t="t" r="r" b="b"/>
              <a:pathLst>
                <a:path w="20971" h="22890" fill="none" extrusionOk="0">
                  <a:moveTo>
                    <a:pt x="15154" y="7387"/>
                  </a:moveTo>
                  <a:cubicBezTo>
                    <a:pt x="17544" y="10137"/>
                    <a:pt x="19343" y="13201"/>
                    <a:pt x="20158" y="15907"/>
                  </a:cubicBezTo>
                  <a:cubicBezTo>
                    <a:pt x="20971" y="18614"/>
                    <a:pt x="20733" y="20738"/>
                    <a:pt x="19495" y="21814"/>
                  </a:cubicBezTo>
                  <a:cubicBezTo>
                    <a:pt x="18255" y="22890"/>
                    <a:pt x="16119" y="22830"/>
                    <a:pt x="13554" y="21645"/>
                  </a:cubicBezTo>
                  <a:cubicBezTo>
                    <a:pt x="10989" y="20463"/>
                    <a:pt x="8204" y="18253"/>
                    <a:pt x="5817" y="15503"/>
                  </a:cubicBezTo>
                  <a:cubicBezTo>
                    <a:pt x="3427" y="12753"/>
                    <a:pt x="1626" y="9689"/>
                    <a:pt x="813" y="6983"/>
                  </a:cubicBezTo>
                  <a:cubicBezTo>
                    <a:pt x="0" y="4279"/>
                    <a:pt x="238" y="2155"/>
                    <a:pt x="1476" y="1077"/>
                  </a:cubicBezTo>
                  <a:cubicBezTo>
                    <a:pt x="2714" y="1"/>
                    <a:pt x="4852" y="63"/>
                    <a:pt x="7417" y="1245"/>
                  </a:cubicBezTo>
                  <a:cubicBezTo>
                    <a:pt x="9982" y="2428"/>
                    <a:pt x="12765" y="4637"/>
                    <a:pt x="15154" y="7387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0"/>
            <p:cNvSpPr/>
            <p:nvPr/>
          </p:nvSpPr>
          <p:spPr>
            <a:xfrm>
              <a:off x="2169050" y="3463300"/>
              <a:ext cx="263475" cy="709425"/>
            </a:xfrm>
            <a:custGeom>
              <a:avLst/>
              <a:gdLst/>
              <a:ahLst/>
              <a:cxnLst/>
              <a:rect l="l" t="t" r="r" b="b"/>
              <a:pathLst>
                <a:path w="10539" h="28377" extrusionOk="0">
                  <a:moveTo>
                    <a:pt x="0" y="1"/>
                  </a:moveTo>
                  <a:lnTo>
                    <a:pt x="379" y="2030"/>
                  </a:lnTo>
                  <a:lnTo>
                    <a:pt x="644" y="3467"/>
                  </a:lnTo>
                  <a:lnTo>
                    <a:pt x="1831" y="9805"/>
                  </a:lnTo>
                  <a:lnTo>
                    <a:pt x="1854" y="9925"/>
                  </a:lnTo>
                  <a:lnTo>
                    <a:pt x="2064" y="11061"/>
                  </a:lnTo>
                  <a:lnTo>
                    <a:pt x="2067" y="11063"/>
                  </a:lnTo>
                  <a:lnTo>
                    <a:pt x="2591" y="13866"/>
                  </a:lnTo>
                  <a:lnTo>
                    <a:pt x="3616" y="19364"/>
                  </a:lnTo>
                  <a:lnTo>
                    <a:pt x="3939" y="21093"/>
                  </a:lnTo>
                  <a:lnTo>
                    <a:pt x="4348" y="23271"/>
                  </a:lnTo>
                  <a:lnTo>
                    <a:pt x="5285" y="28358"/>
                  </a:lnTo>
                  <a:cubicBezTo>
                    <a:pt x="5482" y="28370"/>
                    <a:pt x="5677" y="28376"/>
                    <a:pt x="5870" y="28376"/>
                  </a:cubicBezTo>
                  <a:cubicBezTo>
                    <a:pt x="7557" y="28376"/>
                    <a:pt x="9113" y="27897"/>
                    <a:pt x="10538" y="26940"/>
                  </a:cubicBezTo>
                  <a:lnTo>
                    <a:pt x="10365" y="25046"/>
                  </a:lnTo>
                  <a:lnTo>
                    <a:pt x="9885" y="22465"/>
                  </a:lnTo>
                  <a:lnTo>
                    <a:pt x="9562" y="20736"/>
                  </a:lnTo>
                  <a:lnTo>
                    <a:pt x="7611" y="10301"/>
                  </a:lnTo>
                  <a:lnTo>
                    <a:pt x="7181" y="8011"/>
                  </a:lnTo>
                  <a:lnTo>
                    <a:pt x="7179" y="8008"/>
                  </a:lnTo>
                  <a:lnTo>
                    <a:pt x="6705" y="5459"/>
                  </a:lnTo>
                  <a:lnTo>
                    <a:pt x="6703" y="5457"/>
                  </a:lnTo>
                  <a:cubicBezTo>
                    <a:pt x="4526" y="3139"/>
                    <a:pt x="2205" y="1285"/>
                    <a:pt x="0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0"/>
            <p:cNvSpPr/>
            <p:nvPr/>
          </p:nvSpPr>
          <p:spPr>
            <a:xfrm>
              <a:off x="2042325" y="3414925"/>
              <a:ext cx="215000" cy="748150"/>
            </a:xfrm>
            <a:custGeom>
              <a:avLst/>
              <a:gdLst/>
              <a:ahLst/>
              <a:cxnLst/>
              <a:rect l="l" t="t" r="r" b="b"/>
              <a:pathLst>
                <a:path w="8600" h="29926" extrusionOk="0">
                  <a:moveTo>
                    <a:pt x="1" y="1"/>
                  </a:moveTo>
                  <a:lnTo>
                    <a:pt x="428" y="2282"/>
                  </a:lnTo>
                  <a:lnTo>
                    <a:pt x="687" y="3675"/>
                  </a:lnTo>
                  <a:lnTo>
                    <a:pt x="3035" y="16231"/>
                  </a:lnTo>
                  <a:lnTo>
                    <a:pt x="3035" y="16233"/>
                  </a:lnTo>
                  <a:lnTo>
                    <a:pt x="3483" y="18637"/>
                  </a:lnTo>
                  <a:lnTo>
                    <a:pt x="3954" y="21158"/>
                  </a:lnTo>
                  <a:lnTo>
                    <a:pt x="5069" y="28346"/>
                  </a:lnTo>
                  <a:lnTo>
                    <a:pt x="8600" y="29925"/>
                  </a:lnTo>
                  <a:lnTo>
                    <a:pt x="7512" y="24024"/>
                  </a:lnTo>
                  <a:lnTo>
                    <a:pt x="7094" y="21795"/>
                  </a:lnTo>
                  <a:lnTo>
                    <a:pt x="6739" y="19895"/>
                  </a:lnTo>
                  <a:lnTo>
                    <a:pt x="5473" y="13123"/>
                  </a:lnTo>
                  <a:lnTo>
                    <a:pt x="5205" y="11684"/>
                  </a:lnTo>
                  <a:lnTo>
                    <a:pt x="5102" y="11139"/>
                  </a:lnTo>
                  <a:lnTo>
                    <a:pt x="5099" y="11137"/>
                  </a:lnTo>
                  <a:lnTo>
                    <a:pt x="4965" y="10408"/>
                  </a:lnTo>
                  <a:lnTo>
                    <a:pt x="3836" y="4372"/>
                  </a:lnTo>
                  <a:lnTo>
                    <a:pt x="3585" y="3028"/>
                  </a:lnTo>
                  <a:lnTo>
                    <a:pt x="3204" y="975"/>
                  </a:lnTo>
                  <a:cubicBezTo>
                    <a:pt x="2070" y="472"/>
                    <a:pt x="989" y="139"/>
                    <a:pt x="1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" name="Google Shape;552;p30"/>
          <p:cNvGrpSpPr/>
          <p:nvPr/>
        </p:nvGrpSpPr>
        <p:grpSpPr>
          <a:xfrm flipH="1">
            <a:off x="659293" y="404033"/>
            <a:ext cx="530159" cy="550985"/>
            <a:chOff x="2777975" y="4487350"/>
            <a:chExt cx="803150" cy="834825"/>
          </a:xfrm>
        </p:grpSpPr>
        <p:sp>
          <p:nvSpPr>
            <p:cNvPr id="553" name="Google Shape;553;p30"/>
            <p:cNvSpPr/>
            <p:nvPr/>
          </p:nvSpPr>
          <p:spPr>
            <a:xfrm>
              <a:off x="2801475" y="4545025"/>
              <a:ext cx="776425" cy="720275"/>
            </a:xfrm>
            <a:custGeom>
              <a:avLst/>
              <a:gdLst/>
              <a:ahLst/>
              <a:cxnLst/>
              <a:rect l="l" t="t" r="r" b="b"/>
              <a:pathLst>
                <a:path w="31057" h="28811" extrusionOk="0">
                  <a:moveTo>
                    <a:pt x="14617" y="0"/>
                  </a:moveTo>
                  <a:cubicBezTo>
                    <a:pt x="8672" y="0"/>
                    <a:pt x="3310" y="3412"/>
                    <a:pt x="718" y="8603"/>
                  </a:cubicBezTo>
                  <a:cubicBezTo>
                    <a:pt x="469" y="9391"/>
                    <a:pt x="287" y="10196"/>
                    <a:pt x="169" y="11012"/>
                  </a:cubicBezTo>
                  <a:cubicBezTo>
                    <a:pt x="53" y="11797"/>
                    <a:pt x="0" y="12589"/>
                    <a:pt x="5" y="13381"/>
                  </a:cubicBezTo>
                  <a:cubicBezTo>
                    <a:pt x="10" y="14161"/>
                    <a:pt x="77" y="14939"/>
                    <a:pt x="201" y="15710"/>
                  </a:cubicBezTo>
                  <a:cubicBezTo>
                    <a:pt x="284" y="16230"/>
                    <a:pt x="393" y="16747"/>
                    <a:pt x="527" y="17255"/>
                  </a:cubicBezTo>
                  <a:cubicBezTo>
                    <a:pt x="905" y="18673"/>
                    <a:pt x="1483" y="20028"/>
                    <a:pt x="2240" y="21282"/>
                  </a:cubicBezTo>
                  <a:cubicBezTo>
                    <a:pt x="4565" y="25133"/>
                    <a:pt x="8532" y="27950"/>
                    <a:pt x="13328" y="28648"/>
                  </a:cubicBezTo>
                  <a:cubicBezTo>
                    <a:pt x="14085" y="28757"/>
                    <a:pt x="14838" y="28811"/>
                    <a:pt x="15582" y="28811"/>
                  </a:cubicBezTo>
                  <a:cubicBezTo>
                    <a:pt x="22075" y="28811"/>
                    <a:pt x="27874" y="24745"/>
                    <a:pt x="30130" y="18733"/>
                  </a:cubicBezTo>
                  <a:cubicBezTo>
                    <a:pt x="30456" y="17802"/>
                    <a:pt x="30691" y="16842"/>
                    <a:pt x="30837" y="15865"/>
                  </a:cubicBezTo>
                  <a:cubicBezTo>
                    <a:pt x="30906" y="15389"/>
                    <a:pt x="30952" y="14916"/>
                    <a:pt x="30978" y="14445"/>
                  </a:cubicBezTo>
                  <a:cubicBezTo>
                    <a:pt x="31056" y="12953"/>
                    <a:pt x="30121" y="13422"/>
                    <a:pt x="29793" y="12021"/>
                  </a:cubicBezTo>
                  <a:cubicBezTo>
                    <a:pt x="29671" y="11506"/>
                    <a:pt x="29523" y="10998"/>
                    <a:pt x="29354" y="10504"/>
                  </a:cubicBezTo>
                  <a:cubicBezTo>
                    <a:pt x="29098" y="9765"/>
                    <a:pt x="28789" y="9047"/>
                    <a:pt x="28426" y="8356"/>
                  </a:cubicBezTo>
                  <a:cubicBezTo>
                    <a:pt x="26191" y="4085"/>
                    <a:pt x="22007" y="910"/>
                    <a:pt x="16874" y="164"/>
                  </a:cubicBezTo>
                  <a:cubicBezTo>
                    <a:pt x="16116" y="54"/>
                    <a:pt x="15362" y="0"/>
                    <a:pt x="14617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0"/>
            <p:cNvSpPr/>
            <p:nvPr/>
          </p:nvSpPr>
          <p:spPr>
            <a:xfrm>
              <a:off x="2801650" y="4487525"/>
              <a:ext cx="779300" cy="777675"/>
            </a:xfrm>
            <a:custGeom>
              <a:avLst/>
              <a:gdLst/>
              <a:ahLst/>
              <a:cxnLst/>
              <a:rect l="l" t="t" r="r" b="b"/>
              <a:pathLst>
                <a:path w="31172" h="31107" extrusionOk="0">
                  <a:moveTo>
                    <a:pt x="15542" y="0"/>
                  </a:moveTo>
                  <a:cubicBezTo>
                    <a:pt x="8747" y="5"/>
                    <a:pt x="2743" y="4422"/>
                    <a:pt x="716" y="10908"/>
                  </a:cubicBezTo>
                  <a:cubicBezTo>
                    <a:pt x="469" y="11693"/>
                    <a:pt x="284" y="12499"/>
                    <a:pt x="169" y="13316"/>
                  </a:cubicBezTo>
                  <a:cubicBezTo>
                    <a:pt x="53" y="14099"/>
                    <a:pt x="0" y="14891"/>
                    <a:pt x="5" y="15683"/>
                  </a:cubicBezTo>
                  <a:cubicBezTo>
                    <a:pt x="10" y="16461"/>
                    <a:pt x="74" y="17239"/>
                    <a:pt x="199" y="18010"/>
                  </a:cubicBezTo>
                  <a:cubicBezTo>
                    <a:pt x="287" y="18546"/>
                    <a:pt x="395" y="19066"/>
                    <a:pt x="527" y="19555"/>
                  </a:cubicBezTo>
                  <a:cubicBezTo>
                    <a:pt x="905" y="20970"/>
                    <a:pt x="1480" y="22326"/>
                    <a:pt x="2240" y="23580"/>
                  </a:cubicBezTo>
                  <a:cubicBezTo>
                    <a:pt x="4657" y="27588"/>
                    <a:pt x="8696" y="30269"/>
                    <a:pt x="13321" y="30941"/>
                  </a:cubicBezTo>
                  <a:cubicBezTo>
                    <a:pt x="14069" y="31049"/>
                    <a:pt x="14822" y="31105"/>
                    <a:pt x="15577" y="31105"/>
                  </a:cubicBezTo>
                  <a:lnTo>
                    <a:pt x="15579" y="31107"/>
                  </a:lnTo>
                  <a:cubicBezTo>
                    <a:pt x="20354" y="31098"/>
                    <a:pt x="24861" y="28900"/>
                    <a:pt x="27807" y="25143"/>
                  </a:cubicBezTo>
                  <a:cubicBezTo>
                    <a:pt x="29479" y="23009"/>
                    <a:pt x="30564" y="20474"/>
                    <a:pt x="30950" y="17791"/>
                  </a:cubicBezTo>
                  <a:cubicBezTo>
                    <a:pt x="31019" y="17325"/>
                    <a:pt x="31068" y="16849"/>
                    <a:pt x="31091" y="16373"/>
                  </a:cubicBezTo>
                  <a:cubicBezTo>
                    <a:pt x="31171" y="14909"/>
                    <a:pt x="31042" y="13443"/>
                    <a:pt x="30710" y="12014"/>
                  </a:cubicBezTo>
                  <a:cubicBezTo>
                    <a:pt x="30587" y="11504"/>
                    <a:pt x="30442" y="10993"/>
                    <a:pt x="30271" y="10497"/>
                  </a:cubicBezTo>
                  <a:cubicBezTo>
                    <a:pt x="30015" y="9760"/>
                    <a:pt x="29705" y="9042"/>
                    <a:pt x="29343" y="8352"/>
                  </a:cubicBezTo>
                  <a:cubicBezTo>
                    <a:pt x="28218" y="6209"/>
                    <a:pt x="26614" y="4355"/>
                    <a:pt x="24656" y="2935"/>
                  </a:cubicBezTo>
                  <a:cubicBezTo>
                    <a:pt x="23660" y="2217"/>
                    <a:pt x="22584" y="1619"/>
                    <a:pt x="21451" y="1155"/>
                  </a:cubicBezTo>
                  <a:cubicBezTo>
                    <a:pt x="19573" y="393"/>
                    <a:pt x="17567" y="0"/>
                    <a:pt x="15542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0"/>
            <p:cNvSpPr/>
            <p:nvPr/>
          </p:nvSpPr>
          <p:spPr>
            <a:xfrm>
              <a:off x="2801525" y="4487350"/>
              <a:ext cx="779600" cy="777975"/>
            </a:xfrm>
            <a:custGeom>
              <a:avLst/>
              <a:gdLst/>
              <a:ahLst/>
              <a:cxnLst/>
              <a:rect l="l" t="t" r="r" b="b"/>
              <a:pathLst>
                <a:path w="31184" h="31119" extrusionOk="0">
                  <a:moveTo>
                    <a:pt x="15547" y="10"/>
                  </a:moveTo>
                  <a:cubicBezTo>
                    <a:pt x="17572" y="12"/>
                    <a:pt x="19576" y="402"/>
                    <a:pt x="21453" y="1164"/>
                  </a:cubicBezTo>
                  <a:cubicBezTo>
                    <a:pt x="23714" y="2090"/>
                    <a:pt x="25723" y="3535"/>
                    <a:pt x="27318" y="5385"/>
                  </a:cubicBezTo>
                  <a:cubicBezTo>
                    <a:pt x="28106" y="6295"/>
                    <a:pt x="28784" y="7294"/>
                    <a:pt x="29343" y="8359"/>
                  </a:cubicBezTo>
                  <a:cubicBezTo>
                    <a:pt x="29706" y="9049"/>
                    <a:pt x="30015" y="9767"/>
                    <a:pt x="30271" y="10506"/>
                  </a:cubicBezTo>
                  <a:cubicBezTo>
                    <a:pt x="30442" y="11000"/>
                    <a:pt x="30588" y="11511"/>
                    <a:pt x="30710" y="12023"/>
                  </a:cubicBezTo>
                  <a:cubicBezTo>
                    <a:pt x="31043" y="13448"/>
                    <a:pt x="31170" y="14914"/>
                    <a:pt x="31091" y="16378"/>
                  </a:cubicBezTo>
                  <a:cubicBezTo>
                    <a:pt x="31066" y="16854"/>
                    <a:pt x="31019" y="17329"/>
                    <a:pt x="30950" y="17796"/>
                  </a:cubicBezTo>
                  <a:cubicBezTo>
                    <a:pt x="30562" y="20476"/>
                    <a:pt x="29479" y="23012"/>
                    <a:pt x="27810" y="25143"/>
                  </a:cubicBezTo>
                  <a:cubicBezTo>
                    <a:pt x="24866" y="28904"/>
                    <a:pt x="20357" y="31102"/>
                    <a:pt x="15584" y="31107"/>
                  </a:cubicBezTo>
                  <a:cubicBezTo>
                    <a:pt x="13640" y="31105"/>
                    <a:pt x="11712" y="30745"/>
                    <a:pt x="9902" y="30040"/>
                  </a:cubicBezTo>
                  <a:cubicBezTo>
                    <a:pt x="7773" y="29209"/>
                    <a:pt x="5856" y="27918"/>
                    <a:pt x="4286" y="26258"/>
                  </a:cubicBezTo>
                  <a:cubicBezTo>
                    <a:pt x="3513" y="25443"/>
                    <a:pt x="2831" y="24545"/>
                    <a:pt x="2250" y="23584"/>
                  </a:cubicBezTo>
                  <a:cubicBezTo>
                    <a:pt x="1492" y="22331"/>
                    <a:pt x="915" y="20977"/>
                    <a:pt x="539" y="19562"/>
                  </a:cubicBezTo>
                  <a:cubicBezTo>
                    <a:pt x="407" y="19070"/>
                    <a:pt x="299" y="18551"/>
                    <a:pt x="211" y="18017"/>
                  </a:cubicBezTo>
                  <a:cubicBezTo>
                    <a:pt x="86" y="17246"/>
                    <a:pt x="21" y="16468"/>
                    <a:pt x="17" y="15690"/>
                  </a:cubicBezTo>
                  <a:cubicBezTo>
                    <a:pt x="10" y="14898"/>
                    <a:pt x="65" y="14106"/>
                    <a:pt x="181" y="13323"/>
                  </a:cubicBezTo>
                  <a:cubicBezTo>
                    <a:pt x="296" y="12506"/>
                    <a:pt x="481" y="11702"/>
                    <a:pt x="728" y="10915"/>
                  </a:cubicBezTo>
                  <a:cubicBezTo>
                    <a:pt x="2755" y="4434"/>
                    <a:pt x="8756" y="16"/>
                    <a:pt x="15549" y="12"/>
                  </a:cubicBezTo>
                  <a:lnTo>
                    <a:pt x="15547" y="10"/>
                  </a:lnTo>
                  <a:close/>
                  <a:moveTo>
                    <a:pt x="15549" y="0"/>
                  </a:moveTo>
                  <a:cubicBezTo>
                    <a:pt x="8761" y="0"/>
                    <a:pt x="2732" y="4445"/>
                    <a:pt x="716" y="10913"/>
                  </a:cubicBezTo>
                  <a:cubicBezTo>
                    <a:pt x="469" y="11700"/>
                    <a:pt x="287" y="12503"/>
                    <a:pt x="169" y="13321"/>
                  </a:cubicBezTo>
                  <a:cubicBezTo>
                    <a:pt x="54" y="14106"/>
                    <a:pt x="1" y="14898"/>
                    <a:pt x="5" y="15690"/>
                  </a:cubicBezTo>
                  <a:cubicBezTo>
                    <a:pt x="10" y="16470"/>
                    <a:pt x="75" y="17248"/>
                    <a:pt x="199" y="18017"/>
                  </a:cubicBezTo>
                  <a:cubicBezTo>
                    <a:pt x="282" y="18539"/>
                    <a:pt x="393" y="19054"/>
                    <a:pt x="527" y="19564"/>
                  </a:cubicBezTo>
                  <a:cubicBezTo>
                    <a:pt x="906" y="20980"/>
                    <a:pt x="1483" y="22335"/>
                    <a:pt x="2240" y="23589"/>
                  </a:cubicBezTo>
                  <a:cubicBezTo>
                    <a:pt x="4563" y="27440"/>
                    <a:pt x="8530" y="30257"/>
                    <a:pt x="13326" y="30955"/>
                  </a:cubicBezTo>
                  <a:cubicBezTo>
                    <a:pt x="14074" y="31063"/>
                    <a:pt x="14829" y="31116"/>
                    <a:pt x="15584" y="31119"/>
                  </a:cubicBezTo>
                  <a:cubicBezTo>
                    <a:pt x="22077" y="31119"/>
                    <a:pt x="27875" y="27052"/>
                    <a:pt x="30131" y="21040"/>
                  </a:cubicBezTo>
                  <a:cubicBezTo>
                    <a:pt x="30525" y="19994"/>
                    <a:pt x="30805" y="18906"/>
                    <a:pt x="30964" y="17798"/>
                  </a:cubicBezTo>
                  <a:cubicBezTo>
                    <a:pt x="31033" y="17322"/>
                    <a:pt x="31080" y="16849"/>
                    <a:pt x="31105" y="16378"/>
                  </a:cubicBezTo>
                  <a:cubicBezTo>
                    <a:pt x="31183" y="14914"/>
                    <a:pt x="31054" y="13448"/>
                    <a:pt x="30722" y="12021"/>
                  </a:cubicBezTo>
                  <a:cubicBezTo>
                    <a:pt x="30602" y="11506"/>
                    <a:pt x="30454" y="10996"/>
                    <a:pt x="30283" y="10502"/>
                  </a:cubicBezTo>
                  <a:cubicBezTo>
                    <a:pt x="30029" y="9765"/>
                    <a:pt x="29717" y="9047"/>
                    <a:pt x="29355" y="8354"/>
                  </a:cubicBezTo>
                  <a:cubicBezTo>
                    <a:pt x="27120" y="4083"/>
                    <a:pt x="22936" y="908"/>
                    <a:pt x="17803" y="164"/>
                  </a:cubicBezTo>
                  <a:cubicBezTo>
                    <a:pt x="17057" y="56"/>
                    <a:pt x="16304" y="0"/>
                    <a:pt x="1554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0"/>
            <p:cNvSpPr/>
            <p:nvPr/>
          </p:nvSpPr>
          <p:spPr>
            <a:xfrm>
              <a:off x="2861275" y="4546975"/>
              <a:ext cx="658650" cy="658675"/>
            </a:xfrm>
            <a:custGeom>
              <a:avLst/>
              <a:gdLst/>
              <a:ahLst/>
              <a:cxnLst/>
              <a:rect l="l" t="t" r="r" b="b"/>
              <a:pathLst>
                <a:path w="26346" h="26347" fill="none" extrusionOk="0">
                  <a:moveTo>
                    <a:pt x="22488" y="3859"/>
                  </a:moveTo>
                  <a:cubicBezTo>
                    <a:pt x="24958" y="6329"/>
                    <a:pt x="26346" y="9680"/>
                    <a:pt x="26346" y="13173"/>
                  </a:cubicBezTo>
                  <a:cubicBezTo>
                    <a:pt x="26346" y="16667"/>
                    <a:pt x="24958" y="20017"/>
                    <a:pt x="22488" y="22488"/>
                  </a:cubicBezTo>
                  <a:cubicBezTo>
                    <a:pt x="20017" y="24958"/>
                    <a:pt x="16667" y="26346"/>
                    <a:pt x="13173" y="26346"/>
                  </a:cubicBezTo>
                  <a:cubicBezTo>
                    <a:pt x="9680" y="26346"/>
                    <a:pt x="6329" y="24958"/>
                    <a:pt x="3859" y="22488"/>
                  </a:cubicBezTo>
                  <a:cubicBezTo>
                    <a:pt x="1388" y="20017"/>
                    <a:pt x="0" y="16667"/>
                    <a:pt x="0" y="13173"/>
                  </a:cubicBezTo>
                  <a:cubicBezTo>
                    <a:pt x="0" y="9680"/>
                    <a:pt x="1388" y="6329"/>
                    <a:pt x="3859" y="3859"/>
                  </a:cubicBezTo>
                  <a:cubicBezTo>
                    <a:pt x="6329" y="1388"/>
                    <a:pt x="9680" y="1"/>
                    <a:pt x="13173" y="1"/>
                  </a:cubicBezTo>
                  <a:cubicBezTo>
                    <a:pt x="16667" y="1"/>
                    <a:pt x="20017" y="1388"/>
                    <a:pt x="22488" y="3859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0"/>
            <p:cNvSpPr/>
            <p:nvPr/>
          </p:nvSpPr>
          <p:spPr>
            <a:xfrm>
              <a:off x="2892850" y="4588600"/>
              <a:ext cx="595500" cy="575475"/>
            </a:xfrm>
            <a:custGeom>
              <a:avLst/>
              <a:gdLst/>
              <a:ahLst/>
              <a:cxnLst/>
              <a:rect l="l" t="t" r="r" b="b"/>
              <a:pathLst>
                <a:path w="23820" h="23019" extrusionOk="0">
                  <a:moveTo>
                    <a:pt x="11896" y="0"/>
                  </a:moveTo>
                  <a:cubicBezTo>
                    <a:pt x="5865" y="7"/>
                    <a:pt x="864" y="4669"/>
                    <a:pt x="432" y="10684"/>
                  </a:cubicBezTo>
                  <a:cubicBezTo>
                    <a:pt x="0" y="16701"/>
                    <a:pt x="4286" y="22028"/>
                    <a:pt x="10255" y="22896"/>
                  </a:cubicBezTo>
                  <a:cubicBezTo>
                    <a:pt x="10809" y="22977"/>
                    <a:pt x="11365" y="23019"/>
                    <a:pt x="11924" y="23019"/>
                  </a:cubicBezTo>
                  <a:cubicBezTo>
                    <a:pt x="17955" y="23009"/>
                    <a:pt x="22959" y="18348"/>
                    <a:pt x="23388" y="12333"/>
                  </a:cubicBezTo>
                  <a:cubicBezTo>
                    <a:pt x="23820" y="6315"/>
                    <a:pt x="19534" y="989"/>
                    <a:pt x="13566" y="120"/>
                  </a:cubicBezTo>
                  <a:cubicBezTo>
                    <a:pt x="13014" y="40"/>
                    <a:pt x="12455" y="0"/>
                    <a:pt x="11896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0"/>
            <p:cNvSpPr/>
            <p:nvPr/>
          </p:nvSpPr>
          <p:spPr>
            <a:xfrm>
              <a:off x="2882925" y="4588425"/>
              <a:ext cx="615425" cy="575775"/>
            </a:xfrm>
            <a:custGeom>
              <a:avLst/>
              <a:gdLst/>
              <a:ahLst/>
              <a:cxnLst/>
              <a:rect l="l" t="t" r="r" b="b"/>
              <a:pathLst>
                <a:path w="24617" h="23031" extrusionOk="0">
                  <a:moveTo>
                    <a:pt x="12293" y="10"/>
                  </a:moveTo>
                  <a:lnTo>
                    <a:pt x="12293" y="12"/>
                  </a:lnTo>
                  <a:cubicBezTo>
                    <a:pt x="12852" y="12"/>
                    <a:pt x="13409" y="53"/>
                    <a:pt x="13963" y="132"/>
                  </a:cubicBezTo>
                  <a:cubicBezTo>
                    <a:pt x="19927" y="1000"/>
                    <a:pt x="24210" y="6327"/>
                    <a:pt x="23780" y="12340"/>
                  </a:cubicBezTo>
                  <a:cubicBezTo>
                    <a:pt x="23349" y="18350"/>
                    <a:pt x="18350" y="23012"/>
                    <a:pt x="12321" y="23019"/>
                  </a:cubicBezTo>
                  <a:cubicBezTo>
                    <a:pt x="11765" y="23019"/>
                    <a:pt x="11206" y="22979"/>
                    <a:pt x="10654" y="22899"/>
                  </a:cubicBezTo>
                  <a:cubicBezTo>
                    <a:pt x="4685" y="22033"/>
                    <a:pt x="397" y="16706"/>
                    <a:pt x="829" y="10691"/>
                  </a:cubicBezTo>
                  <a:cubicBezTo>
                    <a:pt x="1261" y="4676"/>
                    <a:pt x="6262" y="17"/>
                    <a:pt x="12293" y="10"/>
                  </a:cubicBezTo>
                  <a:close/>
                  <a:moveTo>
                    <a:pt x="12293" y="0"/>
                  </a:moveTo>
                  <a:cubicBezTo>
                    <a:pt x="6669" y="0"/>
                    <a:pt x="1746" y="4127"/>
                    <a:pt x="915" y="9857"/>
                  </a:cubicBezTo>
                  <a:cubicBezTo>
                    <a:pt x="0" y="16149"/>
                    <a:pt x="4360" y="21993"/>
                    <a:pt x="10652" y="22908"/>
                  </a:cubicBezTo>
                  <a:cubicBezTo>
                    <a:pt x="11203" y="22989"/>
                    <a:pt x="11762" y="23028"/>
                    <a:pt x="12321" y="23030"/>
                  </a:cubicBezTo>
                  <a:cubicBezTo>
                    <a:pt x="17948" y="23030"/>
                    <a:pt x="22868" y="18902"/>
                    <a:pt x="23702" y="13171"/>
                  </a:cubicBezTo>
                  <a:cubicBezTo>
                    <a:pt x="24616" y="6879"/>
                    <a:pt x="20257" y="1035"/>
                    <a:pt x="13965" y="120"/>
                  </a:cubicBezTo>
                  <a:cubicBezTo>
                    <a:pt x="13411" y="40"/>
                    <a:pt x="12852" y="0"/>
                    <a:pt x="1229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0"/>
            <p:cNvSpPr/>
            <p:nvPr/>
          </p:nvSpPr>
          <p:spPr>
            <a:xfrm>
              <a:off x="2814700" y="4787800"/>
              <a:ext cx="766375" cy="289275"/>
            </a:xfrm>
            <a:custGeom>
              <a:avLst/>
              <a:gdLst/>
              <a:ahLst/>
              <a:cxnLst/>
              <a:rect l="l" t="t" r="r" b="b"/>
              <a:pathLst>
                <a:path w="30655" h="11571" extrusionOk="0">
                  <a:moveTo>
                    <a:pt x="30192" y="1"/>
                  </a:moveTo>
                  <a:lnTo>
                    <a:pt x="0" y="7546"/>
                  </a:lnTo>
                  <a:cubicBezTo>
                    <a:pt x="379" y="8962"/>
                    <a:pt x="956" y="10317"/>
                    <a:pt x="1713" y="11571"/>
                  </a:cubicBezTo>
                  <a:lnTo>
                    <a:pt x="30573" y="4360"/>
                  </a:lnTo>
                  <a:cubicBezTo>
                    <a:pt x="30654" y="2896"/>
                    <a:pt x="30525" y="1428"/>
                    <a:pt x="30192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0"/>
            <p:cNvSpPr/>
            <p:nvPr/>
          </p:nvSpPr>
          <p:spPr>
            <a:xfrm>
              <a:off x="2801650" y="4696250"/>
              <a:ext cx="756850" cy="241550"/>
            </a:xfrm>
            <a:custGeom>
              <a:avLst/>
              <a:gdLst/>
              <a:ahLst/>
              <a:cxnLst/>
              <a:rect l="l" t="t" r="r" b="b"/>
              <a:pathLst>
                <a:path w="30274" h="9662" extrusionOk="0">
                  <a:moveTo>
                    <a:pt x="29347" y="1"/>
                  </a:moveTo>
                  <a:lnTo>
                    <a:pt x="0" y="7334"/>
                  </a:lnTo>
                  <a:cubicBezTo>
                    <a:pt x="5" y="8112"/>
                    <a:pt x="70" y="8890"/>
                    <a:pt x="194" y="9661"/>
                  </a:cubicBezTo>
                  <a:lnTo>
                    <a:pt x="30273" y="2143"/>
                  </a:lnTo>
                  <a:cubicBezTo>
                    <a:pt x="30019" y="1407"/>
                    <a:pt x="29710" y="691"/>
                    <a:pt x="293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0"/>
            <p:cNvSpPr/>
            <p:nvPr/>
          </p:nvSpPr>
          <p:spPr>
            <a:xfrm>
              <a:off x="2777975" y="4760150"/>
              <a:ext cx="776700" cy="562025"/>
            </a:xfrm>
            <a:custGeom>
              <a:avLst/>
              <a:gdLst/>
              <a:ahLst/>
              <a:cxnLst/>
              <a:rect l="l" t="t" r="r" b="b"/>
              <a:pathLst>
                <a:path w="31068" h="22481" extrusionOk="0">
                  <a:moveTo>
                    <a:pt x="1658" y="1"/>
                  </a:moveTo>
                  <a:lnTo>
                    <a:pt x="1658" y="1"/>
                  </a:lnTo>
                  <a:cubicBezTo>
                    <a:pt x="562" y="2201"/>
                    <a:pt x="1" y="4628"/>
                    <a:pt x="17" y="7087"/>
                  </a:cubicBezTo>
                  <a:cubicBezTo>
                    <a:pt x="21" y="7867"/>
                    <a:pt x="88" y="8645"/>
                    <a:pt x="213" y="9417"/>
                  </a:cubicBezTo>
                  <a:cubicBezTo>
                    <a:pt x="296" y="9936"/>
                    <a:pt x="405" y="10453"/>
                    <a:pt x="541" y="10961"/>
                  </a:cubicBezTo>
                  <a:cubicBezTo>
                    <a:pt x="917" y="12379"/>
                    <a:pt x="1495" y="13732"/>
                    <a:pt x="2252" y="14988"/>
                  </a:cubicBezTo>
                  <a:cubicBezTo>
                    <a:pt x="4577" y="18837"/>
                    <a:pt x="8542" y="21654"/>
                    <a:pt x="13340" y="22352"/>
                  </a:cubicBezTo>
                  <a:cubicBezTo>
                    <a:pt x="13938" y="22439"/>
                    <a:pt x="14538" y="22481"/>
                    <a:pt x="15137" y="22481"/>
                  </a:cubicBezTo>
                  <a:cubicBezTo>
                    <a:pt x="22061" y="22481"/>
                    <a:pt x="28760" y="16846"/>
                    <a:pt x="31068" y="10128"/>
                  </a:cubicBezTo>
                  <a:lnTo>
                    <a:pt x="31068" y="10128"/>
                  </a:lnTo>
                  <a:cubicBezTo>
                    <a:pt x="28814" y="16140"/>
                    <a:pt x="23015" y="20206"/>
                    <a:pt x="16520" y="20206"/>
                  </a:cubicBezTo>
                  <a:cubicBezTo>
                    <a:pt x="15776" y="20206"/>
                    <a:pt x="15023" y="20152"/>
                    <a:pt x="14265" y="20043"/>
                  </a:cubicBezTo>
                  <a:cubicBezTo>
                    <a:pt x="9470" y="19345"/>
                    <a:pt x="5503" y="16528"/>
                    <a:pt x="3180" y="12677"/>
                  </a:cubicBezTo>
                  <a:cubicBezTo>
                    <a:pt x="2423" y="11423"/>
                    <a:pt x="1845" y="10068"/>
                    <a:pt x="1467" y="8652"/>
                  </a:cubicBezTo>
                  <a:cubicBezTo>
                    <a:pt x="1333" y="8142"/>
                    <a:pt x="1224" y="7627"/>
                    <a:pt x="1141" y="7105"/>
                  </a:cubicBezTo>
                  <a:cubicBezTo>
                    <a:pt x="1017" y="6336"/>
                    <a:pt x="950" y="5558"/>
                    <a:pt x="945" y="4778"/>
                  </a:cubicBezTo>
                  <a:cubicBezTo>
                    <a:pt x="940" y="3984"/>
                    <a:pt x="993" y="3192"/>
                    <a:pt x="1109" y="2409"/>
                  </a:cubicBezTo>
                  <a:cubicBezTo>
                    <a:pt x="1227" y="1591"/>
                    <a:pt x="1409" y="786"/>
                    <a:pt x="1658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562;p30"/>
          <p:cNvGrpSpPr/>
          <p:nvPr/>
        </p:nvGrpSpPr>
        <p:grpSpPr>
          <a:xfrm rot="-297704">
            <a:off x="7899097" y="2513690"/>
            <a:ext cx="529816" cy="397428"/>
            <a:chOff x="2787100" y="3506250"/>
            <a:chExt cx="854925" cy="641300"/>
          </a:xfrm>
        </p:grpSpPr>
        <p:sp>
          <p:nvSpPr>
            <p:cNvPr id="563" name="Google Shape;563;p30"/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0"/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0"/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0"/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0"/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0"/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0"/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575;p31">
            <a:extLst>
              <a:ext uri="{FF2B5EF4-FFF2-40B4-BE49-F238E27FC236}">
                <a16:creationId xmlns:a16="http://schemas.microsoft.com/office/drawing/2014/main" id="{99C5A4A1-6821-AC00-100F-78EABC467FB8}"/>
              </a:ext>
            </a:extLst>
          </p:cNvPr>
          <p:cNvSpPr txBox="1">
            <a:spLocks/>
          </p:cNvSpPr>
          <p:nvPr/>
        </p:nvSpPr>
        <p:spPr>
          <a:xfrm>
            <a:off x="3176454" y="3567512"/>
            <a:ext cx="2791091" cy="1162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ppio One"/>
              <a:buNone/>
              <a:defRPr sz="5000" b="0" i="0" u="none" strike="noStrike" cap="none">
                <a:solidFill>
                  <a:schemeClr val="accent1"/>
                </a:solidFill>
                <a:latin typeface="Doppio One"/>
                <a:ea typeface="Doppio One"/>
                <a:cs typeface="Doppio One"/>
                <a:sym typeface="Doppio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400" dirty="0"/>
              <a:t>Bonus :</a:t>
            </a:r>
          </a:p>
          <a:p>
            <a:r>
              <a:rPr lang="fr-FR" sz="2400" dirty="0"/>
              <a:t>Gradient </a:t>
            </a:r>
            <a:r>
              <a:rPr lang="fr-FR" sz="2400" dirty="0" err="1"/>
              <a:t>Boosting</a:t>
            </a:r>
            <a:r>
              <a:rPr lang="fr-FR" sz="2400" dirty="0"/>
              <a:t> Classifier</a:t>
            </a:r>
          </a:p>
        </p:txBody>
      </p:sp>
    </p:spTree>
    <p:extLst>
      <p:ext uri="{BB962C8B-B14F-4D97-AF65-F5344CB8AC3E}">
        <p14:creationId xmlns:p14="http://schemas.microsoft.com/office/powerpoint/2010/main" val="23166774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50689-5612-EBC9-7DDE-FA102943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91836"/>
            <a:ext cx="7704000" cy="572700"/>
          </a:xfrm>
        </p:spPr>
        <p:txBody>
          <a:bodyPr/>
          <a:lstStyle/>
          <a:p>
            <a:r>
              <a:rPr lang="fr-FR" dirty="0"/>
              <a:t>Présentation du </a:t>
            </a:r>
            <a:r>
              <a:rPr lang="fr-FR" sz="3200" dirty="0"/>
              <a:t>Gradient </a:t>
            </a:r>
            <a:r>
              <a:rPr lang="fr-FR" sz="3200" dirty="0" err="1"/>
              <a:t>Boosting</a:t>
            </a:r>
            <a:r>
              <a:rPr lang="fr-FR" sz="3200" dirty="0"/>
              <a:t> Classifier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5461C0-447A-C73A-C51C-BFE8704B7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383" y="1035584"/>
            <a:ext cx="8239475" cy="3267018"/>
          </a:xfrm>
        </p:spPr>
        <p:txBody>
          <a:bodyPr anchor="t"/>
          <a:lstStyle/>
          <a:p>
            <a:pPr marL="139700" indent="0">
              <a:buNone/>
            </a:pPr>
            <a:r>
              <a:rPr lang="fr-FR" dirty="0"/>
              <a:t>L'algorithme ressemble au </a:t>
            </a:r>
            <a:r>
              <a:rPr lang="fr-FR" dirty="0" err="1"/>
              <a:t>RandomForest</a:t>
            </a:r>
            <a:r>
              <a:rPr lang="fr-FR" dirty="0"/>
              <a:t> mais avec une notion de correction de l’erreur. </a:t>
            </a:r>
            <a:r>
              <a:rPr lang="fr-FR" dirty="0" err="1"/>
              <a:t>Ilcommence</a:t>
            </a:r>
            <a:r>
              <a:rPr lang="fr-FR" dirty="0"/>
              <a:t> par une prédiction très basique.</a:t>
            </a:r>
          </a:p>
          <a:p>
            <a:pPr marL="139700" indent="0">
              <a:buNone/>
            </a:pPr>
            <a:endParaRPr lang="fr-FR" dirty="0"/>
          </a:p>
          <a:p>
            <a:pPr marL="139700" indent="0">
              <a:buNone/>
            </a:pPr>
            <a:r>
              <a:rPr lang="fr-FR" dirty="0"/>
              <a:t>Calcul de l'erreur (Gradient) : Pour chaque observation, il calcule l'écart entre la vraie valeur et la prédiction actuelle.</a:t>
            </a:r>
          </a:p>
          <a:p>
            <a:pPr marL="139700" indent="0">
              <a:buNone/>
            </a:pPr>
            <a:endParaRPr lang="fr-FR" dirty="0"/>
          </a:p>
          <a:p>
            <a:pPr marL="139700" indent="0">
              <a:buNone/>
            </a:pPr>
            <a:r>
              <a:rPr lang="fr-FR" dirty="0"/>
              <a:t>Ajout d'un nouvel arbre : Un nouvel arbre de décision court est construit pour prédire ces erreurs.</a:t>
            </a:r>
          </a:p>
          <a:p>
            <a:pPr marL="139700" indent="0">
              <a:buNone/>
            </a:pPr>
            <a:endParaRPr lang="fr-FR" dirty="0"/>
          </a:p>
          <a:p>
            <a:pPr marL="139700" indent="0">
              <a:buNone/>
            </a:pPr>
            <a:r>
              <a:rPr lang="fr-FR" dirty="0"/>
              <a:t>Mise à jour avec un Taux d'Apprentissage (Learning Rate) : Au lieu d'ajouter à 100% la prédiction du nouvel arbre, on la multiplie par une petite valeur (ex: 0.1). Cela permet d'avancer à petits pas et d'éviter les </a:t>
            </a:r>
            <a:r>
              <a:rPr lang="fr-FR" dirty="0" err="1"/>
              <a:t>sur-ajustements</a:t>
            </a:r>
            <a:r>
              <a:rPr lang="fr-FR" dirty="0"/>
              <a:t> brutaux.</a:t>
            </a:r>
          </a:p>
          <a:p>
            <a:pPr marL="139700" indent="0">
              <a:buNone/>
            </a:pPr>
            <a:endParaRPr lang="fr-FR" dirty="0"/>
          </a:p>
          <a:p>
            <a:pPr marL="139700" indent="0">
              <a:buNone/>
            </a:pPr>
            <a:r>
              <a:rPr lang="fr-FR" dirty="0"/>
              <a:t>Répétition : On répète l'opération pour n arbres (</a:t>
            </a:r>
            <a:r>
              <a:rPr lang="fr-FR" dirty="0" err="1"/>
              <a:t>n_estimators</a:t>
            </a:r>
            <a:r>
              <a:rPr lang="fr-FR" dirty="0"/>
              <a:t>).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292FDB-27D9-5600-61CD-1C34700A1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24</a:t>
            </a:fld>
            <a:endParaRPr lang="fr-FR"/>
          </a:p>
        </p:txBody>
      </p:sp>
      <p:grpSp>
        <p:nvGrpSpPr>
          <p:cNvPr id="19" name="Google Shape;491;p30">
            <a:extLst>
              <a:ext uri="{FF2B5EF4-FFF2-40B4-BE49-F238E27FC236}">
                <a16:creationId xmlns:a16="http://schemas.microsoft.com/office/drawing/2014/main" id="{9CE0DC9D-9550-6AA7-1637-504AA18DCE4C}"/>
              </a:ext>
            </a:extLst>
          </p:cNvPr>
          <p:cNvGrpSpPr/>
          <p:nvPr/>
        </p:nvGrpSpPr>
        <p:grpSpPr>
          <a:xfrm rot="1790401">
            <a:off x="6913959" y="3947768"/>
            <a:ext cx="701869" cy="1011948"/>
            <a:chOff x="1705850" y="434250"/>
            <a:chExt cx="978800" cy="1411225"/>
          </a:xfrm>
        </p:grpSpPr>
        <p:sp>
          <p:nvSpPr>
            <p:cNvPr id="20" name="Google Shape;492;p30">
              <a:extLst>
                <a:ext uri="{FF2B5EF4-FFF2-40B4-BE49-F238E27FC236}">
                  <a16:creationId xmlns:a16="http://schemas.microsoft.com/office/drawing/2014/main" id="{53DE07AC-DCA8-49BC-0CB7-6F69A58E6870}"/>
                </a:ext>
              </a:extLst>
            </p:cNvPr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93;p30">
              <a:extLst>
                <a:ext uri="{FF2B5EF4-FFF2-40B4-BE49-F238E27FC236}">
                  <a16:creationId xmlns:a16="http://schemas.microsoft.com/office/drawing/2014/main" id="{FDDF68AE-1369-6102-BECA-611AE7097014}"/>
                </a:ext>
              </a:extLst>
            </p:cNvPr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94;p30">
              <a:extLst>
                <a:ext uri="{FF2B5EF4-FFF2-40B4-BE49-F238E27FC236}">
                  <a16:creationId xmlns:a16="http://schemas.microsoft.com/office/drawing/2014/main" id="{92412262-EF24-1FA6-BCCF-43349E99184D}"/>
                </a:ext>
              </a:extLst>
            </p:cNvPr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95;p30">
              <a:extLst>
                <a:ext uri="{FF2B5EF4-FFF2-40B4-BE49-F238E27FC236}">
                  <a16:creationId xmlns:a16="http://schemas.microsoft.com/office/drawing/2014/main" id="{B40C7CBB-3906-5C79-BD73-A3CF8CCE2FD1}"/>
                </a:ext>
              </a:extLst>
            </p:cNvPr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96;p30">
              <a:extLst>
                <a:ext uri="{FF2B5EF4-FFF2-40B4-BE49-F238E27FC236}">
                  <a16:creationId xmlns:a16="http://schemas.microsoft.com/office/drawing/2014/main" id="{56A3A213-AF2C-62B2-EB62-B0042691DA2D}"/>
                </a:ext>
              </a:extLst>
            </p:cNvPr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97;p30">
              <a:extLst>
                <a:ext uri="{FF2B5EF4-FFF2-40B4-BE49-F238E27FC236}">
                  <a16:creationId xmlns:a16="http://schemas.microsoft.com/office/drawing/2014/main" id="{85B3848B-3AF8-FD2E-9A31-E2D7E164D472}"/>
                </a:ext>
              </a:extLst>
            </p:cNvPr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98;p30">
              <a:extLst>
                <a:ext uri="{FF2B5EF4-FFF2-40B4-BE49-F238E27FC236}">
                  <a16:creationId xmlns:a16="http://schemas.microsoft.com/office/drawing/2014/main" id="{8AB24BD1-7846-2173-8A12-0BADD29ABB11}"/>
                </a:ext>
              </a:extLst>
            </p:cNvPr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562;p30">
            <a:extLst>
              <a:ext uri="{FF2B5EF4-FFF2-40B4-BE49-F238E27FC236}">
                <a16:creationId xmlns:a16="http://schemas.microsoft.com/office/drawing/2014/main" id="{A7543A7F-985C-7216-A3FD-0708542CC476}"/>
              </a:ext>
            </a:extLst>
          </p:cNvPr>
          <p:cNvGrpSpPr/>
          <p:nvPr/>
        </p:nvGrpSpPr>
        <p:grpSpPr>
          <a:xfrm rot="-297704">
            <a:off x="849961" y="446158"/>
            <a:ext cx="529816" cy="397428"/>
            <a:chOff x="2787100" y="3506250"/>
            <a:chExt cx="854925" cy="641300"/>
          </a:xfrm>
        </p:grpSpPr>
        <p:sp>
          <p:nvSpPr>
            <p:cNvPr id="44" name="Google Shape;563;p30">
              <a:extLst>
                <a:ext uri="{FF2B5EF4-FFF2-40B4-BE49-F238E27FC236}">
                  <a16:creationId xmlns:a16="http://schemas.microsoft.com/office/drawing/2014/main" id="{A7F9C08E-3103-04CC-4EE2-4B388B6EC4FB}"/>
                </a:ext>
              </a:extLst>
            </p:cNvPr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64;p30">
              <a:extLst>
                <a:ext uri="{FF2B5EF4-FFF2-40B4-BE49-F238E27FC236}">
                  <a16:creationId xmlns:a16="http://schemas.microsoft.com/office/drawing/2014/main" id="{8F6965CD-16B4-61BB-E0D7-B0BF0237DF1B}"/>
                </a:ext>
              </a:extLst>
            </p:cNvPr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65;p30">
              <a:extLst>
                <a:ext uri="{FF2B5EF4-FFF2-40B4-BE49-F238E27FC236}">
                  <a16:creationId xmlns:a16="http://schemas.microsoft.com/office/drawing/2014/main" id="{B9E97159-F379-6D0C-B3A8-7743D51FD214}"/>
                </a:ext>
              </a:extLst>
            </p:cNvPr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66;p30">
              <a:extLst>
                <a:ext uri="{FF2B5EF4-FFF2-40B4-BE49-F238E27FC236}">
                  <a16:creationId xmlns:a16="http://schemas.microsoft.com/office/drawing/2014/main" id="{C10EA4A7-7BA2-9F2F-82D4-5892A46F76FF}"/>
                </a:ext>
              </a:extLst>
            </p:cNvPr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67;p30">
              <a:extLst>
                <a:ext uri="{FF2B5EF4-FFF2-40B4-BE49-F238E27FC236}">
                  <a16:creationId xmlns:a16="http://schemas.microsoft.com/office/drawing/2014/main" id="{59F0DB3B-ABDF-96EF-98B0-3EB395BD79E0}"/>
                </a:ext>
              </a:extLst>
            </p:cNvPr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68;p30">
              <a:extLst>
                <a:ext uri="{FF2B5EF4-FFF2-40B4-BE49-F238E27FC236}">
                  <a16:creationId xmlns:a16="http://schemas.microsoft.com/office/drawing/2014/main" id="{A0D154CD-D7D5-B01C-2A21-1291F8F34610}"/>
                </a:ext>
              </a:extLst>
            </p:cNvPr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69;p30">
              <a:extLst>
                <a:ext uri="{FF2B5EF4-FFF2-40B4-BE49-F238E27FC236}">
                  <a16:creationId xmlns:a16="http://schemas.microsoft.com/office/drawing/2014/main" id="{BA0C5A17-1516-B601-BAB7-E7FE0A8A8A49}"/>
                </a:ext>
              </a:extLst>
            </p:cNvPr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974777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50689-5612-EBC9-7DDE-FA102943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91836"/>
            <a:ext cx="7704000" cy="572700"/>
          </a:xfrm>
        </p:spPr>
        <p:txBody>
          <a:bodyPr/>
          <a:lstStyle/>
          <a:p>
            <a:r>
              <a:rPr lang="fr-FR" dirty="0"/>
              <a:t>Résultats du </a:t>
            </a:r>
            <a:r>
              <a:rPr lang="fr-FR" sz="3200" dirty="0"/>
              <a:t>Gradient </a:t>
            </a:r>
            <a:r>
              <a:rPr lang="fr-FR" sz="3200" dirty="0" err="1"/>
              <a:t>Boosting</a:t>
            </a:r>
            <a:r>
              <a:rPr lang="fr-FR" sz="3200" dirty="0"/>
              <a:t> Classifier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5461C0-447A-C73A-C51C-BFE8704B7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3335" y="1004328"/>
            <a:ext cx="3132391" cy="3517522"/>
          </a:xfrm>
        </p:spPr>
        <p:txBody>
          <a:bodyPr anchor="t"/>
          <a:lstStyle/>
          <a:p>
            <a:pPr marL="139700" indent="0">
              <a:buNone/>
            </a:pPr>
            <a:r>
              <a:rPr lang="fr-FR" dirty="0">
                <a:latin typeface="Doppio One"/>
                <a:sym typeface="Doppio One"/>
              </a:rPr>
              <a:t>De la même manière que pour la régression logistique et KNN, nous devons tester notre modèle sur un grand nombre d’itérations (ici 200) pour évaluer sa performance et sa robustesse.</a:t>
            </a:r>
          </a:p>
          <a:p>
            <a:pPr marL="139700" indent="0">
              <a:buNone/>
            </a:pPr>
            <a:endParaRPr lang="fr-FR" dirty="0">
              <a:latin typeface="Doppio One"/>
              <a:sym typeface="Doppio One"/>
            </a:endParaRPr>
          </a:p>
          <a:p>
            <a:pPr marL="139700" indent="0">
              <a:buNone/>
            </a:pPr>
            <a:r>
              <a:rPr lang="fr-FR" dirty="0">
                <a:latin typeface="Doppio One"/>
                <a:sym typeface="Doppio One"/>
              </a:rPr>
              <a:t>On obtient des résultats très élevés : 99,93% ROC AUC,  0,06% de variance.</a:t>
            </a:r>
          </a:p>
          <a:p>
            <a:pPr marL="139700" indent="0">
              <a:buNone/>
            </a:pPr>
            <a:endParaRPr lang="fr-FR" dirty="0">
              <a:latin typeface="Doppio One"/>
              <a:sym typeface="Doppio One"/>
            </a:endParaRPr>
          </a:p>
          <a:p>
            <a:pPr marL="139700" indent="0">
              <a:buNone/>
            </a:pPr>
            <a:r>
              <a:rPr lang="fr-FR" dirty="0">
                <a:latin typeface="Doppio One"/>
                <a:sym typeface="Doppio One"/>
              </a:rPr>
              <a:t>Ce sont les meilleurs résultats obtenus à présent.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292FDB-27D9-5600-61CD-1C34700A1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25</a:t>
            </a:fld>
            <a:endParaRPr lang="fr-FR" dirty="0"/>
          </a:p>
        </p:txBody>
      </p:sp>
      <p:grpSp>
        <p:nvGrpSpPr>
          <p:cNvPr id="19" name="Google Shape;491;p30">
            <a:extLst>
              <a:ext uri="{FF2B5EF4-FFF2-40B4-BE49-F238E27FC236}">
                <a16:creationId xmlns:a16="http://schemas.microsoft.com/office/drawing/2014/main" id="{9CE0DC9D-9550-6AA7-1637-504AA18DCE4C}"/>
              </a:ext>
            </a:extLst>
          </p:cNvPr>
          <p:cNvGrpSpPr/>
          <p:nvPr/>
        </p:nvGrpSpPr>
        <p:grpSpPr>
          <a:xfrm rot="1790401">
            <a:off x="8187169" y="197782"/>
            <a:ext cx="701869" cy="1011948"/>
            <a:chOff x="1705850" y="434250"/>
            <a:chExt cx="978800" cy="1411225"/>
          </a:xfrm>
        </p:grpSpPr>
        <p:sp>
          <p:nvSpPr>
            <p:cNvPr id="20" name="Google Shape;492;p30">
              <a:extLst>
                <a:ext uri="{FF2B5EF4-FFF2-40B4-BE49-F238E27FC236}">
                  <a16:creationId xmlns:a16="http://schemas.microsoft.com/office/drawing/2014/main" id="{53DE07AC-DCA8-49BC-0CB7-6F69A58E6870}"/>
                </a:ext>
              </a:extLst>
            </p:cNvPr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93;p30">
              <a:extLst>
                <a:ext uri="{FF2B5EF4-FFF2-40B4-BE49-F238E27FC236}">
                  <a16:creationId xmlns:a16="http://schemas.microsoft.com/office/drawing/2014/main" id="{FDDF68AE-1369-6102-BECA-611AE7097014}"/>
                </a:ext>
              </a:extLst>
            </p:cNvPr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94;p30">
              <a:extLst>
                <a:ext uri="{FF2B5EF4-FFF2-40B4-BE49-F238E27FC236}">
                  <a16:creationId xmlns:a16="http://schemas.microsoft.com/office/drawing/2014/main" id="{92412262-EF24-1FA6-BCCF-43349E99184D}"/>
                </a:ext>
              </a:extLst>
            </p:cNvPr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95;p30">
              <a:extLst>
                <a:ext uri="{FF2B5EF4-FFF2-40B4-BE49-F238E27FC236}">
                  <a16:creationId xmlns:a16="http://schemas.microsoft.com/office/drawing/2014/main" id="{B40C7CBB-3906-5C79-BD73-A3CF8CCE2FD1}"/>
                </a:ext>
              </a:extLst>
            </p:cNvPr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96;p30">
              <a:extLst>
                <a:ext uri="{FF2B5EF4-FFF2-40B4-BE49-F238E27FC236}">
                  <a16:creationId xmlns:a16="http://schemas.microsoft.com/office/drawing/2014/main" id="{56A3A213-AF2C-62B2-EB62-B0042691DA2D}"/>
                </a:ext>
              </a:extLst>
            </p:cNvPr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97;p30">
              <a:extLst>
                <a:ext uri="{FF2B5EF4-FFF2-40B4-BE49-F238E27FC236}">
                  <a16:creationId xmlns:a16="http://schemas.microsoft.com/office/drawing/2014/main" id="{85B3848B-3AF8-FD2E-9A31-E2D7E164D472}"/>
                </a:ext>
              </a:extLst>
            </p:cNvPr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98;p30">
              <a:extLst>
                <a:ext uri="{FF2B5EF4-FFF2-40B4-BE49-F238E27FC236}">
                  <a16:creationId xmlns:a16="http://schemas.microsoft.com/office/drawing/2014/main" id="{8AB24BD1-7846-2173-8A12-0BADD29ABB11}"/>
                </a:ext>
              </a:extLst>
            </p:cNvPr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562;p30">
            <a:extLst>
              <a:ext uri="{FF2B5EF4-FFF2-40B4-BE49-F238E27FC236}">
                <a16:creationId xmlns:a16="http://schemas.microsoft.com/office/drawing/2014/main" id="{A7543A7F-985C-7216-A3FD-0708542CC476}"/>
              </a:ext>
            </a:extLst>
          </p:cNvPr>
          <p:cNvGrpSpPr/>
          <p:nvPr/>
        </p:nvGrpSpPr>
        <p:grpSpPr>
          <a:xfrm rot="-297704">
            <a:off x="8480497" y="4632069"/>
            <a:ext cx="529816" cy="397428"/>
            <a:chOff x="2787100" y="3506250"/>
            <a:chExt cx="854925" cy="641300"/>
          </a:xfrm>
        </p:grpSpPr>
        <p:sp>
          <p:nvSpPr>
            <p:cNvPr id="44" name="Google Shape;563;p30">
              <a:extLst>
                <a:ext uri="{FF2B5EF4-FFF2-40B4-BE49-F238E27FC236}">
                  <a16:creationId xmlns:a16="http://schemas.microsoft.com/office/drawing/2014/main" id="{A7F9C08E-3103-04CC-4EE2-4B388B6EC4FB}"/>
                </a:ext>
              </a:extLst>
            </p:cNvPr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64;p30">
              <a:extLst>
                <a:ext uri="{FF2B5EF4-FFF2-40B4-BE49-F238E27FC236}">
                  <a16:creationId xmlns:a16="http://schemas.microsoft.com/office/drawing/2014/main" id="{8F6965CD-16B4-61BB-E0D7-B0BF0237DF1B}"/>
                </a:ext>
              </a:extLst>
            </p:cNvPr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65;p30">
              <a:extLst>
                <a:ext uri="{FF2B5EF4-FFF2-40B4-BE49-F238E27FC236}">
                  <a16:creationId xmlns:a16="http://schemas.microsoft.com/office/drawing/2014/main" id="{B9E97159-F379-6D0C-B3A8-7743D51FD214}"/>
                </a:ext>
              </a:extLst>
            </p:cNvPr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66;p30">
              <a:extLst>
                <a:ext uri="{FF2B5EF4-FFF2-40B4-BE49-F238E27FC236}">
                  <a16:creationId xmlns:a16="http://schemas.microsoft.com/office/drawing/2014/main" id="{C10EA4A7-7BA2-9F2F-82D4-5892A46F76FF}"/>
                </a:ext>
              </a:extLst>
            </p:cNvPr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67;p30">
              <a:extLst>
                <a:ext uri="{FF2B5EF4-FFF2-40B4-BE49-F238E27FC236}">
                  <a16:creationId xmlns:a16="http://schemas.microsoft.com/office/drawing/2014/main" id="{59F0DB3B-ABDF-96EF-98B0-3EB395BD79E0}"/>
                </a:ext>
              </a:extLst>
            </p:cNvPr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68;p30">
              <a:extLst>
                <a:ext uri="{FF2B5EF4-FFF2-40B4-BE49-F238E27FC236}">
                  <a16:creationId xmlns:a16="http://schemas.microsoft.com/office/drawing/2014/main" id="{A0D154CD-D7D5-B01C-2A21-1291F8F34610}"/>
                </a:ext>
              </a:extLst>
            </p:cNvPr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69;p30">
              <a:extLst>
                <a:ext uri="{FF2B5EF4-FFF2-40B4-BE49-F238E27FC236}">
                  <a16:creationId xmlns:a16="http://schemas.microsoft.com/office/drawing/2014/main" id="{BA0C5A17-1516-B601-BAB7-E7FE0A8A8A49}"/>
                </a:ext>
              </a:extLst>
            </p:cNvPr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" name="Google Shape;483;p30">
            <a:extLst>
              <a:ext uri="{FF2B5EF4-FFF2-40B4-BE49-F238E27FC236}">
                <a16:creationId xmlns:a16="http://schemas.microsoft.com/office/drawing/2014/main" id="{8488AC6B-B645-98CF-F5BE-960A2395D162}"/>
              </a:ext>
            </a:extLst>
          </p:cNvPr>
          <p:cNvGrpSpPr/>
          <p:nvPr/>
        </p:nvGrpSpPr>
        <p:grpSpPr>
          <a:xfrm rot="4621808">
            <a:off x="32946" y="62639"/>
            <a:ext cx="933908" cy="1011918"/>
            <a:chOff x="2761250" y="617875"/>
            <a:chExt cx="1222900" cy="1325050"/>
          </a:xfrm>
        </p:grpSpPr>
        <p:sp>
          <p:nvSpPr>
            <p:cNvPr id="52" name="Google Shape;484;p30">
              <a:extLst>
                <a:ext uri="{FF2B5EF4-FFF2-40B4-BE49-F238E27FC236}">
                  <a16:creationId xmlns:a16="http://schemas.microsoft.com/office/drawing/2014/main" id="{BB4FEF4C-06EC-5A06-FFA3-BC09AA1A27E9}"/>
                </a:ext>
              </a:extLst>
            </p:cNvPr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85;p30">
              <a:extLst>
                <a:ext uri="{FF2B5EF4-FFF2-40B4-BE49-F238E27FC236}">
                  <a16:creationId xmlns:a16="http://schemas.microsoft.com/office/drawing/2014/main" id="{8D337423-2DC0-DEBF-C970-AA5B5A32EB1B}"/>
                </a:ext>
              </a:extLst>
            </p:cNvPr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86;p30">
              <a:extLst>
                <a:ext uri="{FF2B5EF4-FFF2-40B4-BE49-F238E27FC236}">
                  <a16:creationId xmlns:a16="http://schemas.microsoft.com/office/drawing/2014/main" id="{1C6377BA-4CD4-2F6F-54CA-E84C34131C08}"/>
                </a:ext>
              </a:extLst>
            </p:cNvPr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87;p30">
              <a:extLst>
                <a:ext uri="{FF2B5EF4-FFF2-40B4-BE49-F238E27FC236}">
                  <a16:creationId xmlns:a16="http://schemas.microsoft.com/office/drawing/2014/main" id="{3753B526-7628-CE7A-BEC1-ABA52864AD0B}"/>
                </a:ext>
              </a:extLst>
            </p:cNvPr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88;p30">
              <a:extLst>
                <a:ext uri="{FF2B5EF4-FFF2-40B4-BE49-F238E27FC236}">
                  <a16:creationId xmlns:a16="http://schemas.microsoft.com/office/drawing/2014/main" id="{084A68E0-26C4-EAAE-010F-1AA30458B7B2}"/>
                </a:ext>
              </a:extLst>
            </p:cNvPr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89;p30">
              <a:extLst>
                <a:ext uri="{FF2B5EF4-FFF2-40B4-BE49-F238E27FC236}">
                  <a16:creationId xmlns:a16="http://schemas.microsoft.com/office/drawing/2014/main" id="{6C48F1F3-1214-6158-625A-E457BBF084CF}"/>
                </a:ext>
              </a:extLst>
            </p:cNvPr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90;p30">
              <a:extLst>
                <a:ext uri="{FF2B5EF4-FFF2-40B4-BE49-F238E27FC236}">
                  <a16:creationId xmlns:a16="http://schemas.microsoft.com/office/drawing/2014/main" id="{9F9903FB-2186-BB3B-3783-E84D520D315D}"/>
                </a:ext>
              </a:extLst>
            </p:cNvPr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Image 6">
            <a:extLst>
              <a:ext uri="{FF2B5EF4-FFF2-40B4-BE49-F238E27FC236}">
                <a16:creationId xmlns:a16="http://schemas.microsoft.com/office/drawing/2014/main" id="{13EB465F-BE9A-6F07-DF07-5CB18D74A2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95517" y="1129666"/>
            <a:ext cx="4927468" cy="308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5069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0"/>
          <p:cNvSpPr txBox="1">
            <a:spLocks noGrp="1"/>
          </p:cNvSpPr>
          <p:nvPr>
            <p:ph type="title" idx="2"/>
          </p:nvPr>
        </p:nvSpPr>
        <p:spPr>
          <a:xfrm>
            <a:off x="2996550" y="846766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81" name="Google Shape;481;p30"/>
          <p:cNvSpPr txBox="1">
            <a:spLocks noGrp="1"/>
          </p:cNvSpPr>
          <p:nvPr>
            <p:ph type="title"/>
          </p:nvPr>
        </p:nvSpPr>
        <p:spPr>
          <a:xfrm>
            <a:off x="1924800" y="2171625"/>
            <a:ext cx="5294400" cy="146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accent3"/>
                </a:solidFill>
              </a:rPr>
              <a:t>Méthodes de prédiction.</a:t>
            </a:r>
            <a:endParaRPr dirty="0">
              <a:solidFill>
                <a:schemeClr val="accent3"/>
              </a:solidFill>
            </a:endParaRPr>
          </a:p>
        </p:txBody>
      </p:sp>
      <p:cxnSp>
        <p:nvCxnSpPr>
          <p:cNvPr id="482" name="Google Shape;482;p30"/>
          <p:cNvCxnSpPr/>
          <p:nvPr/>
        </p:nvCxnSpPr>
        <p:spPr>
          <a:xfrm>
            <a:off x="4128525" y="1921404"/>
            <a:ext cx="9330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83" name="Google Shape;483;p30"/>
          <p:cNvGrpSpPr/>
          <p:nvPr/>
        </p:nvGrpSpPr>
        <p:grpSpPr>
          <a:xfrm rot="4621808">
            <a:off x="2376833" y="431218"/>
            <a:ext cx="933908" cy="1011918"/>
            <a:chOff x="2761250" y="617875"/>
            <a:chExt cx="1222900" cy="1325050"/>
          </a:xfrm>
        </p:grpSpPr>
        <p:sp>
          <p:nvSpPr>
            <p:cNvPr id="484" name="Google Shape;484;p30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0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0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0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0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0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0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1" name="Google Shape;491;p30"/>
          <p:cNvGrpSpPr/>
          <p:nvPr/>
        </p:nvGrpSpPr>
        <p:grpSpPr>
          <a:xfrm rot="1790401">
            <a:off x="6954508" y="1322976"/>
            <a:ext cx="701869" cy="1011948"/>
            <a:chOff x="1705850" y="434250"/>
            <a:chExt cx="978800" cy="1411225"/>
          </a:xfrm>
        </p:grpSpPr>
        <p:sp>
          <p:nvSpPr>
            <p:cNvPr id="492" name="Google Shape;492;p30"/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0"/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0"/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0"/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0"/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0"/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0"/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9" name="Google Shape;499;p30"/>
          <p:cNvGrpSpPr/>
          <p:nvPr/>
        </p:nvGrpSpPr>
        <p:grpSpPr>
          <a:xfrm rot="-1388379">
            <a:off x="1014117" y="2362682"/>
            <a:ext cx="584864" cy="513483"/>
            <a:chOff x="2665925" y="2466150"/>
            <a:chExt cx="627625" cy="551025"/>
          </a:xfrm>
        </p:grpSpPr>
        <p:sp>
          <p:nvSpPr>
            <p:cNvPr id="500" name="Google Shape;500;p30"/>
            <p:cNvSpPr/>
            <p:nvPr/>
          </p:nvSpPr>
          <p:spPr>
            <a:xfrm>
              <a:off x="2700675" y="2466150"/>
              <a:ext cx="592875" cy="549500"/>
            </a:xfrm>
            <a:custGeom>
              <a:avLst/>
              <a:gdLst/>
              <a:ahLst/>
              <a:cxnLst/>
              <a:rect l="l" t="t" r="r" b="b"/>
              <a:pathLst>
                <a:path w="23715" h="21980" extrusionOk="0">
                  <a:moveTo>
                    <a:pt x="6323" y="0"/>
                  </a:moveTo>
                  <a:cubicBezTo>
                    <a:pt x="5320" y="0"/>
                    <a:pt x="4347" y="220"/>
                    <a:pt x="3434" y="722"/>
                  </a:cubicBezTo>
                  <a:cubicBezTo>
                    <a:pt x="52" y="2578"/>
                    <a:pt x="1" y="6111"/>
                    <a:pt x="1" y="6111"/>
                  </a:cubicBezTo>
                  <a:cubicBezTo>
                    <a:pt x="1" y="6111"/>
                    <a:pt x="1555" y="3520"/>
                    <a:pt x="4741" y="3520"/>
                  </a:cubicBezTo>
                  <a:cubicBezTo>
                    <a:pt x="7746" y="3520"/>
                    <a:pt x="12205" y="5827"/>
                    <a:pt x="18179" y="14795"/>
                  </a:cubicBezTo>
                  <a:cubicBezTo>
                    <a:pt x="22322" y="21011"/>
                    <a:pt x="16293" y="21867"/>
                    <a:pt x="16293" y="21867"/>
                  </a:cubicBezTo>
                  <a:cubicBezTo>
                    <a:pt x="16293" y="21867"/>
                    <a:pt x="16625" y="21980"/>
                    <a:pt x="17147" y="21980"/>
                  </a:cubicBezTo>
                  <a:cubicBezTo>
                    <a:pt x="18141" y="21980"/>
                    <a:pt x="19823" y="21572"/>
                    <a:pt x="21209" y="19201"/>
                  </a:cubicBezTo>
                  <a:cubicBezTo>
                    <a:pt x="22213" y="17480"/>
                    <a:pt x="23714" y="15162"/>
                    <a:pt x="20548" y="10050"/>
                  </a:cubicBezTo>
                  <a:cubicBezTo>
                    <a:pt x="18795" y="7221"/>
                    <a:pt x="12072" y="0"/>
                    <a:pt x="6323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0"/>
            <p:cNvSpPr/>
            <p:nvPr/>
          </p:nvSpPr>
          <p:spPr>
            <a:xfrm>
              <a:off x="2700275" y="2537525"/>
              <a:ext cx="507325" cy="479550"/>
            </a:xfrm>
            <a:custGeom>
              <a:avLst/>
              <a:gdLst/>
              <a:ahLst/>
              <a:cxnLst/>
              <a:rect l="l" t="t" r="r" b="b"/>
              <a:pathLst>
                <a:path w="20293" h="19182" extrusionOk="0">
                  <a:moveTo>
                    <a:pt x="3446" y="0"/>
                  </a:moveTo>
                  <a:cubicBezTo>
                    <a:pt x="3175" y="0"/>
                    <a:pt x="2902" y="23"/>
                    <a:pt x="2633" y="67"/>
                  </a:cubicBezTo>
                  <a:cubicBezTo>
                    <a:pt x="1859" y="197"/>
                    <a:pt x="1241" y="508"/>
                    <a:pt x="793" y="995"/>
                  </a:cubicBezTo>
                  <a:cubicBezTo>
                    <a:pt x="264" y="1570"/>
                    <a:pt x="1" y="2353"/>
                    <a:pt x="8" y="3325"/>
                  </a:cubicBezTo>
                  <a:cubicBezTo>
                    <a:pt x="12" y="4263"/>
                    <a:pt x="269" y="5339"/>
                    <a:pt x="770" y="6519"/>
                  </a:cubicBezTo>
                  <a:cubicBezTo>
                    <a:pt x="1799" y="8945"/>
                    <a:pt x="3741" y="11545"/>
                    <a:pt x="6242" y="13843"/>
                  </a:cubicBezTo>
                  <a:cubicBezTo>
                    <a:pt x="6535" y="14113"/>
                    <a:pt x="6812" y="14355"/>
                    <a:pt x="7085" y="14586"/>
                  </a:cubicBezTo>
                  <a:cubicBezTo>
                    <a:pt x="8876" y="16108"/>
                    <a:pt x="10793" y="17338"/>
                    <a:pt x="12629" y="18147"/>
                  </a:cubicBezTo>
                  <a:cubicBezTo>
                    <a:pt x="13116" y="18361"/>
                    <a:pt x="13614" y="18551"/>
                    <a:pt x="14122" y="18712"/>
                  </a:cubicBezTo>
                  <a:cubicBezTo>
                    <a:pt x="15032" y="19001"/>
                    <a:pt x="15877" y="19158"/>
                    <a:pt x="16630" y="19179"/>
                  </a:cubicBezTo>
                  <a:cubicBezTo>
                    <a:pt x="16688" y="19181"/>
                    <a:pt x="16745" y="19181"/>
                    <a:pt x="16803" y="19181"/>
                  </a:cubicBezTo>
                  <a:cubicBezTo>
                    <a:pt x="17985" y="19181"/>
                    <a:pt x="18893" y="18846"/>
                    <a:pt x="19500" y="18186"/>
                  </a:cubicBezTo>
                  <a:cubicBezTo>
                    <a:pt x="20026" y="17613"/>
                    <a:pt x="20292" y="16828"/>
                    <a:pt x="20285" y="15856"/>
                  </a:cubicBezTo>
                  <a:cubicBezTo>
                    <a:pt x="20280" y="14919"/>
                    <a:pt x="20024" y="13845"/>
                    <a:pt x="19523" y="12665"/>
                  </a:cubicBezTo>
                  <a:cubicBezTo>
                    <a:pt x="18493" y="10238"/>
                    <a:pt x="16551" y="7636"/>
                    <a:pt x="14053" y="5341"/>
                  </a:cubicBezTo>
                  <a:cubicBezTo>
                    <a:pt x="13342" y="4688"/>
                    <a:pt x="12599" y="4071"/>
                    <a:pt x="11825" y="3498"/>
                  </a:cubicBezTo>
                  <a:cubicBezTo>
                    <a:pt x="10894" y="2801"/>
                    <a:pt x="9911" y="2178"/>
                    <a:pt x="8886" y="1630"/>
                  </a:cubicBezTo>
                  <a:cubicBezTo>
                    <a:pt x="8364" y="1353"/>
                    <a:pt x="7847" y="1106"/>
                    <a:pt x="7343" y="898"/>
                  </a:cubicBezTo>
                  <a:cubicBezTo>
                    <a:pt x="5928" y="310"/>
                    <a:pt x="4593" y="0"/>
                    <a:pt x="3485" y="0"/>
                  </a:cubicBezTo>
                  <a:cubicBezTo>
                    <a:pt x="3472" y="0"/>
                    <a:pt x="3459" y="0"/>
                    <a:pt x="3446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0"/>
            <p:cNvSpPr/>
            <p:nvPr/>
          </p:nvSpPr>
          <p:spPr>
            <a:xfrm>
              <a:off x="2665925" y="2537350"/>
              <a:ext cx="575950" cy="479825"/>
            </a:xfrm>
            <a:custGeom>
              <a:avLst/>
              <a:gdLst/>
              <a:ahLst/>
              <a:cxnLst/>
              <a:rect l="l" t="t" r="r" b="b"/>
              <a:pathLst>
                <a:path w="23038" h="19193" extrusionOk="0">
                  <a:moveTo>
                    <a:pt x="4859" y="0"/>
                  </a:moveTo>
                  <a:cubicBezTo>
                    <a:pt x="4859" y="0"/>
                    <a:pt x="4860" y="0"/>
                    <a:pt x="4860" y="0"/>
                  </a:cubicBezTo>
                  <a:lnTo>
                    <a:pt x="4860" y="0"/>
                  </a:lnTo>
                  <a:cubicBezTo>
                    <a:pt x="4860" y="0"/>
                    <a:pt x="4861" y="0"/>
                    <a:pt x="4861" y="0"/>
                  </a:cubicBezTo>
                  <a:close/>
                  <a:moveTo>
                    <a:pt x="4861" y="12"/>
                  </a:moveTo>
                  <a:cubicBezTo>
                    <a:pt x="5967" y="12"/>
                    <a:pt x="7302" y="324"/>
                    <a:pt x="8717" y="910"/>
                  </a:cubicBezTo>
                  <a:cubicBezTo>
                    <a:pt x="9218" y="1118"/>
                    <a:pt x="9738" y="1365"/>
                    <a:pt x="10260" y="1642"/>
                  </a:cubicBezTo>
                  <a:cubicBezTo>
                    <a:pt x="11285" y="2189"/>
                    <a:pt x="12266" y="2813"/>
                    <a:pt x="13197" y="3508"/>
                  </a:cubicBezTo>
                  <a:cubicBezTo>
                    <a:pt x="13970" y="4083"/>
                    <a:pt x="14714" y="4697"/>
                    <a:pt x="15423" y="5350"/>
                  </a:cubicBezTo>
                  <a:cubicBezTo>
                    <a:pt x="16686" y="6509"/>
                    <a:pt x="17808" y="7749"/>
                    <a:pt x="18757" y="9028"/>
                  </a:cubicBezTo>
                  <a:cubicBezTo>
                    <a:pt x="19673" y="10266"/>
                    <a:pt x="20391" y="11492"/>
                    <a:pt x="20893" y="12672"/>
                  </a:cubicBezTo>
                  <a:cubicBezTo>
                    <a:pt x="21394" y="13852"/>
                    <a:pt x="21648" y="14926"/>
                    <a:pt x="21654" y="15863"/>
                  </a:cubicBezTo>
                  <a:cubicBezTo>
                    <a:pt x="21661" y="16833"/>
                    <a:pt x="21396" y="17616"/>
                    <a:pt x="20872" y="18188"/>
                  </a:cubicBezTo>
                  <a:cubicBezTo>
                    <a:pt x="20567" y="18518"/>
                    <a:pt x="20179" y="18770"/>
                    <a:pt x="19720" y="18939"/>
                  </a:cubicBezTo>
                  <a:cubicBezTo>
                    <a:pt x="19274" y="19100"/>
                    <a:pt x="18754" y="19183"/>
                    <a:pt x="18179" y="19183"/>
                  </a:cubicBezTo>
                  <a:cubicBezTo>
                    <a:pt x="18122" y="19183"/>
                    <a:pt x="18064" y="19183"/>
                    <a:pt x="18006" y="19181"/>
                  </a:cubicBezTo>
                  <a:cubicBezTo>
                    <a:pt x="17251" y="19158"/>
                    <a:pt x="16408" y="19001"/>
                    <a:pt x="15499" y="18715"/>
                  </a:cubicBezTo>
                  <a:cubicBezTo>
                    <a:pt x="14991" y="18553"/>
                    <a:pt x="14492" y="18364"/>
                    <a:pt x="14005" y="18147"/>
                  </a:cubicBezTo>
                  <a:cubicBezTo>
                    <a:pt x="12169" y="17339"/>
                    <a:pt x="10253" y="16110"/>
                    <a:pt x="8463" y="14589"/>
                  </a:cubicBezTo>
                  <a:lnTo>
                    <a:pt x="8461" y="14589"/>
                  </a:lnTo>
                  <a:cubicBezTo>
                    <a:pt x="8189" y="14358"/>
                    <a:pt x="7914" y="14115"/>
                    <a:pt x="7621" y="13845"/>
                  </a:cubicBezTo>
                  <a:cubicBezTo>
                    <a:pt x="6357" y="12684"/>
                    <a:pt x="5235" y="11446"/>
                    <a:pt x="4284" y="10165"/>
                  </a:cubicBezTo>
                  <a:cubicBezTo>
                    <a:pt x="3367" y="8927"/>
                    <a:pt x="2649" y="7701"/>
                    <a:pt x="2148" y="6521"/>
                  </a:cubicBezTo>
                  <a:cubicBezTo>
                    <a:pt x="1649" y="5341"/>
                    <a:pt x="1393" y="4270"/>
                    <a:pt x="1386" y="3330"/>
                  </a:cubicBezTo>
                  <a:cubicBezTo>
                    <a:pt x="1382" y="2360"/>
                    <a:pt x="1645" y="1577"/>
                    <a:pt x="2171" y="1007"/>
                  </a:cubicBezTo>
                  <a:cubicBezTo>
                    <a:pt x="2617" y="520"/>
                    <a:pt x="3238" y="208"/>
                    <a:pt x="4009" y="79"/>
                  </a:cubicBezTo>
                  <a:cubicBezTo>
                    <a:pt x="4291" y="33"/>
                    <a:pt x="4575" y="12"/>
                    <a:pt x="4861" y="12"/>
                  </a:cubicBezTo>
                  <a:close/>
                  <a:moveTo>
                    <a:pt x="4860" y="0"/>
                  </a:moveTo>
                  <a:cubicBezTo>
                    <a:pt x="4574" y="0"/>
                    <a:pt x="4288" y="21"/>
                    <a:pt x="4007" y="67"/>
                  </a:cubicBezTo>
                  <a:cubicBezTo>
                    <a:pt x="3252" y="194"/>
                    <a:pt x="2622" y="499"/>
                    <a:pt x="2160" y="998"/>
                  </a:cubicBezTo>
                  <a:cubicBezTo>
                    <a:pt x="1" y="3348"/>
                    <a:pt x="2441" y="9102"/>
                    <a:pt x="7611" y="13852"/>
                  </a:cubicBezTo>
                  <a:cubicBezTo>
                    <a:pt x="7891" y="14111"/>
                    <a:pt x="8170" y="14358"/>
                    <a:pt x="8454" y="14595"/>
                  </a:cubicBezTo>
                  <a:lnTo>
                    <a:pt x="8456" y="14595"/>
                  </a:lnTo>
                  <a:cubicBezTo>
                    <a:pt x="10304" y="16166"/>
                    <a:pt x="12220" y="17371"/>
                    <a:pt x="14000" y="18156"/>
                  </a:cubicBezTo>
                  <a:cubicBezTo>
                    <a:pt x="14487" y="18371"/>
                    <a:pt x="14986" y="18560"/>
                    <a:pt x="15494" y="18724"/>
                  </a:cubicBezTo>
                  <a:cubicBezTo>
                    <a:pt x="16397" y="19008"/>
                    <a:pt x="17244" y="19167"/>
                    <a:pt x="18004" y="19190"/>
                  </a:cubicBezTo>
                  <a:cubicBezTo>
                    <a:pt x="18062" y="19190"/>
                    <a:pt x="18119" y="19193"/>
                    <a:pt x="18177" y="19193"/>
                  </a:cubicBezTo>
                  <a:cubicBezTo>
                    <a:pt x="19320" y="19193"/>
                    <a:pt x="20255" y="18872"/>
                    <a:pt x="20879" y="18193"/>
                  </a:cubicBezTo>
                  <a:cubicBezTo>
                    <a:pt x="23038" y="15845"/>
                    <a:pt x="20597" y="10088"/>
                    <a:pt x="15429" y="5341"/>
                  </a:cubicBezTo>
                  <a:cubicBezTo>
                    <a:pt x="14721" y="4688"/>
                    <a:pt x="13977" y="4073"/>
                    <a:pt x="13201" y="3498"/>
                  </a:cubicBezTo>
                  <a:cubicBezTo>
                    <a:pt x="12271" y="2801"/>
                    <a:pt x="11287" y="2178"/>
                    <a:pt x="10262" y="1630"/>
                  </a:cubicBezTo>
                  <a:cubicBezTo>
                    <a:pt x="9738" y="1351"/>
                    <a:pt x="9223" y="1106"/>
                    <a:pt x="8717" y="899"/>
                  </a:cubicBezTo>
                  <a:cubicBezTo>
                    <a:pt x="7305" y="312"/>
                    <a:pt x="5982" y="1"/>
                    <a:pt x="4860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0"/>
            <p:cNvSpPr/>
            <p:nvPr/>
          </p:nvSpPr>
          <p:spPr>
            <a:xfrm>
              <a:off x="2747900" y="2609975"/>
              <a:ext cx="408725" cy="340475"/>
            </a:xfrm>
            <a:custGeom>
              <a:avLst/>
              <a:gdLst/>
              <a:ahLst/>
              <a:cxnLst/>
              <a:rect l="l" t="t" r="r" b="b"/>
              <a:pathLst>
                <a:path w="16349" h="13619" extrusionOk="0">
                  <a:moveTo>
                    <a:pt x="3097" y="0"/>
                  </a:moveTo>
                  <a:cubicBezTo>
                    <a:pt x="2363" y="0"/>
                    <a:pt x="1799" y="206"/>
                    <a:pt x="1428" y="610"/>
                  </a:cubicBezTo>
                  <a:cubicBezTo>
                    <a:pt x="1" y="2164"/>
                    <a:pt x="1866" y="6207"/>
                    <a:pt x="5586" y="9624"/>
                  </a:cubicBezTo>
                  <a:cubicBezTo>
                    <a:pt x="8228" y="12051"/>
                    <a:pt x="11236" y="13618"/>
                    <a:pt x="13252" y="13618"/>
                  </a:cubicBezTo>
                  <a:cubicBezTo>
                    <a:pt x="13986" y="13618"/>
                    <a:pt x="14547" y="13413"/>
                    <a:pt x="14921" y="13007"/>
                  </a:cubicBezTo>
                  <a:cubicBezTo>
                    <a:pt x="16348" y="11455"/>
                    <a:pt x="14483" y="7410"/>
                    <a:pt x="10760" y="3992"/>
                  </a:cubicBezTo>
                  <a:cubicBezTo>
                    <a:pt x="8121" y="1568"/>
                    <a:pt x="5113" y="0"/>
                    <a:pt x="3097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0"/>
            <p:cNvSpPr/>
            <p:nvPr/>
          </p:nvSpPr>
          <p:spPr>
            <a:xfrm>
              <a:off x="2747675" y="2609800"/>
              <a:ext cx="409125" cy="340775"/>
            </a:xfrm>
            <a:custGeom>
              <a:avLst/>
              <a:gdLst/>
              <a:ahLst/>
              <a:cxnLst/>
              <a:rect l="l" t="t" r="r" b="b"/>
              <a:pathLst>
                <a:path w="16365" h="13631" extrusionOk="0">
                  <a:moveTo>
                    <a:pt x="3106" y="12"/>
                  </a:moveTo>
                  <a:cubicBezTo>
                    <a:pt x="4080" y="12"/>
                    <a:pt x="5304" y="376"/>
                    <a:pt x="6646" y="1067"/>
                  </a:cubicBezTo>
                  <a:cubicBezTo>
                    <a:pt x="8019" y="1776"/>
                    <a:pt x="9444" y="2792"/>
                    <a:pt x="10767" y="4004"/>
                  </a:cubicBezTo>
                  <a:cubicBezTo>
                    <a:pt x="12568" y="5659"/>
                    <a:pt x="13993" y="7509"/>
                    <a:pt x="14778" y="9213"/>
                  </a:cubicBezTo>
                  <a:cubicBezTo>
                    <a:pt x="15159" y="10040"/>
                    <a:pt x="15369" y="10788"/>
                    <a:pt x="15401" y="11434"/>
                  </a:cubicBezTo>
                  <a:cubicBezTo>
                    <a:pt x="15434" y="12102"/>
                    <a:pt x="15272" y="12633"/>
                    <a:pt x="14926" y="13011"/>
                  </a:cubicBezTo>
                  <a:cubicBezTo>
                    <a:pt x="14554" y="13415"/>
                    <a:pt x="13993" y="13621"/>
                    <a:pt x="13261" y="13621"/>
                  </a:cubicBezTo>
                  <a:cubicBezTo>
                    <a:pt x="12286" y="13621"/>
                    <a:pt x="11063" y="13256"/>
                    <a:pt x="9721" y="12566"/>
                  </a:cubicBezTo>
                  <a:cubicBezTo>
                    <a:pt x="8345" y="11857"/>
                    <a:pt x="6923" y="10843"/>
                    <a:pt x="5600" y="9629"/>
                  </a:cubicBezTo>
                  <a:cubicBezTo>
                    <a:pt x="3799" y="7973"/>
                    <a:pt x="2374" y="6124"/>
                    <a:pt x="1589" y="4420"/>
                  </a:cubicBezTo>
                  <a:cubicBezTo>
                    <a:pt x="1206" y="3593"/>
                    <a:pt x="998" y="2845"/>
                    <a:pt x="966" y="2198"/>
                  </a:cubicBezTo>
                  <a:cubicBezTo>
                    <a:pt x="933" y="1531"/>
                    <a:pt x="1093" y="1000"/>
                    <a:pt x="1441" y="621"/>
                  </a:cubicBezTo>
                  <a:cubicBezTo>
                    <a:pt x="1813" y="217"/>
                    <a:pt x="2372" y="12"/>
                    <a:pt x="3106" y="12"/>
                  </a:cubicBezTo>
                  <a:close/>
                  <a:moveTo>
                    <a:pt x="3106" y="0"/>
                  </a:moveTo>
                  <a:cubicBezTo>
                    <a:pt x="2392" y="0"/>
                    <a:pt x="1815" y="196"/>
                    <a:pt x="1432" y="614"/>
                  </a:cubicBezTo>
                  <a:cubicBezTo>
                    <a:pt x="0" y="2173"/>
                    <a:pt x="1864" y="6211"/>
                    <a:pt x="5590" y="9636"/>
                  </a:cubicBezTo>
                  <a:cubicBezTo>
                    <a:pt x="8324" y="12148"/>
                    <a:pt x="11301" y="13630"/>
                    <a:pt x="13259" y="13630"/>
                  </a:cubicBezTo>
                  <a:cubicBezTo>
                    <a:pt x="13972" y="13630"/>
                    <a:pt x="14552" y="13434"/>
                    <a:pt x="14933" y="13018"/>
                  </a:cubicBezTo>
                  <a:cubicBezTo>
                    <a:pt x="16364" y="11460"/>
                    <a:pt x="14503" y="7421"/>
                    <a:pt x="10774" y="3995"/>
                  </a:cubicBezTo>
                  <a:cubicBezTo>
                    <a:pt x="8040" y="1485"/>
                    <a:pt x="5064" y="0"/>
                    <a:pt x="3106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0"/>
            <p:cNvSpPr/>
            <p:nvPr/>
          </p:nvSpPr>
          <p:spPr>
            <a:xfrm>
              <a:off x="2716275" y="2553225"/>
              <a:ext cx="450800" cy="428675"/>
            </a:xfrm>
            <a:custGeom>
              <a:avLst/>
              <a:gdLst/>
              <a:ahLst/>
              <a:cxnLst/>
              <a:rect l="l" t="t" r="r" b="b"/>
              <a:pathLst>
                <a:path w="18032" h="17147" fill="none" extrusionOk="0">
                  <a:moveTo>
                    <a:pt x="12665" y="5530"/>
                  </a:moveTo>
                  <a:cubicBezTo>
                    <a:pt x="14711" y="7410"/>
                    <a:pt x="16336" y="9578"/>
                    <a:pt x="17184" y="11557"/>
                  </a:cubicBezTo>
                  <a:cubicBezTo>
                    <a:pt x="18031" y="13538"/>
                    <a:pt x="18031" y="15168"/>
                    <a:pt x="17184" y="16087"/>
                  </a:cubicBezTo>
                  <a:cubicBezTo>
                    <a:pt x="16339" y="17008"/>
                    <a:pt x="14713" y="17147"/>
                    <a:pt x="12670" y="16468"/>
                  </a:cubicBezTo>
                  <a:cubicBezTo>
                    <a:pt x="10626" y="15791"/>
                    <a:pt x="8329" y="14355"/>
                    <a:pt x="6283" y="12476"/>
                  </a:cubicBezTo>
                  <a:cubicBezTo>
                    <a:pt x="2025" y="8562"/>
                    <a:pt x="0" y="3836"/>
                    <a:pt x="1764" y="1917"/>
                  </a:cubicBezTo>
                  <a:cubicBezTo>
                    <a:pt x="3526" y="0"/>
                    <a:pt x="8407" y="1617"/>
                    <a:pt x="12665" y="553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0"/>
            <p:cNvSpPr/>
            <p:nvPr/>
          </p:nvSpPr>
          <p:spPr>
            <a:xfrm>
              <a:off x="2766075" y="2537900"/>
              <a:ext cx="249925" cy="453525"/>
            </a:xfrm>
            <a:custGeom>
              <a:avLst/>
              <a:gdLst/>
              <a:ahLst/>
              <a:cxnLst/>
              <a:rect l="l" t="t" r="r" b="b"/>
              <a:pathLst>
                <a:path w="9997" h="18141" extrusionOk="0">
                  <a:moveTo>
                    <a:pt x="859" y="0"/>
                  </a:moveTo>
                  <a:cubicBezTo>
                    <a:pt x="568" y="0"/>
                    <a:pt x="282" y="17"/>
                    <a:pt x="1" y="50"/>
                  </a:cubicBezTo>
                  <a:lnTo>
                    <a:pt x="587" y="1966"/>
                  </a:lnTo>
                  <a:lnTo>
                    <a:pt x="980" y="3248"/>
                  </a:lnTo>
                  <a:lnTo>
                    <a:pt x="3349" y="10985"/>
                  </a:lnTo>
                  <a:lnTo>
                    <a:pt x="3871" y="12685"/>
                  </a:lnTo>
                  <a:lnTo>
                    <a:pt x="4448" y="14576"/>
                  </a:lnTo>
                  <a:lnTo>
                    <a:pt x="4450" y="14576"/>
                  </a:lnTo>
                  <a:cubicBezTo>
                    <a:pt x="6298" y="16146"/>
                    <a:pt x="8216" y="17351"/>
                    <a:pt x="9997" y="18141"/>
                  </a:cubicBezTo>
                  <a:lnTo>
                    <a:pt x="9535" y="16635"/>
                  </a:lnTo>
                  <a:lnTo>
                    <a:pt x="9209" y="15566"/>
                  </a:lnTo>
                  <a:lnTo>
                    <a:pt x="7771" y="10868"/>
                  </a:lnTo>
                  <a:lnTo>
                    <a:pt x="7741" y="10777"/>
                  </a:lnTo>
                  <a:lnTo>
                    <a:pt x="7487" y="9937"/>
                  </a:lnTo>
                  <a:lnTo>
                    <a:pt x="7484" y="9935"/>
                  </a:lnTo>
                  <a:lnTo>
                    <a:pt x="6847" y="7857"/>
                  </a:lnTo>
                  <a:lnTo>
                    <a:pt x="5600" y="3781"/>
                  </a:lnTo>
                  <a:lnTo>
                    <a:pt x="5208" y="2497"/>
                  </a:lnTo>
                  <a:lnTo>
                    <a:pt x="4714" y="881"/>
                  </a:lnTo>
                  <a:cubicBezTo>
                    <a:pt x="3342" y="284"/>
                    <a:pt x="2059" y="0"/>
                    <a:pt x="859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0"/>
            <p:cNvSpPr/>
            <p:nvPr/>
          </p:nvSpPr>
          <p:spPr>
            <a:xfrm>
              <a:off x="2922450" y="2578150"/>
              <a:ext cx="193575" cy="439025"/>
            </a:xfrm>
            <a:custGeom>
              <a:avLst/>
              <a:gdLst/>
              <a:ahLst/>
              <a:cxnLst/>
              <a:rect l="l" t="t" r="r" b="b"/>
              <a:pathLst>
                <a:path w="7743" h="17561" extrusionOk="0">
                  <a:moveTo>
                    <a:pt x="1" y="1"/>
                  </a:moveTo>
                  <a:lnTo>
                    <a:pt x="509" y="1652"/>
                  </a:lnTo>
                  <a:lnTo>
                    <a:pt x="941" y="3063"/>
                  </a:lnTo>
                  <a:lnTo>
                    <a:pt x="2479" y="8085"/>
                  </a:lnTo>
                  <a:lnTo>
                    <a:pt x="2804" y="9151"/>
                  </a:lnTo>
                  <a:lnTo>
                    <a:pt x="2929" y="9555"/>
                  </a:lnTo>
                  <a:lnTo>
                    <a:pt x="2931" y="9558"/>
                  </a:lnTo>
                  <a:lnTo>
                    <a:pt x="3095" y="10098"/>
                  </a:lnTo>
                  <a:lnTo>
                    <a:pt x="4467" y="14575"/>
                  </a:lnTo>
                  <a:lnTo>
                    <a:pt x="4769" y="15573"/>
                  </a:lnTo>
                  <a:lnTo>
                    <a:pt x="5235" y="17094"/>
                  </a:lnTo>
                  <a:cubicBezTo>
                    <a:pt x="6136" y="17378"/>
                    <a:pt x="6983" y="17538"/>
                    <a:pt x="7743" y="17561"/>
                  </a:cubicBezTo>
                  <a:lnTo>
                    <a:pt x="7226" y="15868"/>
                  </a:lnTo>
                  <a:lnTo>
                    <a:pt x="6912" y="14836"/>
                  </a:lnTo>
                  <a:lnTo>
                    <a:pt x="4058" y="5519"/>
                  </a:lnTo>
                  <a:lnTo>
                    <a:pt x="3513" y="3737"/>
                  </a:lnTo>
                  <a:lnTo>
                    <a:pt x="2940" y="1866"/>
                  </a:lnTo>
                  <a:lnTo>
                    <a:pt x="1767" y="107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8" name="Google Shape;508;p30"/>
          <p:cNvGrpSpPr/>
          <p:nvPr/>
        </p:nvGrpSpPr>
        <p:grpSpPr>
          <a:xfrm rot="1135194">
            <a:off x="8103495" y="3119686"/>
            <a:ext cx="435970" cy="536160"/>
            <a:chOff x="4081850" y="3204400"/>
            <a:chExt cx="743225" cy="914025"/>
          </a:xfrm>
        </p:grpSpPr>
        <p:sp>
          <p:nvSpPr>
            <p:cNvPr id="509" name="Google Shape;509;p30"/>
            <p:cNvSpPr/>
            <p:nvPr/>
          </p:nvSpPr>
          <p:spPr>
            <a:xfrm>
              <a:off x="4106625" y="3204400"/>
              <a:ext cx="718450" cy="914025"/>
            </a:xfrm>
            <a:custGeom>
              <a:avLst/>
              <a:gdLst/>
              <a:ahLst/>
              <a:cxnLst/>
              <a:rect l="l" t="t" r="r" b="b"/>
              <a:pathLst>
                <a:path w="28738" h="36561" extrusionOk="0">
                  <a:moveTo>
                    <a:pt x="14832" y="0"/>
                  </a:moveTo>
                  <a:cubicBezTo>
                    <a:pt x="12888" y="0"/>
                    <a:pt x="11529" y="569"/>
                    <a:pt x="11529" y="569"/>
                  </a:cubicBezTo>
                  <a:cubicBezTo>
                    <a:pt x="11529" y="569"/>
                    <a:pt x="27955" y="2714"/>
                    <a:pt x="10506" y="29792"/>
                  </a:cubicBezTo>
                  <a:cubicBezTo>
                    <a:pt x="8291" y="33228"/>
                    <a:pt x="6253" y="34299"/>
                    <a:pt x="4573" y="34299"/>
                  </a:cubicBezTo>
                  <a:cubicBezTo>
                    <a:pt x="1798" y="34299"/>
                    <a:pt x="1" y="31378"/>
                    <a:pt x="0" y="31378"/>
                  </a:cubicBezTo>
                  <a:lnTo>
                    <a:pt x="0" y="31378"/>
                  </a:lnTo>
                  <a:cubicBezTo>
                    <a:pt x="0" y="31378"/>
                    <a:pt x="361" y="35656"/>
                    <a:pt x="6396" y="36372"/>
                  </a:cubicBezTo>
                  <a:cubicBezTo>
                    <a:pt x="7105" y="36457"/>
                    <a:pt x="7880" y="36561"/>
                    <a:pt x="8720" y="36561"/>
                  </a:cubicBezTo>
                  <a:cubicBezTo>
                    <a:pt x="11282" y="36561"/>
                    <a:pt x="14450" y="35596"/>
                    <a:pt x="18190" y="30193"/>
                  </a:cubicBezTo>
                  <a:cubicBezTo>
                    <a:pt x="21421" y="25527"/>
                    <a:pt x="28738" y="8230"/>
                    <a:pt x="20691" y="2014"/>
                  </a:cubicBezTo>
                  <a:cubicBezTo>
                    <a:pt x="18635" y="426"/>
                    <a:pt x="16515" y="0"/>
                    <a:pt x="14832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0"/>
            <p:cNvSpPr/>
            <p:nvPr/>
          </p:nvSpPr>
          <p:spPr>
            <a:xfrm>
              <a:off x="4081975" y="3206200"/>
              <a:ext cx="497850" cy="882300"/>
            </a:xfrm>
            <a:custGeom>
              <a:avLst/>
              <a:gdLst/>
              <a:ahLst/>
              <a:cxnLst/>
              <a:rect l="l" t="t" r="r" b="b"/>
              <a:pathLst>
                <a:path w="19914" h="35292" extrusionOk="0">
                  <a:moveTo>
                    <a:pt x="14683" y="1"/>
                  </a:moveTo>
                  <a:cubicBezTo>
                    <a:pt x="14676" y="1"/>
                    <a:pt x="14669" y="1"/>
                    <a:pt x="14662" y="1"/>
                  </a:cubicBezTo>
                  <a:cubicBezTo>
                    <a:pt x="12598" y="1"/>
                    <a:pt x="10190" y="1490"/>
                    <a:pt x="7886" y="4191"/>
                  </a:cubicBezTo>
                  <a:cubicBezTo>
                    <a:pt x="5553" y="6925"/>
                    <a:pt x="3475" y="10730"/>
                    <a:pt x="2032" y="14912"/>
                  </a:cubicBezTo>
                  <a:cubicBezTo>
                    <a:pt x="1843" y="15459"/>
                    <a:pt x="1679" y="15967"/>
                    <a:pt x="1531" y="16464"/>
                  </a:cubicBezTo>
                  <a:lnTo>
                    <a:pt x="1531" y="16466"/>
                  </a:lnTo>
                  <a:cubicBezTo>
                    <a:pt x="545" y="19731"/>
                    <a:pt x="19" y="22996"/>
                    <a:pt x="7" y="25907"/>
                  </a:cubicBezTo>
                  <a:cubicBezTo>
                    <a:pt x="0" y="26681"/>
                    <a:pt x="37" y="27454"/>
                    <a:pt x="116" y="28223"/>
                  </a:cubicBezTo>
                  <a:cubicBezTo>
                    <a:pt x="261" y="29600"/>
                    <a:pt x="541" y="30814"/>
                    <a:pt x="949" y="31830"/>
                  </a:cubicBezTo>
                  <a:cubicBezTo>
                    <a:pt x="1284" y="32661"/>
                    <a:pt x="1704" y="33356"/>
                    <a:pt x="2196" y="33899"/>
                  </a:cubicBezTo>
                  <a:cubicBezTo>
                    <a:pt x="2702" y="34455"/>
                    <a:pt x="3286" y="34852"/>
                    <a:pt x="3935" y="35076"/>
                  </a:cubicBezTo>
                  <a:cubicBezTo>
                    <a:pt x="4351" y="35217"/>
                    <a:pt x="4787" y="35291"/>
                    <a:pt x="5226" y="35291"/>
                  </a:cubicBezTo>
                  <a:cubicBezTo>
                    <a:pt x="5233" y="35291"/>
                    <a:pt x="5240" y="35291"/>
                    <a:pt x="5246" y="35291"/>
                  </a:cubicBezTo>
                  <a:cubicBezTo>
                    <a:pt x="7311" y="35291"/>
                    <a:pt x="9717" y="33802"/>
                    <a:pt x="12023" y="31100"/>
                  </a:cubicBezTo>
                  <a:cubicBezTo>
                    <a:pt x="14353" y="28369"/>
                    <a:pt x="16431" y="24561"/>
                    <a:pt x="17874" y="20384"/>
                  </a:cubicBezTo>
                  <a:cubicBezTo>
                    <a:pt x="18334" y="19061"/>
                    <a:pt x="18722" y="17715"/>
                    <a:pt x="19036" y="16351"/>
                  </a:cubicBezTo>
                  <a:cubicBezTo>
                    <a:pt x="19435" y="14635"/>
                    <a:pt x="19698" y="12956"/>
                    <a:pt x="19818" y="11359"/>
                  </a:cubicBezTo>
                  <a:cubicBezTo>
                    <a:pt x="19888" y="10502"/>
                    <a:pt x="19913" y="9668"/>
                    <a:pt x="19899" y="8879"/>
                  </a:cubicBezTo>
                  <a:cubicBezTo>
                    <a:pt x="19851" y="6022"/>
                    <a:pt x="19290" y="3688"/>
                    <a:pt x="18276" y="2129"/>
                  </a:cubicBezTo>
                  <a:cubicBezTo>
                    <a:pt x="17657" y="1174"/>
                    <a:pt x="16881" y="529"/>
                    <a:pt x="15972" y="215"/>
                  </a:cubicBezTo>
                  <a:cubicBezTo>
                    <a:pt x="15558" y="74"/>
                    <a:pt x="15121" y="1"/>
                    <a:pt x="14683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0"/>
            <p:cNvSpPr/>
            <p:nvPr/>
          </p:nvSpPr>
          <p:spPr>
            <a:xfrm>
              <a:off x="4081850" y="3206025"/>
              <a:ext cx="498125" cy="882575"/>
            </a:xfrm>
            <a:custGeom>
              <a:avLst/>
              <a:gdLst/>
              <a:ahLst/>
              <a:cxnLst/>
              <a:rect l="l" t="t" r="r" b="b"/>
              <a:pathLst>
                <a:path w="19925" h="35303" extrusionOk="0">
                  <a:moveTo>
                    <a:pt x="14667" y="12"/>
                  </a:moveTo>
                  <a:cubicBezTo>
                    <a:pt x="15113" y="12"/>
                    <a:pt x="15554" y="84"/>
                    <a:pt x="15977" y="229"/>
                  </a:cubicBezTo>
                  <a:cubicBezTo>
                    <a:pt x="16884" y="541"/>
                    <a:pt x="17660" y="1185"/>
                    <a:pt x="18279" y="2141"/>
                  </a:cubicBezTo>
                  <a:cubicBezTo>
                    <a:pt x="19288" y="3700"/>
                    <a:pt x="19851" y="6032"/>
                    <a:pt x="19900" y="8886"/>
                  </a:cubicBezTo>
                  <a:cubicBezTo>
                    <a:pt x="19913" y="9675"/>
                    <a:pt x="19888" y="10509"/>
                    <a:pt x="19819" y="11366"/>
                  </a:cubicBezTo>
                  <a:cubicBezTo>
                    <a:pt x="19699" y="12963"/>
                    <a:pt x="19435" y="14642"/>
                    <a:pt x="19036" y="16355"/>
                  </a:cubicBezTo>
                  <a:cubicBezTo>
                    <a:pt x="18722" y="17720"/>
                    <a:pt x="18334" y="19066"/>
                    <a:pt x="17877" y="20389"/>
                  </a:cubicBezTo>
                  <a:cubicBezTo>
                    <a:pt x="17140" y="22516"/>
                    <a:pt x="16251" y="24534"/>
                    <a:pt x="15231" y="26388"/>
                  </a:cubicBezTo>
                  <a:cubicBezTo>
                    <a:pt x="14245" y="28177"/>
                    <a:pt x="13167" y="29764"/>
                    <a:pt x="12024" y="31103"/>
                  </a:cubicBezTo>
                  <a:cubicBezTo>
                    <a:pt x="10890" y="32433"/>
                    <a:pt x="9733" y="33469"/>
                    <a:pt x="8588" y="34188"/>
                  </a:cubicBezTo>
                  <a:cubicBezTo>
                    <a:pt x="7415" y="34922"/>
                    <a:pt x="6293" y="35294"/>
                    <a:pt x="5251" y="35294"/>
                  </a:cubicBezTo>
                  <a:cubicBezTo>
                    <a:pt x="4806" y="35294"/>
                    <a:pt x="4365" y="35222"/>
                    <a:pt x="3942" y="35077"/>
                  </a:cubicBezTo>
                  <a:cubicBezTo>
                    <a:pt x="3296" y="34853"/>
                    <a:pt x="2709" y="34458"/>
                    <a:pt x="2204" y="33901"/>
                  </a:cubicBezTo>
                  <a:cubicBezTo>
                    <a:pt x="1714" y="33361"/>
                    <a:pt x="1294" y="32666"/>
                    <a:pt x="959" y="31837"/>
                  </a:cubicBezTo>
                  <a:cubicBezTo>
                    <a:pt x="553" y="30821"/>
                    <a:pt x="271" y="29607"/>
                    <a:pt x="128" y="28230"/>
                  </a:cubicBezTo>
                  <a:cubicBezTo>
                    <a:pt x="49" y="27459"/>
                    <a:pt x="12" y="26686"/>
                    <a:pt x="17" y="25914"/>
                  </a:cubicBezTo>
                  <a:cubicBezTo>
                    <a:pt x="28" y="23003"/>
                    <a:pt x="555" y="19738"/>
                    <a:pt x="1541" y="16475"/>
                  </a:cubicBezTo>
                  <a:lnTo>
                    <a:pt x="1543" y="16473"/>
                  </a:lnTo>
                  <a:cubicBezTo>
                    <a:pt x="1689" y="15977"/>
                    <a:pt x="1853" y="15469"/>
                    <a:pt x="2042" y="14921"/>
                  </a:cubicBezTo>
                  <a:cubicBezTo>
                    <a:pt x="2776" y="12792"/>
                    <a:pt x="3667" y="10774"/>
                    <a:pt x="4688" y="8920"/>
                  </a:cubicBezTo>
                  <a:cubicBezTo>
                    <a:pt x="5674" y="7129"/>
                    <a:pt x="6752" y="5542"/>
                    <a:pt x="7895" y="4203"/>
                  </a:cubicBezTo>
                  <a:cubicBezTo>
                    <a:pt x="9029" y="2873"/>
                    <a:pt x="10186" y="1834"/>
                    <a:pt x="11333" y="1118"/>
                  </a:cubicBezTo>
                  <a:cubicBezTo>
                    <a:pt x="12504" y="384"/>
                    <a:pt x="13626" y="12"/>
                    <a:pt x="14667" y="12"/>
                  </a:cubicBezTo>
                  <a:close/>
                  <a:moveTo>
                    <a:pt x="14667" y="1"/>
                  </a:moveTo>
                  <a:cubicBezTo>
                    <a:pt x="10426" y="1"/>
                    <a:pt x="5037" y="6214"/>
                    <a:pt x="2033" y="14917"/>
                  </a:cubicBezTo>
                  <a:cubicBezTo>
                    <a:pt x="1853" y="15439"/>
                    <a:pt x="1686" y="15953"/>
                    <a:pt x="1532" y="16468"/>
                  </a:cubicBezTo>
                  <a:lnTo>
                    <a:pt x="1532" y="16473"/>
                  </a:lnTo>
                  <a:cubicBezTo>
                    <a:pt x="513" y="19840"/>
                    <a:pt x="17" y="23091"/>
                    <a:pt x="8" y="25912"/>
                  </a:cubicBezTo>
                  <a:cubicBezTo>
                    <a:pt x="1" y="26688"/>
                    <a:pt x="38" y="27461"/>
                    <a:pt x="116" y="28230"/>
                  </a:cubicBezTo>
                  <a:cubicBezTo>
                    <a:pt x="262" y="29595"/>
                    <a:pt x="539" y="30816"/>
                    <a:pt x="950" y="31839"/>
                  </a:cubicBezTo>
                  <a:cubicBezTo>
                    <a:pt x="1615" y="33486"/>
                    <a:pt x="2615" y="34631"/>
                    <a:pt x="3940" y="35088"/>
                  </a:cubicBezTo>
                  <a:cubicBezTo>
                    <a:pt x="4356" y="35229"/>
                    <a:pt x="4792" y="35303"/>
                    <a:pt x="5231" y="35303"/>
                  </a:cubicBezTo>
                  <a:cubicBezTo>
                    <a:pt x="5238" y="35303"/>
                    <a:pt x="5245" y="35303"/>
                    <a:pt x="5251" y="35303"/>
                  </a:cubicBezTo>
                  <a:cubicBezTo>
                    <a:pt x="9493" y="35303"/>
                    <a:pt x="14882" y="29092"/>
                    <a:pt x="17886" y="20391"/>
                  </a:cubicBezTo>
                  <a:cubicBezTo>
                    <a:pt x="18346" y="19068"/>
                    <a:pt x="18734" y="17724"/>
                    <a:pt x="19048" y="16360"/>
                  </a:cubicBezTo>
                  <a:cubicBezTo>
                    <a:pt x="19449" y="14628"/>
                    <a:pt x="19713" y="12947"/>
                    <a:pt x="19830" y="11368"/>
                  </a:cubicBezTo>
                  <a:cubicBezTo>
                    <a:pt x="19897" y="10509"/>
                    <a:pt x="19925" y="9680"/>
                    <a:pt x="19911" y="8888"/>
                  </a:cubicBezTo>
                  <a:cubicBezTo>
                    <a:pt x="19863" y="6073"/>
                    <a:pt x="19311" y="3714"/>
                    <a:pt x="18288" y="2136"/>
                  </a:cubicBezTo>
                  <a:cubicBezTo>
                    <a:pt x="17681" y="1201"/>
                    <a:pt x="16912" y="541"/>
                    <a:pt x="15979" y="220"/>
                  </a:cubicBezTo>
                  <a:cubicBezTo>
                    <a:pt x="15563" y="77"/>
                    <a:pt x="15126" y="3"/>
                    <a:pt x="14688" y="3"/>
                  </a:cubicBezTo>
                  <a:cubicBezTo>
                    <a:pt x="14681" y="3"/>
                    <a:pt x="14674" y="3"/>
                    <a:pt x="14667" y="3"/>
                  </a:cubicBezTo>
                  <a:lnTo>
                    <a:pt x="14667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0"/>
            <p:cNvSpPr/>
            <p:nvPr/>
          </p:nvSpPr>
          <p:spPr>
            <a:xfrm>
              <a:off x="4152175" y="3329225"/>
              <a:ext cx="347700" cy="635150"/>
            </a:xfrm>
            <a:custGeom>
              <a:avLst/>
              <a:gdLst/>
              <a:ahLst/>
              <a:cxnLst/>
              <a:rect l="l" t="t" r="r" b="b"/>
              <a:pathLst>
                <a:path w="13908" h="25406" extrusionOk="0">
                  <a:moveTo>
                    <a:pt x="10494" y="0"/>
                  </a:moveTo>
                  <a:cubicBezTo>
                    <a:pt x="9111" y="0"/>
                    <a:pt x="7463" y="1090"/>
                    <a:pt x="5853" y="3071"/>
                  </a:cubicBezTo>
                  <a:cubicBezTo>
                    <a:pt x="4228" y="5071"/>
                    <a:pt x="2755" y="7848"/>
                    <a:pt x="1704" y="10889"/>
                  </a:cubicBezTo>
                  <a:cubicBezTo>
                    <a:pt x="545" y="14249"/>
                    <a:pt x="0" y="17595"/>
                    <a:pt x="173" y="20312"/>
                  </a:cubicBezTo>
                  <a:cubicBezTo>
                    <a:pt x="256" y="21633"/>
                    <a:pt x="506" y="22732"/>
                    <a:pt x="912" y="23582"/>
                  </a:cubicBezTo>
                  <a:cubicBezTo>
                    <a:pt x="1332" y="24459"/>
                    <a:pt x="1905" y="25030"/>
                    <a:pt x="2612" y="25272"/>
                  </a:cubicBezTo>
                  <a:cubicBezTo>
                    <a:pt x="2870" y="25362"/>
                    <a:pt x="3140" y="25406"/>
                    <a:pt x="3413" y="25406"/>
                  </a:cubicBezTo>
                  <a:cubicBezTo>
                    <a:pt x="4796" y="25406"/>
                    <a:pt x="6444" y="24314"/>
                    <a:pt x="8052" y="22335"/>
                  </a:cubicBezTo>
                  <a:cubicBezTo>
                    <a:pt x="9677" y="20333"/>
                    <a:pt x="11152" y="17558"/>
                    <a:pt x="12203" y="14514"/>
                  </a:cubicBezTo>
                  <a:cubicBezTo>
                    <a:pt x="13362" y="11157"/>
                    <a:pt x="13907" y="7811"/>
                    <a:pt x="13734" y="5094"/>
                  </a:cubicBezTo>
                  <a:cubicBezTo>
                    <a:pt x="13651" y="3773"/>
                    <a:pt x="13401" y="2672"/>
                    <a:pt x="12995" y="1824"/>
                  </a:cubicBezTo>
                  <a:cubicBezTo>
                    <a:pt x="12575" y="944"/>
                    <a:pt x="12002" y="376"/>
                    <a:pt x="11293" y="132"/>
                  </a:cubicBezTo>
                  <a:cubicBezTo>
                    <a:pt x="11037" y="44"/>
                    <a:pt x="10767" y="0"/>
                    <a:pt x="1049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0"/>
            <p:cNvSpPr/>
            <p:nvPr/>
          </p:nvSpPr>
          <p:spPr>
            <a:xfrm>
              <a:off x="4134675" y="3329050"/>
              <a:ext cx="382675" cy="635450"/>
            </a:xfrm>
            <a:custGeom>
              <a:avLst/>
              <a:gdLst/>
              <a:ahLst/>
              <a:cxnLst/>
              <a:rect l="l" t="t" r="r" b="b"/>
              <a:pathLst>
                <a:path w="15307" h="25418" extrusionOk="0">
                  <a:moveTo>
                    <a:pt x="11217" y="14"/>
                  </a:moveTo>
                  <a:cubicBezTo>
                    <a:pt x="11480" y="14"/>
                    <a:pt x="11743" y="58"/>
                    <a:pt x="11993" y="143"/>
                  </a:cubicBezTo>
                  <a:cubicBezTo>
                    <a:pt x="12700" y="388"/>
                    <a:pt x="13270" y="956"/>
                    <a:pt x="13690" y="1833"/>
                  </a:cubicBezTo>
                  <a:cubicBezTo>
                    <a:pt x="14097" y="2681"/>
                    <a:pt x="14346" y="3780"/>
                    <a:pt x="14429" y="5101"/>
                  </a:cubicBezTo>
                  <a:cubicBezTo>
                    <a:pt x="14512" y="6421"/>
                    <a:pt x="14427" y="7897"/>
                    <a:pt x="14175" y="9483"/>
                  </a:cubicBezTo>
                  <a:cubicBezTo>
                    <a:pt x="13912" y="11129"/>
                    <a:pt x="13483" y="12822"/>
                    <a:pt x="12898" y="14519"/>
                  </a:cubicBezTo>
                  <a:cubicBezTo>
                    <a:pt x="11848" y="17562"/>
                    <a:pt x="10375" y="20338"/>
                    <a:pt x="8749" y="22337"/>
                  </a:cubicBezTo>
                  <a:cubicBezTo>
                    <a:pt x="7142" y="24316"/>
                    <a:pt x="5496" y="25406"/>
                    <a:pt x="4113" y="25406"/>
                  </a:cubicBezTo>
                  <a:cubicBezTo>
                    <a:pt x="3843" y="25406"/>
                    <a:pt x="3572" y="25362"/>
                    <a:pt x="3316" y="25274"/>
                  </a:cubicBezTo>
                  <a:cubicBezTo>
                    <a:pt x="2610" y="25032"/>
                    <a:pt x="2037" y="24464"/>
                    <a:pt x="1619" y="23586"/>
                  </a:cubicBezTo>
                  <a:cubicBezTo>
                    <a:pt x="1213" y="22737"/>
                    <a:pt x="963" y="21638"/>
                    <a:pt x="880" y="20319"/>
                  </a:cubicBezTo>
                  <a:cubicBezTo>
                    <a:pt x="797" y="18999"/>
                    <a:pt x="883" y="17523"/>
                    <a:pt x="1134" y="15934"/>
                  </a:cubicBezTo>
                  <a:cubicBezTo>
                    <a:pt x="1395" y="14290"/>
                    <a:pt x="1825" y="12596"/>
                    <a:pt x="2411" y="10899"/>
                  </a:cubicBezTo>
                  <a:cubicBezTo>
                    <a:pt x="3462" y="7858"/>
                    <a:pt x="4935" y="5082"/>
                    <a:pt x="6558" y="3083"/>
                  </a:cubicBezTo>
                  <a:cubicBezTo>
                    <a:pt x="8167" y="1104"/>
                    <a:pt x="9814" y="14"/>
                    <a:pt x="11197" y="14"/>
                  </a:cubicBezTo>
                  <a:cubicBezTo>
                    <a:pt x="11203" y="14"/>
                    <a:pt x="11210" y="14"/>
                    <a:pt x="11217" y="14"/>
                  </a:cubicBezTo>
                  <a:close/>
                  <a:moveTo>
                    <a:pt x="11197" y="0"/>
                  </a:moveTo>
                  <a:cubicBezTo>
                    <a:pt x="8350" y="0"/>
                    <a:pt x="4586" y="4565"/>
                    <a:pt x="2400" y="10894"/>
                  </a:cubicBezTo>
                  <a:cubicBezTo>
                    <a:pt x="1" y="17842"/>
                    <a:pt x="409" y="24284"/>
                    <a:pt x="3312" y="25286"/>
                  </a:cubicBezTo>
                  <a:cubicBezTo>
                    <a:pt x="3570" y="25374"/>
                    <a:pt x="3840" y="25417"/>
                    <a:pt x="4113" y="25417"/>
                  </a:cubicBezTo>
                  <a:cubicBezTo>
                    <a:pt x="6960" y="25417"/>
                    <a:pt x="10723" y="20855"/>
                    <a:pt x="12910" y="14524"/>
                  </a:cubicBezTo>
                  <a:cubicBezTo>
                    <a:pt x="15307" y="7578"/>
                    <a:pt x="14900" y="1136"/>
                    <a:pt x="11998" y="134"/>
                  </a:cubicBezTo>
                  <a:cubicBezTo>
                    <a:pt x="11739" y="44"/>
                    <a:pt x="11469" y="0"/>
                    <a:pt x="11197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0"/>
            <p:cNvSpPr/>
            <p:nvPr/>
          </p:nvSpPr>
          <p:spPr>
            <a:xfrm>
              <a:off x="4120125" y="3272825"/>
              <a:ext cx="418300" cy="747900"/>
            </a:xfrm>
            <a:custGeom>
              <a:avLst/>
              <a:gdLst/>
              <a:ahLst/>
              <a:cxnLst/>
              <a:rect l="l" t="t" r="r" b="b"/>
              <a:pathLst>
                <a:path w="16732" h="29916" fill="none" extrusionOk="0">
                  <a:moveTo>
                    <a:pt x="13326" y="591"/>
                  </a:moveTo>
                  <a:cubicBezTo>
                    <a:pt x="15041" y="1185"/>
                    <a:pt x="16166" y="3267"/>
                    <a:pt x="16447" y="6380"/>
                  </a:cubicBezTo>
                  <a:cubicBezTo>
                    <a:pt x="16731" y="9492"/>
                    <a:pt x="16152" y="13381"/>
                    <a:pt x="14836" y="17193"/>
                  </a:cubicBezTo>
                  <a:cubicBezTo>
                    <a:pt x="13520" y="21003"/>
                    <a:pt x="11578" y="24420"/>
                    <a:pt x="9433" y="26694"/>
                  </a:cubicBezTo>
                  <a:cubicBezTo>
                    <a:pt x="7290" y="28971"/>
                    <a:pt x="5122" y="29915"/>
                    <a:pt x="3404" y="29322"/>
                  </a:cubicBezTo>
                  <a:cubicBezTo>
                    <a:pt x="1689" y="28731"/>
                    <a:pt x="566" y="26648"/>
                    <a:pt x="282" y="23536"/>
                  </a:cubicBezTo>
                  <a:cubicBezTo>
                    <a:pt x="1" y="20423"/>
                    <a:pt x="580" y="16533"/>
                    <a:pt x="1896" y="12723"/>
                  </a:cubicBezTo>
                  <a:cubicBezTo>
                    <a:pt x="3210" y="8913"/>
                    <a:pt x="5154" y="5496"/>
                    <a:pt x="7297" y="3219"/>
                  </a:cubicBezTo>
                  <a:cubicBezTo>
                    <a:pt x="9442" y="945"/>
                    <a:pt x="11610" y="0"/>
                    <a:pt x="13326" y="591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0"/>
            <p:cNvSpPr/>
            <p:nvPr/>
          </p:nvSpPr>
          <p:spPr>
            <a:xfrm>
              <a:off x="4081975" y="3231825"/>
              <a:ext cx="608550" cy="622075"/>
            </a:xfrm>
            <a:custGeom>
              <a:avLst/>
              <a:gdLst/>
              <a:ahLst/>
              <a:cxnLst/>
              <a:rect l="l" t="t" r="r" b="b"/>
              <a:pathLst>
                <a:path w="24342" h="24883" extrusionOk="0">
                  <a:moveTo>
                    <a:pt x="20008" y="1"/>
                  </a:moveTo>
                  <a:lnTo>
                    <a:pt x="18283" y="1102"/>
                  </a:lnTo>
                  <a:lnTo>
                    <a:pt x="16073" y="2993"/>
                  </a:lnTo>
                  <a:lnTo>
                    <a:pt x="14593" y="4256"/>
                  </a:lnTo>
                  <a:lnTo>
                    <a:pt x="5669" y="11892"/>
                  </a:lnTo>
                  <a:lnTo>
                    <a:pt x="3709" y="13571"/>
                  </a:lnTo>
                  <a:lnTo>
                    <a:pt x="3709" y="13573"/>
                  </a:lnTo>
                  <a:lnTo>
                    <a:pt x="1527" y="15436"/>
                  </a:lnTo>
                  <a:lnTo>
                    <a:pt x="1527" y="15441"/>
                  </a:lnTo>
                  <a:cubicBezTo>
                    <a:pt x="508" y="18808"/>
                    <a:pt x="12" y="22059"/>
                    <a:pt x="0" y="24882"/>
                  </a:cubicBezTo>
                  <a:lnTo>
                    <a:pt x="1737" y="23395"/>
                  </a:lnTo>
                  <a:lnTo>
                    <a:pt x="2967" y="22345"/>
                  </a:lnTo>
                  <a:lnTo>
                    <a:pt x="8389" y="17706"/>
                  </a:lnTo>
                  <a:lnTo>
                    <a:pt x="8491" y="17618"/>
                  </a:lnTo>
                  <a:lnTo>
                    <a:pt x="9463" y="16789"/>
                  </a:lnTo>
                  <a:lnTo>
                    <a:pt x="9463" y="16787"/>
                  </a:lnTo>
                  <a:lnTo>
                    <a:pt x="11862" y="14734"/>
                  </a:lnTo>
                  <a:lnTo>
                    <a:pt x="16563" y="10717"/>
                  </a:lnTo>
                  <a:lnTo>
                    <a:pt x="18043" y="9449"/>
                  </a:lnTo>
                  <a:lnTo>
                    <a:pt x="19906" y="7856"/>
                  </a:lnTo>
                  <a:lnTo>
                    <a:pt x="24342" y="4420"/>
                  </a:lnTo>
                  <a:cubicBezTo>
                    <a:pt x="23266" y="2321"/>
                    <a:pt x="21829" y="832"/>
                    <a:pt x="20008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0"/>
            <p:cNvSpPr/>
            <p:nvPr/>
          </p:nvSpPr>
          <p:spPr>
            <a:xfrm>
              <a:off x="4084750" y="3382550"/>
              <a:ext cx="630250" cy="619525"/>
            </a:xfrm>
            <a:custGeom>
              <a:avLst/>
              <a:gdLst/>
              <a:ahLst/>
              <a:cxnLst/>
              <a:rect l="l" t="t" r="r" b="b"/>
              <a:pathLst>
                <a:path w="25210" h="24781" extrusionOk="0">
                  <a:moveTo>
                    <a:pt x="24769" y="1"/>
                  </a:moveTo>
                  <a:lnTo>
                    <a:pt x="19712" y="4305"/>
                  </a:lnTo>
                  <a:lnTo>
                    <a:pt x="17807" y="5937"/>
                  </a:lnTo>
                  <a:lnTo>
                    <a:pt x="16182" y="7327"/>
                  </a:lnTo>
                  <a:lnTo>
                    <a:pt x="10388" y="12282"/>
                  </a:lnTo>
                  <a:lnTo>
                    <a:pt x="9158" y="13335"/>
                  </a:lnTo>
                  <a:lnTo>
                    <a:pt x="8694" y="13734"/>
                  </a:lnTo>
                  <a:lnTo>
                    <a:pt x="8694" y="13739"/>
                  </a:lnTo>
                  <a:lnTo>
                    <a:pt x="8068" y="14270"/>
                  </a:lnTo>
                  <a:lnTo>
                    <a:pt x="2905" y="18687"/>
                  </a:lnTo>
                  <a:lnTo>
                    <a:pt x="1755" y="19671"/>
                  </a:lnTo>
                  <a:lnTo>
                    <a:pt x="0" y="21169"/>
                  </a:lnTo>
                  <a:cubicBezTo>
                    <a:pt x="143" y="22534"/>
                    <a:pt x="423" y="23755"/>
                    <a:pt x="834" y="24781"/>
                  </a:cubicBezTo>
                  <a:lnTo>
                    <a:pt x="2787" y="23111"/>
                  </a:lnTo>
                  <a:lnTo>
                    <a:pt x="3979" y="22093"/>
                  </a:lnTo>
                  <a:lnTo>
                    <a:pt x="14718" y="12903"/>
                  </a:lnTo>
                  <a:lnTo>
                    <a:pt x="14718" y="12901"/>
                  </a:lnTo>
                  <a:lnTo>
                    <a:pt x="16777" y="11144"/>
                  </a:lnTo>
                  <a:lnTo>
                    <a:pt x="18932" y="9299"/>
                  </a:lnTo>
                  <a:lnTo>
                    <a:pt x="25210" y="3365"/>
                  </a:lnTo>
                  <a:cubicBezTo>
                    <a:pt x="25157" y="2233"/>
                    <a:pt x="25009" y="1107"/>
                    <a:pt x="24769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7" name="Google Shape;517;p30"/>
          <p:cNvGrpSpPr/>
          <p:nvPr/>
        </p:nvGrpSpPr>
        <p:grpSpPr>
          <a:xfrm rot="-5521010">
            <a:off x="6430167" y="794384"/>
            <a:ext cx="536764" cy="385807"/>
            <a:chOff x="3958725" y="4285850"/>
            <a:chExt cx="926000" cy="665575"/>
          </a:xfrm>
        </p:grpSpPr>
        <p:sp>
          <p:nvSpPr>
            <p:cNvPr id="518" name="Google Shape;518;p30"/>
            <p:cNvSpPr/>
            <p:nvPr/>
          </p:nvSpPr>
          <p:spPr>
            <a:xfrm>
              <a:off x="3958725" y="4286250"/>
              <a:ext cx="926000" cy="665175"/>
            </a:xfrm>
            <a:custGeom>
              <a:avLst/>
              <a:gdLst/>
              <a:ahLst/>
              <a:cxnLst/>
              <a:rect l="l" t="t" r="r" b="b"/>
              <a:pathLst>
                <a:path w="37040" h="26607" extrusionOk="0">
                  <a:moveTo>
                    <a:pt x="32631" y="0"/>
                  </a:moveTo>
                  <a:cubicBezTo>
                    <a:pt x="32452" y="0"/>
                    <a:pt x="32270" y="51"/>
                    <a:pt x="32109" y="159"/>
                  </a:cubicBezTo>
                  <a:lnTo>
                    <a:pt x="626" y="19435"/>
                  </a:lnTo>
                  <a:cubicBezTo>
                    <a:pt x="149" y="19705"/>
                    <a:pt x="1" y="20324"/>
                    <a:pt x="306" y="20781"/>
                  </a:cubicBezTo>
                  <a:lnTo>
                    <a:pt x="3557" y="26142"/>
                  </a:lnTo>
                  <a:cubicBezTo>
                    <a:pt x="3746" y="26441"/>
                    <a:pt x="4071" y="26607"/>
                    <a:pt x="4403" y="26607"/>
                  </a:cubicBezTo>
                  <a:cubicBezTo>
                    <a:pt x="4576" y="26607"/>
                    <a:pt x="4751" y="26562"/>
                    <a:pt x="4910" y="26468"/>
                  </a:cubicBezTo>
                  <a:lnTo>
                    <a:pt x="36349" y="7169"/>
                  </a:lnTo>
                  <a:cubicBezTo>
                    <a:pt x="36870" y="6913"/>
                    <a:pt x="37039" y="6253"/>
                    <a:pt x="36704" y="5777"/>
                  </a:cubicBezTo>
                  <a:lnTo>
                    <a:pt x="33456" y="480"/>
                  </a:lnTo>
                  <a:cubicBezTo>
                    <a:pt x="33281" y="171"/>
                    <a:pt x="32960" y="0"/>
                    <a:pt x="32631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0"/>
            <p:cNvSpPr/>
            <p:nvPr/>
          </p:nvSpPr>
          <p:spPr>
            <a:xfrm>
              <a:off x="4691775" y="4285850"/>
              <a:ext cx="192950" cy="223000"/>
            </a:xfrm>
            <a:custGeom>
              <a:avLst/>
              <a:gdLst/>
              <a:ahLst/>
              <a:cxnLst/>
              <a:rect l="l" t="t" r="r" b="b"/>
              <a:pathLst>
                <a:path w="7718" h="8920" extrusionOk="0">
                  <a:moveTo>
                    <a:pt x="3300" y="1"/>
                  </a:moveTo>
                  <a:cubicBezTo>
                    <a:pt x="3131" y="1"/>
                    <a:pt x="2959" y="47"/>
                    <a:pt x="2804" y="143"/>
                  </a:cubicBezTo>
                  <a:lnTo>
                    <a:pt x="0" y="1872"/>
                  </a:lnTo>
                  <a:lnTo>
                    <a:pt x="4230" y="8919"/>
                  </a:lnTo>
                  <a:lnTo>
                    <a:pt x="7027" y="7185"/>
                  </a:lnTo>
                  <a:cubicBezTo>
                    <a:pt x="7548" y="6929"/>
                    <a:pt x="7717" y="6269"/>
                    <a:pt x="7382" y="5793"/>
                  </a:cubicBezTo>
                  <a:lnTo>
                    <a:pt x="4134" y="496"/>
                  </a:lnTo>
                  <a:cubicBezTo>
                    <a:pt x="3962" y="179"/>
                    <a:pt x="3636" y="1"/>
                    <a:pt x="330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0"/>
            <p:cNvSpPr/>
            <p:nvPr/>
          </p:nvSpPr>
          <p:spPr>
            <a:xfrm>
              <a:off x="4538575" y="4330500"/>
              <a:ext cx="263475" cy="270350"/>
            </a:xfrm>
            <a:custGeom>
              <a:avLst/>
              <a:gdLst/>
              <a:ahLst/>
              <a:cxnLst/>
              <a:rect l="l" t="t" r="r" b="b"/>
              <a:pathLst>
                <a:path w="10539" h="10814" extrusionOk="0">
                  <a:moveTo>
                    <a:pt x="6269" y="1"/>
                  </a:moveTo>
                  <a:lnTo>
                    <a:pt x="0" y="3841"/>
                  </a:lnTo>
                  <a:lnTo>
                    <a:pt x="4272" y="10814"/>
                  </a:lnTo>
                  <a:lnTo>
                    <a:pt x="10539" y="6972"/>
                  </a:lnTo>
                  <a:lnTo>
                    <a:pt x="6269" y="1"/>
                  </a:ln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0"/>
            <p:cNvSpPr/>
            <p:nvPr/>
          </p:nvSpPr>
          <p:spPr>
            <a:xfrm>
              <a:off x="4319625" y="4512575"/>
              <a:ext cx="85175" cy="283575"/>
            </a:xfrm>
            <a:custGeom>
              <a:avLst/>
              <a:gdLst/>
              <a:ahLst/>
              <a:cxnLst/>
              <a:rect l="l" t="t" r="r" b="b"/>
              <a:pathLst>
                <a:path w="3407" h="11343" extrusionOk="0">
                  <a:moveTo>
                    <a:pt x="3138" y="0"/>
                  </a:moveTo>
                  <a:lnTo>
                    <a:pt x="0" y="1919"/>
                  </a:lnTo>
                  <a:lnTo>
                    <a:pt x="162" y="7389"/>
                  </a:lnTo>
                  <a:lnTo>
                    <a:pt x="278" y="11342"/>
                  </a:lnTo>
                  <a:lnTo>
                    <a:pt x="3406" y="9419"/>
                  </a:lnTo>
                  <a:lnTo>
                    <a:pt x="3325" y="6339"/>
                  </a:lnTo>
                  <a:lnTo>
                    <a:pt x="3138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0"/>
            <p:cNvSpPr/>
            <p:nvPr/>
          </p:nvSpPr>
          <p:spPr>
            <a:xfrm>
              <a:off x="3978350" y="4721700"/>
              <a:ext cx="85125" cy="229075"/>
            </a:xfrm>
            <a:custGeom>
              <a:avLst/>
              <a:gdLst/>
              <a:ahLst/>
              <a:cxnLst/>
              <a:rect l="l" t="t" r="r" b="b"/>
              <a:pathLst>
                <a:path w="3405" h="9163" extrusionOk="0">
                  <a:moveTo>
                    <a:pt x="3139" y="1"/>
                  </a:moveTo>
                  <a:lnTo>
                    <a:pt x="1" y="1920"/>
                  </a:lnTo>
                  <a:lnTo>
                    <a:pt x="72" y="4326"/>
                  </a:lnTo>
                  <a:lnTo>
                    <a:pt x="2762" y="8720"/>
                  </a:lnTo>
                  <a:cubicBezTo>
                    <a:pt x="2903" y="8953"/>
                    <a:pt x="3136" y="9114"/>
                    <a:pt x="3404" y="9163"/>
                  </a:cubicBezTo>
                  <a:lnTo>
                    <a:pt x="3323" y="6325"/>
                  </a:lnTo>
                  <a:lnTo>
                    <a:pt x="3139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0"/>
            <p:cNvSpPr/>
            <p:nvPr/>
          </p:nvSpPr>
          <p:spPr>
            <a:xfrm>
              <a:off x="4427750" y="4408782"/>
              <a:ext cx="147850" cy="321900"/>
            </a:xfrm>
            <a:custGeom>
              <a:avLst/>
              <a:gdLst/>
              <a:ahLst/>
              <a:cxnLst/>
              <a:rect l="l" t="t" r="r" b="b"/>
              <a:pathLst>
                <a:path w="5914" h="12876" extrusionOk="0">
                  <a:moveTo>
                    <a:pt x="5639" y="0"/>
                  </a:moveTo>
                  <a:lnTo>
                    <a:pt x="0" y="3457"/>
                  </a:lnTo>
                  <a:lnTo>
                    <a:pt x="69" y="6052"/>
                  </a:lnTo>
                  <a:lnTo>
                    <a:pt x="259" y="12571"/>
                  </a:lnTo>
                  <a:lnTo>
                    <a:pt x="270" y="12875"/>
                  </a:lnTo>
                  <a:lnTo>
                    <a:pt x="5913" y="9412"/>
                  </a:lnTo>
                  <a:lnTo>
                    <a:pt x="5909" y="9377"/>
                  </a:lnTo>
                  <a:lnTo>
                    <a:pt x="5722" y="2838"/>
                  </a:lnTo>
                  <a:lnTo>
                    <a:pt x="5639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4" name="Google Shape;524;p30"/>
          <p:cNvGrpSpPr/>
          <p:nvPr/>
        </p:nvGrpSpPr>
        <p:grpSpPr>
          <a:xfrm flipH="1">
            <a:off x="1296095" y="1965338"/>
            <a:ext cx="530166" cy="502936"/>
            <a:chOff x="1717700" y="2254700"/>
            <a:chExt cx="781725" cy="741575"/>
          </a:xfrm>
        </p:grpSpPr>
        <p:sp>
          <p:nvSpPr>
            <p:cNvPr id="525" name="Google Shape;525;p30"/>
            <p:cNvSpPr/>
            <p:nvPr/>
          </p:nvSpPr>
          <p:spPr>
            <a:xfrm>
              <a:off x="1748125" y="2300200"/>
              <a:ext cx="717650" cy="650525"/>
            </a:xfrm>
            <a:custGeom>
              <a:avLst/>
              <a:gdLst/>
              <a:ahLst/>
              <a:cxnLst/>
              <a:rect l="l" t="t" r="r" b="b"/>
              <a:pathLst>
                <a:path w="28706" h="26021" extrusionOk="0">
                  <a:moveTo>
                    <a:pt x="15025" y="0"/>
                  </a:moveTo>
                  <a:cubicBezTo>
                    <a:pt x="11160" y="0"/>
                    <a:pt x="7313" y="1600"/>
                    <a:pt x="4560" y="4734"/>
                  </a:cubicBezTo>
                  <a:cubicBezTo>
                    <a:pt x="162" y="9743"/>
                    <a:pt x="0" y="17021"/>
                    <a:pt x="3801" y="22174"/>
                  </a:cubicBezTo>
                  <a:cubicBezTo>
                    <a:pt x="4341" y="22872"/>
                    <a:pt x="4946" y="23518"/>
                    <a:pt x="5609" y="24102"/>
                  </a:cubicBezTo>
                  <a:cubicBezTo>
                    <a:pt x="5932" y="24386"/>
                    <a:pt x="6264" y="24652"/>
                    <a:pt x="6604" y="24901"/>
                  </a:cubicBezTo>
                  <a:cubicBezTo>
                    <a:pt x="6953" y="25155"/>
                    <a:pt x="7201" y="25230"/>
                    <a:pt x="7416" y="25230"/>
                  </a:cubicBezTo>
                  <a:cubicBezTo>
                    <a:pt x="7729" y="25230"/>
                    <a:pt x="7975" y="25072"/>
                    <a:pt x="8368" y="25072"/>
                  </a:cubicBezTo>
                  <a:cubicBezTo>
                    <a:pt x="8543" y="25072"/>
                    <a:pt x="8748" y="25103"/>
                    <a:pt x="9001" y="25194"/>
                  </a:cubicBezTo>
                  <a:cubicBezTo>
                    <a:pt x="9444" y="25354"/>
                    <a:pt x="9896" y="25492"/>
                    <a:pt x="10354" y="25608"/>
                  </a:cubicBezTo>
                  <a:cubicBezTo>
                    <a:pt x="11030" y="25776"/>
                    <a:pt x="11721" y="25894"/>
                    <a:pt x="12416" y="25959"/>
                  </a:cubicBezTo>
                  <a:cubicBezTo>
                    <a:pt x="12854" y="26000"/>
                    <a:pt x="13293" y="26021"/>
                    <a:pt x="13732" y="26021"/>
                  </a:cubicBezTo>
                  <a:cubicBezTo>
                    <a:pt x="17598" y="26021"/>
                    <a:pt x="21444" y="24419"/>
                    <a:pt x="24196" y="21288"/>
                  </a:cubicBezTo>
                  <a:cubicBezTo>
                    <a:pt x="28262" y="16658"/>
                    <a:pt x="28705" y="10089"/>
                    <a:pt x="25745" y="5051"/>
                  </a:cubicBezTo>
                  <a:cubicBezTo>
                    <a:pt x="25277" y="4480"/>
                    <a:pt x="24762" y="3949"/>
                    <a:pt x="24205" y="3465"/>
                  </a:cubicBezTo>
                  <a:cubicBezTo>
                    <a:pt x="23674" y="2996"/>
                    <a:pt x="23106" y="2569"/>
                    <a:pt x="22508" y="2185"/>
                  </a:cubicBezTo>
                  <a:cubicBezTo>
                    <a:pt x="21922" y="1809"/>
                    <a:pt x="21305" y="1479"/>
                    <a:pt x="20668" y="1195"/>
                  </a:cubicBezTo>
                  <a:cubicBezTo>
                    <a:pt x="20236" y="1003"/>
                    <a:pt x="19795" y="835"/>
                    <a:pt x="19347" y="687"/>
                  </a:cubicBezTo>
                  <a:cubicBezTo>
                    <a:pt x="18100" y="280"/>
                    <a:pt x="16803" y="52"/>
                    <a:pt x="15491" y="8"/>
                  </a:cubicBezTo>
                  <a:cubicBezTo>
                    <a:pt x="15336" y="3"/>
                    <a:pt x="15180" y="0"/>
                    <a:pt x="15025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0"/>
            <p:cNvSpPr/>
            <p:nvPr/>
          </p:nvSpPr>
          <p:spPr>
            <a:xfrm>
              <a:off x="1755500" y="2300325"/>
              <a:ext cx="740400" cy="695775"/>
            </a:xfrm>
            <a:custGeom>
              <a:avLst/>
              <a:gdLst/>
              <a:ahLst/>
              <a:cxnLst/>
              <a:rect l="l" t="t" r="r" b="b"/>
              <a:pathLst>
                <a:path w="29616" h="27831" extrusionOk="0">
                  <a:moveTo>
                    <a:pt x="14709" y="1"/>
                  </a:moveTo>
                  <a:cubicBezTo>
                    <a:pt x="10711" y="1"/>
                    <a:pt x="6906" y="1725"/>
                    <a:pt x="4270" y="4732"/>
                  </a:cubicBezTo>
                  <a:cubicBezTo>
                    <a:pt x="1084" y="8350"/>
                    <a:pt x="1" y="13360"/>
                    <a:pt x="1409" y="17972"/>
                  </a:cubicBezTo>
                  <a:cubicBezTo>
                    <a:pt x="2162" y="20449"/>
                    <a:pt x="3591" y="22666"/>
                    <a:pt x="5538" y="24372"/>
                  </a:cubicBezTo>
                  <a:cubicBezTo>
                    <a:pt x="5852" y="24649"/>
                    <a:pt x="6186" y="24919"/>
                    <a:pt x="6533" y="25169"/>
                  </a:cubicBezTo>
                  <a:cubicBezTo>
                    <a:pt x="7590" y="25942"/>
                    <a:pt x="8754" y="26561"/>
                    <a:pt x="9987" y="27009"/>
                  </a:cubicBezTo>
                  <a:cubicBezTo>
                    <a:pt x="10428" y="27166"/>
                    <a:pt x="10883" y="27304"/>
                    <a:pt x="11340" y="27418"/>
                  </a:cubicBezTo>
                  <a:cubicBezTo>
                    <a:pt x="12017" y="27586"/>
                    <a:pt x="12707" y="27704"/>
                    <a:pt x="13402" y="27769"/>
                  </a:cubicBezTo>
                  <a:cubicBezTo>
                    <a:pt x="13838" y="27810"/>
                    <a:pt x="14282" y="27831"/>
                    <a:pt x="14720" y="27831"/>
                  </a:cubicBezTo>
                  <a:cubicBezTo>
                    <a:pt x="14724" y="27831"/>
                    <a:pt x="14728" y="27831"/>
                    <a:pt x="14732" y="27831"/>
                  </a:cubicBezTo>
                  <a:cubicBezTo>
                    <a:pt x="20119" y="27831"/>
                    <a:pt x="25025" y="24719"/>
                    <a:pt x="27318" y="19844"/>
                  </a:cubicBezTo>
                  <a:cubicBezTo>
                    <a:pt x="29616" y="14965"/>
                    <a:pt x="28886" y="9200"/>
                    <a:pt x="25446" y="5048"/>
                  </a:cubicBezTo>
                  <a:cubicBezTo>
                    <a:pt x="24977" y="4478"/>
                    <a:pt x="24462" y="3947"/>
                    <a:pt x="23908" y="3462"/>
                  </a:cubicBezTo>
                  <a:cubicBezTo>
                    <a:pt x="23374" y="2993"/>
                    <a:pt x="22806" y="2566"/>
                    <a:pt x="22211" y="2185"/>
                  </a:cubicBezTo>
                  <a:cubicBezTo>
                    <a:pt x="21622" y="1809"/>
                    <a:pt x="21008" y="1476"/>
                    <a:pt x="20370" y="1194"/>
                  </a:cubicBezTo>
                  <a:cubicBezTo>
                    <a:pt x="19925" y="998"/>
                    <a:pt x="19484" y="827"/>
                    <a:pt x="19050" y="686"/>
                  </a:cubicBezTo>
                  <a:cubicBezTo>
                    <a:pt x="17803" y="280"/>
                    <a:pt x="16505" y="51"/>
                    <a:pt x="15196" y="10"/>
                  </a:cubicBezTo>
                  <a:cubicBezTo>
                    <a:pt x="15041" y="3"/>
                    <a:pt x="14882" y="1"/>
                    <a:pt x="14725" y="1"/>
                  </a:cubicBezTo>
                  <a:cubicBezTo>
                    <a:pt x="14720" y="1"/>
                    <a:pt x="14714" y="1"/>
                    <a:pt x="14709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0"/>
            <p:cNvSpPr/>
            <p:nvPr/>
          </p:nvSpPr>
          <p:spPr>
            <a:xfrm>
              <a:off x="1748125" y="2300150"/>
              <a:ext cx="751300" cy="696125"/>
            </a:xfrm>
            <a:custGeom>
              <a:avLst/>
              <a:gdLst/>
              <a:ahLst/>
              <a:cxnLst/>
              <a:rect l="l" t="t" r="r" b="b"/>
              <a:pathLst>
                <a:path w="30052" h="27845" extrusionOk="0">
                  <a:moveTo>
                    <a:pt x="15005" y="15"/>
                  </a:moveTo>
                  <a:cubicBezTo>
                    <a:pt x="15010" y="15"/>
                    <a:pt x="15015" y="15"/>
                    <a:pt x="15020" y="15"/>
                  </a:cubicBezTo>
                  <a:cubicBezTo>
                    <a:pt x="15177" y="15"/>
                    <a:pt x="15334" y="17"/>
                    <a:pt x="15491" y="21"/>
                  </a:cubicBezTo>
                  <a:cubicBezTo>
                    <a:pt x="16800" y="65"/>
                    <a:pt x="18098" y="294"/>
                    <a:pt x="19342" y="700"/>
                  </a:cubicBezTo>
                  <a:cubicBezTo>
                    <a:pt x="19774" y="841"/>
                    <a:pt x="20218" y="1012"/>
                    <a:pt x="20663" y="1208"/>
                  </a:cubicBezTo>
                  <a:cubicBezTo>
                    <a:pt x="21300" y="1490"/>
                    <a:pt x="21915" y="1820"/>
                    <a:pt x="22503" y="2197"/>
                  </a:cubicBezTo>
                  <a:cubicBezTo>
                    <a:pt x="23099" y="2580"/>
                    <a:pt x="23667" y="3007"/>
                    <a:pt x="24198" y="3476"/>
                  </a:cubicBezTo>
                  <a:cubicBezTo>
                    <a:pt x="24752" y="3961"/>
                    <a:pt x="25267" y="4489"/>
                    <a:pt x="25736" y="5060"/>
                  </a:cubicBezTo>
                  <a:cubicBezTo>
                    <a:pt x="26789" y="6327"/>
                    <a:pt x="27606" y="7773"/>
                    <a:pt x="28147" y="9329"/>
                  </a:cubicBezTo>
                  <a:cubicBezTo>
                    <a:pt x="29638" y="13584"/>
                    <a:pt x="28973" y="18297"/>
                    <a:pt x="26364" y="21975"/>
                  </a:cubicBezTo>
                  <a:cubicBezTo>
                    <a:pt x="23756" y="25652"/>
                    <a:pt x="19529" y="27833"/>
                    <a:pt x="15023" y="27833"/>
                  </a:cubicBezTo>
                  <a:cubicBezTo>
                    <a:pt x="15020" y="27833"/>
                    <a:pt x="15018" y="27833"/>
                    <a:pt x="15015" y="27833"/>
                  </a:cubicBezTo>
                  <a:cubicBezTo>
                    <a:pt x="14577" y="27833"/>
                    <a:pt x="14133" y="27812"/>
                    <a:pt x="13697" y="27771"/>
                  </a:cubicBezTo>
                  <a:cubicBezTo>
                    <a:pt x="13002" y="27706"/>
                    <a:pt x="12312" y="27589"/>
                    <a:pt x="11635" y="27420"/>
                  </a:cubicBezTo>
                  <a:cubicBezTo>
                    <a:pt x="11180" y="27307"/>
                    <a:pt x="10725" y="27168"/>
                    <a:pt x="10282" y="27011"/>
                  </a:cubicBezTo>
                  <a:cubicBezTo>
                    <a:pt x="9051" y="26563"/>
                    <a:pt x="7888" y="25945"/>
                    <a:pt x="6830" y="25173"/>
                  </a:cubicBezTo>
                  <a:cubicBezTo>
                    <a:pt x="6486" y="24922"/>
                    <a:pt x="6151" y="24654"/>
                    <a:pt x="5835" y="24374"/>
                  </a:cubicBezTo>
                  <a:cubicBezTo>
                    <a:pt x="3888" y="22670"/>
                    <a:pt x="2459" y="20454"/>
                    <a:pt x="1706" y="17979"/>
                  </a:cubicBezTo>
                  <a:cubicBezTo>
                    <a:pt x="420" y="13760"/>
                    <a:pt x="1210" y="9184"/>
                    <a:pt x="3835" y="5642"/>
                  </a:cubicBezTo>
                  <a:cubicBezTo>
                    <a:pt x="6458" y="2103"/>
                    <a:pt x="10601" y="15"/>
                    <a:pt x="15005" y="15"/>
                  </a:cubicBezTo>
                  <a:close/>
                  <a:moveTo>
                    <a:pt x="15020" y="1"/>
                  </a:moveTo>
                  <a:lnTo>
                    <a:pt x="15020" y="3"/>
                  </a:lnTo>
                  <a:cubicBezTo>
                    <a:pt x="11155" y="3"/>
                    <a:pt x="7310" y="1603"/>
                    <a:pt x="4560" y="4736"/>
                  </a:cubicBezTo>
                  <a:cubicBezTo>
                    <a:pt x="159" y="9745"/>
                    <a:pt x="0" y="17023"/>
                    <a:pt x="3801" y="22176"/>
                  </a:cubicBezTo>
                  <a:cubicBezTo>
                    <a:pt x="4394" y="22984"/>
                    <a:pt x="5073" y="23723"/>
                    <a:pt x="5828" y="24384"/>
                  </a:cubicBezTo>
                  <a:cubicBezTo>
                    <a:pt x="6149" y="24668"/>
                    <a:pt x="6484" y="24933"/>
                    <a:pt x="6823" y="25180"/>
                  </a:cubicBezTo>
                  <a:cubicBezTo>
                    <a:pt x="7883" y="25954"/>
                    <a:pt x="9047" y="26575"/>
                    <a:pt x="10280" y="27021"/>
                  </a:cubicBezTo>
                  <a:cubicBezTo>
                    <a:pt x="10725" y="27180"/>
                    <a:pt x="11178" y="27318"/>
                    <a:pt x="11633" y="27432"/>
                  </a:cubicBezTo>
                  <a:cubicBezTo>
                    <a:pt x="12312" y="27600"/>
                    <a:pt x="13000" y="27718"/>
                    <a:pt x="13697" y="27782"/>
                  </a:cubicBezTo>
                  <a:cubicBezTo>
                    <a:pt x="14136" y="27824"/>
                    <a:pt x="14574" y="27845"/>
                    <a:pt x="15015" y="27845"/>
                  </a:cubicBezTo>
                  <a:cubicBezTo>
                    <a:pt x="18881" y="27845"/>
                    <a:pt x="22725" y="26245"/>
                    <a:pt x="25475" y="23111"/>
                  </a:cubicBezTo>
                  <a:cubicBezTo>
                    <a:pt x="30051" y="17900"/>
                    <a:pt x="30035" y="10227"/>
                    <a:pt x="25745" y="5050"/>
                  </a:cubicBezTo>
                  <a:cubicBezTo>
                    <a:pt x="25277" y="4482"/>
                    <a:pt x="24762" y="3951"/>
                    <a:pt x="24205" y="3464"/>
                  </a:cubicBezTo>
                  <a:cubicBezTo>
                    <a:pt x="23672" y="2995"/>
                    <a:pt x="23106" y="2568"/>
                    <a:pt x="22508" y="2185"/>
                  </a:cubicBezTo>
                  <a:cubicBezTo>
                    <a:pt x="21922" y="1809"/>
                    <a:pt x="21305" y="1478"/>
                    <a:pt x="20668" y="1197"/>
                  </a:cubicBezTo>
                  <a:cubicBezTo>
                    <a:pt x="20236" y="1005"/>
                    <a:pt x="19795" y="834"/>
                    <a:pt x="19347" y="689"/>
                  </a:cubicBezTo>
                  <a:cubicBezTo>
                    <a:pt x="18100" y="280"/>
                    <a:pt x="16803" y="52"/>
                    <a:pt x="15491" y="10"/>
                  </a:cubicBezTo>
                  <a:cubicBezTo>
                    <a:pt x="15334" y="5"/>
                    <a:pt x="15177" y="1"/>
                    <a:pt x="1502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0"/>
            <p:cNvSpPr/>
            <p:nvPr/>
          </p:nvSpPr>
          <p:spPr>
            <a:xfrm>
              <a:off x="1828875" y="2353550"/>
              <a:ext cx="589400" cy="589400"/>
            </a:xfrm>
            <a:custGeom>
              <a:avLst/>
              <a:gdLst/>
              <a:ahLst/>
              <a:cxnLst/>
              <a:rect l="l" t="t" r="r" b="b"/>
              <a:pathLst>
                <a:path w="23576" h="23576" fill="none" extrusionOk="0">
                  <a:moveTo>
                    <a:pt x="20123" y="3452"/>
                  </a:moveTo>
                  <a:cubicBezTo>
                    <a:pt x="22333" y="5662"/>
                    <a:pt x="23575" y="8662"/>
                    <a:pt x="23575" y="11788"/>
                  </a:cubicBezTo>
                  <a:cubicBezTo>
                    <a:pt x="23575" y="14914"/>
                    <a:pt x="22333" y="17911"/>
                    <a:pt x="20123" y="20121"/>
                  </a:cubicBezTo>
                  <a:cubicBezTo>
                    <a:pt x="17911" y="22333"/>
                    <a:pt x="14914" y="23575"/>
                    <a:pt x="11788" y="23575"/>
                  </a:cubicBezTo>
                  <a:cubicBezTo>
                    <a:pt x="8661" y="23575"/>
                    <a:pt x="5664" y="22333"/>
                    <a:pt x="3452" y="20121"/>
                  </a:cubicBezTo>
                  <a:cubicBezTo>
                    <a:pt x="1243" y="17911"/>
                    <a:pt x="0" y="14914"/>
                    <a:pt x="0" y="11788"/>
                  </a:cubicBezTo>
                  <a:cubicBezTo>
                    <a:pt x="0" y="8662"/>
                    <a:pt x="1243" y="5662"/>
                    <a:pt x="3452" y="3452"/>
                  </a:cubicBezTo>
                  <a:cubicBezTo>
                    <a:pt x="5664" y="1243"/>
                    <a:pt x="8661" y="1"/>
                    <a:pt x="11788" y="1"/>
                  </a:cubicBezTo>
                  <a:cubicBezTo>
                    <a:pt x="14914" y="1"/>
                    <a:pt x="17911" y="1243"/>
                    <a:pt x="20123" y="3452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0"/>
            <p:cNvSpPr/>
            <p:nvPr/>
          </p:nvSpPr>
          <p:spPr>
            <a:xfrm>
              <a:off x="1854800" y="2392075"/>
              <a:ext cx="553825" cy="513575"/>
            </a:xfrm>
            <a:custGeom>
              <a:avLst/>
              <a:gdLst/>
              <a:ahLst/>
              <a:cxnLst/>
              <a:rect l="l" t="t" r="r" b="b"/>
              <a:pathLst>
                <a:path w="22153" h="20543" extrusionOk="0">
                  <a:moveTo>
                    <a:pt x="10769" y="1"/>
                  </a:moveTo>
                  <a:cubicBezTo>
                    <a:pt x="10066" y="1"/>
                    <a:pt x="9353" y="73"/>
                    <a:pt x="8640" y="224"/>
                  </a:cubicBezTo>
                  <a:cubicBezTo>
                    <a:pt x="3496" y="1311"/>
                    <a:pt x="0" y="6102"/>
                    <a:pt x="543" y="11330"/>
                  </a:cubicBezTo>
                  <a:cubicBezTo>
                    <a:pt x="1083" y="16560"/>
                    <a:pt x="5489" y="20536"/>
                    <a:pt x="10746" y="20543"/>
                  </a:cubicBezTo>
                  <a:cubicBezTo>
                    <a:pt x="10752" y="20543"/>
                    <a:pt x="10757" y="20543"/>
                    <a:pt x="10763" y="20543"/>
                  </a:cubicBezTo>
                  <a:cubicBezTo>
                    <a:pt x="12195" y="20543"/>
                    <a:pt x="13614" y="20243"/>
                    <a:pt x="14925" y="19661"/>
                  </a:cubicBezTo>
                  <a:cubicBezTo>
                    <a:pt x="19733" y="17529"/>
                    <a:pt x="22152" y="12113"/>
                    <a:pt x="20536" y="7111"/>
                  </a:cubicBezTo>
                  <a:cubicBezTo>
                    <a:pt x="19144" y="2803"/>
                    <a:pt x="15140" y="1"/>
                    <a:pt x="10769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0"/>
            <p:cNvSpPr/>
            <p:nvPr/>
          </p:nvSpPr>
          <p:spPr>
            <a:xfrm>
              <a:off x="1836200" y="2390675"/>
              <a:ext cx="574725" cy="515125"/>
            </a:xfrm>
            <a:custGeom>
              <a:avLst/>
              <a:gdLst/>
              <a:ahLst/>
              <a:cxnLst/>
              <a:rect l="l" t="t" r="r" b="b"/>
              <a:pathLst>
                <a:path w="22989" h="20605" extrusionOk="0">
                  <a:moveTo>
                    <a:pt x="9338" y="226"/>
                  </a:moveTo>
                  <a:cubicBezTo>
                    <a:pt x="4666" y="1196"/>
                    <a:pt x="1150" y="5334"/>
                    <a:pt x="1148" y="10298"/>
                  </a:cubicBezTo>
                  <a:cubicBezTo>
                    <a:pt x="1146" y="15415"/>
                    <a:pt x="4876" y="19657"/>
                    <a:pt x="9761" y="20458"/>
                  </a:cubicBezTo>
                  <a:lnTo>
                    <a:pt x="9761" y="20458"/>
                  </a:lnTo>
                  <a:cubicBezTo>
                    <a:pt x="7896" y="20140"/>
                    <a:pt x="6139" y="19311"/>
                    <a:pt x="4695" y="18043"/>
                  </a:cubicBezTo>
                  <a:cubicBezTo>
                    <a:pt x="421" y="14286"/>
                    <a:pt x="1" y="7777"/>
                    <a:pt x="3755" y="3503"/>
                  </a:cubicBezTo>
                  <a:cubicBezTo>
                    <a:pt x="5228" y="1823"/>
                    <a:pt x="7191" y="684"/>
                    <a:pt x="9338" y="226"/>
                  </a:cubicBezTo>
                  <a:close/>
                  <a:moveTo>
                    <a:pt x="11483" y="0"/>
                  </a:moveTo>
                  <a:cubicBezTo>
                    <a:pt x="10756" y="0"/>
                    <a:pt x="10038" y="77"/>
                    <a:pt x="9338" y="226"/>
                  </a:cubicBezTo>
                  <a:lnTo>
                    <a:pt x="9338" y="226"/>
                  </a:lnTo>
                  <a:cubicBezTo>
                    <a:pt x="10017" y="86"/>
                    <a:pt x="10720" y="12"/>
                    <a:pt x="11440" y="12"/>
                  </a:cubicBezTo>
                  <a:cubicBezTo>
                    <a:pt x="11460" y="12"/>
                    <a:pt x="11479" y="12"/>
                    <a:pt x="11499" y="12"/>
                  </a:cubicBezTo>
                  <a:cubicBezTo>
                    <a:pt x="11501" y="12"/>
                    <a:pt x="11502" y="12"/>
                    <a:pt x="11504" y="12"/>
                  </a:cubicBezTo>
                  <a:cubicBezTo>
                    <a:pt x="16773" y="12"/>
                    <a:pt x="21193" y="3994"/>
                    <a:pt x="21740" y="9236"/>
                  </a:cubicBezTo>
                  <a:cubicBezTo>
                    <a:pt x="22285" y="14480"/>
                    <a:pt x="18780" y="19290"/>
                    <a:pt x="13619" y="20372"/>
                  </a:cubicBezTo>
                  <a:cubicBezTo>
                    <a:pt x="12919" y="20520"/>
                    <a:pt x="12206" y="20594"/>
                    <a:pt x="11490" y="20594"/>
                  </a:cubicBezTo>
                  <a:cubicBezTo>
                    <a:pt x="11473" y="20594"/>
                    <a:pt x="11456" y="20594"/>
                    <a:pt x="11439" y="20594"/>
                  </a:cubicBezTo>
                  <a:cubicBezTo>
                    <a:pt x="10868" y="20594"/>
                    <a:pt x="10307" y="20548"/>
                    <a:pt x="9761" y="20458"/>
                  </a:cubicBezTo>
                  <a:lnTo>
                    <a:pt x="9761" y="20458"/>
                  </a:lnTo>
                  <a:cubicBezTo>
                    <a:pt x="10329" y="20555"/>
                    <a:pt x="10907" y="20604"/>
                    <a:pt x="11490" y="20604"/>
                  </a:cubicBezTo>
                  <a:cubicBezTo>
                    <a:pt x="11713" y="20604"/>
                    <a:pt x="11936" y="20597"/>
                    <a:pt x="12160" y="20583"/>
                  </a:cubicBezTo>
                  <a:cubicBezTo>
                    <a:pt x="14887" y="20407"/>
                    <a:pt x="17431" y="19156"/>
                    <a:pt x="19234" y="17103"/>
                  </a:cubicBezTo>
                  <a:cubicBezTo>
                    <a:pt x="22989" y="12829"/>
                    <a:pt x="22569" y="6320"/>
                    <a:pt x="18295" y="2563"/>
                  </a:cubicBezTo>
                  <a:cubicBezTo>
                    <a:pt x="16420" y="912"/>
                    <a:pt x="14006" y="0"/>
                    <a:pt x="11509" y="0"/>
                  </a:cubicBezTo>
                  <a:cubicBezTo>
                    <a:pt x="11506" y="0"/>
                    <a:pt x="11503" y="0"/>
                    <a:pt x="11499" y="0"/>
                  </a:cubicBezTo>
                  <a:cubicBezTo>
                    <a:pt x="11494" y="0"/>
                    <a:pt x="11489" y="0"/>
                    <a:pt x="1148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0"/>
            <p:cNvSpPr/>
            <p:nvPr/>
          </p:nvSpPr>
          <p:spPr>
            <a:xfrm>
              <a:off x="1918750" y="2300450"/>
              <a:ext cx="313075" cy="675175"/>
            </a:xfrm>
            <a:custGeom>
              <a:avLst/>
              <a:gdLst/>
              <a:ahLst/>
              <a:cxnLst/>
              <a:rect l="l" t="t" r="r" b="b"/>
              <a:pathLst>
                <a:path w="12523" h="27007" extrusionOk="0">
                  <a:moveTo>
                    <a:pt x="8666" y="0"/>
                  </a:moveTo>
                  <a:lnTo>
                    <a:pt x="0" y="25168"/>
                  </a:lnTo>
                  <a:cubicBezTo>
                    <a:pt x="1058" y="25942"/>
                    <a:pt x="2222" y="26561"/>
                    <a:pt x="3455" y="27006"/>
                  </a:cubicBezTo>
                  <a:lnTo>
                    <a:pt x="12522" y="677"/>
                  </a:lnTo>
                  <a:cubicBezTo>
                    <a:pt x="11275" y="270"/>
                    <a:pt x="9978" y="42"/>
                    <a:pt x="8666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0"/>
            <p:cNvSpPr/>
            <p:nvPr/>
          </p:nvSpPr>
          <p:spPr>
            <a:xfrm>
              <a:off x="2039000" y="2330125"/>
              <a:ext cx="271850" cy="664550"/>
            </a:xfrm>
            <a:custGeom>
              <a:avLst/>
              <a:gdLst/>
              <a:ahLst/>
              <a:cxnLst/>
              <a:rect l="l" t="t" r="r" b="b"/>
              <a:pathLst>
                <a:path w="10874" h="26582" extrusionOk="0">
                  <a:moveTo>
                    <a:pt x="9033" y="0"/>
                  </a:moveTo>
                  <a:lnTo>
                    <a:pt x="0" y="26233"/>
                  </a:lnTo>
                  <a:cubicBezTo>
                    <a:pt x="677" y="26401"/>
                    <a:pt x="1365" y="26517"/>
                    <a:pt x="2060" y="26581"/>
                  </a:cubicBezTo>
                  <a:lnTo>
                    <a:pt x="10873" y="988"/>
                  </a:lnTo>
                  <a:cubicBezTo>
                    <a:pt x="10287" y="612"/>
                    <a:pt x="9670" y="282"/>
                    <a:pt x="9033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0"/>
            <p:cNvSpPr/>
            <p:nvPr/>
          </p:nvSpPr>
          <p:spPr>
            <a:xfrm>
              <a:off x="1717700" y="2254700"/>
              <a:ext cx="674075" cy="599875"/>
            </a:xfrm>
            <a:custGeom>
              <a:avLst/>
              <a:gdLst/>
              <a:ahLst/>
              <a:cxnLst/>
              <a:rect l="l" t="t" r="r" b="b"/>
              <a:pathLst>
                <a:path w="26963" h="23995" extrusionOk="0">
                  <a:moveTo>
                    <a:pt x="14948" y="0"/>
                  </a:moveTo>
                  <a:cubicBezTo>
                    <a:pt x="11086" y="0"/>
                    <a:pt x="7245" y="1602"/>
                    <a:pt x="4498" y="4730"/>
                  </a:cubicBezTo>
                  <a:cubicBezTo>
                    <a:pt x="0" y="9849"/>
                    <a:pt x="767" y="18552"/>
                    <a:pt x="5018" y="23994"/>
                  </a:cubicBezTo>
                  <a:cubicBezTo>
                    <a:pt x="1219" y="18841"/>
                    <a:pt x="1379" y="11563"/>
                    <a:pt x="5777" y="6554"/>
                  </a:cubicBezTo>
                  <a:cubicBezTo>
                    <a:pt x="8530" y="3420"/>
                    <a:pt x="12377" y="1820"/>
                    <a:pt x="16242" y="1820"/>
                  </a:cubicBezTo>
                  <a:cubicBezTo>
                    <a:pt x="16397" y="1820"/>
                    <a:pt x="16553" y="1823"/>
                    <a:pt x="16708" y="1828"/>
                  </a:cubicBezTo>
                  <a:cubicBezTo>
                    <a:pt x="18020" y="1872"/>
                    <a:pt x="19317" y="2100"/>
                    <a:pt x="20564" y="2507"/>
                  </a:cubicBezTo>
                  <a:cubicBezTo>
                    <a:pt x="21012" y="2655"/>
                    <a:pt x="21453" y="2823"/>
                    <a:pt x="21885" y="3015"/>
                  </a:cubicBezTo>
                  <a:cubicBezTo>
                    <a:pt x="22522" y="3299"/>
                    <a:pt x="23139" y="3629"/>
                    <a:pt x="23725" y="4005"/>
                  </a:cubicBezTo>
                  <a:cubicBezTo>
                    <a:pt x="24323" y="4389"/>
                    <a:pt x="24891" y="4816"/>
                    <a:pt x="25422" y="5285"/>
                  </a:cubicBezTo>
                  <a:cubicBezTo>
                    <a:pt x="25979" y="5769"/>
                    <a:pt x="26494" y="6300"/>
                    <a:pt x="26962" y="6871"/>
                  </a:cubicBezTo>
                  <a:cubicBezTo>
                    <a:pt x="26210" y="5592"/>
                    <a:pt x="25258" y="4439"/>
                    <a:pt x="24143" y="3463"/>
                  </a:cubicBezTo>
                  <a:cubicBezTo>
                    <a:pt x="23610" y="2994"/>
                    <a:pt x="23042" y="2567"/>
                    <a:pt x="22446" y="2184"/>
                  </a:cubicBezTo>
                  <a:cubicBezTo>
                    <a:pt x="21857" y="1807"/>
                    <a:pt x="21243" y="1477"/>
                    <a:pt x="20603" y="1193"/>
                  </a:cubicBezTo>
                  <a:cubicBezTo>
                    <a:pt x="20172" y="1001"/>
                    <a:pt x="19731" y="830"/>
                    <a:pt x="19283" y="685"/>
                  </a:cubicBezTo>
                  <a:cubicBezTo>
                    <a:pt x="18038" y="279"/>
                    <a:pt x="16740" y="50"/>
                    <a:pt x="15429" y="8"/>
                  </a:cubicBezTo>
                  <a:cubicBezTo>
                    <a:pt x="15269" y="3"/>
                    <a:pt x="15108" y="0"/>
                    <a:pt x="14948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4" name="Google Shape;534;p30"/>
          <p:cNvGrpSpPr/>
          <p:nvPr/>
        </p:nvGrpSpPr>
        <p:grpSpPr>
          <a:xfrm rot="-5400000">
            <a:off x="7118787" y="285297"/>
            <a:ext cx="676069" cy="397542"/>
            <a:chOff x="3588600" y="2424575"/>
            <a:chExt cx="1002475" cy="589475"/>
          </a:xfrm>
        </p:grpSpPr>
        <p:sp>
          <p:nvSpPr>
            <p:cNvPr id="535" name="Google Shape;535;p30"/>
            <p:cNvSpPr/>
            <p:nvPr/>
          </p:nvSpPr>
          <p:spPr>
            <a:xfrm>
              <a:off x="3588600" y="2424575"/>
              <a:ext cx="1002475" cy="560325"/>
            </a:xfrm>
            <a:custGeom>
              <a:avLst/>
              <a:gdLst/>
              <a:ahLst/>
              <a:cxnLst/>
              <a:rect l="l" t="t" r="r" b="b"/>
              <a:pathLst>
                <a:path w="40099" h="22413" extrusionOk="0">
                  <a:moveTo>
                    <a:pt x="27641" y="1"/>
                  </a:moveTo>
                  <a:cubicBezTo>
                    <a:pt x="27012" y="1"/>
                    <a:pt x="26337" y="29"/>
                    <a:pt x="25612" y="87"/>
                  </a:cubicBezTo>
                  <a:cubicBezTo>
                    <a:pt x="20336" y="514"/>
                    <a:pt x="3522" y="5460"/>
                    <a:pt x="3792" y="14946"/>
                  </a:cubicBezTo>
                  <a:cubicBezTo>
                    <a:pt x="3942" y="20169"/>
                    <a:pt x="8167" y="22413"/>
                    <a:pt x="8167" y="22413"/>
                  </a:cubicBezTo>
                  <a:cubicBezTo>
                    <a:pt x="8167" y="22413"/>
                    <a:pt x="1" y="9286"/>
                    <a:pt x="29867" y="5871"/>
                  </a:cubicBezTo>
                  <a:cubicBezTo>
                    <a:pt x="30556" y="5793"/>
                    <a:pt x="31186" y="5756"/>
                    <a:pt x="31760" y="5756"/>
                  </a:cubicBezTo>
                  <a:cubicBezTo>
                    <a:pt x="39561" y="5756"/>
                    <a:pt x="37224" y="12517"/>
                    <a:pt x="37224" y="12517"/>
                  </a:cubicBezTo>
                  <a:cubicBezTo>
                    <a:pt x="37224" y="12517"/>
                    <a:pt x="40098" y="9727"/>
                    <a:pt x="37048" y="4948"/>
                  </a:cubicBezTo>
                  <a:cubicBezTo>
                    <a:pt x="35725" y="2876"/>
                    <a:pt x="34060" y="1"/>
                    <a:pt x="27641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0"/>
            <p:cNvSpPr/>
            <p:nvPr/>
          </p:nvSpPr>
          <p:spPr>
            <a:xfrm>
              <a:off x="3728825" y="2541225"/>
              <a:ext cx="821900" cy="472725"/>
            </a:xfrm>
            <a:custGeom>
              <a:avLst/>
              <a:gdLst/>
              <a:ahLst/>
              <a:cxnLst/>
              <a:rect l="l" t="t" r="r" b="b"/>
              <a:pathLst>
                <a:path w="32876" h="18909" extrusionOk="0">
                  <a:moveTo>
                    <a:pt x="24519" y="0"/>
                  </a:moveTo>
                  <a:cubicBezTo>
                    <a:pt x="22919" y="0"/>
                    <a:pt x="21194" y="178"/>
                    <a:pt x="19393" y="527"/>
                  </a:cubicBezTo>
                  <a:cubicBezTo>
                    <a:pt x="17470" y="903"/>
                    <a:pt x="15581" y="1434"/>
                    <a:pt x="13743" y="2117"/>
                  </a:cubicBezTo>
                  <a:cubicBezTo>
                    <a:pt x="12517" y="2568"/>
                    <a:pt x="11316" y="3085"/>
                    <a:pt x="10146" y="3664"/>
                  </a:cubicBezTo>
                  <a:cubicBezTo>
                    <a:pt x="8673" y="4389"/>
                    <a:pt x="7303" y="5193"/>
                    <a:pt x="6080" y="6052"/>
                  </a:cubicBezTo>
                  <a:cubicBezTo>
                    <a:pt x="5422" y="6507"/>
                    <a:pt x="4803" y="6980"/>
                    <a:pt x="4242" y="7458"/>
                  </a:cubicBezTo>
                  <a:cubicBezTo>
                    <a:pt x="2210" y="9183"/>
                    <a:pt x="857" y="10968"/>
                    <a:pt x="330" y="12621"/>
                  </a:cubicBezTo>
                  <a:cubicBezTo>
                    <a:pt x="5" y="13632"/>
                    <a:pt x="0" y="14574"/>
                    <a:pt x="309" y="15415"/>
                  </a:cubicBezTo>
                  <a:cubicBezTo>
                    <a:pt x="1129" y="17636"/>
                    <a:pt x="4073" y="18908"/>
                    <a:pt x="8384" y="18908"/>
                  </a:cubicBezTo>
                  <a:cubicBezTo>
                    <a:pt x="9984" y="18908"/>
                    <a:pt x="11709" y="18731"/>
                    <a:pt x="13508" y="18382"/>
                  </a:cubicBezTo>
                  <a:cubicBezTo>
                    <a:pt x="15433" y="18006"/>
                    <a:pt x="17322" y="17472"/>
                    <a:pt x="19160" y="16789"/>
                  </a:cubicBezTo>
                  <a:cubicBezTo>
                    <a:pt x="19668" y="16602"/>
                    <a:pt x="20132" y="16419"/>
                    <a:pt x="20578" y="16232"/>
                  </a:cubicBezTo>
                  <a:lnTo>
                    <a:pt x="20580" y="16232"/>
                  </a:lnTo>
                  <a:cubicBezTo>
                    <a:pt x="23519" y="15015"/>
                    <a:pt x="26186" y="13466"/>
                    <a:pt x="28297" y="11753"/>
                  </a:cubicBezTo>
                  <a:cubicBezTo>
                    <a:pt x="28858" y="11298"/>
                    <a:pt x="29393" y="10813"/>
                    <a:pt x="29904" y="10303"/>
                  </a:cubicBezTo>
                  <a:cubicBezTo>
                    <a:pt x="30813" y="9384"/>
                    <a:pt x="31522" y="8462"/>
                    <a:pt x="32016" y="7567"/>
                  </a:cubicBezTo>
                  <a:cubicBezTo>
                    <a:pt x="32418" y="6835"/>
                    <a:pt x="32672" y="6121"/>
                    <a:pt x="32771" y="5447"/>
                  </a:cubicBezTo>
                  <a:cubicBezTo>
                    <a:pt x="32875" y="4752"/>
                    <a:pt x="32813" y="4094"/>
                    <a:pt x="32591" y="3494"/>
                  </a:cubicBezTo>
                  <a:cubicBezTo>
                    <a:pt x="31772" y="1275"/>
                    <a:pt x="28830" y="0"/>
                    <a:pt x="24519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0"/>
            <p:cNvSpPr/>
            <p:nvPr/>
          </p:nvSpPr>
          <p:spPr>
            <a:xfrm>
              <a:off x="3728475" y="2541100"/>
              <a:ext cx="826625" cy="472950"/>
            </a:xfrm>
            <a:custGeom>
              <a:avLst/>
              <a:gdLst/>
              <a:ahLst/>
              <a:cxnLst/>
              <a:rect l="l" t="t" r="r" b="b"/>
              <a:pathLst>
                <a:path w="33065" h="18918" extrusionOk="0">
                  <a:moveTo>
                    <a:pt x="24533" y="12"/>
                  </a:moveTo>
                  <a:cubicBezTo>
                    <a:pt x="25568" y="12"/>
                    <a:pt x="26537" y="88"/>
                    <a:pt x="27422" y="236"/>
                  </a:cubicBezTo>
                  <a:cubicBezTo>
                    <a:pt x="28311" y="384"/>
                    <a:pt x="29112" y="605"/>
                    <a:pt x="29802" y="896"/>
                  </a:cubicBezTo>
                  <a:cubicBezTo>
                    <a:pt x="30506" y="1192"/>
                    <a:pt x="31100" y="1559"/>
                    <a:pt x="31566" y="1988"/>
                  </a:cubicBezTo>
                  <a:cubicBezTo>
                    <a:pt x="32044" y="2429"/>
                    <a:pt x="32393" y="2937"/>
                    <a:pt x="32601" y="3501"/>
                  </a:cubicBezTo>
                  <a:cubicBezTo>
                    <a:pt x="32822" y="4101"/>
                    <a:pt x="32882" y="4757"/>
                    <a:pt x="32781" y="5450"/>
                  </a:cubicBezTo>
                  <a:cubicBezTo>
                    <a:pt x="32679" y="6124"/>
                    <a:pt x="32425" y="6837"/>
                    <a:pt x="32026" y="7569"/>
                  </a:cubicBezTo>
                  <a:cubicBezTo>
                    <a:pt x="31532" y="8465"/>
                    <a:pt x="30823" y="9384"/>
                    <a:pt x="29915" y="10303"/>
                  </a:cubicBezTo>
                  <a:cubicBezTo>
                    <a:pt x="29405" y="10816"/>
                    <a:pt x="28869" y="11298"/>
                    <a:pt x="28308" y="11753"/>
                  </a:cubicBezTo>
                  <a:cubicBezTo>
                    <a:pt x="26200" y="13464"/>
                    <a:pt x="23531" y="15013"/>
                    <a:pt x="20594" y="16233"/>
                  </a:cubicBezTo>
                  <a:lnTo>
                    <a:pt x="20589" y="16235"/>
                  </a:lnTo>
                  <a:cubicBezTo>
                    <a:pt x="20144" y="16420"/>
                    <a:pt x="19682" y="16602"/>
                    <a:pt x="19174" y="16789"/>
                  </a:cubicBezTo>
                  <a:cubicBezTo>
                    <a:pt x="17336" y="17473"/>
                    <a:pt x="15447" y="18006"/>
                    <a:pt x="13522" y="18382"/>
                  </a:cubicBezTo>
                  <a:cubicBezTo>
                    <a:pt x="11721" y="18731"/>
                    <a:pt x="9998" y="18906"/>
                    <a:pt x="8398" y="18906"/>
                  </a:cubicBezTo>
                  <a:cubicBezTo>
                    <a:pt x="7364" y="18906"/>
                    <a:pt x="6391" y="18833"/>
                    <a:pt x="5509" y="18685"/>
                  </a:cubicBezTo>
                  <a:cubicBezTo>
                    <a:pt x="4620" y="18537"/>
                    <a:pt x="3819" y="18313"/>
                    <a:pt x="3129" y="18024"/>
                  </a:cubicBezTo>
                  <a:cubicBezTo>
                    <a:pt x="2425" y="17729"/>
                    <a:pt x="1831" y="17359"/>
                    <a:pt x="1365" y="16932"/>
                  </a:cubicBezTo>
                  <a:cubicBezTo>
                    <a:pt x="885" y="16491"/>
                    <a:pt x="538" y="15983"/>
                    <a:pt x="328" y="15420"/>
                  </a:cubicBezTo>
                  <a:cubicBezTo>
                    <a:pt x="19" y="14579"/>
                    <a:pt x="26" y="13640"/>
                    <a:pt x="349" y="12628"/>
                  </a:cubicBezTo>
                  <a:cubicBezTo>
                    <a:pt x="875" y="10977"/>
                    <a:pt x="2228" y="9193"/>
                    <a:pt x="4260" y="7468"/>
                  </a:cubicBezTo>
                  <a:cubicBezTo>
                    <a:pt x="4821" y="6992"/>
                    <a:pt x="5438" y="6519"/>
                    <a:pt x="6096" y="6062"/>
                  </a:cubicBezTo>
                  <a:cubicBezTo>
                    <a:pt x="7322" y="5203"/>
                    <a:pt x="8689" y="4401"/>
                    <a:pt x="10162" y="3674"/>
                  </a:cubicBezTo>
                  <a:cubicBezTo>
                    <a:pt x="11333" y="3094"/>
                    <a:pt x="12533" y="2580"/>
                    <a:pt x="13759" y="2129"/>
                  </a:cubicBezTo>
                  <a:cubicBezTo>
                    <a:pt x="15595" y="1446"/>
                    <a:pt x="17486" y="912"/>
                    <a:pt x="19407" y="536"/>
                  </a:cubicBezTo>
                  <a:cubicBezTo>
                    <a:pt x="21208" y="190"/>
                    <a:pt x="22933" y="12"/>
                    <a:pt x="24533" y="12"/>
                  </a:cubicBezTo>
                  <a:close/>
                  <a:moveTo>
                    <a:pt x="24533" y="0"/>
                  </a:moveTo>
                  <a:cubicBezTo>
                    <a:pt x="21377" y="0"/>
                    <a:pt x="17611" y="693"/>
                    <a:pt x="13755" y="2118"/>
                  </a:cubicBezTo>
                  <a:cubicBezTo>
                    <a:pt x="12529" y="2570"/>
                    <a:pt x="11328" y="3085"/>
                    <a:pt x="10157" y="3665"/>
                  </a:cubicBezTo>
                  <a:cubicBezTo>
                    <a:pt x="8668" y="4399"/>
                    <a:pt x="7301" y="5205"/>
                    <a:pt x="6091" y="6052"/>
                  </a:cubicBezTo>
                  <a:cubicBezTo>
                    <a:pt x="5431" y="6509"/>
                    <a:pt x="4814" y="6983"/>
                    <a:pt x="4253" y="7461"/>
                  </a:cubicBezTo>
                  <a:cubicBezTo>
                    <a:pt x="2249" y="9160"/>
                    <a:pt x="871" y="10952"/>
                    <a:pt x="340" y="12624"/>
                  </a:cubicBezTo>
                  <a:cubicBezTo>
                    <a:pt x="21" y="13614"/>
                    <a:pt x="0" y="14561"/>
                    <a:pt x="319" y="15424"/>
                  </a:cubicBezTo>
                  <a:cubicBezTo>
                    <a:pt x="1169" y="17724"/>
                    <a:pt x="4256" y="18918"/>
                    <a:pt x="8398" y="18918"/>
                  </a:cubicBezTo>
                  <a:cubicBezTo>
                    <a:pt x="11554" y="18918"/>
                    <a:pt x="15323" y="18225"/>
                    <a:pt x="19179" y="16801"/>
                  </a:cubicBezTo>
                  <a:cubicBezTo>
                    <a:pt x="19661" y="16623"/>
                    <a:pt x="20130" y="16438"/>
                    <a:pt x="20594" y="16244"/>
                  </a:cubicBezTo>
                  <a:lnTo>
                    <a:pt x="20596" y="16244"/>
                  </a:lnTo>
                  <a:cubicBezTo>
                    <a:pt x="23630" y="14986"/>
                    <a:pt x="26269" y="13425"/>
                    <a:pt x="28315" y="11762"/>
                  </a:cubicBezTo>
                  <a:cubicBezTo>
                    <a:pt x="28876" y="11308"/>
                    <a:pt x="29412" y="10825"/>
                    <a:pt x="29922" y="10312"/>
                  </a:cubicBezTo>
                  <a:cubicBezTo>
                    <a:pt x="30823" y="9400"/>
                    <a:pt x="31539" y="8479"/>
                    <a:pt x="32035" y="7576"/>
                  </a:cubicBezTo>
                  <a:cubicBezTo>
                    <a:pt x="32829" y="6126"/>
                    <a:pt x="33065" y="4725"/>
                    <a:pt x="32612" y="3499"/>
                  </a:cubicBezTo>
                  <a:cubicBezTo>
                    <a:pt x="31763" y="1196"/>
                    <a:pt x="28675" y="3"/>
                    <a:pt x="24533" y="3"/>
                  </a:cubicBezTo>
                  <a:lnTo>
                    <a:pt x="24533" y="0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0"/>
            <p:cNvSpPr/>
            <p:nvPr/>
          </p:nvSpPr>
          <p:spPr>
            <a:xfrm>
              <a:off x="3839525" y="2619200"/>
              <a:ext cx="606025" cy="324450"/>
            </a:xfrm>
            <a:custGeom>
              <a:avLst/>
              <a:gdLst/>
              <a:ahLst/>
              <a:cxnLst/>
              <a:rect l="l" t="t" r="r" b="b"/>
              <a:pathLst>
                <a:path w="24241" h="12978" extrusionOk="0">
                  <a:moveTo>
                    <a:pt x="18484" y="0"/>
                  </a:moveTo>
                  <a:cubicBezTo>
                    <a:pt x="16067" y="0"/>
                    <a:pt x="13169" y="578"/>
                    <a:pt x="10324" y="1628"/>
                  </a:cubicBezTo>
                  <a:cubicBezTo>
                    <a:pt x="7216" y="2778"/>
                    <a:pt x="4478" y="4364"/>
                    <a:pt x="2619" y="6094"/>
                  </a:cubicBezTo>
                  <a:cubicBezTo>
                    <a:pt x="760" y="7823"/>
                    <a:pt x="1" y="9490"/>
                    <a:pt x="481" y="10788"/>
                  </a:cubicBezTo>
                  <a:cubicBezTo>
                    <a:pt x="742" y="11497"/>
                    <a:pt x="1351" y="12049"/>
                    <a:pt x="2291" y="12425"/>
                  </a:cubicBezTo>
                  <a:cubicBezTo>
                    <a:pt x="3199" y="12792"/>
                    <a:pt x="4367" y="12977"/>
                    <a:pt x="5757" y="12977"/>
                  </a:cubicBezTo>
                  <a:cubicBezTo>
                    <a:pt x="8177" y="12977"/>
                    <a:pt x="11072" y="12400"/>
                    <a:pt x="13917" y="11349"/>
                  </a:cubicBezTo>
                  <a:cubicBezTo>
                    <a:pt x="17025" y="10202"/>
                    <a:pt x="19763" y="8613"/>
                    <a:pt x="21622" y="6884"/>
                  </a:cubicBezTo>
                  <a:cubicBezTo>
                    <a:pt x="23481" y="5154"/>
                    <a:pt x="24240" y="3487"/>
                    <a:pt x="23762" y="2189"/>
                  </a:cubicBezTo>
                  <a:cubicBezTo>
                    <a:pt x="23499" y="1481"/>
                    <a:pt x="22892" y="931"/>
                    <a:pt x="21952" y="552"/>
                  </a:cubicBezTo>
                  <a:cubicBezTo>
                    <a:pt x="21042" y="185"/>
                    <a:pt x="19876" y="0"/>
                    <a:pt x="1848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0"/>
            <p:cNvSpPr/>
            <p:nvPr/>
          </p:nvSpPr>
          <p:spPr>
            <a:xfrm>
              <a:off x="3826550" y="2619025"/>
              <a:ext cx="632050" cy="324775"/>
            </a:xfrm>
            <a:custGeom>
              <a:avLst/>
              <a:gdLst/>
              <a:ahLst/>
              <a:cxnLst/>
              <a:rect l="l" t="t" r="r" b="b"/>
              <a:pathLst>
                <a:path w="25282" h="12991" extrusionOk="0">
                  <a:moveTo>
                    <a:pt x="19005" y="12"/>
                  </a:moveTo>
                  <a:cubicBezTo>
                    <a:pt x="20395" y="12"/>
                    <a:pt x="21561" y="199"/>
                    <a:pt x="22469" y="564"/>
                  </a:cubicBezTo>
                  <a:cubicBezTo>
                    <a:pt x="23406" y="943"/>
                    <a:pt x="24014" y="1492"/>
                    <a:pt x="24274" y="2199"/>
                  </a:cubicBezTo>
                  <a:cubicBezTo>
                    <a:pt x="24517" y="2852"/>
                    <a:pt x="24445" y="3600"/>
                    <a:pt x="24060" y="4420"/>
                  </a:cubicBezTo>
                  <a:cubicBezTo>
                    <a:pt x="23688" y="5214"/>
                    <a:pt x="23041" y="6046"/>
                    <a:pt x="22139" y="6886"/>
                  </a:cubicBezTo>
                  <a:cubicBezTo>
                    <a:pt x="21234" y="7726"/>
                    <a:pt x="20118" y="8537"/>
                    <a:pt x="18823" y="9294"/>
                  </a:cubicBezTo>
                  <a:cubicBezTo>
                    <a:pt x="17481" y="10077"/>
                    <a:pt x="16004" y="10770"/>
                    <a:pt x="14434" y="11349"/>
                  </a:cubicBezTo>
                  <a:cubicBezTo>
                    <a:pt x="11589" y="12400"/>
                    <a:pt x="8693" y="12977"/>
                    <a:pt x="6276" y="12977"/>
                  </a:cubicBezTo>
                  <a:cubicBezTo>
                    <a:pt x="4886" y="12977"/>
                    <a:pt x="3720" y="12792"/>
                    <a:pt x="2810" y="12428"/>
                  </a:cubicBezTo>
                  <a:cubicBezTo>
                    <a:pt x="1873" y="12049"/>
                    <a:pt x="1266" y="11499"/>
                    <a:pt x="1005" y="10793"/>
                  </a:cubicBezTo>
                  <a:cubicBezTo>
                    <a:pt x="762" y="10139"/>
                    <a:pt x="834" y="9391"/>
                    <a:pt x="1219" y="8569"/>
                  </a:cubicBezTo>
                  <a:cubicBezTo>
                    <a:pt x="1591" y="7775"/>
                    <a:pt x="2238" y="6946"/>
                    <a:pt x="3140" y="6106"/>
                  </a:cubicBezTo>
                  <a:cubicBezTo>
                    <a:pt x="4046" y="5265"/>
                    <a:pt x="5161" y="4452"/>
                    <a:pt x="6456" y="3697"/>
                  </a:cubicBezTo>
                  <a:cubicBezTo>
                    <a:pt x="7798" y="2912"/>
                    <a:pt x="9275" y="2222"/>
                    <a:pt x="10845" y="1640"/>
                  </a:cubicBezTo>
                  <a:cubicBezTo>
                    <a:pt x="13688" y="592"/>
                    <a:pt x="16586" y="12"/>
                    <a:pt x="19003" y="12"/>
                  </a:cubicBezTo>
                  <a:close/>
                  <a:moveTo>
                    <a:pt x="19003" y="1"/>
                  </a:moveTo>
                  <a:cubicBezTo>
                    <a:pt x="16669" y="1"/>
                    <a:pt x="13799" y="539"/>
                    <a:pt x="10843" y="1631"/>
                  </a:cubicBezTo>
                  <a:cubicBezTo>
                    <a:pt x="4410" y="4007"/>
                    <a:pt x="0" y="8110"/>
                    <a:pt x="993" y="10797"/>
                  </a:cubicBezTo>
                  <a:cubicBezTo>
                    <a:pt x="1529" y="12250"/>
                    <a:pt x="3533" y="12991"/>
                    <a:pt x="6276" y="12991"/>
                  </a:cubicBezTo>
                  <a:cubicBezTo>
                    <a:pt x="8610" y="12991"/>
                    <a:pt x="11480" y="12455"/>
                    <a:pt x="14438" y="11363"/>
                  </a:cubicBezTo>
                  <a:cubicBezTo>
                    <a:pt x="20871" y="8987"/>
                    <a:pt x="25281" y="4882"/>
                    <a:pt x="24288" y="2194"/>
                  </a:cubicBezTo>
                  <a:cubicBezTo>
                    <a:pt x="23750" y="742"/>
                    <a:pt x="21748" y="1"/>
                    <a:pt x="19003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0"/>
            <p:cNvSpPr/>
            <p:nvPr/>
          </p:nvSpPr>
          <p:spPr>
            <a:xfrm>
              <a:off x="3793350" y="2581275"/>
              <a:ext cx="694500" cy="395675"/>
            </a:xfrm>
            <a:custGeom>
              <a:avLst/>
              <a:gdLst/>
              <a:ahLst/>
              <a:cxnLst/>
              <a:rect l="l" t="t" r="r" b="b"/>
              <a:pathLst>
                <a:path w="27780" h="15827" fill="none" extrusionOk="0">
                  <a:moveTo>
                    <a:pt x="27193" y="3000"/>
                  </a:moveTo>
                  <a:cubicBezTo>
                    <a:pt x="27780" y="4588"/>
                    <a:pt x="26942" y="6630"/>
                    <a:pt x="24861" y="8675"/>
                  </a:cubicBezTo>
                  <a:cubicBezTo>
                    <a:pt x="22783" y="10721"/>
                    <a:pt x="19631" y="12601"/>
                    <a:pt x="16103" y="13905"/>
                  </a:cubicBezTo>
                  <a:cubicBezTo>
                    <a:pt x="12575" y="15207"/>
                    <a:pt x="8957" y="15826"/>
                    <a:pt x="6048" y="15623"/>
                  </a:cubicBezTo>
                  <a:cubicBezTo>
                    <a:pt x="3138" y="15422"/>
                    <a:pt x="1173" y="14416"/>
                    <a:pt x="587" y="12827"/>
                  </a:cubicBezTo>
                  <a:cubicBezTo>
                    <a:pt x="1" y="11236"/>
                    <a:pt x="839" y="9195"/>
                    <a:pt x="2919" y="7149"/>
                  </a:cubicBezTo>
                  <a:cubicBezTo>
                    <a:pt x="4999" y="5106"/>
                    <a:pt x="8149" y="3224"/>
                    <a:pt x="11677" y="1922"/>
                  </a:cubicBezTo>
                  <a:cubicBezTo>
                    <a:pt x="15205" y="617"/>
                    <a:pt x="18823" y="0"/>
                    <a:pt x="21733" y="201"/>
                  </a:cubicBezTo>
                  <a:cubicBezTo>
                    <a:pt x="24642" y="405"/>
                    <a:pt x="26607" y="1411"/>
                    <a:pt x="27193" y="300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0"/>
            <p:cNvSpPr/>
            <p:nvPr/>
          </p:nvSpPr>
          <p:spPr>
            <a:xfrm>
              <a:off x="3681200" y="2703950"/>
              <a:ext cx="755175" cy="243275"/>
            </a:xfrm>
            <a:custGeom>
              <a:avLst/>
              <a:gdLst/>
              <a:ahLst/>
              <a:cxnLst/>
              <a:rect l="l" t="t" r="r" b="b"/>
              <a:pathLst>
                <a:path w="30207" h="9731" extrusionOk="0">
                  <a:moveTo>
                    <a:pt x="926" y="0"/>
                  </a:moveTo>
                  <a:cubicBezTo>
                    <a:pt x="129" y="1312"/>
                    <a:pt x="0" y="3260"/>
                    <a:pt x="259" y="5583"/>
                  </a:cubicBezTo>
                  <a:lnTo>
                    <a:pt x="2378" y="5980"/>
                  </a:lnTo>
                  <a:lnTo>
                    <a:pt x="4900" y="6585"/>
                  </a:lnTo>
                  <a:lnTo>
                    <a:pt x="6687" y="6906"/>
                  </a:lnTo>
                  <a:lnTo>
                    <a:pt x="17477" y="8832"/>
                  </a:lnTo>
                  <a:lnTo>
                    <a:pt x="19846" y="9255"/>
                  </a:lnTo>
                  <a:lnTo>
                    <a:pt x="19848" y="9255"/>
                  </a:lnTo>
                  <a:lnTo>
                    <a:pt x="22485" y="9730"/>
                  </a:lnTo>
                  <a:lnTo>
                    <a:pt x="22487" y="9730"/>
                  </a:lnTo>
                  <a:cubicBezTo>
                    <a:pt x="25521" y="8472"/>
                    <a:pt x="28160" y="6909"/>
                    <a:pt x="30206" y="5246"/>
                  </a:cubicBezTo>
                  <a:lnTo>
                    <a:pt x="28107" y="4872"/>
                  </a:lnTo>
                  <a:lnTo>
                    <a:pt x="26623" y="4604"/>
                  </a:lnTo>
                  <a:lnTo>
                    <a:pt x="20065" y="3434"/>
                  </a:lnTo>
                  <a:lnTo>
                    <a:pt x="19941" y="3413"/>
                  </a:lnTo>
                  <a:lnTo>
                    <a:pt x="18770" y="3200"/>
                  </a:lnTo>
                  <a:lnTo>
                    <a:pt x="18765" y="3200"/>
                  </a:lnTo>
                  <a:lnTo>
                    <a:pt x="15867" y="2683"/>
                  </a:lnTo>
                  <a:lnTo>
                    <a:pt x="10185" y="1665"/>
                  </a:lnTo>
                  <a:lnTo>
                    <a:pt x="8396" y="1349"/>
                  </a:lnTo>
                  <a:lnTo>
                    <a:pt x="6144" y="947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0"/>
            <p:cNvSpPr/>
            <p:nvPr/>
          </p:nvSpPr>
          <p:spPr>
            <a:xfrm>
              <a:off x="3728300" y="2598600"/>
              <a:ext cx="801050" cy="200325"/>
            </a:xfrm>
            <a:custGeom>
              <a:avLst/>
              <a:gdLst/>
              <a:ahLst/>
              <a:cxnLst/>
              <a:rect l="l" t="t" r="r" b="b"/>
              <a:pathLst>
                <a:path w="32042" h="8013" extrusionOk="0">
                  <a:moveTo>
                    <a:pt x="2584" y="0"/>
                  </a:moveTo>
                  <a:lnTo>
                    <a:pt x="0" y="2649"/>
                  </a:lnTo>
                  <a:lnTo>
                    <a:pt x="6096" y="3752"/>
                  </a:lnTo>
                  <a:lnTo>
                    <a:pt x="8403" y="4163"/>
                  </a:lnTo>
                  <a:lnTo>
                    <a:pt x="10368" y="4512"/>
                  </a:lnTo>
                  <a:lnTo>
                    <a:pt x="17371" y="5763"/>
                  </a:lnTo>
                  <a:lnTo>
                    <a:pt x="18858" y="6031"/>
                  </a:lnTo>
                  <a:lnTo>
                    <a:pt x="19421" y="6131"/>
                  </a:lnTo>
                  <a:lnTo>
                    <a:pt x="19426" y="6131"/>
                  </a:lnTo>
                  <a:lnTo>
                    <a:pt x="20178" y="6267"/>
                  </a:lnTo>
                  <a:lnTo>
                    <a:pt x="26420" y="7382"/>
                  </a:lnTo>
                  <a:lnTo>
                    <a:pt x="27810" y="7631"/>
                  </a:lnTo>
                  <a:lnTo>
                    <a:pt x="29929" y="8012"/>
                  </a:lnTo>
                  <a:cubicBezTo>
                    <a:pt x="30830" y="7100"/>
                    <a:pt x="31546" y="6177"/>
                    <a:pt x="32042" y="5276"/>
                  </a:cubicBezTo>
                  <a:lnTo>
                    <a:pt x="29682" y="4854"/>
                  </a:lnTo>
                  <a:lnTo>
                    <a:pt x="28241" y="4595"/>
                  </a:lnTo>
                  <a:lnTo>
                    <a:pt x="15258" y="2277"/>
                  </a:lnTo>
                  <a:lnTo>
                    <a:pt x="15256" y="2277"/>
                  </a:lnTo>
                  <a:lnTo>
                    <a:pt x="12769" y="1829"/>
                  </a:lnTo>
                  <a:lnTo>
                    <a:pt x="10164" y="1365"/>
                  </a:lnTo>
                  <a:lnTo>
                    <a:pt x="2584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3" name="Google Shape;543;p30"/>
          <p:cNvGrpSpPr/>
          <p:nvPr/>
        </p:nvGrpSpPr>
        <p:grpSpPr>
          <a:xfrm rot="5248599">
            <a:off x="913327" y="3588757"/>
            <a:ext cx="549186" cy="531470"/>
            <a:chOff x="1785750" y="3413025"/>
            <a:chExt cx="785025" cy="759700"/>
          </a:xfrm>
        </p:grpSpPr>
        <p:sp>
          <p:nvSpPr>
            <p:cNvPr id="544" name="Google Shape;544;p30"/>
            <p:cNvSpPr/>
            <p:nvPr/>
          </p:nvSpPr>
          <p:spPr>
            <a:xfrm>
              <a:off x="1785750" y="3414125"/>
              <a:ext cx="739475" cy="758125"/>
            </a:xfrm>
            <a:custGeom>
              <a:avLst/>
              <a:gdLst/>
              <a:ahLst/>
              <a:cxnLst/>
              <a:rect l="l" t="t" r="r" b="b"/>
              <a:pathLst>
                <a:path w="29579" h="30325" extrusionOk="0">
                  <a:moveTo>
                    <a:pt x="9020" y="1"/>
                  </a:moveTo>
                  <a:cubicBezTo>
                    <a:pt x="7692" y="1"/>
                    <a:pt x="5740" y="539"/>
                    <a:pt x="3861" y="3055"/>
                  </a:cubicBezTo>
                  <a:cubicBezTo>
                    <a:pt x="2298" y="5150"/>
                    <a:pt x="1" y="7953"/>
                    <a:pt x="3376" y="15081"/>
                  </a:cubicBezTo>
                  <a:cubicBezTo>
                    <a:pt x="5324" y="19195"/>
                    <a:pt x="13615" y="30324"/>
                    <a:pt x="21398" y="30324"/>
                  </a:cubicBezTo>
                  <a:cubicBezTo>
                    <a:pt x="22382" y="30324"/>
                    <a:pt x="23358" y="30147"/>
                    <a:pt x="24312" y="29754"/>
                  </a:cubicBezTo>
                  <a:cubicBezTo>
                    <a:pt x="28992" y="27831"/>
                    <a:pt x="29579" y="23234"/>
                    <a:pt x="29579" y="23234"/>
                  </a:cubicBezTo>
                  <a:lnTo>
                    <a:pt x="29579" y="23234"/>
                  </a:lnTo>
                  <a:cubicBezTo>
                    <a:pt x="29578" y="23234"/>
                    <a:pt x="27493" y="25961"/>
                    <a:pt x="23856" y="25961"/>
                  </a:cubicBezTo>
                  <a:cubicBezTo>
                    <a:pt x="19899" y="25961"/>
                    <a:pt x="14105" y="22732"/>
                    <a:pt x="7161" y="9243"/>
                  </a:cubicBezTo>
                  <a:cubicBezTo>
                    <a:pt x="2674" y="532"/>
                    <a:pt x="10659" y="303"/>
                    <a:pt x="10659" y="303"/>
                  </a:cubicBezTo>
                  <a:cubicBezTo>
                    <a:pt x="10659" y="303"/>
                    <a:pt x="10015" y="1"/>
                    <a:pt x="9020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0"/>
            <p:cNvSpPr/>
            <p:nvPr/>
          </p:nvSpPr>
          <p:spPr>
            <a:xfrm>
              <a:off x="1907725" y="3413150"/>
              <a:ext cx="621375" cy="676450"/>
            </a:xfrm>
            <a:custGeom>
              <a:avLst/>
              <a:gdLst/>
              <a:ahLst/>
              <a:cxnLst/>
              <a:rect l="l" t="t" r="r" b="b"/>
              <a:pathLst>
                <a:path w="24855" h="27058" extrusionOk="0">
                  <a:moveTo>
                    <a:pt x="4358" y="0"/>
                  </a:moveTo>
                  <a:cubicBezTo>
                    <a:pt x="3185" y="0"/>
                    <a:pt x="2222" y="319"/>
                    <a:pt x="1497" y="949"/>
                  </a:cubicBezTo>
                  <a:cubicBezTo>
                    <a:pt x="725" y="1619"/>
                    <a:pt x="266" y="2603"/>
                    <a:pt x="132" y="3870"/>
                  </a:cubicBezTo>
                  <a:cubicBezTo>
                    <a:pt x="0" y="5094"/>
                    <a:pt x="176" y="6532"/>
                    <a:pt x="656" y="8144"/>
                  </a:cubicBezTo>
                  <a:cubicBezTo>
                    <a:pt x="1640" y="11460"/>
                    <a:pt x="3789" y="15136"/>
                    <a:pt x="6710" y="18495"/>
                  </a:cubicBezTo>
                  <a:cubicBezTo>
                    <a:pt x="7537" y="19451"/>
                    <a:pt x="8417" y="20361"/>
                    <a:pt x="9343" y="21225"/>
                  </a:cubicBezTo>
                  <a:cubicBezTo>
                    <a:pt x="10504" y="22310"/>
                    <a:pt x="11700" y="23275"/>
                    <a:pt x="12898" y="24090"/>
                  </a:cubicBezTo>
                  <a:cubicBezTo>
                    <a:pt x="13538" y="24529"/>
                    <a:pt x="14178" y="24928"/>
                    <a:pt x="14803" y="25272"/>
                  </a:cubicBezTo>
                  <a:cubicBezTo>
                    <a:pt x="16911" y="26438"/>
                    <a:pt x="18881" y="27057"/>
                    <a:pt x="20497" y="27057"/>
                  </a:cubicBezTo>
                  <a:cubicBezTo>
                    <a:pt x="20606" y="27057"/>
                    <a:pt x="20714" y="27052"/>
                    <a:pt x="20818" y="27048"/>
                  </a:cubicBezTo>
                  <a:cubicBezTo>
                    <a:pt x="21848" y="26995"/>
                    <a:pt x="22702" y="26678"/>
                    <a:pt x="23358" y="26108"/>
                  </a:cubicBezTo>
                  <a:cubicBezTo>
                    <a:pt x="24129" y="25438"/>
                    <a:pt x="24589" y="24455"/>
                    <a:pt x="24723" y="23187"/>
                  </a:cubicBezTo>
                  <a:cubicBezTo>
                    <a:pt x="24854" y="21961"/>
                    <a:pt x="24677" y="20525"/>
                    <a:pt x="24199" y="18911"/>
                  </a:cubicBezTo>
                  <a:cubicBezTo>
                    <a:pt x="23215" y="15598"/>
                    <a:pt x="21063" y="11922"/>
                    <a:pt x="18144" y="8560"/>
                  </a:cubicBezTo>
                  <a:cubicBezTo>
                    <a:pt x="17800" y="8165"/>
                    <a:pt x="17477" y="7807"/>
                    <a:pt x="17154" y="7468"/>
                  </a:cubicBezTo>
                  <a:lnTo>
                    <a:pt x="17152" y="7465"/>
                  </a:lnTo>
                  <a:cubicBezTo>
                    <a:pt x="15041" y="5219"/>
                    <a:pt x="12723" y="3332"/>
                    <a:pt x="10449" y="2011"/>
                  </a:cubicBezTo>
                  <a:cubicBezTo>
                    <a:pt x="9846" y="1658"/>
                    <a:pt x="9223" y="1337"/>
                    <a:pt x="8585" y="1051"/>
                  </a:cubicBezTo>
                  <a:cubicBezTo>
                    <a:pt x="7442" y="543"/>
                    <a:pt x="6364" y="215"/>
                    <a:pt x="5385" y="74"/>
                  </a:cubicBezTo>
                  <a:cubicBezTo>
                    <a:pt x="5046" y="26"/>
                    <a:pt x="4702" y="0"/>
                    <a:pt x="4358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0"/>
            <p:cNvSpPr/>
            <p:nvPr/>
          </p:nvSpPr>
          <p:spPr>
            <a:xfrm>
              <a:off x="1866050" y="3413025"/>
              <a:ext cx="704725" cy="676675"/>
            </a:xfrm>
            <a:custGeom>
              <a:avLst/>
              <a:gdLst/>
              <a:ahLst/>
              <a:cxnLst/>
              <a:rect l="l" t="t" r="r" b="b"/>
              <a:pathLst>
                <a:path w="28189" h="27067" extrusionOk="0">
                  <a:moveTo>
                    <a:pt x="6022" y="1"/>
                  </a:moveTo>
                  <a:cubicBezTo>
                    <a:pt x="6022" y="1"/>
                    <a:pt x="6022" y="1"/>
                    <a:pt x="6022" y="1"/>
                  </a:cubicBezTo>
                  <a:lnTo>
                    <a:pt x="6022" y="1"/>
                  </a:lnTo>
                  <a:cubicBezTo>
                    <a:pt x="6023" y="1"/>
                    <a:pt x="6024" y="1"/>
                    <a:pt x="6025" y="1"/>
                  </a:cubicBezTo>
                  <a:close/>
                  <a:moveTo>
                    <a:pt x="6025" y="12"/>
                  </a:moveTo>
                  <a:cubicBezTo>
                    <a:pt x="6369" y="12"/>
                    <a:pt x="6710" y="38"/>
                    <a:pt x="7052" y="86"/>
                  </a:cubicBezTo>
                  <a:cubicBezTo>
                    <a:pt x="8031" y="227"/>
                    <a:pt x="9107" y="555"/>
                    <a:pt x="10250" y="1063"/>
                  </a:cubicBezTo>
                  <a:cubicBezTo>
                    <a:pt x="10887" y="1349"/>
                    <a:pt x="11511" y="1668"/>
                    <a:pt x="12113" y="2021"/>
                  </a:cubicBezTo>
                  <a:cubicBezTo>
                    <a:pt x="14388" y="3344"/>
                    <a:pt x="16706" y="5231"/>
                    <a:pt x="18814" y="7475"/>
                  </a:cubicBezTo>
                  <a:lnTo>
                    <a:pt x="18816" y="7477"/>
                  </a:lnTo>
                  <a:cubicBezTo>
                    <a:pt x="19139" y="7817"/>
                    <a:pt x="19463" y="8172"/>
                    <a:pt x="19807" y="8569"/>
                  </a:cubicBezTo>
                  <a:cubicBezTo>
                    <a:pt x="21282" y="10266"/>
                    <a:pt x="22561" y="12047"/>
                    <a:pt x="23612" y="13855"/>
                  </a:cubicBezTo>
                  <a:cubicBezTo>
                    <a:pt x="24626" y="15605"/>
                    <a:pt x="25381" y="17307"/>
                    <a:pt x="25861" y="18918"/>
                  </a:cubicBezTo>
                  <a:cubicBezTo>
                    <a:pt x="26339" y="20530"/>
                    <a:pt x="26514" y="21966"/>
                    <a:pt x="26385" y="23190"/>
                  </a:cubicBezTo>
                  <a:cubicBezTo>
                    <a:pt x="26251" y="24458"/>
                    <a:pt x="25792" y="25439"/>
                    <a:pt x="25020" y="26108"/>
                  </a:cubicBezTo>
                  <a:cubicBezTo>
                    <a:pt x="24365" y="26676"/>
                    <a:pt x="23513" y="26993"/>
                    <a:pt x="22485" y="27046"/>
                  </a:cubicBezTo>
                  <a:cubicBezTo>
                    <a:pt x="22381" y="27051"/>
                    <a:pt x="22273" y="27055"/>
                    <a:pt x="22164" y="27055"/>
                  </a:cubicBezTo>
                  <a:cubicBezTo>
                    <a:pt x="20548" y="27055"/>
                    <a:pt x="18578" y="26439"/>
                    <a:pt x="16473" y="25270"/>
                  </a:cubicBezTo>
                  <a:cubicBezTo>
                    <a:pt x="15847" y="24926"/>
                    <a:pt x="15207" y="24529"/>
                    <a:pt x="14568" y="24088"/>
                  </a:cubicBezTo>
                  <a:cubicBezTo>
                    <a:pt x="13369" y="23273"/>
                    <a:pt x="12173" y="22310"/>
                    <a:pt x="11012" y="21225"/>
                  </a:cubicBezTo>
                  <a:cubicBezTo>
                    <a:pt x="10086" y="20361"/>
                    <a:pt x="9209" y="19452"/>
                    <a:pt x="8380" y="18496"/>
                  </a:cubicBezTo>
                  <a:cubicBezTo>
                    <a:pt x="6904" y="16799"/>
                    <a:pt x="5625" y="15018"/>
                    <a:pt x="4574" y="13210"/>
                  </a:cubicBezTo>
                  <a:cubicBezTo>
                    <a:pt x="3561" y="11463"/>
                    <a:pt x="2806" y="9759"/>
                    <a:pt x="2326" y="8147"/>
                  </a:cubicBezTo>
                  <a:cubicBezTo>
                    <a:pt x="1848" y="6535"/>
                    <a:pt x="1672" y="5099"/>
                    <a:pt x="1801" y="3875"/>
                  </a:cubicBezTo>
                  <a:cubicBezTo>
                    <a:pt x="1938" y="2610"/>
                    <a:pt x="2397" y="1629"/>
                    <a:pt x="3166" y="959"/>
                  </a:cubicBezTo>
                  <a:cubicBezTo>
                    <a:pt x="3889" y="331"/>
                    <a:pt x="4852" y="12"/>
                    <a:pt x="6025" y="12"/>
                  </a:cubicBezTo>
                  <a:close/>
                  <a:moveTo>
                    <a:pt x="6022" y="1"/>
                  </a:moveTo>
                  <a:lnTo>
                    <a:pt x="6022" y="1"/>
                  </a:lnTo>
                  <a:cubicBezTo>
                    <a:pt x="4880" y="1"/>
                    <a:pt x="3902" y="306"/>
                    <a:pt x="3159" y="950"/>
                  </a:cubicBezTo>
                  <a:cubicBezTo>
                    <a:pt x="0" y="3695"/>
                    <a:pt x="2335" y="11555"/>
                    <a:pt x="8370" y="18503"/>
                  </a:cubicBezTo>
                  <a:cubicBezTo>
                    <a:pt x="9199" y="19461"/>
                    <a:pt x="10079" y="20371"/>
                    <a:pt x="11005" y="21234"/>
                  </a:cubicBezTo>
                  <a:cubicBezTo>
                    <a:pt x="12180" y="22331"/>
                    <a:pt x="13379" y="23291"/>
                    <a:pt x="14561" y="24100"/>
                  </a:cubicBezTo>
                  <a:cubicBezTo>
                    <a:pt x="15203" y="24541"/>
                    <a:pt x="15840" y="24935"/>
                    <a:pt x="16466" y="25282"/>
                  </a:cubicBezTo>
                  <a:cubicBezTo>
                    <a:pt x="18553" y="26436"/>
                    <a:pt x="20527" y="27067"/>
                    <a:pt x="22162" y="27067"/>
                  </a:cubicBezTo>
                  <a:cubicBezTo>
                    <a:pt x="22273" y="27067"/>
                    <a:pt x="22379" y="27064"/>
                    <a:pt x="22485" y="27060"/>
                  </a:cubicBezTo>
                  <a:cubicBezTo>
                    <a:pt x="23490" y="27007"/>
                    <a:pt x="24355" y="26702"/>
                    <a:pt x="25027" y="26118"/>
                  </a:cubicBezTo>
                  <a:cubicBezTo>
                    <a:pt x="28188" y="23372"/>
                    <a:pt x="25854" y="15513"/>
                    <a:pt x="19814" y="8562"/>
                  </a:cubicBezTo>
                  <a:cubicBezTo>
                    <a:pt x="19486" y="8186"/>
                    <a:pt x="19160" y="7824"/>
                    <a:pt x="18825" y="7470"/>
                  </a:cubicBezTo>
                  <a:lnTo>
                    <a:pt x="18823" y="7468"/>
                  </a:lnTo>
                  <a:cubicBezTo>
                    <a:pt x="16643" y="5150"/>
                    <a:pt x="14323" y="3296"/>
                    <a:pt x="12118" y="2012"/>
                  </a:cubicBezTo>
                  <a:cubicBezTo>
                    <a:pt x="11515" y="1659"/>
                    <a:pt x="10892" y="1340"/>
                    <a:pt x="10255" y="1054"/>
                  </a:cubicBezTo>
                  <a:cubicBezTo>
                    <a:pt x="9121" y="550"/>
                    <a:pt x="8038" y="215"/>
                    <a:pt x="7050" y="77"/>
                  </a:cubicBezTo>
                  <a:cubicBezTo>
                    <a:pt x="6710" y="28"/>
                    <a:pt x="6366" y="3"/>
                    <a:pt x="6022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0"/>
            <p:cNvSpPr/>
            <p:nvPr/>
          </p:nvSpPr>
          <p:spPr>
            <a:xfrm>
              <a:off x="1995350" y="3506475"/>
              <a:ext cx="474975" cy="482675"/>
            </a:xfrm>
            <a:custGeom>
              <a:avLst/>
              <a:gdLst/>
              <a:ahLst/>
              <a:cxnLst/>
              <a:rect l="l" t="t" r="r" b="b"/>
              <a:pathLst>
                <a:path w="18999" h="19307" extrusionOk="0">
                  <a:moveTo>
                    <a:pt x="2905" y="1"/>
                  </a:moveTo>
                  <a:cubicBezTo>
                    <a:pt x="2180" y="1"/>
                    <a:pt x="1587" y="197"/>
                    <a:pt x="1143" y="583"/>
                  </a:cubicBezTo>
                  <a:cubicBezTo>
                    <a:pt x="132" y="1460"/>
                    <a:pt x="0" y="3229"/>
                    <a:pt x="774" y="5566"/>
                  </a:cubicBezTo>
                  <a:cubicBezTo>
                    <a:pt x="1548" y="7900"/>
                    <a:pt x="3134" y="10521"/>
                    <a:pt x="5240" y="12945"/>
                  </a:cubicBezTo>
                  <a:cubicBezTo>
                    <a:pt x="6893" y="14848"/>
                    <a:pt x="8715" y="16455"/>
                    <a:pt x="10516" y="17598"/>
                  </a:cubicBezTo>
                  <a:cubicBezTo>
                    <a:pt x="12275" y="18715"/>
                    <a:pt x="13880" y="19306"/>
                    <a:pt x="15150" y="19306"/>
                  </a:cubicBezTo>
                  <a:cubicBezTo>
                    <a:pt x="15875" y="19306"/>
                    <a:pt x="16468" y="19112"/>
                    <a:pt x="16909" y="18727"/>
                  </a:cubicBezTo>
                  <a:cubicBezTo>
                    <a:pt x="18999" y="16912"/>
                    <a:pt x="17161" y="11366"/>
                    <a:pt x="12813" y="6362"/>
                  </a:cubicBezTo>
                  <a:cubicBezTo>
                    <a:pt x="11162" y="4462"/>
                    <a:pt x="9338" y="2853"/>
                    <a:pt x="7539" y="1710"/>
                  </a:cubicBezTo>
                  <a:cubicBezTo>
                    <a:pt x="5778" y="592"/>
                    <a:pt x="4175" y="1"/>
                    <a:pt x="2905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0"/>
            <p:cNvSpPr/>
            <p:nvPr/>
          </p:nvSpPr>
          <p:spPr>
            <a:xfrm>
              <a:off x="1971500" y="3506375"/>
              <a:ext cx="499050" cy="482950"/>
            </a:xfrm>
            <a:custGeom>
              <a:avLst/>
              <a:gdLst/>
              <a:ahLst/>
              <a:cxnLst/>
              <a:rect l="l" t="t" r="r" b="b"/>
              <a:pathLst>
                <a:path w="19962" h="19318" extrusionOk="0">
                  <a:moveTo>
                    <a:pt x="3859" y="12"/>
                  </a:moveTo>
                  <a:cubicBezTo>
                    <a:pt x="4492" y="12"/>
                    <a:pt x="5212" y="160"/>
                    <a:pt x="6004" y="453"/>
                  </a:cubicBezTo>
                  <a:cubicBezTo>
                    <a:pt x="6787" y="744"/>
                    <a:pt x="7625" y="1169"/>
                    <a:pt x="8491" y="1721"/>
                  </a:cubicBezTo>
                  <a:cubicBezTo>
                    <a:pt x="10290" y="2861"/>
                    <a:pt x="12114" y="4471"/>
                    <a:pt x="13765" y="6371"/>
                  </a:cubicBezTo>
                  <a:cubicBezTo>
                    <a:pt x="14829" y="7595"/>
                    <a:pt x="15762" y="8871"/>
                    <a:pt x="16535" y="10160"/>
                  </a:cubicBezTo>
                  <a:cubicBezTo>
                    <a:pt x="17284" y="11407"/>
                    <a:pt x="17854" y="12614"/>
                    <a:pt x="18228" y="13750"/>
                  </a:cubicBezTo>
                  <a:cubicBezTo>
                    <a:pt x="18604" y="14886"/>
                    <a:pt x="18768" y="15891"/>
                    <a:pt x="18713" y="16738"/>
                  </a:cubicBezTo>
                  <a:cubicBezTo>
                    <a:pt x="18657" y="17613"/>
                    <a:pt x="18371" y="18283"/>
                    <a:pt x="17861" y="18726"/>
                  </a:cubicBezTo>
                  <a:cubicBezTo>
                    <a:pt x="17418" y="19110"/>
                    <a:pt x="16826" y="19306"/>
                    <a:pt x="16104" y="19306"/>
                  </a:cubicBezTo>
                  <a:cubicBezTo>
                    <a:pt x="15471" y="19306"/>
                    <a:pt x="14751" y="19156"/>
                    <a:pt x="13959" y="18862"/>
                  </a:cubicBezTo>
                  <a:cubicBezTo>
                    <a:pt x="13176" y="18574"/>
                    <a:pt x="12338" y="18147"/>
                    <a:pt x="11472" y="17597"/>
                  </a:cubicBezTo>
                  <a:cubicBezTo>
                    <a:pt x="9673" y="16454"/>
                    <a:pt x="7849" y="14847"/>
                    <a:pt x="6198" y="12947"/>
                  </a:cubicBezTo>
                  <a:cubicBezTo>
                    <a:pt x="5134" y="11721"/>
                    <a:pt x="4201" y="10446"/>
                    <a:pt x="3427" y="9155"/>
                  </a:cubicBezTo>
                  <a:cubicBezTo>
                    <a:pt x="2679" y="7909"/>
                    <a:pt x="2109" y="6703"/>
                    <a:pt x="1735" y="5567"/>
                  </a:cubicBezTo>
                  <a:cubicBezTo>
                    <a:pt x="1359" y="4431"/>
                    <a:pt x="1195" y="3427"/>
                    <a:pt x="1250" y="2579"/>
                  </a:cubicBezTo>
                  <a:cubicBezTo>
                    <a:pt x="1305" y="1702"/>
                    <a:pt x="1592" y="1035"/>
                    <a:pt x="2102" y="591"/>
                  </a:cubicBezTo>
                  <a:cubicBezTo>
                    <a:pt x="2545" y="206"/>
                    <a:pt x="3136" y="12"/>
                    <a:pt x="3859" y="12"/>
                  </a:cubicBezTo>
                  <a:close/>
                  <a:moveTo>
                    <a:pt x="3859" y="0"/>
                  </a:moveTo>
                  <a:cubicBezTo>
                    <a:pt x="3150" y="0"/>
                    <a:pt x="2548" y="187"/>
                    <a:pt x="2095" y="582"/>
                  </a:cubicBezTo>
                  <a:cubicBezTo>
                    <a:pt x="1" y="2402"/>
                    <a:pt x="1834" y="7941"/>
                    <a:pt x="6189" y="12954"/>
                  </a:cubicBezTo>
                  <a:cubicBezTo>
                    <a:pt x="9599" y="16879"/>
                    <a:pt x="13545" y="19317"/>
                    <a:pt x="16104" y="19317"/>
                  </a:cubicBezTo>
                  <a:cubicBezTo>
                    <a:pt x="16813" y="19317"/>
                    <a:pt x="17415" y="19130"/>
                    <a:pt x="17868" y="18735"/>
                  </a:cubicBezTo>
                  <a:cubicBezTo>
                    <a:pt x="19962" y="16914"/>
                    <a:pt x="18129" y="11374"/>
                    <a:pt x="13774" y="6364"/>
                  </a:cubicBezTo>
                  <a:cubicBezTo>
                    <a:pt x="10364" y="2439"/>
                    <a:pt x="6418" y="0"/>
                    <a:pt x="385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0"/>
            <p:cNvSpPr/>
            <p:nvPr/>
          </p:nvSpPr>
          <p:spPr>
            <a:xfrm>
              <a:off x="1957425" y="3464225"/>
              <a:ext cx="524275" cy="572250"/>
            </a:xfrm>
            <a:custGeom>
              <a:avLst/>
              <a:gdLst/>
              <a:ahLst/>
              <a:cxnLst/>
              <a:rect l="l" t="t" r="r" b="b"/>
              <a:pathLst>
                <a:path w="20971" h="22890" fill="none" extrusionOk="0">
                  <a:moveTo>
                    <a:pt x="15154" y="7387"/>
                  </a:moveTo>
                  <a:cubicBezTo>
                    <a:pt x="17544" y="10137"/>
                    <a:pt x="19343" y="13201"/>
                    <a:pt x="20158" y="15907"/>
                  </a:cubicBezTo>
                  <a:cubicBezTo>
                    <a:pt x="20971" y="18614"/>
                    <a:pt x="20733" y="20738"/>
                    <a:pt x="19495" y="21814"/>
                  </a:cubicBezTo>
                  <a:cubicBezTo>
                    <a:pt x="18255" y="22890"/>
                    <a:pt x="16119" y="22830"/>
                    <a:pt x="13554" y="21645"/>
                  </a:cubicBezTo>
                  <a:cubicBezTo>
                    <a:pt x="10989" y="20463"/>
                    <a:pt x="8204" y="18253"/>
                    <a:pt x="5817" y="15503"/>
                  </a:cubicBezTo>
                  <a:cubicBezTo>
                    <a:pt x="3427" y="12753"/>
                    <a:pt x="1626" y="9689"/>
                    <a:pt x="813" y="6983"/>
                  </a:cubicBezTo>
                  <a:cubicBezTo>
                    <a:pt x="0" y="4279"/>
                    <a:pt x="238" y="2155"/>
                    <a:pt x="1476" y="1077"/>
                  </a:cubicBezTo>
                  <a:cubicBezTo>
                    <a:pt x="2714" y="1"/>
                    <a:pt x="4852" y="63"/>
                    <a:pt x="7417" y="1245"/>
                  </a:cubicBezTo>
                  <a:cubicBezTo>
                    <a:pt x="9982" y="2428"/>
                    <a:pt x="12765" y="4637"/>
                    <a:pt x="15154" y="7387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0"/>
            <p:cNvSpPr/>
            <p:nvPr/>
          </p:nvSpPr>
          <p:spPr>
            <a:xfrm>
              <a:off x="2169050" y="3463300"/>
              <a:ext cx="263475" cy="709425"/>
            </a:xfrm>
            <a:custGeom>
              <a:avLst/>
              <a:gdLst/>
              <a:ahLst/>
              <a:cxnLst/>
              <a:rect l="l" t="t" r="r" b="b"/>
              <a:pathLst>
                <a:path w="10539" h="28377" extrusionOk="0">
                  <a:moveTo>
                    <a:pt x="0" y="1"/>
                  </a:moveTo>
                  <a:lnTo>
                    <a:pt x="379" y="2030"/>
                  </a:lnTo>
                  <a:lnTo>
                    <a:pt x="644" y="3467"/>
                  </a:lnTo>
                  <a:lnTo>
                    <a:pt x="1831" y="9805"/>
                  </a:lnTo>
                  <a:lnTo>
                    <a:pt x="1854" y="9925"/>
                  </a:lnTo>
                  <a:lnTo>
                    <a:pt x="2064" y="11061"/>
                  </a:lnTo>
                  <a:lnTo>
                    <a:pt x="2067" y="11063"/>
                  </a:lnTo>
                  <a:lnTo>
                    <a:pt x="2591" y="13866"/>
                  </a:lnTo>
                  <a:lnTo>
                    <a:pt x="3616" y="19364"/>
                  </a:lnTo>
                  <a:lnTo>
                    <a:pt x="3939" y="21093"/>
                  </a:lnTo>
                  <a:lnTo>
                    <a:pt x="4348" y="23271"/>
                  </a:lnTo>
                  <a:lnTo>
                    <a:pt x="5285" y="28358"/>
                  </a:lnTo>
                  <a:cubicBezTo>
                    <a:pt x="5482" y="28370"/>
                    <a:pt x="5677" y="28376"/>
                    <a:pt x="5870" y="28376"/>
                  </a:cubicBezTo>
                  <a:cubicBezTo>
                    <a:pt x="7557" y="28376"/>
                    <a:pt x="9113" y="27897"/>
                    <a:pt x="10538" y="26940"/>
                  </a:cubicBezTo>
                  <a:lnTo>
                    <a:pt x="10365" y="25046"/>
                  </a:lnTo>
                  <a:lnTo>
                    <a:pt x="9885" y="22465"/>
                  </a:lnTo>
                  <a:lnTo>
                    <a:pt x="9562" y="20736"/>
                  </a:lnTo>
                  <a:lnTo>
                    <a:pt x="7611" y="10301"/>
                  </a:lnTo>
                  <a:lnTo>
                    <a:pt x="7181" y="8011"/>
                  </a:lnTo>
                  <a:lnTo>
                    <a:pt x="7179" y="8008"/>
                  </a:lnTo>
                  <a:lnTo>
                    <a:pt x="6705" y="5459"/>
                  </a:lnTo>
                  <a:lnTo>
                    <a:pt x="6703" y="5457"/>
                  </a:lnTo>
                  <a:cubicBezTo>
                    <a:pt x="4526" y="3139"/>
                    <a:pt x="2205" y="1285"/>
                    <a:pt x="0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0"/>
            <p:cNvSpPr/>
            <p:nvPr/>
          </p:nvSpPr>
          <p:spPr>
            <a:xfrm>
              <a:off x="2042325" y="3414925"/>
              <a:ext cx="215000" cy="748150"/>
            </a:xfrm>
            <a:custGeom>
              <a:avLst/>
              <a:gdLst/>
              <a:ahLst/>
              <a:cxnLst/>
              <a:rect l="l" t="t" r="r" b="b"/>
              <a:pathLst>
                <a:path w="8600" h="29926" extrusionOk="0">
                  <a:moveTo>
                    <a:pt x="1" y="1"/>
                  </a:moveTo>
                  <a:lnTo>
                    <a:pt x="428" y="2282"/>
                  </a:lnTo>
                  <a:lnTo>
                    <a:pt x="687" y="3675"/>
                  </a:lnTo>
                  <a:lnTo>
                    <a:pt x="3035" y="16231"/>
                  </a:lnTo>
                  <a:lnTo>
                    <a:pt x="3035" y="16233"/>
                  </a:lnTo>
                  <a:lnTo>
                    <a:pt x="3483" y="18637"/>
                  </a:lnTo>
                  <a:lnTo>
                    <a:pt x="3954" y="21158"/>
                  </a:lnTo>
                  <a:lnTo>
                    <a:pt x="5069" y="28346"/>
                  </a:lnTo>
                  <a:lnTo>
                    <a:pt x="8600" y="29925"/>
                  </a:lnTo>
                  <a:lnTo>
                    <a:pt x="7512" y="24024"/>
                  </a:lnTo>
                  <a:lnTo>
                    <a:pt x="7094" y="21795"/>
                  </a:lnTo>
                  <a:lnTo>
                    <a:pt x="6739" y="19895"/>
                  </a:lnTo>
                  <a:lnTo>
                    <a:pt x="5473" y="13123"/>
                  </a:lnTo>
                  <a:lnTo>
                    <a:pt x="5205" y="11684"/>
                  </a:lnTo>
                  <a:lnTo>
                    <a:pt x="5102" y="11139"/>
                  </a:lnTo>
                  <a:lnTo>
                    <a:pt x="5099" y="11137"/>
                  </a:lnTo>
                  <a:lnTo>
                    <a:pt x="4965" y="10408"/>
                  </a:lnTo>
                  <a:lnTo>
                    <a:pt x="3836" y="4372"/>
                  </a:lnTo>
                  <a:lnTo>
                    <a:pt x="3585" y="3028"/>
                  </a:lnTo>
                  <a:lnTo>
                    <a:pt x="3204" y="975"/>
                  </a:lnTo>
                  <a:cubicBezTo>
                    <a:pt x="2070" y="472"/>
                    <a:pt x="989" y="139"/>
                    <a:pt x="1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" name="Google Shape;552;p30"/>
          <p:cNvGrpSpPr/>
          <p:nvPr/>
        </p:nvGrpSpPr>
        <p:grpSpPr>
          <a:xfrm flipH="1">
            <a:off x="659293" y="404033"/>
            <a:ext cx="530159" cy="550985"/>
            <a:chOff x="2777975" y="4487350"/>
            <a:chExt cx="803150" cy="834825"/>
          </a:xfrm>
        </p:grpSpPr>
        <p:sp>
          <p:nvSpPr>
            <p:cNvPr id="553" name="Google Shape;553;p30"/>
            <p:cNvSpPr/>
            <p:nvPr/>
          </p:nvSpPr>
          <p:spPr>
            <a:xfrm>
              <a:off x="2801475" y="4545025"/>
              <a:ext cx="776425" cy="720275"/>
            </a:xfrm>
            <a:custGeom>
              <a:avLst/>
              <a:gdLst/>
              <a:ahLst/>
              <a:cxnLst/>
              <a:rect l="l" t="t" r="r" b="b"/>
              <a:pathLst>
                <a:path w="31057" h="28811" extrusionOk="0">
                  <a:moveTo>
                    <a:pt x="14617" y="0"/>
                  </a:moveTo>
                  <a:cubicBezTo>
                    <a:pt x="8672" y="0"/>
                    <a:pt x="3310" y="3412"/>
                    <a:pt x="718" y="8603"/>
                  </a:cubicBezTo>
                  <a:cubicBezTo>
                    <a:pt x="469" y="9391"/>
                    <a:pt x="287" y="10196"/>
                    <a:pt x="169" y="11012"/>
                  </a:cubicBezTo>
                  <a:cubicBezTo>
                    <a:pt x="53" y="11797"/>
                    <a:pt x="0" y="12589"/>
                    <a:pt x="5" y="13381"/>
                  </a:cubicBezTo>
                  <a:cubicBezTo>
                    <a:pt x="10" y="14161"/>
                    <a:pt x="77" y="14939"/>
                    <a:pt x="201" y="15710"/>
                  </a:cubicBezTo>
                  <a:cubicBezTo>
                    <a:pt x="284" y="16230"/>
                    <a:pt x="393" y="16747"/>
                    <a:pt x="527" y="17255"/>
                  </a:cubicBezTo>
                  <a:cubicBezTo>
                    <a:pt x="905" y="18673"/>
                    <a:pt x="1483" y="20028"/>
                    <a:pt x="2240" y="21282"/>
                  </a:cubicBezTo>
                  <a:cubicBezTo>
                    <a:pt x="4565" y="25133"/>
                    <a:pt x="8532" y="27950"/>
                    <a:pt x="13328" y="28648"/>
                  </a:cubicBezTo>
                  <a:cubicBezTo>
                    <a:pt x="14085" y="28757"/>
                    <a:pt x="14838" y="28811"/>
                    <a:pt x="15582" y="28811"/>
                  </a:cubicBezTo>
                  <a:cubicBezTo>
                    <a:pt x="22075" y="28811"/>
                    <a:pt x="27874" y="24745"/>
                    <a:pt x="30130" y="18733"/>
                  </a:cubicBezTo>
                  <a:cubicBezTo>
                    <a:pt x="30456" y="17802"/>
                    <a:pt x="30691" y="16842"/>
                    <a:pt x="30837" y="15865"/>
                  </a:cubicBezTo>
                  <a:cubicBezTo>
                    <a:pt x="30906" y="15389"/>
                    <a:pt x="30952" y="14916"/>
                    <a:pt x="30978" y="14445"/>
                  </a:cubicBezTo>
                  <a:cubicBezTo>
                    <a:pt x="31056" y="12953"/>
                    <a:pt x="30121" y="13422"/>
                    <a:pt x="29793" y="12021"/>
                  </a:cubicBezTo>
                  <a:cubicBezTo>
                    <a:pt x="29671" y="11506"/>
                    <a:pt x="29523" y="10998"/>
                    <a:pt x="29354" y="10504"/>
                  </a:cubicBezTo>
                  <a:cubicBezTo>
                    <a:pt x="29098" y="9765"/>
                    <a:pt x="28789" y="9047"/>
                    <a:pt x="28426" y="8356"/>
                  </a:cubicBezTo>
                  <a:cubicBezTo>
                    <a:pt x="26191" y="4085"/>
                    <a:pt x="22007" y="910"/>
                    <a:pt x="16874" y="164"/>
                  </a:cubicBezTo>
                  <a:cubicBezTo>
                    <a:pt x="16116" y="54"/>
                    <a:pt x="15362" y="0"/>
                    <a:pt x="14617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0"/>
            <p:cNvSpPr/>
            <p:nvPr/>
          </p:nvSpPr>
          <p:spPr>
            <a:xfrm>
              <a:off x="2801650" y="4487525"/>
              <a:ext cx="779300" cy="777675"/>
            </a:xfrm>
            <a:custGeom>
              <a:avLst/>
              <a:gdLst/>
              <a:ahLst/>
              <a:cxnLst/>
              <a:rect l="l" t="t" r="r" b="b"/>
              <a:pathLst>
                <a:path w="31172" h="31107" extrusionOk="0">
                  <a:moveTo>
                    <a:pt x="15542" y="0"/>
                  </a:moveTo>
                  <a:cubicBezTo>
                    <a:pt x="8747" y="5"/>
                    <a:pt x="2743" y="4422"/>
                    <a:pt x="716" y="10908"/>
                  </a:cubicBezTo>
                  <a:cubicBezTo>
                    <a:pt x="469" y="11693"/>
                    <a:pt x="284" y="12499"/>
                    <a:pt x="169" y="13316"/>
                  </a:cubicBezTo>
                  <a:cubicBezTo>
                    <a:pt x="53" y="14099"/>
                    <a:pt x="0" y="14891"/>
                    <a:pt x="5" y="15683"/>
                  </a:cubicBezTo>
                  <a:cubicBezTo>
                    <a:pt x="10" y="16461"/>
                    <a:pt x="74" y="17239"/>
                    <a:pt x="199" y="18010"/>
                  </a:cubicBezTo>
                  <a:cubicBezTo>
                    <a:pt x="287" y="18546"/>
                    <a:pt x="395" y="19066"/>
                    <a:pt x="527" y="19555"/>
                  </a:cubicBezTo>
                  <a:cubicBezTo>
                    <a:pt x="905" y="20970"/>
                    <a:pt x="1480" y="22326"/>
                    <a:pt x="2240" y="23580"/>
                  </a:cubicBezTo>
                  <a:cubicBezTo>
                    <a:pt x="4657" y="27588"/>
                    <a:pt x="8696" y="30269"/>
                    <a:pt x="13321" y="30941"/>
                  </a:cubicBezTo>
                  <a:cubicBezTo>
                    <a:pt x="14069" y="31049"/>
                    <a:pt x="14822" y="31105"/>
                    <a:pt x="15577" y="31105"/>
                  </a:cubicBezTo>
                  <a:lnTo>
                    <a:pt x="15579" y="31107"/>
                  </a:lnTo>
                  <a:cubicBezTo>
                    <a:pt x="20354" y="31098"/>
                    <a:pt x="24861" y="28900"/>
                    <a:pt x="27807" y="25143"/>
                  </a:cubicBezTo>
                  <a:cubicBezTo>
                    <a:pt x="29479" y="23009"/>
                    <a:pt x="30564" y="20474"/>
                    <a:pt x="30950" y="17791"/>
                  </a:cubicBezTo>
                  <a:cubicBezTo>
                    <a:pt x="31019" y="17325"/>
                    <a:pt x="31068" y="16849"/>
                    <a:pt x="31091" y="16373"/>
                  </a:cubicBezTo>
                  <a:cubicBezTo>
                    <a:pt x="31171" y="14909"/>
                    <a:pt x="31042" y="13443"/>
                    <a:pt x="30710" y="12014"/>
                  </a:cubicBezTo>
                  <a:cubicBezTo>
                    <a:pt x="30587" y="11504"/>
                    <a:pt x="30442" y="10993"/>
                    <a:pt x="30271" y="10497"/>
                  </a:cubicBezTo>
                  <a:cubicBezTo>
                    <a:pt x="30015" y="9760"/>
                    <a:pt x="29705" y="9042"/>
                    <a:pt x="29343" y="8352"/>
                  </a:cubicBezTo>
                  <a:cubicBezTo>
                    <a:pt x="28218" y="6209"/>
                    <a:pt x="26614" y="4355"/>
                    <a:pt x="24656" y="2935"/>
                  </a:cubicBezTo>
                  <a:cubicBezTo>
                    <a:pt x="23660" y="2217"/>
                    <a:pt x="22584" y="1619"/>
                    <a:pt x="21451" y="1155"/>
                  </a:cubicBezTo>
                  <a:cubicBezTo>
                    <a:pt x="19573" y="393"/>
                    <a:pt x="17567" y="0"/>
                    <a:pt x="15542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0"/>
            <p:cNvSpPr/>
            <p:nvPr/>
          </p:nvSpPr>
          <p:spPr>
            <a:xfrm>
              <a:off x="2801525" y="4487350"/>
              <a:ext cx="779600" cy="777975"/>
            </a:xfrm>
            <a:custGeom>
              <a:avLst/>
              <a:gdLst/>
              <a:ahLst/>
              <a:cxnLst/>
              <a:rect l="l" t="t" r="r" b="b"/>
              <a:pathLst>
                <a:path w="31184" h="31119" extrusionOk="0">
                  <a:moveTo>
                    <a:pt x="15547" y="10"/>
                  </a:moveTo>
                  <a:cubicBezTo>
                    <a:pt x="17572" y="12"/>
                    <a:pt x="19576" y="402"/>
                    <a:pt x="21453" y="1164"/>
                  </a:cubicBezTo>
                  <a:cubicBezTo>
                    <a:pt x="23714" y="2090"/>
                    <a:pt x="25723" y="3535"/>
                    <a:pt x="27318" y="5385"/>
                  </a:cubicBezTo>
                  <a:cubicBezTo>
                    <a:pt x="28106" y="6295"/>
                    <a:pt x="28784" y="7294"/>
                    <a:pt x="29343" y="8359"/>
                  </a:cubicBezTo>
                  <a:cubicBezTo>
                    <a:pt x="29706" y="9049"/>
                    <a:pt x="30015" y="9767"/>
                    <a:pt x="30271" y="10506"/>
                  </a:cubicBezTo>
                  <a:cubicBezTo>
                    <a:pt x="30442" y="11000"/>
                    <a:pt x="30588" y="11511"/>
                    <a:pt x="30710" y="12023"/>
                  </a:cubicBezTo>
                  <a:cubicBezTo>
                    <a:pt x="31043" y="13448"/>
                    <a:pt x="31170" y="14914"/>
                    <a:pt x="31091" y="16378"/>
                  </a:cubicBezTo>
                  <a:cubicBezTo>
                    <a:pt x="31066" y="16854"/>
                    <a:pt x="31019" y="17329"/>
                    <a:pt x="30950" y="17796"/>
                  </a:cubicBezTo>
                  <a:cubicBezTo>
                    <a:pt x="30562" y="20476"/>
                    <a:pt x="29479" y="23012"/>
                    <a:pt x="27810" y="25143"/>
                  </a:cubicBezTo>
                  <a:cubicBezTo>
                    <a:pt x="24866" y="28904"/>
                    <a:pt x="20357" y="31102"/>
                    <a:pt x="15584" y="31107"/>
                  </a:cubicBezTo>
                  <a:cubicBezTo>
                    <a:pt x="13640" y="31105"/>
                    <a:pt x="11712" y="30745"/>
                    <a:pt x="9902" y="30040"/>
                  </a:cubicBezTo>
                  <a:cubicBezTo>
                    <a:pt x="7773" y="29209"/>
                    <a:pt x="5856" y="27918"/>
                    <a:pt x="4286" y="26258"/>
                  </a:cubicBezTo>
                  <a:cubicBezTo>
                    <a:pt x="3513" y="25443"/>
                    <a:pt x="2831" y="24545"/>
                    <a:pt x="2250" y="23584"/>
                  </a:cubicBezTo>
                  <a:cubicBezTo>
                    <a:pt x="1492" y="22331"/>
                    <a:pt x="915" y="20977"/>
                    <a:pt x="539" y="19562"/>
                  </a:cubicBezTo>
                  <a:cubicBezTo>
                    <a:pt x="407" y="19070"/>
                    <a:pt x="299" y="18551"/>
                    <a:pt x="211" y="18017"/>
                  </a:cubicBezTo>
                  <a:cubicBezTo>
                    <a:pt x="86" y="17246"/>
                    <a:pt x="21" y="16468"/>
                    <a:pt x="17" y="15690"/>
                  </a:cubicBezTo>
                  <a:cubicBezTo>
                    <a:pt x="10" y="14898"/>
                    <a:pt x="65" y="14106"/>
                    <a:pt x="181" y="13323"/>
                  </a:cubicBezTo>
                  <a:cubicBezTo>
                    <a:pt x="296" y="12506"/>
                    <a:pt x="481" y="11702"/>
                    <a:pt x="728" y="10915"/>
                  </a:cubicBezTo>
                  <a:cubicBezTo>
                    <a:pt x="2755" y="4434"/>
                    <a:pt x="8756" y="16"/>
                    <a:pt x="15549" y="12"/>
                  </a:cubicBezTo>
                  <a:lnTo>
                    <a:pt x="15547" y="10"/>
                  </a:lnTo>
                  <a:close/>
                  <a:moveTo>
                    <a:pt x="15549" y="0"/>
                  </a:moveTo>
                  <a:cubicBezTo>
                    <a:pt x="8761" y="0"/>
                    <a:pt x="2732" y="4445"/>
                    <a:pt x="716" y="10913"/>
                  </a:cubicBezTo>
                  <a:cubicBezTo>
                    <a:pt x="469" y="11700"/>
                    <a:pt x="287" y="12503"/>
                    <a:pt x="169" y="13321"/>
                  </a:cubicBezTo>
                  <a:cubicBezTo>
                    <a:pt x="54" y="14106"/>
                    <a:pt x="1" y="14898"/>
                    <a:pt x="5" y="15690"/>
                  </a:cubicBezTo>
                  <a:cubicBezTo>
                    <a:pt x="10" y="16470"/>
                    <a:pt x="75" y="17248"/>
                    <a:pt x="199" y="18017"/>
                  </a:cubicBezTo>
                  <a:cubicBezTo>
                    <a:pt x="282" y="18539"/>
                    <a:pt x="393" y="19054"/>
                    <a:pt x="527" y="19564"/>
                  </a:cubicBezTo>
                  <a:cubicBezTo>
                    <a:pt x="906" y="20980"/>
                    <a:pt x="1483" y="22335"/>
                    <a:pt x="2240" y="23589"/>
                  </a:cubicBezTo>
                  <a:cubicBezTo>
                    <a:pt x="4563" y="27440"/>
                    <a:pt x="8530" y="30257"/>
                    <a:pt x="13326" y="30955"/>
                  </a:cubicBezTo>
                  <a:cubicBezTo>
                    <a:pt x="14074" y="31063"/>
                    <a:pt x="14829" y="31116"/>
                    <a:pt x="15584" y="31119"/>
                  </a:cubicBezTo>
                  <a:cubicBezTo>
                    <a:pt x="22077" y="31119"/>
                    <a:pt x="27875" y="27052"/>
                    <a:pt x="30131" y="21040"/>
                  </a:cubicBezTo>
                  <a:cubicBezTo>
                    <a:pt x="30525" y="19994"/>
                    <a:pt x="30805" y="18906"/>
                    <a:pt x="30964" y="17798"/>
                  </a:cubicBezTo>
                  <a:cubicBezTo>
                    <a:pt x="31033" y="17322"/>
                    <a:pt x="31080" y="16849"/>
                    <a:pt x="31105" y="16378"/>
                  </a:cubicBezTo>
                  <a:cubicBezTo>
                    <a:pt x="31183" y="14914"/>
                    <a:pt x="31054" y="13448"/>
                    <a:pt x="30722" y="12021"/>
                  </a:cubicBezTo>
                  <a:cubicBezTo>
                    <a:pt x="30602" y="11506"/>
                    <a:pt x="30454" y="10996"/>
                    <a:pt x="30283" y="10502"/>
                  </a:cubicBezTo>
                  <a:cubicBezTo>
                    <a:pt x="30029" y="9765"/>
                    <a:pt x="29717" y="9047"/>
                    <a:pt x="29355" y="8354"/>
                  </a:cubicBezTo>
                  <a:cubicBezTo>
                    <a:pt x="27120" y="4083"/>
                    <a:pt x="22936" y="908"/>
                    <a:pt x="17803" y="164"/>
                  </a:cubicBezTo>
                  <a:cubicBezTo>
                    <a:pt x="17057" y="56"/>
                    <a:pt x="16304" y="0"/>
                    <a:pt x="1554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0"/>
            <p:cNvSpPr/>
            <p:nvPr/>
          </p:nvSpPr>
          <p:spPr>
            <a:xfrm>
              <a:off x="2861275" y="4546975"/>
              <a:ext cx="658650" cy="658675"/>
            </a:xfrm>
            <a:custGeom>
              <a:avLst/>
              <a:gdLst/>
              <a:ahLst/>
              <a:cxnLst/>
              <a:rect l="l" t="t" r="r" b="b"/>
              <a:pathLst>
                <a:path w="26346" h="26347" fill="none" extrusionOk="0">
                  <a:moveTo>
                    <a:pt x="22488" y="3859"/>
                  </a:moveTo>
                  <a:cubicBezTo>
                    <a:pt x="24958" y="6329"/>
                    <a:pt x="26346" y="9680"/>
                    <a:pt x="26346" y="13173"/>
                  </a:cubicBezTo>
                  <a:cubicBezTo>
                    <a:pt x="26346" y="16667"/>
                    <a:pt x="24958" y="20017"/>
                    <a:pt x="22488" y="22488"/>
                  </a:cubicBezTo>
                  <a:cubicBezTo>
                    <a:pt x="20017" y="24958"/>
                    <a:pt x="16667" y="26346"/>
                    <a:pt x="13173" y="26346"/>
                  </a:cubicBezTo>
                  <a:cubicBezTo>
                    <a:pt x="9680" y="26346"/>
                    <a:pt x="6329" y="24958"/>
                    <a:pt x="3859" y="22488"/>
                  </a:cubicBezTo>
                  <a:cubicBezTo>
                    <a:pt x="1388" y="20017"/>
                    <a:pt x="0" y="16667"/>
                    <a:pt x="0" y="13173"/>
                  </a:cubicBezTo>
                  <a:cubicBezTo>
                    <a:pt x="0" y="9680"/>
                    <a:pt x="1388" y="6329"/>
                    <a:pt x="3859" y="3859"/>
                  </a:cubicBezTo>
                  <a:cubicBezTo>
                    <a:pt x="6329" y="1388"/>
                    <a:pt x="9680" y="1"/>
                    <a:pt x="13173" y="1"/>
                  </a:cubicBezTo>
                  <a:cubicBezTo>
                    <a:pt x="16667" y="1"/>
                    <a:pt x="20017" y="1388"/>
                    <a:pt x="22488" y="3859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0"/>
            <p:cNvSpPr/>
            <p:nvPr/>
          </p:nvSpPr>
          <p:spPr>
            <a:xfrm>
              <a:off x="2892850" y="4588600"/>
              <a:ext cx="595500" cy="575475"/>
            </a:xfrm>
            <a:custGeom>
              <a:avLst/>
              <a:gdLst/>
              <a:ahLst/>
              <a:cxnLst/>
              <a:rect l="l" t="t" r="r" b="b"/>
              <a:pathLst>
                <a:path w="23820" h="23019" extrusionOk="0">
                  <a:moveTo>
                    <a:pt x="11896" y="0"/>
                  </a:moveTo>
                  <a:cubicBezTo>
                    <a:pt x="5865" y="7"/>
                    <a:pt x="864" y="4669"/>
                    <a:pt x="432" y="10684"/>
                  </a:cubicBezTo>
                  <a:cubicBezTo>
                    <a:pt x="0" y="16701"/>
                    <a:pt x="4286" y="22028"/>
                    <a:pt x="10255" y="22896"/>
                  </a:cubicBezTo>
                  <a:cubicBezTo>
                    <a:pt x="10809" y="22977"/>
                    <a:pt x="11365" y="23019"/>
                    <a:pt x="11924" y="23019"/>
                  </a:cubicBezTo>
                  <a:cubicBezTo>
                    <a:pt x="17955" y="23009"/>
                    <a:pt x="22959" y="18348"/>
                    <a:pt x="23388" y="12333"/>
                  </a:cubicBezTo>
                  <a:cubicBezTo>
                    <a:pt x="23820" y="6315"/>
                    <a:pt x="19534" y="989"/>
                    <a:pt x="13566" y="120"/>
                  </a:cubicBezTo>
                  <a:cubicBezTo>
                    <a:pt x="13014" y="40"/>
                    <a:pt x="12455" y="0"/>
                    <a:pt x="11896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0"/>
            <p:cNvSpPr/>
            <p:nvPr/>
          </p:nvSpPr>
          <p:spPr>
            <a:xfrm>
              <a:off x="2882925" y="4588425"/>
              <a:ext cx="615425" cy="575775"/>
            </a:xfrm>
            <a:custGeom>
              <a:avLst/>
              <a:gdLst/>
              <a:ahLst/>
              <a:cxnLst/>
              <a:rect l="l" t="t" r="r" b="b"/>
              <a:pathLst>
                <a:path w="24617" h="23031" extrusionOk="0">
                  <a:moveTo>
                    <a:pt x="12293" y="10"/>
                  </a:moveTo>
                  <a:lnTo>
                    <a:pt x="12293" y="12"/>
                  </a:lnTo>
                  <a:cubicBezTo>
                    <a:pt x="12852" y="12"/>
                    <a:pt x="13409" y="53"/>
                    <a:pt x="13963" y="132"/>
                  </a:cubicBezTo>
                  <a:cubicBezTo>
                    <a:pt x="19927" y="1000"/>
                    <a:pt x="24210" y="6327"/>
                    <a:pt x="23780" y="12340"/>
                  </a:cubicBezTo>
                  <a:cubicBezTo>
                    <a:pt x="23349" y="18350"/>
                    <a:pt x="18350" y="23012"/>
                    <a:pt x="12321" y="23019"/>
                  </a:cubicBezTo>
                  <a:cubicBezTo>
                    <a:pt x="11765" y="23019"/>
                    <a:pt x="11206" y="22979"/>
                    <a:pt x="10654" y="22899"/>
                  </a:cubicBezTo>
                  <a:cubicBezTo>
                    <a:pt x="4685" y="22033"/>
                    <a:pt x="397" y="16706"/>
                    <a:pt x="829" y="10691"/>
                  </a:cubicBezTo>
                  <a:cubicBezTo>
                    <a:pt x="1261" y="4676"/>
                    <a:pt x="6262" y="17"/>
                    <a:pt x="12293" y="10"/>
                  </a:cubicBezTo>
                  <a:close/>
                  <a:moveTo>
                    <a:pt x="12293" y="0"/>
                  </a:moveTo>
                  <a:cubicBezTo>
                    <a:pt x="6669" y="0"/>
                    <a:pt x="1746" y="4127"/>
                    <a:pt x="915" y="9857"/>
                  </a:cubicBezTo>
                  <a:cubicBezTo>
                    <a:pt x="0" y="16149"/>
                    <a:pt x="4360" y="21993"/>
                    <a:pt x="10652" y="22908"/>
                  </a:cubicBezTo>
                  <a:cubicBezTo>
                    <a:pt x="11203" y="22989"/>
                    <a:pt x="11762" y="23028"/>
                    <a:pt x="12321" y="23030"/>
                  </a:cubicBezTo>
                  <a:cubicBezTo>
                    <a:pt x="17948" y="23030"/>
                    <a:pt x="22868" y="18902"/>
                    <a:pt x="23702" y="13171"/>
                  </a:cubicBezTo>
                  <a:cubicBezTo>
                    <a:pt x="24616" y="6879"/>
                    <a:pt x="20257" y="1035"/>
                    <a:pt x="13965" y="120"/>
                  </a:cubicBezTo>
                  <a:cubicBezTo>
                    <a:pt x="13411" y="40"/>
                    <a:pt x="12852" y="0"/>
                    <a:pt x="1229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0"/>
            <p:cNvSpPr/>
            <p:nvPr/>
          </p:nvSpPr>
          <p:spPr>
            <a:xfrm>
              <a:off x="2814700" y="4787800"/>
              <a:ext cx="766375" cy="289275"/>
            </a:xfrm>
            <a:custGeom>
              <a:avLst/>
              <a:gdLst/>
              <a:ahLst/>
              <a:cxnLst/>
              <a:rect l="l" t="t" r="r" b="b"/>
              <a:pathLst>
                <a:path w="30655" h="11571" extrusionOk="0">
                  <a:moveTo>
                    <a:pt x="30192" y="1"/>
                  </a:moveTo>
                  <a:lnTo>
                    <a:pt x="0" y="7546"/>
                  </a:lnTo>
                  <a:cubicBezTo>
                    <a:pt x="379" y="8962"/>
                    <a:pt x="956" y="10317"/>
                    <a:pt x="1713" y="11571"/>
                  </a:cubicBezTo>
                  <a:lnTo>
                    <a:pt x="30573" y="4360"/>
                  </a:lnTo>
                  <a:cubicBezTo>
                    <a:pt x="30654" y="2896"/>
                    <a:pt x="30525" y="1428"/>
                    <a:pt x="30192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0"/>
            <p:cNvSpPr/>
            <p:nvPr/>
          </p:nvSpPr>
          <p:spPr>
            <a:xfrm>
              <a:off x="2801650" y="4696250"/>
              <a:ext cx="756850" cy="241550"/>
            </a:xfrm>
            <a:custGeom>
              <a:avLst/>
              <a:gdLst/>
              <a:ahLst/>
              <a:cxnLst/>
              <a:rect l="l" t="t" r="r" b="b"/>
              <a:pathLst>
                <a:path w="30274" h="9662" extrusionOk="0">
                  <a:moveTo>
                    <a:pt x="29347" y="1"/>
                  </a:moveTo>
                  <a:lnTo>
                    <a:pt x="0" y="7334"/>
                  </a:lnTo>
                  <a:cubicBezTo>
                    <a:pt x="5" y="8112"/>
                    <a:pt x="70" y="8890"/>
                    <a:pt x="194" y="9661"/>
                  </a:cubicBezTo>
                  <a:lnTo>
                    <a:pt x="30273" y="2143"/>
                  </a:lnTo>
                  <a:cubicBezTo>
                    <a:pt x="30019" y="1407"/>
                    <a:pt x="29710" y="691"/>
                    <a:pt x="293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0"/>
            <p:cNvSpPr/>
            <p:nvPr/>
          </p:nvSpPr>
          <p:spPr>
            <a:xfrm>
              <a:off x="2777975" y="4760150"/>
              <a:ext cx="776700" cy="562025"/>
            </a:xfrm>
            <a:custGeom>
              <a:avLst/>
              <a:gdLst/>
              <a:ahLst/>
              <a:cxnLst/>
              <a:rect l="l" t="t" r="r" b="b"/>
              <a:pathLst>
                <a:path w="31068" h="22481" extrusionOk="0">
                  <a:moveTo>
                    <a:pt x="1658" y="1"/>
                  </a:moveTo>
                  <a:lnTo>
                    <a:pt x="1658" y="1"/>
                  </a:lnTo>
                  <a:cubicBezTo>
                    <a:pt x="562" y="2201"/>
                    <a:pt x="1" y="4628"/>
                    <a:pt x="17" y="7087"/>
                  </a:cubicBezTo>
                  <a:cubicBezTo>
                    <a:pt x="21" y="7867"/>
                    <a:pt x="88" y="8645"/>
                    <a:pt x="213" y="9417"/>
                  </a:cubicBezTo>
                  <a:cubicBezTo>
                    <a:pt x="296" y="9936"/>
                    <a:pt x="405" y="10453"/>
                    <a:pt x="541" y="10961"/>
                  </a:cubicBezTo>
                  <a:cubicBezTo>
                    <a:pt x="917" y="12379"/>
                    <a:pt x="1495" y="13732"/>
                    <a:pt x="2252" y="14988"/>
                  </a:cubicBezTo>
                  <a:cubicBezTo>
                    <a:pt x="4577" y="18837"/>
                    <a:pt x="8542" y="21654"/>
                    <a:pt x="13340" y="22352"/>
                  </a:cubicBezTo>
                  <a:cubicBezTo>
                    <a:pt x="13938" y="22439"/>
                    <a:pt x="14538" y="22481"/>
                    <a:pt x="15137" y="22481"/>
                  </a:cubicBezTo>
                  <a:cubicBezTo>
                    <a:pt x="22061" y="22481"/>
                    <a:pt x="28760" y="16846"/>
                    <a:pt x="31068" y="10128"/>
                  </a:cubicBezTo>
                  <a:lnTo>
                    <a:pt x="31068" y="10128"/>
                  </a:lnTo>
                  <a:cubicBezTo>
                    <a:pt x="28814" y="16140"/>
                    <a:pt x="23015" y="20206"/>
                    <a:pt x="16520" y="20206"/>
                  </a:cubicBezTo>
                  <a:cubicBezTo>
                    <a:pt x="15776" y="20206"/>
                    <a:pt x="15023" y="20152"/>
                    <a:pt x="14265" y="20043"/>
                  </a:cubicBezTo>
                  <a:cubicBezTo>
                    <a:pt x="9470" y="19345"/>
                    <a:pt x="5503" y="16528"/>
                    <a:pt x="3180" y="12677"/>
                  </a:cubicBezTo>
                  <a:cubicBezTo>
                    <a:pt x="2423" y="11423"/>
                    <a:pt x="1845" y="10068"/>
                    <a:pt x="1467" y="8652"/>
                  </a:cubicBezTo>
                  <a:cubicBezTo>
                    <a:pt x="1333" y="8142"/>
                    <a:pt x="1224" y="7627"/>
                    <a:pt x="1141" y="7105"/>
                  </a:cubicBezTo>
                  <a:cubicBezTo>
                    <a:pt x="1017" y="6336"/>
                    <a:pt x="950" y="5558"/>
                    <a:pt x="945" y="4778"/>
                  </a:cubicBezTo>
                  <a:cubicBezTo>
                    <a:pt x="940" y="3984"/>
                    <a:pt x="993" y="3192"/>
                    <a:pt x="1109" y="2409"/>
                  </a:cubicBezTo>
                  <a:cubicBezTo>
                    <a:pt x="1227" y="1591"/>
                    <a:pt x="1409" y="786"/>
                    <a:pt x="1658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562;p30"/>
          <p:cNvGrpSpPr/>
          <p:nvPr/>
        </p:nvGrpSpPr>
        <p:grpSpPr>
          <a:xfrm rot="-297704">
            <a:off x="7899097" y="2513690"/>
            <a:ext cx="529816" cy="397428"/>
            <a:chOff x="2787100" y="3506250"/>
            <a:chExt cx="854925" cy="641300"/>
          </a:xfrm>
        </p:grpSpPr>
        <p:sp>
          <p:nvSpPr>
            <p:cNvPr id="563" name="Google Shape;563;p30"/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0"/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0"/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0"/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0"/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0"/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0"/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575;p31">
            <a:extLst>
              <a:ext uri="{FF2B5EF4-FFF2-40B4-BE49-F238E27FC236}">
                <a16:creationId xmlns:a16="http://schemas.microsoft.com/office/drawing/2014/main" id="{99C5A4A1-6821-AC00-100F-78EABC467FB8}"/>
              </a:ext>
            </a:extLst>
          </p:cNvPr>
          <p:cNvSpPr txBox="1">
            <a:spLocks/>
          </p:cNvSpPr>
          <p:nvPr/>
        </p:nvSpPr>
        <p:spPr>
          <a:xfrm>
            <a:off x="3176454" y="3567512"/>
            <a:ext cx="2791091" cy="488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ppio One"/>
              <a:buNone/>
              <a:defRPr sz="5000" b="0" i="0" u="none" strike="noStrike" cap="none">
                <a:solidFill>
                  <a:schemeClr val="accent1"/>
                </a:solidFill>
                <a:latin typeface="Doppio One"/>
                <a:ea typeface="Doppio One"/>
                <a:cs typeface="Doppio One"/>
                <a:sym typeface="Doppio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400" dirty="0"/>
              <a:t>Optimisations</a:t>
            </a:r>
          </a:p>
        </p:txBody>
      </p:sp>
    </p:spTree>
    <p:extLst>
      <p:ext uri="{BB962C8B-B14F-4D97-AF65-F5344CB8AC3E}">
        <p14:creationId xmlns:p14="http://schemas.microsoft.com/office/powerpoint/2010/main" val="26130965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50689-5612-EBC9-7DDE-FA102943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91836"/>
            <a:ext cx="7704000" cy="572700"/>
          </a:xfrm>
        </p:spPr>
        <p:txBody>
          <a:bodyPr/>
          <a:lstStyle/>
          <a:p>
            <a:r>
              <a:rPr lang="fr-FR" dirty="0"/>
              <a:t>Travail sur les variables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5461C0-447A-C73A-C51C-BFE8704B7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8205" y="1045304"/>
            <a:ext cx="4511689" cy="3517522"/>
          </a:xfrm>
        </p:spPr>
        <p:txBody>
          <a:bodyPr anchor="t"/>
          <a:lstStyle/>
          <a:p>
            <a:pPr marL="139700" indent="0">
              <a:buNone/>
            </a:pPr>
            <a:r>
              <a:rPr lang="fr-FR" sz="1200" dirty="0">
                <a:latin typeface="Doppio One"/>
                <a:sym typeface="Doppio One"/>
              </a:rPr>
              <a:t>Nous avons tenté différentes manipulations sur les variables de données :</a:t>
            </a:r>
          </a:p>
          <a:p>
            <a:pPr marL="139700" indent="0">
              <a:buNone/>
            </a:pPr>
            <a:endParaRPr lang="fr-FR" sz="1200" dirty="0">
              <a:latin typeface="Doppio One"/>
              <a:sym typeface="Doppio One"/>
            </a:endParaRPr>
          </a:p>
          <a:p>
            <a:pPr marL="139700" indent="0">
              <a:buNone/>
            </a:pPr>
            <a:r>
              <a:rPr lang="fr-FR" sz="1200" dirty="0">
                <a:latin typeface="Doppio One"/>
                <a:sym typeface="Doppio One"/>
              </a:rPr>
              <a:t>Raw : données de base.</a:t>
            </a:r>
          </a:p>
          <a:p>
            <a:pPr marL="139700" indent="0">
              <a:buNone/>
            </a:pPr>
            <a:endParaRPr lang="fr-FR" sz="1200" dirty="0">
              <a:latin typeface="Doppio One"/>
              <a:sym typeface="Doppio One"/>
            </a:endParaRPr>
          </a:p>
          <a:p>
            <a:pPr marL="139700" indent="0">
              <a:buNone/>
            </a:pPr>
            <a:r>
              <a:rPr lang="fr-FR" sz="1200" dirty="0">
                <a:latin typeface="Doppio One"/>
                <a:sym typeface="Doppio One"/>
              </a:rPr>
              <a:t>Fe : ajout de variables calculées (</a:t>
            </a:r>
            <a:r>
              <a:rPr lang="fr-FR" sz="1200" dirty="0" err="1">
                <a:latin typeface="Doppio One"/>
                <a:sym typeface="Doppio One"/>
              </a:rPr>
              <a:t>ex:ratio</a:t>
            </a:r>
            <a:r>
              <a:rPr lang="fr-FR" sz="1200" dirty="0">
                <a:latin typeface="Doppio One"/>
                <a:sym typeface="Doppio One"/>
              </a:rPr>
              <a:t> entre la longueur et la diagonale)</a:t>
            </a:r>
          </a:p>
          <a:p>
            <a:pPr marL="139700" indent="0">
              <a:buNone/>
            </a:pPr>
            <a:endParaRPr lang="fr-FR" sz="1200" dirty="0">
              <a:latin typeface="Doppio One"/>
              <a:sym typeface="Doppio One"/>
            </a:endParaRPr>
          </a:p>
          <a:p>
            <a:pPr marL="139700" indent="0">
              <a:buNone/>
            </a:pPr>
            <a:r>
              <a:rPr lang="fr-FR" sz="1200" dirty="0">
                <a:latin typeface="Doppio One"/>
                <a:sym typeface="Doppio One"/>
              </a:rPr>
              <a:t>Poly : ajout de combinaison de variables grâce à des librairies python.</a:t>
            </a:r>
          </a:p>
          <a:p>
            <a:pPr marL="139700" indent="0">
              <a:buNone/>
            </a:pPr>
            <a:endParaRPr lang="fr-FR" sz="1200" dirty="0">
              <a:latin typeface="Doppio One"/>
              <a:sym typeface="Doppio One"/>
            </a:endParaRPr>
          </a:p>
          <a:p>
            <a:pPr marL="139700" indent="0">
              <a:buNone/>
            </a:pPr>
            <a:r>
              <a:rPr lang="fr-FR" sz="1200" dirty="0" err="1">
                <a:latin typeface="Doppio One"/>
                <a:sym typeface="Doppio One"/>
              </a:rPr>
              <a:t>Reduit</a:t>
            </a:r>
            <a:r>
              <a:rPr lang="fr-FR" sz="1200" dirty="0">
                <a:latin typeface="Doppio One"/>
                <a:sym typeface="Doppio One"/>
              </a:rPr>
              <a:t> : réduction du nombre de variables (</a:t>
            </a:r>
            <a:r>
              <a:rPr lang="fr-FR" sz="1200" dirty="0" err="1">
                <a:latin typeface="Doppio One"/>
                <a:sym typeface="Doppio One"/>
              </a:rPr>
              <a:t>lenght</a:t>
            </a:r>
            <a:r>
              <a:rPr lang="fr-FR" sz="1200" dirty="0">
                <a:latin typeface="Doppio One"/>
                <a:sym typeface="Doppio One"/>
              </a:rPr>
              <a:t>, </a:t>
            </a:r>
            <a:r>
              <a:rPr lang="fr-FR" sz="1200" dirty="0" err="1">
                <a:latin typeface="Doppio One"/>
                <a:sym typeface="Doppio One"/>
              </a:rPr>
              <a:t>margin_up</a:t>
            </a:r>
            <a:r>
              <a:rPr lang="fr-FR" sz="1200" dirty="0">
                <a:latin typeface="Doppio One"/>
                <a:sym typeface="Doppio One"/>
              </a:rPr>
              <a:t> et </a:t>
            </a:r>
            <a:r>
              <a:rPr lang="fr-FR" sz="1200" dirty="0" err="1">
                <a:latin typeface="Doppio One"/>
                <a:sym typeface="Doppio One"/>
              </a:rPr>
              <a:t>margin_low</a:t>
            </a:r>
            <a:r>
              <a:rPr lang="fr-FR" sz="1200" dirty="0">
                <a:latin typeface="Doppio One"/>
                <a:sym typeface="Doppio One"/>
              </a:rPr>
              <a:t>).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292FDB-27D9-5600-61CD-1C34700A1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27</a:t>
            </a:fld>
            <a:endParaRPr lang="fr-FR" dirty="0"/>
          </a:p>
        </p:txBody>
      </p:sp>
      <p:grpSp>
        <p:nvGrpSpPr>
          <p:cNvPr id="19" name="Google Shape;491;p30">
            <a:extLst>
              <a:ext uri="{FF2B5EF4-FFF2-40B4-BE49-F238E27FC236}">
                <a16:creationId xmlns:a16="http://schemas.microsoft.com/office/drawing/2014/main" id="{9CE0DC9D-9550-6AA7-1637-504AA18DCE4C}"/>
              </a:ext>
            </a:extLst>
          </p:cNvPr>
          <p:cNvGrpSpPr/>
          <p:nvPr/>
        </p:nvGrpSpPr>
        <p:grpSpPr>
          <a:xfrm rot="1790401">
            <a:off x="8187169" y="197782"/>
            <a:ext cx="701869" cy="1011948"/>
            <a:chOff x="1705850" y="434250"/>
            <a:chExt cx="978800" cy="1411225"/>
          </a:xfrm>
        </p:grpSpPr>
        <p:sp>
          <p:nvSpPr>
            <p:cNvPr id="20" name="Google Shape;492;p30">
              <a:extLst>
                <a:ext uri="{FF2B5EF4-FFF2-40B4-BE49-F238E27FC236}">
                  <a16:creationId xmlns:a16="http://schemas.microsoft.com/office/drawing/2014/main" id="{53DE07AC-DCA8-49BC-0CB7-6F69A58E6870}"/>
                </a:ext>
              </a:extLst>
            </p:cNvPr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93;p30">
              <a:extLst>
                <a:ext uri="{FF2B5EF4-FFF2-40B4-BE49-F238E27FC236}">
                  <a16:creationId xmlns:a16="http://schemas.microsoft.com/office/drawing/2014/main" id="{FDDF68AE-1369-6102-BECA-611AE7097014}"/>
                </a:ext>
              </a:extLst>
            </p:cNvPr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94;p30">
              <a:extLst>
                <a:ext uri="{FF2B5EF4-FFF2-40B4-BE49-F238E27FC236}">
                  <a16:creationId xmlns:a16="http://schemas.microsoft.com/office/drawing/2014/main" id="{92412262-EF24-1FA6-BCCF-43349E99184D}"/>
                </a:ext>
              </a:extLst>
            </p:cNvPr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95;p30">
              <a:extLst>
                <a:ext uri="{FF2B5EF4-FFF2-40B4-BE49-F238E27FC236}">
                  <a16:creationId xmlns:a16="http://schemas.microsoft.com/office/drawing/2014/main" id="{B40C7CBB-3906-5C79-BD73-A3CF8CCE2FD1}"/>
                </a:ext>
              </a:extLst>
            </p:cNvPr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96;p30">
              <a:extLst>
                <a:ext uri="{FF2B5EF4-FFF2-40B4-BE49-F238E27FC236}">
                  <a16:creationId xmlns:a16="http://schemas.microsoft.com/office/drawing/2014/main" id="{56A3A213-AF2C-62B2-EB62-B0042691DA2D}"/>
                </a:ext>
              </a:extLst>
            </p:cNvPr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97;p30">
              <a:extLst>
                <a:ext uri="{FF2B5EF4-FFF2-40B4-BE49-F238E27FC236}">
                  <a16:creationId xmlns:a16="http://schemas.microsoft.com/office/drawing/2014/main" id="{85B3848B-3AF8-FD2E-9A31-E2D7E164D472}"/>
                </a:ext>
              </a:extLst>
            </p:cNvPr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98;p30">
              <a:extLst>
                <a:ext uri="{FF2B5EF4-FFF2-40B4-BE49-F238E27FC236}">
                  <a16:creationId xmlns:a16="http://schemas.microsoft.com/office/drawing/2014/main" id="{8AB24BD1-7846-2173-8A12-0BADD29ABB11}"/>
                </a:ext>
              </a:extLst>
            </p:cNvPr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562;p30">
            <a:extLst>
              <a:ext uri="{FF2B5EF4-FFF2-40B4-BE49-F238E27FC236}">
                <a16:creationId xmlns:a16="http://schemas.microsoft.com/office/drawing/2014/main" id="{A7543A7F-985C-7216-A3FD-0708542CC476}"/>
              </a:ext>
            </a:extLst>
          </p:cNvPr>
          <p:cNvGrpSpPr/>
          <p:nvPr/>
        </p:nvGrpSpPr>
        <p:grpSpPr>
          <a:xfrm rot="-297704">
            <a:off x="8480497" y="4632069"/>
            <a:ext cx="529816" cy="397428"/>
            <a:chOff x="2787100" y="3506250"/>
            <a:chExt cx="854925" cy="641300"/>
          </a:xfrm>
        </p:grpSpPr>
        <p:sp>
          <p:nvSpPr>
            <p:cNvPr id="44" name="Google Shape;563;p30">
              <a:extLst>
                <a:ext uri="{FF2B5EF4-FFF2-40B4-BE49-F238E27FC236}">
                  <a16:creationId xmlns:a16="http://schemas.microsoft.com/office/drawing/2014/main" id="{A7F9C08E-3103-04CC-4EE2-4B388B6EC4FB}"/>
                </a:ext>
              </a:extLst>
            </p:cNvPr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64;p30">
              <a:extLst>
                <a:ext uri="{FF2B5EF4-FFF2-40B4-BE49-F238E27FC236}">
                  <a16:creationId xmlns:a16="http://schemas.microsoft.com/office/drawing/2014/main" id="{8F6965CD-16B4-61BB-E0D7-B0BF0237DF1B}"/>
                </a:ext>
              </a:extLst>
            </p:cNvPr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65;p30">
              <a:extLst>
                <a:ext uri="{FF2B5EF4-FFF2-40B4-BE49-F238E27FC236}">
                  <a16:creationId xmlns:a16="http://schemas.microsoft.com/office/drawing/2014/main" id="{B9E97159-F379-6D0C-B3A8-7743D51FD214}"/>
                </a:ext>
              </a:extLst>
            </p:cNvPr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66;p30">
              <a:extLst>
                <a:ext uri="{FF2B5EF4-FFF2-40B4-BE49-F238E27FC236}">
                  <a16:creationId xmlns:a16="http://schemas.microsoft.com/office/drawing/2014/main" id="{C10EA4A7-7BA2-9F2F-82D4-5892A46F76FF}"/>
                </a:ext>
              </a:extLst>
            </p:cNvPr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67;p30">
              <a:extLst>
                <a:ext uri="{FF2B5EF4-FFF2-40B4-BE49-F238E27FC236}">
                  <a16:creationId xmlns:a16="http://schemas.microsoft.com/office/drawing/2014/main" id="{59F0DB3B-ABDF-96EF-98B0-3EB395BD79E0}"/>
                </a:ext>
              </a:extLst>
            </p:cNvPr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68;p30">
              <a:extLst>
                <a:ext uri="{FF2B5EF4-FFF2-40B4-BE49-F238E27FC236}">
                  <a16:creationId xmlns:a16="http://schemas.microsoft.com/office/drawing/2014/main" id="{A0D154CD-D7D5-B01C-2A21-1291F8F34610}"/>
                </a:ext>
              </a:extLst>
            </p:cNvPr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69;p30">
              <a:extLst>
                <a:ext uri="{FF2B5EF4-FFF2-40B4-BE49-F238E27FC236}">
                  <a16:creationId xmlns:a16="http://schemas.microsoft.com/office/drawing/2014/main" id="{BA0C5A17-1516-B601-BAB7-E7FE0A8A8A49}"/>
                </a:ext>
              </a:extLst>
            </p:cNvPr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" name="Google Shape;483;p30">
            <a:extLst>
              <a:ext uri="{FF2B5EF4-FFF2-40B4-BE49-F238E27FC236}">
                <a16:creationId xmlns:a16="http://schemas.microsoft.com/office/drawing/2014/main" id="{8488AC6B-B645-98CF-F5BE-960A2395D162}"/>
              </a:ext>
            </a:extLst>
          </p:cNvPr>
          <p:cNvGrpSpPr/>
          <p:nvPr/>
        </p:nvGrpSpPr>
        <p:grpSpPr>
          <a:xfrm rot="4621808">
            <a:off x="32946" y="62639"/>
            <a:ext cx="933908" cy="1011918"/>
            <a:chOff x="2761250" y="617875"/>
            <a:chExt cx="1222900" cy="1325050"/>
          </a:xfrm>
        </p:grpSpPr>
        <p:sp>
          <p:nvSpPr>
            <p:cNvPr id="52" name="Google Shape;484;p30">
              <a:extLst>
                <a:ext uri="{FF2B5EF4-FFF2-40B4-BE49-F238E27FC236}">
                  <a16:creationId xmlns:a16="http://schemas.microsoft.com/office/drawing/2014/main" id="{BB4FEF4C-06EC-5A06-FFA3-BC09AA1A27E9}"/>
                </a:ext>
              </a:extLst>
            </p:cNvPr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85;p30">
              <a:extLst>
                <a:ext uri="{FF2B5EF4-FFF2-40B4-BE49-F238E27FC236}">
                  <a16:creationId xmlns:a16="http://schemas.microsoft.com/office/drawing/2014/main" id="{8D337423-2DC0-DEBF-C970-AA5B5A32EB1B}"/>
                </a:ext>
              </a:extLst>
            </p:cNvPr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86;p30">
              <a:extLst>
                <a:ext uri="{FF2B5EF4-FFF2-40B4-BE49-F238E27FC236}">
                  <a16:creationId xmlns:a16="http://schemas.microsoft.com/office/drawing/2014/main" id="{1C6377BA-4CD4-2F6F-54CA-E84C34131C08}"/>
                </a:ext>
              </a:extLst>
            </p:cNvPr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87;p30">
              <a:extLst>
                <a:ext uri="{FF2B5EF4-FFF2-40B4-BE49-F238E27FC236}">
                  <a16:creationId xmlns:a16="http://schemas.microsoft.com/office/drawing/2014/main" id="{3753B526-7628-CE7A-BEC1-ABA52864AD0B}"/>
                </a:ext>
              </a:extLst>
            </p:cNvPr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88;p30">
              <a:extLst>
                <a:ext uri="{FF2B5EF4-FFF2-40B4-BE49-F238E27FC236}">
                  <a16:creationId xmlns:a16="http://schemas.microsoft.com/office/drawing/2014/main" id="{084A68E0-26C4-EAAE-010F-1AA30458B7B2}"/>
                </a:ext>
              </a:extLst>
            </p:cNvPr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89;p30">
              <a:extLst>
                <a:ext uri="{FF2B5EF4-FFF2-40B4-BE49-F238E27FC236}">
                  <a16:creationId xmlns:a16="http://schemas.microsoft.com/office/drawing/2014/main" id="{6C48F1F3-1214-6158-625A-E457BBF084CF}"/>
                </a:ext>
              </a:extLst>
            </p:cNvPr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90;p30">
              <a:extLst>
                <a:ext uri="{FF2B5EF4-FFF2-40B4-BE49-F238E27FC236}">
                  <a16:creationId xmlns:a16="http://schemas.microsoft.com/office/drawing/2014/main" id="{9F9903FB-2186-BB3B-3783-E84D520D315D}"/>
                </a:ext>
              </a:extLst>
            </p:cNvPr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" name="Image 8">
            <a:extLst>
              <a:ext uri="{FF2B5EF4-FFF2-40B4-BE49-F238E27FC236}">
                <a16:creationId xmlns:a16="http://schemas.microsoft.com/office/drawing/2014/main" id="{B98E042F-515B-5D43-CB53-C6F13AE1E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342" y="1425940"/>
            <a:ext cx="3486637" cy="2057687"/>
          </a:xfrm>
          <a:prstGeom prst="rect">
            <a:avLst/>
          </a:prstGeom>
        </p:spPr>
      </p:pic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D060CA07-321E-5C0E-CEFD-9E5BE16D40DB}"/>
              </a:ext>
            </a:extLst>
          </p:cNvPr>
          <p:cNvSpPr txBox="1">
            <a:spLocks/>
          </p:cNvSpPr>
          <p:nvPr/>
        </p:nvSpPr>
        <p:spPr>
          <a:xfrm>
            <a:off x="909011" y="4132976"/>
            <a:ext cx="7325978" cy="429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●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○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■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●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○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■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●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○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■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139700" indent="0" algn="ctr">
              <a:buFont typeface="Cabin"/>
              <a:buNone/>
            </a:pPr>
            <a:r>
              <a:rPr lang="fr-FR" sz="1600" dirty="0">
                <a:latin typeface="Doppio One"/>
                <a:sym typeface="Doppio One"/>
              </a:rPr>
              <a:t>La régression logistique fonctionne presque aussi bien avec 3 variables que 6 mais la version de base reste la plus performante.</a:t>
            </a:r>
          </a:p>
        </p:txBody>
      </p:sp>
    </p:spTree>
    <p:extLst>
      <p:ext uri="{BB962C8B-B14F-4D97-AF65-F5344CB8AC3E}">
        <p14:creationId xmlns:p14="http://schemas.microsoft.com/office/powerpoint/2010/main" val="20402451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0"/>
          <p:cNvSpPr txBox="1">
            <a:spLocks noGrp="1"/>
          </p:cNvSpPr>
          <p:nvPr>
            <p:ph type="title" idx="2"/>
          </p:nvPr>
        </p:nvSpPr>
        <p:spPr>
          <a:xfrm>
            <a:off x="2996550" y="846766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81" name="Google Shape;481;p30"/>
          <p:cNvSpPr txBox="1">
            <a:spLocks noGrp="1"/>
          </p:cNvSpPr>
          <p:nvPr>
            <p:ph type="title"/>
          </p:nvPr>
        </p:nvSpPr>
        <p:spPr>
          <a:xfrm>
            <a:off x="1924800" y="2171625"/>
            <a:ext cx="5294400" cy="146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accent3"/>
                </a:solidFill>
              </a:rPr>
              <a:t>Méthodes de prédiction.</a:t>
            </a:r>
            <a:endParaRPr dirty="0">
              <a:solidFill>
                <a:schemeClr val="accent3"/>
              </a:solidFill>
            </a:endParaRPr>
          </a:p>
        </p:txBody>
      </p:sp>
      <p:cxnSp>
        <p:nvCxnSpPr>
          <p:cNvPr id="482" name="Google Shape;482;p30"/>
          <p:cNvCxnSpPr/>
          <p:nvPr/>
        </p:nvCxnSpPr>
        <p:spPr>
          <a:xfrm>
            <a:off x="4128525" y="1921404"/>
            <a:ext cx="9330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83" name="Google Shape;483;p30"/>
          <p:cNvGrpSpPr/>
          <p:nvPr/>
        </p:nvGrpSpPr>
        <p:grpSpPr>
          <a:xfrm rot="4621808">
            <a:off x="2376833" y="431218"/>
            <a:ext cx="933908" cy="1011918"/>
            <a:chOff x="2761250" y="617875"/>
            <a:chExt cx="1222900" cy="1325050"/>
          </a:xfrm>
        </p:grpSpPr>
        <p:sp>
          <p:nvSpPr>
            <p:cNvPr id="484" name="Google Shape;484;p30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0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0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0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0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0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0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1" name="Google Shape;491;p30"/>
          <p:cNvGrpSpPr/>
          <p:nvPr/>
        </p:nvGrpSpPr>
        <p:grpSpPr>
          <a:xfrm rot="1790401">
            <a:off x="6954508" y="1322976"/>
            <a:ext cx="701869" cy="1011948"/>
            <a:chOff x="1705850" y="434250"/>
            <a:chExt cx="978800" cy="1411225"/>
          </a:xfrm>
        </p:grpSpPr>
        <p:sp>
          <p:nvSpPr>
            <p:cNvPr id="492" name="Google Shape;492;p30"/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0"/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0"/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0"/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0"/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0"/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0"/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9" name="Google Shape;499;p30"/>
          <p:cNvGrpSpPr/>
          <p:nvPr/>
        </p:nvGrpSpPr>
        <p:grpSpPr>
          <a:xfrm rot="-1388379">
            <a:off x="1014117" y="2362682"/>
            <a:ext cx="584864" cy="513483"/>
            <a:chOff x="2665925" y="2466150"/>
            <a:chExt cx="627625" cy="551025"/>
          </a:xfrm>
        </p:grpSpPr>
        <p:sp>
          <p:nvSpPr>
            <p:cNvPr id="500" name="Google Shape;500;p30"/>
            <p:cNvSpPr/>
            <p:nvPr/>
          </p:nvSpPr>
          <p:spPr>
            <a:xfrm>
              <a:off x="2700675" y="2466150"/>
              <a:ext cx="592875" cy="549500"/>
            </a:xfrm>
            <a:custGeom>
              <a:avLst/>
              <a:gdLst/>
              <a:ahLst/>
              <a:cxnLst/>
              <a:rect l="l" t="t" r="r" b="b"/>
              <a:pathLst>
                <a:path w="23715" h="21980" extrusionOk="0">
                  <a:moveTo>
                    <a:pt x="6323" y="0"/>
                  </a:moveTo>
                  <a:cubicBezTo>
                    <a:pt x="5320" y="0"/>
                    <a:pt x="4347" y="220"/>
                    <a:pt x="3434" y="722"/>
                  </a:cubicBezTo>
                  <a:cubicBezTo>
                    <a:pt x="52" y="2578"/>
                    <a:pt x="1" y="6111"/>
                    <a:pt x="1" y="6111"/>
                  </a:cubicBezTo>
                  <a:cubicBezTo>
                    <a:pt x="1" y="6111"/>
                    <a:pt x="1555" y="3520"/>
                    <a:pt x="4741" y="3520"/>
                  </a:cubicBezTo>
                  <a:cubicBezTo>
                    <a:pt x="7746" y="3520"/>
                    <a:pt x="12205" y="5827"/>
                    <a:pt x="18179" y="14795"/>
                  </a:cubicBezTo>
                  <a:cubicBezTo>
                    <a:pt x="22322" y="21011"/>
                    <a:pt x="16293" y="21867"/>
                    <a:pt x="16293" y="21867"/>
                  </a:cubicBezTo>
                  <a:cubicBezTo>
                    <a:pt x="16293" y="21867"/>
                    <a:pt x="16625" y="21980"/>
                    <a:pt x="17147" y="21980"/>
                  </a:cubicBezTo>
                  <a:cubicBezTo>
                    <a:pt x="18141" y="21980"/>
                    <a:pt x="19823" y="21572"/>
                    <a:pt x="21209" y="19201"/>
                  </a:cubicBezTo>
                  <a:cubicBezTo>
                    <a:pt x="22213" y="17480"/>
                    <a:pt x="23714" y="15162"/>
                    <a:pt x="20548" y="10050"/>
                  </a:cubicBezTo>
                  <a:cubicBezTo>
                    <a:pt x="18795" y="7221"/>
                    <a:pt x="12072" y="0"/>
                    <a:pt x="6323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0"/>
            <p:cNvSpPr/>
            <p:nvPr/>
          </p:nvSpPr>
          <p:spPr>
            <a:xfrm>
              <a:off x="2700275" y="2537525"/>
              <a:ext cx="507325" cy="479550"/>
            </a:xfrm>
            <a:custGeom>
              <a:avLst/>
              <a:gdLst/>
              <a:ahLst/>
              <a:cxnLst/>
              <a:rect l="l" t="t" r="r" b="b"/>
              <a:pathLst>
                <a:path w="20293" h="19182" extrusionOk="0">
                  <a:moveTo>
                    <a:pt x="3446" y="0"/>
                  </a:moveTo>
                  <a:cubicBezTo>
                    <a:pt x="3175" y="0"/>
                    <a:pt x="2902" y="23"/>
                    <a:pt x="2633" y="67"/>
                  </a:cubicBezTo>
                  <a:cubicBezTo>
                    <a:pt x="1859" y="197"/>
                    <a:pt x="1241" y="508"/>
                    <a:pt x="793" y="995"/>
                  </a:cubicBezTo>
                  <a:cubicBezTo>
                    <a:pt x="264" y="1570"/>
                    <a:pt x="1" y="2353"/>
                    <a:pt x="8" y="3325"/>
                  </a:cubicBezTo>
                  <a:cubicBezTo>
                    <a:pt x="12" y="4263"/>
                    <a:pt x="269" y="5339"/>
                    <a:pt x="770" y="6519"/>
                  </a:cubicBezTo>
                  <a:cubicBezTo>
                    <a:pt x="1799" y="8945"/>
                    <a:pt x="3741" y="11545"/>
                    <a:pt x="6242" y="13843"/>
                  </a:cubicBezTo>
                  <a:cubicBezTo>
                    <a:pt x="6535" y="14113"/>
                    <a:pt x="6812" y="14355"/>
                    <a:pt x="7085" y="14586"/>
                  </a:cubicBezTo>
                  <a:cubicBezTo>
                    <a:pt x="8876" y="16108"/>
                    <a:pt x="10793" y="17338"/>
                    <a:pt x="12629" y="18147"/>
                  </a:cubicBezTo>
                  <a:cubicBezTo>
                    <a:pt x="13116" y="18361"/>
                    <a:pt x="13614" y="18551"/>
                    <a:pt x="14122" y="18712"/>
                  </a:cubicBezTo>
                  <a:cubicBezTo>
                    <a:pt x="15032" y="19001"/>
                    <a:pt x="15877" y="19158"/>
                    <a:pt x="16630" y="19179"/>
                  </a:cubicBezTo>
                  <a:cubicBezTo>
                    <a:pt x="16688" y="19181"/>
                    <a:pt x="16745" y="19181"/>
                    <a:pt x="16803" y="19181"/>
                  </a:cubicBezTo>
                  <a:cubicBezTo>
                    <a:pt x="17985" y="19181"/>
                    <a:pt x="18893" y="18846"/>
                    <a:pt x="19500" y="18186"/>
                  </a:cubicBezTo>
                  <a:cubicBezTo>
                    <a:pt x="20026" y="17613"/>
                    <a:pt x="20292" y="16828"/>
                    <a:pt x="20285" y="15856"/>
                  </a:cubicBezTo>
                  <a:cubicBezTo>
                    <a:pt x="20280" y="14919"/>
                    <a:pt x="20024" y="13845"/>
                    <a:pt x="19523" y="12665"/>
                  </a:cubicBezTo>
                  <a:cubicBezTo>
                    <a:pt x="18493" y="10238"/>
                    <a:pt x="16551" y="7636"/>
                    <a:pt x="14053" y="5341"/>
                  </a:cubicBezTo>
                  <a:cubicBezTo>
                    <a:pt x="13342" y="4688"/>
                    <a:pt x="12599" y="4071"/>
                    <a:pt x="11825" y="3498"/>
                  </a:cubicBezTo>
                  <a:cubicBezTo>
                    <a:pt x="10894" y="2801"/>
                    <a:pt x="9911" y="2178"/>
                    <a:pt x="8886" y="1630"/>
                  </a:cubicBezTo>
                  <a:cubicBezTo>
                    <a:pt x="8364" y="1353"/>
                    <a:pt x="7847" y="1106"/>
                    <a:pt x="7343" y="898"/>
                  </a:cubicBezTo>
                  <a:cubicBezTo>
                    <a:pt x="5928" y="310"/>
                    <a:pt x="4593" y="0"/>
                    <a:pt x="3485" y="0"/>
                  </a:cubicBezTo>
                  <a:cubicBezTo>
                    <a:pt x="3472" y="0"/>
                    <a:pt x="3459" y="0"/>
                    <a:pt x="3446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0"/>
            <p:cNvSpPr/>
            <p:nvPr/>
          </p:nvSpPr>
          <p:spPr>
            <a:xfrm>
              <a:off x="2665925" y="2537350"/>
              <a:ext cx="575950" cy="479825"/>
            </a:xfrm>
            <a:custGeom>
              <a:avLst/>
              <a:gdLst/>
              <a:ahLst/>
              <a:cxnLst/>
              <a:rect l="l" t="t" r="r" b="b"/>
              <a:pathLst>
                <a:path w="23038" h="19193" extrusionOk="0">
                  <a:moveTo>
                    <a:pt x="4859" y="0"/>
                  </a:moveTo>
                  <a:cubicBezTo>
                    <a:pt x="4859" y="0"/>
                    <a:pt x="4860" y="0"/>
                    <a:pt x="4860" y="0"/>
                  </a:cubicBezTo>
                  <a:lnTo>
                    <a:pt x="4860" y="0"/>
                  </a:lnTo>
                  <a:cubicBezTo>
                    <a:pt x="4860" y="0"/>
                    <a:pt x="4861" y="0"/>
                    <a:pt x="4861" y="0"/>
                  </a:cubicBezTo>
                  <a:close/>
                  <a:moveTo>
                    <a:pt x="4861" y="12"/>
                  </a:moveTo>
                  <a:cubicBezTo>
                    <a:pt x="5967" y="12"/>
                    <a:pt x="7302" y="324"/>
                    <a:pt x="8717" y="910"/>
                  </a:cubicBezTo>
                  <a:cubicBezTo>
                    <a:pt x="9218" y="1118"/>
                    <a:pt x="9738" y="1365"/>
                    <a:pt x="10260" y="1642"/>
                  </a:cubicBezTo>
                  <a:cubicBezTo>
                    <a:pt x="11285" y="2189"/>
                    <a:pt x="12266" y="2813"/>
                    <a:pt x="13197" y="3508"/>
                  </a:cubicBezTo>
                  <a:cubicBezTo>
                    <a:pt x="13970" y="4083"/>
                    <a:pt x="14714" y="4697"/>
                    <a:pt x="15423" y="5350"/>
                  </a:cubicBezTo>
                  <a:cubicBezTo>
                    <a:pt x="16686" y="6509"/>
                    <a:pt x="17808" y="7749"/>
                    <a:pt x="18757" y="9028"/>
                  </a:cubicBezTo>
                  <a:cubicBezTo>
                    <a:pt x="19673" y="10266"/>
                    <a:pt x="20391" y="11492"/>
                    <a:pt x="20893" y="12672"/>
                  </a:cubicBezTo>
                  <a:cubicBezTo>
                    <a:pt x="21394" y="13852"/>
                    <a:pt x="21648" y="14926"/>
                    <a:pt x="21654" y="15863"/>
                  </a:cubicBezTo>
                  <a:cubicBezTo>
                    <a:pt x="21661" y="16833"/>
                    <a:pt x="21396" y="17616"/>
                    <a:pt x="20872" y="18188"/>
                  </a:cubicBezTo>
                  <a:cubicBezTo>
                    <a:pt x="20567" y="18518"/>
                    <a:pt x="20179" y="18770"/>
                    <a:pt x="19720" y="18939"/>
                  </a:cubicBezTo>
                  <a:cubicBezTo>
                    <a:pt x="19274" y="19100"/>
                    <a:pt x="18754" y="19183"/>
                    <a:pt x="18179" y="19183"/>
                  </a:cubicBezTo>
                  <a:cubicBezTo>
                    <a:pt x="18122" y="19183"/>
                    <a:pt x="18064" y="19183"/>
                    <a:pt x="18006" y="19181"/>
                  </a:cubicBezTo>
                  <a:cubicBezTo>
                    <a:pt x="17251" y="19158"/>
                    <a:pt x="16408" y="19001"/>
                    <a:pt x="15499" y="18715"/>
                  </a:cubicBezTo>
                  <a:cubicBezTo>
                    <a:pt x="14991" y="18553"/>
                    <a:pt x="14492" y="18364"/>
                    <a:pt x="14005" y="18147"/>
                  </a:cubicBezTo>
                  <a:cubicBezTo>
                    <a:pt x="12169" y="17339"/>
                    <a:pt x="10253" y="16110"/>
                    <a:pt x="8463" y="14589"/>
                  </a:cubicBezTo>
                  <a:lnTo>
                    <a:pt x="8461" y="14589"/>
                  </a:lnTo>
                  <a:cubicBezTo>
                    <a:pt x="8189" y="14358"/>
                    <a:pt x="7914" y="14115"/>
                    <a:pt x="7621" y="13845"/>
                  </a:cubicBezTo>
                  <a:cubicBezTo>
                    <a:pt x="6357" y="12684"/>
                    <a:pt x="5235" y="11446"/>
                    <a:pt x="4284" y="10165"/>
                  </a:cubicBezTo>
                  <a:cubicBezTo>
                    <a:pt x="3367" y="8927"/>
                    <a:pt x="2649" y="7701"/>
                    <a:pt x="2148" y="6521"/>
                  </a:cubicBezTo>
                  <a:cubicBezTo>
                    <a:pt x="1649" y="5341"/>
                    <a:pt x="1393" y="4270"/>
                    <a:pt x="1386" y="3330"/>
                  </a:cubicBezTo>
                  <a:cubicBezTo>
                    <a:pt x="1382" y="2360"/>
                    <a:pt x="1645" y="1577"/>
                    <a:pt x="2171" y="1007"/>
                  </a:cubicBezTo>
                  <a:cubicBezTo>
                    <a:pt x="2617" y="520"/>
                    <a:pt x="3238" y="208"/>
                    <a:pt x="4009" y="79"/>
                  </a:cubicBezTo>
                  <a:cubicBezTo>
                    <a:pt x="4291" y="33"/>
                    <a:pt x="4575" y="12"/>
                    <a:pt x="4861" y="12"/>
                  </a:cubicBezTo>
                  <a:close/>
                  <a:moveTo>
                    <a:pt x="4860" y="0"/>
                  </a:moveTo>
                  <a:cubicBezTo>
                    <a:pt x="4574" y="0"/>
                    <a:pt x="4288" y="21"/>
                    <a:pt x="4007" y="67"/>
                  </a:cubicBezTo>
                  <a:cubicBezTo>
                    <a:pt x="3252" y="194"/>
                    <a:pt x="2622" y="499"/>
                    <a:pt x="2160" y="998"/>
                  </a:cubicBezTo>
                  <a:cubicBezTo>
                    <a:pt x="1" y="3348"/>
                    <a:pt x="2441" y="9102"/>
                    <a:pt x="7611" y="13852"/>
                  </a:cubicBezTo>
                  <a:cubicBezTo>
                    <a:pt x="7891" y="14111"/>
                    <a:pt x="8170" y="14358"/>
                    <a:pt x="8454" y="14595"/>
                  </a:cubicBezTo>
                  <a:lnTo>
                    <a:pt x="8456" y="14595"/>
                  </a:lnTo>
                  <a:cubicBezTo>
                    <a:pt x="10304" y="16166"/>
                    <a:pt x="12220" y="17371"/>
                    <a:pt x="14000" y="18156"/>
                  </a:cubicBezTo>
                  <a:cubicBezTo>
                    <a:pt x="14487" y="18371"/>
                    <a:pt x="14986" y="18560"/>
                    <a:pt x="15494" y="18724"/>
                  </a:cubicBezTo>
                  <a:cubicBezTo>
                    <a:pt x="16397" y="19008"/>
                    <a:pt x="17244" y="19167"/>
                    <a:pt x="18004" y="19190"/>
                  </a:cubicBezTo>
                  <a:cubicBezTo>
                    <a:pt x="18062" y="19190"/>
                    <a:pt x="18119" y="19193"/>
                    <a:pt x="18177" y="19193"/>
                  </a:cubicBezTo>
                  <a:cubicBezTo>
                    <a:pt x="19320" y="19193"/>
                    <a:pt x="20255" y="18872"/>
                    <a:pt x="20879" y="18193"/>
                  </a:cubicBezTo>
                  <a:cubicBezTo>
                    <a:pt x="23038" y="15845"/>
                    <a:pt x="20597" y="10088"/>
                    <a:pt x="15429" y="5341"/>
                  </a:cubicBezTo>
                  <a:cubicBezTo>
                    <a:pt x="14721" y="4688"/>
                    <a:pt x="13977" y="4073"/>
                    <a:pt x="13201" y="3498"/>
                  </a:cubicBezTo>
                  <a:cubicBezTo>
                    <a:pt x="12271" y="2801"/>
                    <a:pt x="11287" y="2178"/>
                    <a:pt x="10262" y="1630"/>
                  </a:cubicBezTo>
                  <a:cubicBezTo>
                    <a:pt x="9738" y="1351"/>
                    <a:pt x="9223" y="1106"/>
                    <a:pt x="8717" y="899"/>
                  </a:cubicBezTo>
                  <a:cubicBezTo>
                    <a:pt x="7305" y="312"/>
                    <a:pt x="5982" y="1"/>
                    <a:pt x="4860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0"/>
            <p:cNvSpPr/>
            <p:nvPr/>
          </p:nvSpPr>
          <p:spPr>
            <a:xfrm>
              <a:off x="2747900" y="2609975"/>
              <a:ext cx="408725" cy="340475"/>
            </a:xfrm>
            <a:custGeom>
              <a:avLst/>
              <a:gdLst/>
              <a:ahLst/>
              <a:cxnLst/>
              <a:rect l="l" t="t" r="r" b="b"/>
              <a:pathLst>
                <a:path w="16349" h="13619" extrusionOk="0">
                  <a:moveTo>
                    <a:pt x="3097" y="0"/>
                  </a:moveTo>
                  <a:cubicBezTo>
                    <a:pt x="2363" y="0"/>
                    <a:pt x="1799" y="206"/>
                    <a:pt x="1428" y="610"/>
                  </a:cubicBezTo>
                  <a:cubicBezTo>
                    <a:pt x="1" y="2164"/>
                    <a:pt x="1866" y="6207"/>
                    <a:pt x="5586" y="9624"/>
                  </a:cubicBezTo>
                  <a:cubicBezTo>
                    <a:pt x="8228" y="12051"/>
                    <a:pt x="11236" y="13618"/>
                    <a:pt x="13252" y="13618"/>
                  </a:cubicBezTo>
                  <a:cubicBezTo>
                    <a:pt x="13986" y="13618"/>
                    <a:pt x="14547" y="13413"/>
                    <a:pt x="14921" y="13007"/>
                  </a:cubicBezTo>
                  <a:cubicBezTo>
                    <a:pt x="16348" y="11455"/>
                    <a:pt x="14483" y="7410"/>
                    <a:pt x="10760" y="3992"/>
                  </a:cubicBezTo>
                  <a:cubicBezTo>
                    <a:pt x="8121" y="1568"/>
                    <a:pt x="5113" y="0"/>
                    <a:pt x="3097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0"/>
            <p:cNvSpPr/>
            <p:nvPr/>
          </p:nvSpPr>
          <p:spPr>
            <a:xfrm>
              <a:off x="2747675" y="2609800"/>
              <a:ext cx="409125" cy="340775"/>
            </a:xfrm>
            <a:custGeom>
              <a:avLst/>
              <a:gdLst/>
              <a:ahLst/>
              <a:cxnLst/>
              <a:rect l="l" t="t" r="r" b="b"/>
              <a:pathLst>
                <a:path w="16365" h="13631" extrusionOk="0">
                  <a:moveTo>
                    <a:pt x="3106" y="12"/>
                  </a:moveTo>
                  <a:cubicBezTo>
                    <a:pt x="4080" y="12"/>
                    <a:pt x="5304" y="376"/>
                    <a:pt x="6646" y="1067"/>
                  </a:cubicBezTo>
                  <a:cubicBezTo>
                    <a:pt x="8019" y="1776"/>
                    <a:pt x="9444" y="2792"/>
                    <a:pt x="10767" y="4004"/>
                  </a:cubicBezTo>
                  <a:cubicBezTo>
                    <a:pt x="12568" y="5659"/>
                    <a:pt x="13993" y="7509"/>
                    <a:pt x="14778" y="9213"/>
                  </a:cubicBezTo>
                  <a:cubicBezTo>
                    <a:pt x="15159" y="10040"/>
                    <a:pt x="15369" y="10788"/>
                    <a:pt x="15401" y="11434"/>
                  </a:cubicBezTo>
                  <a:cubicBezTo>
                    <a:pt x="15434" y="12102"/>
                    <a:pt x="15272" y="12633"/>
                    <a:pt x="14926" y="13011"/>
                  </a:cubicBezTo>
                  <a:cubicBezTo>
                    <a:pt x="14554" y="13415"/>
                    <a:pt x="13993" y="13621"/>
                    <a:pt x="13261" y="13621"/>
                  </a:cubicBezTo>
                  <a:cubicBezTo>
                    <a:pt x="12286" y="13621"/>
                    <a:pt x="11063" y="13256"/>
                    <a:pt x="9721" y="12566"/>
                  </a:cubicBezTo>
                  <a:cubicBezTo>
                    <a:pt x="8345" y="11857"/>
                    <a:pt x="6923" y="10843"/>
                    <a:pt x="5600" y="9629"/>
                  </a:cubicBezTo>
                  <a:cubicBezTo>
                    <a:pt x="3799" y="7973"/>
                    <a:pt x="2374" y="6124"/>
                    <a:pt x="1589" y="4420"/>
                  </a:cubicBezTo>
                  <a:cubicBezTo>
                    <a:pt x="1206" y="3593"/>
                    <a:pt x="998" y="2845"/>
                    <a:pt x="966" y="2198"/>
                  </a:cubicBezTo>
                  <a:cubicBezTo>
                    <a:pt x="933" y="1531"/>
                    <a:pt x="1093" y="1000"/>
                    <a:pt x="1441" y="621"/>
                  </a:cubicBezTo>
                  <a:cubicBezTo>
                    <a:pt x="1813" y="217"/>
                    <a:pt x="2372" y="12"/>
                    <a:pt x="3106" y="12"/>
                  </a:cubicBezTo>
                  <a:close/>
                  <a:moveTo>
                    <a:pt x="3106" y="0"/>
                  </a:moveTo>
                  <a:cubicBezTo>
                    <a:pt x="2392" y="0"/>
                    <a:pt x="1815" y="196"/>
                    <a:pt x="1432" y="614"/>
                  </a:cubicBezTo>
                  <a:cubicBezTo>
                    <a:pt x="0" y="2173"/>
                    <a:pt x="1864" y="6211"/>
                    <a:pt x="5590" y="9636"/>
                  </a:cubicBezTo>
                  <a:cubicBezTo>
                    <a:pt x="8324" y="12148"/>
                    <a:pt x="11301" y="13630"/>
                    <a:pt x="13259" y="13630"/>
                  </a:cubicBezTo>
                  <a:cubicBezTo>
                    <a:pt x="13972" y="13630"/>
                    <a:pt x="14552" y="13434"/>
                    <a:pt x="14933" y="13018"/>
                  </a:cubicBezTo>
                  <a:cubicBezTo>
                    <a:pt x="16364" y="11460"/>
                    <a:pt x="14503" y="7421"/>
                    <a:pt x="10774" y="3995"/>
                  </a:cubicBezTo>
                  <a:cubicBezTo>
                    <a:pt x="8040" y="1485"/>
                    <a:pt x="5064" y="0"/>
                    <a:pt x="3106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0"/>
            <p:cNvSpPr/>
            <p:nvPr/>
          </p:nvSpPr>
          <p:spPr>
            <a:xfrm>
              <a:off x="2716275" y="2553225"/>
              <a:ext cx="450800" cy="428675"/>
            </a:xfrm>
            <a:custGeom>
              <a:avLst/>
              <a:gdLst/>
              <a:ahLst/>
              <a:cxnLst/>
              <a:rect l="l" t="t" r="r" b="b"/>
              <a:pathLst>
                <a:path w="18032" h="17147" fill="none" extrusionOk="0">
                  <a:moveTo>
                    <a:pt x="12665" y="5530"/>
                  </a:moveTo>
                  <a:cubicBezTo>
                    <a:pt x="14711" y="7410"/>
                    <a:pt x="16336" y="9578"/>
                    <a:pt x="17184" y="11557"/>
                  </a:cubicBezTo>
                  <a:cubicBezTo>
                    <a:pt x="18031" y="13538"/>
                    <a:pt x="18031" y="15168"/>
                    <a:pt x="17184" y="16087"/>
                  </a:cubicBezTo>
                  <a:cubicBezTo>
                    <a:pt x="16339" y="17008"/>
                    <a:pt x="14713" y="17147"/>
                    <a:pt x="12670" y="16468"/>
                  </a:cubicBezTo>
                  <a:cubicBezTo>
                    <a:pt x="10626" y="15791"/>
                    <a:pt x="8329" y="14355"/>
                    <a:pt x="6283" y="12476"/>
                  </a:cubicBezTo>
                  <a:cubicBezTo>
                    <a:pt x="2025" y="8562"/>
                    <a:pt x="0" y="3836"/>
                    <a:pt x="1764" y="1917"/>
                  </a:cubicBezTo>
                  <a:cubicBezTo>
                    <a:pt x="3526" y="0"/>
                    <a:pt x="8407" y="1617"/>
                    <a:pt x="12665" y="553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0"/>
            <p:cNvSpPr/>
            <p:nvPr/>
          </p:nvSpPr>
          <p:spPr>
            <a:xfrm>
              <a:off x="2766075" y="2537900"/>
              <a:ext cx="249925" cy="453525"/>
            </a:xfrm>
            <a:custGeom>
              <a:avLst/>
              <a:gdLst/>
              <a:ahLst/>
              <a:cxnLst/>
              <a:rect l="l" t="t" r="r" b="b"/>
              <a:pathLst>
                <a:path w="9997" h="18141" extrusionOk="0">
                  <a:moveTo>
                    <a:pt x="859" y="0"/>
                  </a:moveTo>
                  <a:cubicBezTo>
                    <a:pt x="568" y="0"/>
                    <a:pt x="282" y="17"/>
                    <a:pt x="1" y="50"/>
                  </a:cubicBezTo>
                  <a:lnTo>
                    <a:pt x="587" y="1966"/>
                  </a:lnTo>
                  <a:lnTo>
                    <a:pt x="980" y="3248"/>
                  </a:lnTo>
                  <a:lnTo>
                    <a:pt x="3349" y="10985"/>
                  </a:lnTo>
                  <a:lnTo>
                    <a:pt x="3871" y="12685"/>
                  </a:lnTo>
                  <a:lnTo>
                    <a:pt x="4448" y="14576"/>
                  </a:lnTo>
                  <a:lnTo>
                    <a:pt x="4450" y="14576"/>
                  </a:lnTo>
                  <a:cubicBezTo>
                    <a:pt x="6298" y="16146"/>
                    <a:pt x="8216" y="17351"/>
                    <a:pt x="9997" y="18141"/>
                  </a:cubicBezTo>
                  <a:lnTo>
                    <a:pt x="9535" y="16635"/>
                  </a:lnTo>
                  <a:lnTo>
                    <a:pt x="9209" y="15566"/>
                  </a:lnTo>
                  <a:lnTo>
                    <a:pt x="7771" y="10868"/>
                  </a:lnTo>
                  <a:lnTo>
                    <a:pt x="7741" y="10777"/>
                  </a:lnTo>
                  <a:lnTo>
                    <a:pt x="7487" y="9937"/>
                  </a:lnTo>
                  <a:lnTo>
                    <a:pt x="7484" y="9935"/>
                  </a:lnTo>
                  <a:lnTo>
                    <a:pt x="6847" y="7857"/>
                  </a:lnTo>
                  <a:lnTo>
                    <a:pt x="5600" y="3781"/>
                  </a:lnTo>
                  <a:lnTo>
                    <a:pt x="5208" y="2497"/>
                  </a:lnTo>
                  <a:lnTo>
                    <a:pt x="4714" y="881"/>
                  </a:lnTo>
                  <a:cubicBezTo>
                    <a:pt x="3342" y="284"/>
                    <a:pt x="2059" y="0"/>
                    <a:pt x="859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0"/>
            <p:cNvSpPr/>
            <p:nvPr/>
          </p:nvSpPr>
          <p:spPr>
            <a:xfrm>
              <a:off x="2922450" y="2578150"/>
              <a:ext cx="193575" cy="439025"/>
            </a:xfrm>
            <a:custGeom>
              <a:avLst/>
              <a:gdLst/>
              <a:ahLst/>
              <a:cxnLst/>
              <a:rect l="l" t="t" r="r" b="b"/>
              <a:pathLst>
                <a:path w="7743" h="17561" extrusionOk="0">
                  <a:moveTo>
                    <a:pt x="1" y="1"/>
                  </a:moveTo>
                  <a:lnTo>
                    <a:pt x="509" y="1652"/>
                  </a:lnTo>
                  <a:lnTo>
                    <a:pt x="941" y="3063"/>
                  </a:lnTo>
                  <a:lnTo>
                    <a:pt x="2479" y="8085"/>
                  </a:lnTo>
                  <a:lnTo>
                    <a:pt x="2804" y="9151"/>
                  </a:lnTo>
                  <a:lnTo>
                    <a:pt x="2929" y="9555"/>
                  </a:lnTo>
                  <a:lnTo>
                    <a:pt x="2931" y="9558"/>
                  </a:lnTo>
                  <a:lnTo>
                    <a:pt x="3095" y="10098"/>
                  </a:lnTo>
                  <a:lnTo>
                    <a:pt x="4467" y="14575"/>
                  </a:lnTo>
                  <a:lnTo>
                    <a:pt x="4769" y="15573"/>
                  </a:lnTo>
                  <a:lnTo>
                    <a:pt x="5235" y="17094"/>
                  </a:lnTo>
                  <a:cubicBezTo>
                    <a:pt x="6136" y="17378"/>
                    <a:pt x="6983" y="17538"/>
                    <a:pt x="7743" y="17561"/>
                  </a:cubicBezTo>
                  <a:lnTo>
                    <a:pt x="7226" y="15868"/>
                  </a:lnTo>
                  <a:lnTo>
                    <a:pt x="6912" y="14836"/>
                  </a:lnTo>
                  <a:lnTo>
                    <a:pt x="4058" y="5519"/>
                  </a:lnTo>
                  <a:lnTo>
                    <a:pt x="3513" y="3737"/>
                  </a:lnTo>
                  <a:lnTo>
                    <a:pt x="2940" y="1866"/>
                  </a:lnTo>
                  <a:lnTo>
                    <a:pt x="1767" y="107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8" name="Google Shape;508;p30"/>
          <p:cNvGrpSpPr/>
          <p:nvPr/>
        </p:nvGrpSpPr>
        <p:grpSpPr>
          <a:xfrm rot="1135194">
            <a:off x="8103495" y="3119686"/>
            <a:ext cx="435970" cy="536160"/>
            <a:chOff x="4081850" y="3204400"/>
            <a:chExt cx="743225" cy="914025"/>
          </a:xfrm>
        </p:grpSpPr>
        <p:sp>
          <p:nvSpPr>
            <p:cNvPr id="509" name="Google Shape;509;p30"/>
            <p:cNvSpPr/>
            <p:nvPr/>
          </p:nvSpPr>
          <p:spPr>
            <a:xfrm>
              <a:off x="4106625" y="3204400"/>
              <a:ext cx="718450" cy="914025"/>
            </a:xfrm>
            <a:custGeom>
              <a:avLst/>
              <a:gdLst/>
              <a:ahLst/>
              <a:cxnLst/>
              <a:rect l="l" t="t" r="r" b="b"/>
              <a:pathLst>
                <a:path w="28738" h="36561" extrusionOk="0">
                  <a:moveTo>
                    <a:pt x="14832" y="0"/>
                  </a:moveTo>
                  <a:cubicBezTo>
                    <a:pt x="12888" y="0"/>
                    <a:pt x="11529" y="569"/>
                    <a:pt x="11529" y="569"/>
                  </a:cubicBezTo>
                  <a:cubicBezTo>
                    <a:pt x="11529" y="569"/>
                    <a:pt x="27955" y="2714"/>
                    <a:pt x="10506" y="29792"/>
                  </a:cubicBezTo>
                  <a:cubicBezTo>
                    <a:pt x="8291" y="33228"/>
                    <a:pt x="6253" y="34299"/>
                    <a:pt x="4573" y="34299"/>
                  </a:cubicBezTo>
                  <a:cubicBezTo>
                    <a:pt x="1798" y="34299"/>
                    <a:pt x="1" y="31378"/>
                    <a:pt x="0" y="31378"/>
                  </a:cubicBezTo>
                  <a:lnTo>
                    <a:pt x="0" y="31378"/>
                  </a:lnTo>
                  <a:cubicBezTo>
                    <a:pt x="0" y="31378"/>
                    <a:pt x="361" y="35656"/>
                    <a:pt x="6396" y="36372"/>
                  </a:cubicBezTo>
                  <a:cubicBezTo>
                    <a:pt x="7105" y="36457"/>
                    <a:pt x="7880" y="36561"/>
                    <a:pt x="8720" y="36561"/>
                  </a:cubicBezTo>
                  <a:cubicBezTo>
                    <a:pt x="11282" y="36561"/>
                    <a:pt x="14450" y="35596"/>
                    <a:pt x="18190" y="30193"/>
                  </a:cubicBezTo>
                  <a:cubicBezTo>
                    <a:pt x="21421" y="25527"/>
                    <a:pt x="28738" y="8230"/>
                    <a:pt x="20691" y="2014"/>
                  </a:cubicBezTo>
                  <a:cubicBezTo>
                    <a:pt x="18635" y="426"/>
                    <a:pt x="16515" y="0"/>
                    <a:pt x="14832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0"/>
            <p:cNvSpPr/>
            <p:nvPr/>
          </p:nvSpPr>
          <p:spPr>
            <a:xfrm>
              <a:off x="4081975" y="3206200"/>
              <a:ext cx="497850" cy="882300"/>
            </a:xfrm>
            <a:custGeom>
              <a:avLst/>
              <a:gdLst/>
              <a:ahLst/>
              <a:cxnLst/>
              <a:rect l="l" t="t" r="r" b="b"/>
              <a:pathLst>
                <a:path w="19914" h="35292" extrusionOk="0">
                  <a:moveTo>
                    <a:pt x="14683" y="1"/>
                  </a:moveTo>
                  <a:cubicBezTo>
                    <a:pt x="14676" y="1"/>
                    <a:pt x="14669" y="1"/>
                    <a:pt x="14662" y="1"/>
                  </a:cubicBezTo>
                  <a:cubicBezTo>
                    <a:pt x="12598" y="1"/>
                    <a:pt x="10190" y="1490"/>
                    <a:pt x="7886" y="4191"/>
                  </a:cubicBezTo>
                  <a:cubicBezTo>
                    <a:pt x="5553" y="6925"/>
                    <a:pt x="3475" y="10730"/>
                    <a:pt x="2032" y="14912"/>
                  </a:cubicBezTo>
                  <a:cubicBezTo>
                    <a:pt x="1843" y="15459"/>
                    <a:pt x="1679" y="15967"/>
                    <a:pt x="1531" y="16464"/>
                  </a:cubicBezTo>
                  <a:lnTo>
                    <a:pt x="1531" y="16466"/>
                  </a:lnTo>
                  <a:cubicBezTo>
                    <a:pt x="545" y="19731"/>
                    <a:pt x="19" y="22996"/>
                    <a:pt x="7" y="25907"/>
                  </a:cubicBezTo>
                  <a:cubicBezTo>
                    <a:pt x="0" y="26681"/>
                    <a:pt x="37" y="27454"/>
                    <a:pt x="116" y="28223"/>
                  </a:cubicBezTo>
                  <a:cubicBezTo>
                    <a:pt x="261" y="29600"/>
                    <a:pt x="541" y="30814"/>
                    <a:pt x="949" y="31830"/>
                  </a:cubicBezTo>
                  <a:cubicBezTo>
                    <a:pt x="1284" y="32661"/>
                    <a:pt x="1704" y="33356"/>
                    <a:pt x="2196" y="33899"/>
                  </a:cubicBezTo>
                  <a:cubicBezTo>
                    <a:pt x="2702" y="34455"/>
                    <a:pt x="3286" y="34852"/>
                    <a:pt x="3935" y="35076"/>
                  </a:cubicBezTo>
                  <a:cubicBezTo>
                    <a:pt x="4351" y="35217"/>
                    <a:pt x="4787" y="35291"/>
                    <a:pt x="5226" y="35291"/>
                  </a:cubicBezTo>
                  <a:cubicBezTo>
                    <a:pt x="5233" y="35291"/>
                    <a:pt x="5240" y="35291"/>
                    <a:pt x="5246" y="35291"/>
                  </a:cubicBezTo>
                  <a:cubicBezTo>
                    <a:pt x="7311" y="35291"/>
                    <a:pt x="9717" y="33802"/>
                    <a:pt x="12023" y="31100"/>
                  </a:cubicBezTo>
                  <a:cubicBezTo>
                    <a:pt x="14353" y="28369"/>
                    <a:pt x="16431" y="24561"/>
                    <a:pt x="17874" y="20384"/>
                  </a:cubicBezTo>
                  <a:cubicBezTo>
                    <a:pt x="18334" y="19061"/>
                    <a:pt x="18722" y="17715"/>
                    <a:pt x="19036" y="16351"/>
                  </a:cubicBezTo>
                  <a:cubicBezTo>
                    <a:pt x="19435" y="14635"/>
                    <a:pt x="19698" y="12956"/>
                    <a:pt x="19818" y="11359"/>
                  </a:cubicBezTo>
                  <a:cubicBezTo>
                    <a:pt x="19888" y="10502"/>
                    <a:pt x="19913" y="9668"/>
                    <a:pt x="19899" y="8879"/>
                  </a:cubicBezTo>
                  <a:cubicBezTo>
                    <a:pt x="19851" y="6022"/>
                    <a:pt x="19290" y="3688"/>
                    <a:pt x="18276" y="2129"/>
                  </a:cubicBezTo>
                  <a:cubicBezTo>
                    <a:pt x="17657" y="1174"/>
                    <a:pt x="16881" y="529"/>
                    <a:pt x="15972" y="215"/>
                  </a:cubicBezTo>
                  <a:cubicBezTo>
                    <a:pt x="15558" y="74"/>
                    <a:pt x="15121" y="1"/>
                    <a:pt x="14683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0"/>
            <p:cNvSpPr/>
            <p:nvPr/>
          </p:nvSpPr>
          <p:spPr>
            <a:xfrm>
              <a:off x="4081850" y="3206025"/>
              <a:ext cx="498125" cy="882575"/>
            </a:xfrm>
            <a:custGeom>
              <a:avLst/>
              <a:gdLst/>
              <a:ahLst/>
              <a:cxnLst/>
              <a:rect l="l" t="t" r="r" b="b"/>
              <a:pathLst>
                <a:path w="19925" h="35303" extrusionOk="0">
                  <a:moveTo>
                    <a:pt x="14667" y="12"/>
                  </a:moveTo>
                  <a:cubicBezTo>
                    <a:pt x="15113" y="12"/>
                    <a:pt x="15554" y="84"/>
                    <a:pt x="15977" y="229"/>
                  </a:cubicBezTo>
                  <a:cubicBezTo>
                    <a:pt x="16884" y="541"/>
                    <a:pt x="17660" y="1185"/>
                    <a:pt x="18279" y="2141"/>
                  </a:cubicBezTo>
                  <a:cubicBezTo>
                    <a:pt x="19288" y="3700"/>
                    <a:pt x="19851" y="6032"/>
                    <a:pt x="19900" y="8886"/>
                  </a:cubicBezTo>
                  <a:cubicBezTo>
                    <a:pt x="19913" y="9675"/>
                    <a:pt x="19888" y="10509"/>
                    <a:pt x="19819" y="11366"/>
                  </a:cubicBezTo>
                  <a:cubicBezTo>
                    <a:pt x="19699" y="12963"/>
                    <a:pt x="19435" y="14642"/>
                    <a:pt x="19036" y="16355"/>
                  </a:cubicBezTo>
                  <a:cubicBezTo>
                    <a:pt x="18722" y="17720"/>
                    <a:pt x="18334" y="19066"/>
                    <a:pt x="17877" y="20389"/>
                  </a:cubicBezTo>
                  <a:cubicBezTo>
                    <a:pt x="17140" y="22516"/>
                    <a:pt x="16251" y="24534"/>
                    <a:pt x="15231" y="26388"/>
                  </a:cubicBezTo>
                  <a:cubicBezTo>
                    <a:pt x="14245" y="28177"/>
                    <a:pt x="13167" y="29764"/>
                    <a:pt x="12024" y="31103"/>
                  </a:cubicBezTo>
                  <a:cubicBezTo>
                    <a:pt x="10890" y="32433"/>
                    <a:pt x="9733" y="33469"/>
                    <a:pt x="8588" y="34188"/>
                  </a:cubicBezTo>
                  <a:cubicBezTo>
                    <a:pt x="7415" y="34922"/>
                    <a:pt x="6293" y="35294"/>
                    <a:pt x="5251" y="35294"/>
                  </a:cubicBezTo>
                  <a:cubicBezTo>
                    <a:pt x="4806" y="35294"/>
                    <a:pt x="4365" y="35222"/>
                    <a:pt x="3942" y="35077"/>
                  </a:cubicBezTo>
                  <a:cubicBezTo>
                    <a:pt x="3296" y="34853"/>
                    <a:pt x="2709" y="34458"/>
                    <a:pt x="2204" y="33901"/>
                  </a:cubicBezTo>
                  <a:cubicBezTo>
                    <a:pt x="1714" y="33361"/>
                    <a:pt x="1294" y="32666"/>
                    <a:pt x="959" y="31837"/>
                  </a:cubicBezTo>
                  <a:cubicBezTo>
                    <a:pt x="553" y="30821"/>
                    <a:pt x="271" y="29607"/>
                    <a:pt x="128" y="28230"/>
                  </a:cubicBezTo>
                  <a:cubicBezTo>
                    <a:pt x="49" y="27459"/>
                    <a:pt x="12" y="26686"/>
                    <a:pt x="17" y="25914"/>
                  </a:cubicBezTo>
                  <a:cubicBezTo>
                    <a:pt x="28" y="23003"/>
                    <a:pt x="555" y="19738"/>
                    <a:pt x="1541" y="16475"/>
                  </a:cubicBezTo>
                  <a:lnTo>
                    <a:pt x="1543" y="16473"/>
                  </a:lnTo>
                  <a:cubicBezTo>
                    <a:pt x="1689" y="15977"/>
                    <a:pt x="1853" y="15469"/>
                    <a:pt x="2042" y="14921"/>
                  </a:cubicBezTo>
                  <a:cubicBezTo>
                    <a:pt x="2776" y="12792"/>
                    <a:pt x="3667" y="10774"/>
                    <a:pt x="4688" y="8920"/>
                  </a:cubicBezTo>
                  <a:cubicBezTo>
                    <a:pt x="5674" y="7129"/>
                    <a:pt x="6752" y="5542"/>
                    <a:pt x="7895" y="4203"/>
                  </a:cubicBezTo>
                  <a:cubicBezTo>
                    <a:pt x="9029" y="2873"/>
                    <a:pt x="10186" y="1834"/>
                    <a:pt x="11333" y="1118"/>
                  </a:cubicBezTo>
                  <a:cubicBezTo>
                    <a:pt x="12504" y="384"/>
                    <a:pt x="13626" y="12"/>
                    <a:pt x="14667" y="12"/>
                  </a:cubicBezTo>
                  <a:close/>
                  <a:moveTo>
                    <a:pt x="14667" y="1"/>
                  </a:moveTo>
                  <a:cubicBezTo>
                    <a:pt x="10426" y="1"/>
                    <a:pt x="5037" y="6214"/>
                    <a:pt x="2033" y="14917"/>
                  </a:cubicBezTo>
                  <a:cubicBezTo>
                    <a:pt x="1853" y="15439"/>
                    <a:pt x="1686" y="15953"/>
                    <a:pt x="1532" y="16468"/>
                  </a:cubicBezTo>
                  <a:lnTo>
                    <a:pt x="1532" y="16473"/>
                  </a:lnTo>
                  <a:cubicBezTo>
                    <a:pt x="513" y="19840"/>
                    <a:pt x="17" y="23091"/>
                    <a:pt x="8" y="25912"/>
                  </a:cubicBezTo>
                  <a:cubicBezTo>
                    <a:pt x="1" y="26688"/>
                    <a:pt x="38" y="27461"/>
                    <a:pt x="116" y="28230"/>
                  </a:cubicBezTo>
                  <a:cubicBezTo>
                    <a:pt x="262" y="29595"/>
                    <a:pt x="539" y="30816"/>
                    <a:pt x="950" y="31839"/>
                  </a:cubicBezTo>
                  <a:cubicBezTo>
                    <a:pt x="1615" y="33486"/>
                    <a:pt x="2615" y="34631"/>
                    <a:pt x="3940" y="35088"/>
                  </a:cubicBezTo>
                  <a:cubicBezTo>
                    <a:pt x="4356" y="35229"/>
                    <a:pt x="4792" y="35303"/>
                    <a:pt x="5231" y="35303"/>
                  </a:cubicBezTo>
                  <a:cubicBezTo>
                    <a:pt x="5238" y="35303"/>
                    <a:pt x="5245" y="35303"/>
                    <a:pt x="5251" y="35303"/>
                  </a:cubicBezTo>
                  <a:cubicBezTo>
                    <a:pt x="9493" y="35303"/>
                    <a:pt x="14882" y="29092"/>
                    <a:pt x="17886" y="20391"/>
                  </a:cubicBezTo>
                  <a:cubicBezTo>
                    <a:pt x="18346" y="19068"/>
                    <a:pt x="18734" y="17724"/>
                    <a:pt x="19048" y="16360"/>
                  </a:cubicBezTo>
                  <a:cubicBezTo>
                    <a:pt x="19449" y="14628"/>
                    <a:pt x="19713" y="12947"/>
                    <a:pt x="19830" y="11368"/>
                  </a:cubicBezTo>
                  <a:cubicBezTo>
                    <a:pt x="19897" y="10509"/>
                    <a:pt x="19925" y="9680"/>
                    <a:pt x="19911" y="8888"/>
                  </a:cubicBezTo>
                  <a:cubicBezTo>
                    <a:pt x="19863" y="6073"/>
                    <a:pt x="19311" y="3714"/>
                    <a:pt x="18288" y="2136"/>
                  </a:cubicBezTo>
                  <a:cubicBezTo>
                    <a:pt x="17681" y="1201"/>
                    <a:pt x="16912" y="541"/>
                    <a:pt x="15979" y="220"/>
                  </a:cubicBezTo>
                  <a:cubicBezTo>
                    <a:pt x="15563" y="77"/>
                    <a:pt x="15126" y="3"/>
                    <a:pt x="14688" y="3"/>
                  </a:cubicBezTo>
                  <a:cubicBezTo>
                    <a:pt x="14681" y="3"/>
                    <a:pt x="14674" y="3"/>
                    <a:pt x="14667" y="3"/>
                  </a:cubicBezTo>
                  <a:lnTo>
                    <a:pt x="14667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0"/>
            <p:cNvSpPr/>
            <p:nvPr/>
          </p:nvSpPr>
          <p:spPr>
            <a:xfrm>
              <a:off x="4152175" y="3329225"/>
              <a:ext cx="347700" cy="635150"/>
            </a:xfrm>
            <a:custGeom>
              <a:avLst/>
              <a:gdLst/>
              <a:ahLst/>
              <a:cxnLst/>
              <a:rect l="l" t="t" r="r" b="b"/>
              <a:pathLst>
                <a:path w="13908" h="25406" extrusionOk="0">
                  <a:moveTo>
                    <a:pt x="10494" y="0"/>
                  </a:moveTo>
                  <a:cubicBezTo>
                    <a:pt x="9111" y="0"/>
                    <a:pt x="7463" y="1090"/>
                    <a:pt x="5853" y="3071"/>
                  </a:cubicBezTo>
                  <a:cubicBezTo>
                    <a:pt x="4228" y="5071"/>
                    <a:pt x="2755" y="7848"/>
                    <a:pt x="1704" y="10889"/>
                  </a:cubicBezTo>
                  <a:cubicBezTo>
                    <a:pt x="545" y="14249"/>
                    <a:pt x="0" y="17595"/>
                    <a:pt x="173" y="20312"/>
                  </a:cubicBezTo>
                  <a:cubicBezTo>
                    <a:pt x="256" y="21633"/>
                    <a:pt x="506" y="22732"/>
                    <a:pt x="912" y="23582"/>
                  </a:cubicBezTo>
                  <a:cubicBezTo>
                    <a:pt x="1332" y="24459"/>
                    <a:pt x="1905" y="25030"/>
                    <a:pt x="2612" y="25272"/>
                  </a:cubicBezTo>
                  <a:cubicBezTo>
                    <a:pt x="2870" y="25362"/>
                    <a:pt x="3140" y="25406"/>
                    <a:pt x="3413" y="25406"/>
                  </a:cubicBezTo>
                  <a:cubicBezTo>
                    <a:pt x="4796" y="25406"/>
                    <a:pt x="6444" y="24314"/>
                    <a:pt x="8052" y="22335"/>
                  </a:cubicBezTo>
                  <a:cubicBezTo>
                    <a:pt x="9677" y="20333"/>
                    <a:pt x="11152" y="17558"/>
                    <a:pt x="12203" y="14514"/>
                  </a:cubicBezTo>
                  <a:cubicBezTo>
                    <a:pt x="13362" y="11157"/>
                    <a:pt x="13907" y="7811"/>
                    <a:pt x="13734" y="5094"/>
                  </a:cubicBezTo>
                  <a:cubicBezTo>
                    <a:pt x="13651" y="3773"/>
                    <a:pt x="13401" y="2672"/>
                    <a:pt x="12995" y="1824"/>
                  </a:cubicBezTo>
                  <a:cubicBezTo>
                    <a:pt x="12575" y="944"/>
                    <a:pt x="12002" y="376"/>
                    <a:pt x="11293" y="132"/>
                  </a:cubicBezTo>
                  <a:cubicBezTo>
                    <a:pt x="11037" y="44"/>
                    <a:pt x="10767" y="0"/>
                    <a:pt x="1049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0"/>
            <p:cNvSpPr/>
            <p:nvPr/>
          </p:nvSpPr>
          <p:spPr>
            <a:xfrm>
              <a:off x="4134675" y="3329050"/>
              <a:ext cx="382675" cy="635450"/>
            </a:xfrm>
            <a:custGeom>
              <a:avLst/>
              <a:gdLst/>
              <a:ahLst/>
              <a:cxnLst/>
              <a:rect l="l" t="t" r="r" b="b"/>
              <a:pathLst>
                <a:path w="15307" h="25418" extrusionOk="0">
                  <a:moveTo>
                    <a:pt x="11217" y="14"/>
                  </a:moveTo>
                  <a:cubicBezTo>
                    <a:pt x="11480" y="14"/>
                    <a:pt x="11743" y="58"/>
                    <a:pt x="11993" y="143"/>
                  </a:cubicBezTo>
                  <a:cubicBezTo>
                    <a:pt x="12700" y="388"/>
                    <a:pt x="13270" y="956"/>
                    <a:pt x="13690" y="1833"/>
                  </a:cubicBezTo>
                  <a:cubicBezTo>
                    <a:pt x="14097" y="2681"/>
                    <a:pt x="14346" y="3780"/>
                    <a:pt x="14429" y="5101"/>
                  </a:cubicBezTo>
                  <a:cubicBezTo>
                    <a:pt x="14512" y="6421"/>
                    <a:pt x="14427" y="7897"/>
                    <a:pt x="14175" y="9483"/>
                  </a:cubicBezTo>
                  <a:cubicBezTo>
                    <a:pt x="13912" y="11129"/>
                    <a:pt x="13483" y="12822"/>
                    <a:pt x="12898" y="14519"/>
                  </a:cubicBezTo>
                  <a:cubicBezTo>
                    <a:pt x="11848" y="17562"/>
                    <a:pt x="10375" y="20338"/>
                    <a:pt x="8749" y="22337"/>
                  </a:cubicBezTo>
                  <a:cubicBezTo>
                    <a:pt x="7142" y="24316"/>
                    <a:pt x="5496" y="25406"/>
                    <a:pt x="4113" y="25406"/>
                  </a:cubicBezTo>
                  <a:cubicBezTo>
                    <a:pt x="3843" y="25406"/>
                    <a:pt x="3572" y="25362"/>
                    <a:pt x="3316" y="25274"/>
                  </a:cubicBezTo>
                  <a:cubicBezTo>
                    <a:pt x="2610" y="25032"/>
                    <a:pt x="2037" y="24464"/>
                    <a:pt x="1619" y="23586"/>
                  </a:cubicBezTo>
                  <a:cubicBezTo>
                    <a:pt x="1213" y="22737"/>
                    <a:pt x="963" y="21638"/>
                    <a:pt x="880" y="20319"/>
                  </a:cubicBezTo>
                  <a:cubicBezTo>
                    <a:pt x="797" y="18999"/>
                    <a:pt x="883" y="17523"/>
                    <a:pt x="1134" y="15934"/>
                  </a:cubicBezTo>
                  <a:cubicBezTo>
                    <a:pt x="1395" y="14290"/>
                    <a:pt x="1825" y="12596"/>
                    <a:pt x="2411" y="10899"/>
                  </a:cubicBezTo>
                  <a:cubicBezTo>
                    <a:pt x="3462" y="7858"/>
                    <a:pt x="4935" y="5082"/>
                    <a:pt x="6558" y="3083"/>
                  </a:cubicBezTo>
                  <a:cubicBezTo>
                    <a:pt x="8167" y="1104"/>
                    <a:pt x="9814" y="14"/>
                    <a:pt x="11197" y="14"/>
                  </a:cubicBezTo>
                  <a:cubicBezTo>
                    <a:pt x="11203" y="14"/>
                    <a:pt x="11210" y="14"/>
                    <a:pt x="11217" y="14"/>
                  </a:cubicBezTo>
                  <a:close/>
                  <a:moveTo>
                    <a:pt x="11197" y="0"/>
                  </a:moveTo>
                  <a:cubicBezTo>
                    <a:pt x="8350" y="0"/>
                    <a:pt x="4586" y="4565"/>
                    <a:pt x="2400" y="10894"/>
                  </a:cubicBezTo>
                  <a:cubicBezTo>
                    <a:pt x="1" y="17842"/>
                    <a:pt x="409" y="24284"/>
                    <a:pt x="3312" y="25286"/>
                  </a:cubicBezTo>
                  <a:cubicBezTo>
                    <a:pt x="3570" y="25374"/>
                    <a:pt x="3840" y="25417"/>
                    <a:pt x="4113" y="25417"/>
                  </a:cubicBezTo>
                  <a:cubicBezTo>
                    <a:pt x="6960" y="25417"/>
                    <a:pt x="10723" y="20855"/>
                    <a:pt x="12910" y="14524"/>
                  </a:cubicBezTo>
                  <a:cubicBezTo>
                    <a:pt x="15307" y="7578"/>
                    <a:pt x="14900" y="1136"/>
                    <a:pt x="11998" y="134"/>
                  </a:cubicBezTo>
                  <a:cubicBezTo>
                    <a:pt x="11739" y="44"/>
                    <a:pt x="11469" y="0"/>
                    <a:pt x="11197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0"/>
            <p:cNvSpPr/>
            <p:nvPr/>
          </p:nvSpPr>
          <p:spPr>
            <a:xfrm>
              <a:off x="4120125" y="3272825"/>
              <a:ext cx="418300" cy="747900"/>
            </a:xfrm>
            <a:custGeom>
              <a:avLst/>
              <a:gdLst/>
              <a:ahLst/>
              <a:cxnLst/>
              <a:rect l="l" t="t" r="r" b="b"/>
              <a:pathLst>
                <a:path w="16732" h="29916" fill="none" extrusionOk="0">
                  <a:moveTo>
                    <a:pt x="13326" y="591"/>
                  </a:moveTo>
                  <a:cubicBezTo>
                    <a:pt x="15041" y="1185"/>
                    <a:pt x="16166" y="3267"/>
                    <a:pt x="16447" y="6380"/>
                  </a:cubicBezTo>
                  <a:cubicBezTo>
                    <a:pt x="16731" y="9492"/>
                    <a:pt x="16152" y="13381"/>
                    <a:pt x="14836" y="17193"/>
                  </a:cubicBezTo>
                  <a:cubicBezTo>
                    <a:pt x="13520" y="21003"/>
                    <a:pt x="11578" y="24420"/>
                    <a:pt x="9433" y="26694"/>
                  </a:cubicBezTo>
                  <a:cubicBezTo>
                    <a:pt x="7290" y="28971"/>
                    <a:pt x="5122" y="29915"/>
                    <a:pt x="3404" y="29322"/>
                  </a:cubicBezTo>
                  <a:cubicBezTo>
                    <a:pt x="1689" y="28731"/>
                    <a:pt x="566" y="26648"/>
                    <a:pt x="282" y="23536"/>
                  </a:cubicBezTo>
                  <a:cubicBezTo>
                    <a:pt x="1" y="20423"/>
                    <a:pt x="580" y="16533"/>
                    <a:pt x="1896" y="12723"/>
                  </a:cubicBezTo>
                  <a:cubicBezTo>
                    <a:pt x="3210" y="8913"/>
                    <a:pt x="5154" y="5496"/>
                    <a:pt x="7297" y="3219"/>
                  </a:cubicBezTo>
                  <a:cubicBezTo>
                    <a:pt x="9442" y="945"/>
                    <a:pt x="11610" y="0"/>
                    <a:pt x="13326" y="591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0"/>
            <p:cNvSpPr/>
            <p:nvPr/>
          </p:nvSpPr>
          <p:spPr>
            <a:xfrm>
              <a:off x="4081975" y="3231825"/>
              <a:ext cx="608550" cy="622075"/>
            </a:xfrm>
            <a:custGeom>
              <a:avLst/>
              <a:gdLst/>
              <a:ahLst/>
              <a:cxnLst/>
              <a:rect l="l" t="t" r="r" b="b"/>
              <a:pathLst>
                <a:path w="24342" h="24883" extrusionOk="0">
                  <a:moveTo>
                    <a:pt x="20008" y="1"/>
                  </a:moveTo>
                  <a:lnTo>
                    <a:pt x="18283" y="1102"/>
                  </a:lnTo>
                  <a:lnTo>
                    <a:pt x="16073" y="2993"/>
                  </a:lnTo>
                  <a:lnTo>
                    <a:pt x="14593" y="4256"/>
                  </a:lnTo>
                  <a:lnTo>
                    <a:pt x="5669" y="11892"/>
                  </a:lnTo>
                  <a:lnTo>
                    <a:pt x="3709" y="13571"/>
                  </a:lnTo>
                  <a:lnTo>
                    <a:pt x="3709" y="13573"/>
                  </a:lnTo>
                  <a:lnTo>
                    <a:pt x="1527" y="15436"/>
                  </a:lnTo>
                  <a:lnTo>
                    <a:pt x="1527" y="15441"/>
                  </a:lnTo>
                  <a:cubicBezTo>
                    <a:pt x="508" y="18808"/>
                    <a:pt x="12" y="22059"/>
                    <a:pt x="0" y="24882"/>
                  </a:cubicBezTo>
                  <a:lnTo>
                    <a:pt x="1737" y="23395"/>
                  </a:lnTo>
                  <a:lnTo>
                    <a:pt x="2967" y="22345"/>
                  </a:lnTo>
                  <a:lnTo>
                    <a:pt x="8389" y="17706"/>
                  </a:lnTo>
                  <a:lnTo>
                    <a:pt x="8491" y="17618"/>
                  </a:lnTo>
                  <a:lnTo>
                    <a:pt x="9463" y="16789"/>
                  </a:lnTo>
                  <a:lnTo>
                    <a:pt x="9463" y="16787"/>
                  </a:lnTo>
                  <a:lnTo>
                    <a:pt x="11862" y="14734"/>
                  </a:lnTo>
                  <a:lnTo>
                    <a:pt x="16563" y="10717"/>
                  </a:lnTo>
                  <a:lnTo>
                    <a:pt x="18043" y="9449"/>
                  </a:lnTo>
                  <a:lnTo>
                    <a:pt x="19906" y="7856"/>
                  </a:lnTo>
                  <a:lnTo>
                    <a:pt x="24342" y="4420"/>
                  </a:lnTo>
                  <a:cubicBezTo>
                    <a:pt x="23266" y="2321"/>
                    <a:pt x="21829" y="832"/>
                    <a:pt x="20008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0"/>
            <p:cNvSpPr/>
            <p:nvPr/>
          </p:nvSpPr>
          <p:spPr>
            <a:xfrm>
              <a:off x="4084750" y="3382550"/>
              <a:ext cx="630250" cy="619525"/>
            </a:xfrm>
            <a:custGeom>
              <a:avLst/>
              <a:gdLst/>
              <a:ahLst/>
              <a:cxnLst/>
              <a:rect l="l" t="t" r="r" b="b"/>
              <a:pathLst>
                <a:path w="25210" h="24781" extrusionOk="0">
                  <a:moveTo>
                    <a:pt x="24769" y="1"/>
                  </a:moveTo>
                  <a:lnTo>
                    <a:pt x="19712" y="4305"/>
                  </a:lnTo>
                  <a:lnTo>
                    <a:pt x="17807" y="5937"/>
                  </a:lnTo>
                  <a:lnTo>
                    <a:pt x="16182" y="7327"/>
                  </a:lnTo>
                  <a:lnTo>
                    <a:pt x="10388" y="12282"/>
                  </a:lnTo>
                  <a:lnTo>
                    <a:pt x="9158" y="13335"/>
                  </a:lnTo>
                  <a:lnTo>
                    <a:pt x="8694" y="13734"/>
                  </a:lnTo>
                  <a:lnTo>
                    <a:pt x="8694" y="13739"/>
                  </a:lnTo>
                  <a:lnTo>
                    <a:pt x="8068" y="14270"/>
                  </a:lnTo>
                  <a:lnTo>
                    <a:pt x="2905" y="18687"/>
                  </a:lnTo>
                  <a:lnTo>
                    <a:pt x="1755" y="19671"/>
                  </a:lnTo>
                  <a:lnTo>
                    <a:pt x="0" y="21169"/>
                  </a:lnTo>
                  <a:cubicBezTo>
                    <a:pt x="143" y="22534"/>
                    <a:pt x="423" y="23755"/>
                    <a:pt x="834" y="24781"/>
                  </a:cubicBezTo>
                  <a:lnTo>
                    <a:pt x="2787" y="23111"/>
                  </a:lnTo>
                  <a:lnTo>
                    <a:pt x="3979" y="22093"/>
                  </a:lnTo>
                  <a:lnTo>
                    <a:pt x="14718" y="12903"/>
                  </a:lnTo>
                  <a:lnTo>
                    <a:pt x="14718" y="12901"/>
                  </a:lnTo>
                  <a:lnTo>
                    <a:pt x="16777" y="11144"/>
                  </a:lnTo>
                  <a:lnTo>
                    <a:pt x="18932" y="9299"/>
                  </a:lnTo>
                  <a:lnTo>
                    <a:pt x="25210" y="3365"/>
                  </a:lnTo>
                  <a:cubicBezTo>
                    <a:pt x="25157" y="2233"/>
                    <a:pt x="25009" y="1107"/>
                    <a:pt x="24769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7" name="Google Shape;517;p30"/>
          <p:cNvGrpSpPr/>
          <p:nvPr/>
        </p:nvGrpSpPr>
        <p:grpSpPr>
          <a:xfrm rot="-5521010">
            <a:off x="6430167" y="794384"/>
            <a:ext cx="536764" cy="385807"/>
            <a:chOff x="3958725" y="4285850"/>
            <a:chExt cx="926000" cy="665575"/>
          </a:xfrm>
        </p:grpSpPr>
        <p:sp>
          <p:nvSpPr>
            <p:cNvPr id="518" name="Google Shape;518;p30"/>
            <p:cNvSpPr/>
            <p:nvPr/>
          </p:nvSpPr>
          <p:spPr>
            <a:xfrm>
              <a:off x="3958725" y="4286250"/>
              <a:ext cx="926000" cy="665175"/>
            </a:xfrm>
            <a:custGeom>
              <a:avLst/>
              <a:gdLst/>
              <a:ahLst/>
              <a:cxnLst/>
              <a:rect l="l" t="t" r="r" b="b"/>
              <a:pathLst>
                <a:path w="37040" h="26607" extrusionOk="0">
                  <a:moveTo>
                    <a:pt x="32631" y="0"/>
                  </a:moveTo>
                  <a:cubicBezTo>
                    <a:pt x="32452" y="0"/>
                    <a:pt x="32270" y="51"/>
                    <a:pt x="32109" y="159"/>
                  </a:cubicBezTo>
                  <a:lnTo>
                    <a:pt x="626" y="19435"/>
                  </a:lnTo>
                  <a:cubicBezTo>
                    <a:pt x="149" y="19705"/>
                    <a:pt x="1" y="20324"/>
                    <a:pt x="306" y="20781"/>
                  </a:cubicBezTo>
                  <a:lnTo>
                    <a:pt x="3557" y="26142"/>
                  </a:lnTo>
                  <a:cubicBezTo>
                    <a:pt x="3746" y="26441"/>
                    <a:pt x="4071" y="26607"/>
                    <a:pt x="4403" y="26607"/>
                  </a:cubicBezTo>
                  <a:cubicBezTo>
                    <a:pt x="4576" y="26607"/>
                    <a:pt x="4751" y="26562"/>
                    <a:pt x="4910" y="26468"/>
                  </a:cubicBezTo>
                  <a:lnTo>
                    <a:pt x="36349" y="7169"/>
                  </a:lnTo>
                  <a:cubicBezTo>
                    <a:pt x="36870" y="6913"/>
                    <a:pt x="37039" y="6253"/>
                    <a:pt x="36704" y="5777"/>
                  </a:cubicBezTo>
                  <a:lnTo>
                    <a:pt x="33456" y="480"/>
                  </a:lnTo>
                  <a:cubicBezTo>
                    <a:pt x="33281" y="171"/>
                    <a:pt x="32960" y="0"/>
                    <a:pt x="32631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0"/>
            <p:cNvSpPr/>
            <p:nvPr/>
          </p:nvSpPr>
          <p:spPr>
            <a:xfrm>
              <a:off x="4691775" y="4285850"/>
              <a:ext cx="192950" cy="223000"/>
            </a:xfrm>
            <a:custGeom>
              <a:avLst/>
              <a:gdLst/>
              <a:ahLst/>
              <a:cxnLst/>
              <a:rect l="l" t="t" r="r" b="b"/>
              <a:pathLst>
                <a:path w="7718" h="8920" extrusionOk="0">
                  <a:moveTo>
                    <a:pt x="3300" y="1"/>
                  </a:moveTo>
                  <a:cubicBezTo>
                    <a:pt x="3131" y="1"/>
                    <a:pt x="2959" y="47"/>
                    <a:pt x="2804" y="143"/>
                  </a:cubicBezTo>
                  <a:lnTo>
                    <a:pt x="0" y="1872"/>
                  </a:lnTo>
                  <a:lnTo>
                    <a:pt x="4230" y="8919"/>
                  </a:lnTo>
                  <a:lnTo>
                    <a:pt x="7027" y="7185"/>
                  </a:lnTo>
                  <a:cubicBezTo>
                    <a:pt x="7548" y="6929"/>
                    <a:pt x="7717" y="6269"/>
                    <a:pt x="7382" y="5793"/>
                  </a:cubicBezTo>
                  <a:lnTo>
                    <a:pt x="4134" y="496"/>
                  </a:lnTo>
                  <a:cubicBezTo>
                    <a:pt x="3962" y="179"/>
                    <a:pt x="3636" y="1"/>
                    <a:pt x="330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0"/>
            <p:cNvSpPr/>
            <p:nvPr/>
          </p:nvSpPr>
          <p:spPr>
            <a:xfrm>
              <a:off x="4538575" y="4330500"/>
              <a:ext cx="263475" cy="270350"/>
            </a:xfrm>
            <a:custGeom>
              <a:avLst/>
              <a:gdLst/>
              <a:ahLst/>
              <a:cxnLst/>
              <a:rect l="l" t="t" r="r" b="b"/>
              <a:pathLst>
                <a:path w="10539" h="10814" extrusionOk="0">
                  <a:moveTo>
                    <a:pt x="6269" y="1"/>
                  </a:moveTo>
                  <a:lnTo>
                    <a:pt x="0" y="3841"/>
                  </a:lnTo>
                  <a:lnTo>
                    <a:pt x="4272" y="10814"/>
                  </a:lnTo>
                  <a:lnTo>
                    <a:pt x="10539" y="6972"/>
                  </a:lnTo>
                  <a:lnTo>
                    <a:pt x="6269" y="1"/>
                  </a:ln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0"/>
            <p:cNvSpPr/>
            <p:nvPr/>
          </p:nvSpPr>
          <p:spPr>
            <a:xfrm>
              <a:off x="4319625" y="4512575"/>
              <a:ext cx="85175" cy="283575"/>
            </a:xfrm>
            <a:custGeom>
              <a:avLst/>
              <a:gdLst/>
              <a:ahLst/>
              <a:cxnLst/>
              <a:rect l="l" t="t" r="r" b="b"/>
              <a:pathLst>
                <a:path w="3407" h="11343" extrusionOk="0">
                  <a:moveTo>
                    <a:pt x="3138" y="0"/>
                  </a:moveTo>
                  <a:lnTo>
                    <a:pt x="0" y="1919"/>
                  </a:lnTo>
                  <a:lnTo>
                    <a:pt x="162" y="7389"/>
                  </a:lnTo>
                  <a:lnTo>
                    <a:pt x="278" y="11342"/>
                  </a:lnTo>
                  <a:lnTo>
                    <a:pt x="3406" y="9419"/>
                  </a:lnTo>
                  <a:lnTo>
                    <a:pt x="3325" y="6339"/>
                  </a:lnTo>
                  <a:lnTo>
                    <a:pt x="3138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0"/>
            <p:cNvSpPr/>
            <p:nvPr/>
          </p:nvSpPr>
          <p:spPr>
            <a:xfrm>
              <a:off x="3978350" y="4721700"/>
              <a:ext cx="85125" cy="229075"/>
            </a:xfrm>
            <a:custGeom>
              <a:avLst/>
              <a:gdLst/>
              <a:ahLst/>
              <a:cxnLst/>
              <a:rect l="l" t="t" r="r" b="b"/>
              <a:pathLst>
                <a:path w="3405" h="9163" extrusionOk="0">
                  <a:moveTo>
                    <a:pt x="3139" y="1"/>
                  </a:moveTo>
                  <a:lnTo>
                    <a:pt x="1" y="1920"/>
                  </a:lnTo>
                  <a:lnTo>
                    <a:pt x="72" y="4326"/>
                  </a:lnTo>
                  <a:lnTo>
                    <a:pt x="2762" y="8720"/>
                  </a:lnTo>
                  <a:cubicBezTo>
                    <a:pt x="2903" y="8953"/>
                    <a:pt x="3136" y="9114"/>
                    <a:pt x="3404" y="9163"/>
                  </a:cubicBezTo>
                  <a:lnTo>
                    <a:pt x="3323" y="6325"/>
                  </a:lnTo>
                  <a:lnTo>
                    <a:pt x="3139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0"/>
            <p:cNvSpPr/>
            <p:nvPr/>
          </p:nvSpPr>
          <p:spPr>
            <a:xfrm>
              <a:off x="4427750" y="4408782"/>
              <a:ext cx="147850" cy="321900"/>
            </a:xfrm>
            <a:custGeom>
              <a:avLst/>
              <a:gdLst/>
              <a:ahLst/>
              <a:cxnLst/>
              <a:rect l="l" t="t" r="r" b="b"/>
              <a:pathLst>
                <a:path w="5914" h="12876" extrusionOk="0">
                  <a:moveTo>
                    <a:pt x="5639" y="0"/>
                  </a:moveTo>
                  <a:lnTo>
                    <a:pt x="0" y="3457"/>
                  </a:lnTo>
                  <a:lnTo>
                    <a:pt x="69" y="6052"/>
                  </a:lnTo>
                  <a:lnTo>
                    <a:pt x="259" y="12571"/>
                  </a:lnTo>
                  <a:lnTo>
                    <a:pt x="270" y="12875"/>
                  </a:lnTo>
                  <a:lnTo>
                    <a:pt x="5913" y="9412"/>
                  </a:lnTo>
                  <a:lnTo>
                    <a:pt x="5909" y="9377"/>
                  </a:lnTo>
                  <a:lnTo>
                    <a:pt x="5722" y="2838"/>
                  </a:lnTo>
                  <a:lnTo>
                    <a:pt x="5639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4" name="Google Shape;524;p30"/>
          <p:cNvGrpSpPr/>
          <p:nvPr/>
        </p:nvGrpSpPr>
        <p:grpSpPr>
          <a:xfrm flipH="1">
            <a:off x="1296095" y="1965338"/>
            <a:ext cx="530166" cy="502936"/>
            <a:chOff x="1717700" y="2254700"/>
            <a:chExt cx="781725" cy="741575"/>
          </a:xfrm>
        </p:grpSpPr>
        <p:sp>
          <p:nvSpPr>
            <p:cNvPr id="525" name="Google Shape;525;p30"/>
            <p:cNvSpPr/>
            <p:nvPr/>
          </p:nvSpPr>
          <p:spPr>
            <a:xfrm>
              <a:off x="1748125" y="2300200"/>
              <a:ext cx="717650" cy="650525"/>
            </a:xfrm>
            <a:custGeom>
              <a:avLst/>
              <a:gdLst/>
              <a:ahLst/>
              <a:cxnLst/>
              <a:rect l="l" t="t" r="r" b="b"/>
              <a:pathLst>
                <a:path w="28706" h="26021" extrusionOk="0">
                  <a:moveTo>
                    <a:pt x="15025" y="0"/>
                  </a:moveTo>
                  <a:cubicBezTo>
                    <a:pt x="11160" y="0"/>
                    <a:pt x="7313" y="1600"/>
                    <a:pt x="4560" y="4734"/>
                  </a:cubicBezTo>
                  <a:cubicBezTo>
                    <a:pt x="162" y="9743"/>
                    <a:pt x="0" y="17021"/>
                    <a:pt x="3801" y="22174"/>
                  </a:cubicBezTo>
                  <a:cubicBezTo>
                    <a:pt x="4341" y="22872"/>
                    <a:pt x="4946" y="23518"/>
                    <a:pt x="5609" y="24102"/>
                  </a:cubicBezTo>
                  <a:cubicBezTo>
                    <a:pt x="5932" y="24386"/>
                    <a:pt x="6264" y="24652"/>
                    <a:pt x="6604" y="24901"/>
                  </a:cubicBezTo>
                  <a:cubicBezTo>
                    <a:pt x="6953" y="25155"/>
                    <a:pt x="7201" y="25230"/>
                    <a:pt x="7416" y="25230"/>
                  </a:cubicBezTo>
                  <a:cubicBezTo>
                    <a:pt x="7729" y="25230"/>
                    <a:pt x="7975" y="25072"/>
                    <a:pt x="8368" y="25072"/>
                  </a:cubicBezTo>
                  <a:cubicBezTo>
                    <a:pt x="8543" y="25072"/>
                    <a:pt x="8748" y="25103"/>
                    <a:pt x="9001" y="25194"/>
                  </a:cubicBezTo>
                  <a:cubicBezTo>
                    <a:pt x="9444" y="25354"/>
                    <a:pt x="9896" y="25492"/>
                    <a:pt x="10354" y="25608"/>
                  </a:cubicBezTo>
                  <a:cubicBezTo>
                    <a:pt x="11030" y="25776"/>
                    <a:pt x="11721" y="25894"/>
                    <a:pt x="12416" y="25959"/>
                  </a:cubicBezTo>
                  <a:cubicBezTo>
                    <a:pt x="12854" y="26000"/>
                    <a:pt x="13293" y="26021"/>
                    <a:pt x="13732" y="26021"/>
                  </a:cubicBezTo>
                  <a:cubicBezTo>
                    <a:pt x="17598" y="26021"/>
                    <a:pt x="21444" y="24419"/>
                    <a:pt x="24196" y="21288"/>
                  </a:cubicBezTo>
                  <a:cubicBezTo>
                    <a:pt x="28262" y="16658"/>
                    <a:pt x="28705" y="10089"/>
                    <a:pt x="25745" y="5051"/>
                  </a:cubicBezTo>
                  <a:cubicBezTo>
                    <a:pt x="25277" y="4480"/>
                    <a:pt x="24762" y="3949"/>
                    <a:pt x="24205" y="3465"/>
                  </a:cubicBezTo>
                  <a:cubicBezTo>
                    <a:pt x="23674" y="2996"/>
                    <a:pt x="23106" y="2569"/>
                    <a:pt x="22508" y="2185"/>
                  </a:cubicBezTo>
                  <a:cubicBezTo>
                    <a:pt x="21922" y="1809"/>
                    <a:pt x="21305" y="1479"/>
                    <a:pt x="20668" y="1195"/>
                  </a:cubicBezTo>
                  <a:cubicBezTo>
                    <a:pt x="20236" y="1003"/>
                    <a:pt x="19795" y="835"/>
                    <a:pt x="19347" y="687"/>
                  </a:cubicBezTo>
                  <a:cubicBezTo>
                    <a:pt x="18100" y="280"/>
                    <a:pt x="16803" y="52"/>
                    <a:pt x="15491" y="8"/>
                  </a:cubicBezTo>
                  <a:cubicBezTo>
                    <a:pt x="15336" y="3"/>
                    <a:pt x="15180" y="0"/>
                    <a:pt x="15025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0"/>
            <p:cNvSpPr/>
            <p:nvPr/>
          </p:nvSpPr>
          <p:spPr>
            <a:xfrm>
              <a:off x="1755500" y="2300325"/>
              <a:ext cx="740400" cy="695775"/>
            </a:xfrm>
            <a:custGeom>
              <a:avLst/>
              <a:gdLst/>
              <a:ahLst/>
              <a:cxnLst/>
              <a:rect l="l" t="t" r="r" b="b"/>
              <a:pathLst>
                <a:path w="29616" h="27831" extrusionOk="0">
                  <a:moveTo>
                    <a:pt x="14709" y="1"/>
                  </a:moveTo>
                  <a:cubicBezTo>
                    <a:pt x="10711" y="1"/>
                    <a:pt x="6906" y="1725"/>
                    <a:pt x="4270" y="4732"/>
                  </a:cubicBezTo>
                  <a:cubicBezTo>
                    <a:pt x="1084" y="8350"/>
                    <a:pt x="1" y="13360"/>
                    <a:pt x="1409" y="17972"/>
                  </a:cubicBezTo>
                  <a:cubicBezTo>
                    <a:pt x="2162" y="20449"/>
                    <a:pt x="3591" y="22666"/>
                    <a:pt x="5538" y="24372"/>
                  </a:cubicBezTo>
                  <a:cubicBezTo>
                    <a:pt x="5852" y="24649"/>
                    <a:pt x="6186" y="24919"/>
                    <a:pt x="6533" y="25169"/>
                  </a:cubicBezTo>
                  <a:cubicBezTo>
                    <a:pt x="7590" y="25942"/>
                    <a:pt x="8754" y="26561"/>
                    <a:pt x="9987" y="27009"/>
                  </a:cubicBezTo>
                  <a:cubicBezTo>
                    <a:pt x="10428" y="27166"/>
                    <a:pt x="10883" y="27304"/>
                    <a:pt x="11340" y="27418"/>
                  </a:cubicBezTo>
                  <a:cubicBezTo>
                    <a:pt x="12017" y="27586"/>
                    <a:pt x="12707" y="27704"/>
                    <a:pt x="13402" y="27769"/>
                  </a:cubicBezTo>
                  <a:cubicBezTo>
                    <a:pt x="13838" y="27810"/>
                    <a:pt x="14282" y="27831"/>
                    <a:pt x="14720" y="27831"/>
                  </a:cubicBezTo>
                  <a:cubicBezTo>
                    <a:pt x="14724" y="27831"/>
                    <a:pt x="14728" y="27831"/>
                    <a:pt x="14732" y="27831"/>
                  </a:cubicBezTo>
                  <a:cubicBezTo>
                    <a:pt x="20119" y="27831"/>
                    <a:pt x="25025" y="24719"/>
                    <a:pt x="27318" y="19844"/>
                  </a:cubicBezTo>
                  <a:cubicBezTo>
                    <a:pt x="29616" y="14965"/>
                    <a:pt x="28886" y="9200"/>
                    <a:pt x="25446" y="5048"/>
                  </a:cubicBezTo>
                  <a:cubicBezTo>
                    <a:pt x="24977" y="4478"/>
                    <a:pt x="24462" y="3947"/>
                    <a:pt x="23908" y="3462"/>
                  </a:cubicBezTo>
                  <a:cubicBezTo>
                    <a:pt x="23374" y="2993"/>
                    <a:pt x="22806" y="2566"/>
                    <a:pt x="22211" y="2185"/>
                  </a:cubicBezTo>
                  <a:cubicBezTo>
                    <a:pt x="21622" y="1809"/>
                    <a:pt x="21008" y="1476"/>
                    <a:pt x="20370" y="1194"/>
                  </a:cubicBezTo>
                  <a:cubicBezTo>
                    <a:pt x="19925" y="998"/>
                    <a:pt x="19484" y="827"/>
                    <a:pt x="19050" y="686"/>
                  </a:cubicBezTo>
                  <a:cubicBezTo>
                    <a:pt x="17803" y="280"/>
                    <a:pt x="16505" y="51"/>
                    <a:pt x="15196" y="10"/>
                  </a:cubicBezTo>
                  <a:cubicBezTo>
                    <a:pt x="15041" y="3"/>
                    <a:pt x="14882" y="1"/>
                    <a:pt x="14725" y="1"/>
                  </a:cubicBezTo>
                  <a:cubicBezTo>
                    <a:pt x="14720" y="1"/>
                    <a:pt x="14714" y="1"/>
                    <a:pt x="14709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0"/>
            <p:cNvSpPr/>
            <p:nvPr/>
          </p:nvSpPr>
          <p:spPr>
            <a:xfrm>
              <a:off x="1748125" y="2300150"/>
              <a:ext cx="751300" cy="696125"/>
            </a:xfrm>
            <a:custGeom>
              <a:avLst/>
              <a:gdLst/>
              <a:ahLst/>
              <a:cxnLst/>
              <a:rect l="l" t="t" r="r" b="b"/>
              <a:pathLst>
                <a:path w="30052" h="27845" extrusionOk="0">
                  <a:moveTo>
                    <a:pt x="15005" y="15"/>
                  </a:moveTo>
                  <a:cubicBezTo>
                    <a:pt x="15010" y="15"/>
                    <a:pt x="15015" y="15"/>
                    <a:pt x="15020" y="15"/>
                  </a:cubicBezTo>
                  <a:cubicBezTo>
                    <a:pt x="15177" y="15"/>
                    <a:pt x="15334" y="17"/>
                    <a:pt x="15491" y="21"/>
                  </a:cubicBezTo>
                  <a:cubicBezTo>
                    <a:pt x="16800" y="65"/>
                    <a:pt x="18098" y="294"/>
                    <a:pt x="19342" y="700"/>
                  </a:cubicBezTo>
                  <a:cubicBezTo>
                    <a:pt x="19774" y="841"/>
                    <a:pt x="20218" y="1012"/>
                    <a:pt x="20663" y="1208"/>
                  </a:cubicBezTo>
                  <a:cubicBezTo>
                    <a:pt x="21300" y="1490"/>
                    <a:pt x="21915" y="1820"/>
                    <a:pt x="22503" y="2197"/>
                  </a:cubicBezTo>
                  <a:cubicBezTo>
                    <a:pt x="23099" y="2580"/>
                    <a:pt x="23667" y="3007"/>
                    <a:pt x="24198" y="3476"/>
                  </a:cubicBezTo>
                  <a:cubicBezTo>
                    <a:pt x="24752" y="3961"/>
                    <a:pt x="25267" y="4489"/>
                    <a:pt x="25736" y="5060"/>
                  </a:cubicBezTo>
                  <a:cubicBezTo>
                    <a:pt x="26789" y="6327"/>
                    <a:pt x="27606" y="7773"/>
                    <a:pt x="28147" y="9329"/>
                  </a:cubicBezTo>
                  <a:cubicBezTo>
                    <a:pt x="29638" y="13584"/>
                    <a:pt x="28973" y="18297"/>
                    <a:pt x="26364" y="21975"/>
                  </a:cubicBezTo>
                  <a:cubicBezTo>
                    <a:pt x="23756" y="25652"/>
                    <a:pt x="19529" y="27833"/>
                    <a:pt x="15023" y="27833"/>
                  </a:cubicBezTo>
                  <a:cubicBezTo>
                    <a:pt x="15020" y="27833"/>
                    <a:pt x="15018" y="27833"/>
                    <a:pt x="15015" y="27833"/>
                  </a:cubicBezTo>
                  <a:cubicBezTo>
                    <a:pt x="14577" y="27833"/>
                    <a:pt x="14133" y="27812"/>
                    <a:pt x="13697" y="27771"/>
                  </a:cubicBezTo>
                  <a:cubicBezTo>
                    <a:pt x="13002" y="27706"/>
                    <a:pt x="12312" y="27589"/>
                    <a:pt x="11635" y="27420"/>
                  </a:cubicBezTo>
                  <a:cubicBezTo>
                    <a:pt x="11180" y="27307"/>
                    <a:pt x="10725" y="27168"/>
                    <a:pt x="10282" y="27011"/>
                  </a:cubicBezTo>
                  <a:cubicBezTo>
                    <a:pt x="9051" y="26563"/>
                    <a:pt x="7888" y="25945"/>
                    <a:pt x="6830" y="25173"/>
                  </a:cubicBezTo>
                  <a:cubicBezTo>
                    <a:pt x="6486" y="24922"/>
                    <a:pt x="6151" y="24654"/>
                    <a:pt x="5835" y="24374"/>
                  </a:cubicBezTo>
                  <a:cubicBezTo>
                    <a:pt x="3888" y="22670"/>
                    <a:pt x="2459" y="20454"/>
                    <a:pt x="1706" y="17979"/>
                  </a:cubicBezTo>
                  <a:cubicBezTo>
                    <a:pt x="420" y="13760"/>
                    <a:pt x="1210" y="9184"/>
                    <a:pt x="3835" y="5642"/>
                  </a:cubicBezTo>
                  <a:cubicBezTo>
                    <a:pt x="6458" y="2103"/>
                    <a:pt x="10601" y="15"/>
                    <a:pt x="15005" y="15"/>
                  </a:cubicBezTo>
                  <a:close/>
                  <a:moveTo>
                    <a:pt x="15020" y="1"/>
                  </a:moveTo>
                  <a:lnTo>
                    <a:pt x="15020" y="3"/>
                  </a:lnTo>
                  <a:cubicBezTo>
                    <a:pt x="11155" y="3"/>
                    <a:pt x="7310" y="1603"/>
                    <a:pt x="4560" y="4736"/>
                  </a:cubicBezTo>
                  <a:cubicBezTo>
                    <a:pt x="159" y="9745"/>
                    <a:pt x="0" y="17023"/>
                    <a:pt x="3801" y="22176"/>
                  </a:cubicBezTo>
                  <a:cubicBezTo>
                    <a:pt x="4394" y="22984"/>
                    <a:pt x="5073" y="23723"/>
                    <a:pt x="5828" y="24384"/>
                  </a:cubicBezTo>
                  <a:cubicBezTo>
                    <a:pt x="6149" y="24668"/>
                    <a:pt x="6484" y="24933"/>
                    <a:pt x="6823" y="25180"/>
                  </a:cubicBezTo>
                  <a:cubicBezTo>
                    <a:pt x="7883" y="25954"/>
                    <a:pt x="9047" y="26575"/>
                    <a:pt x="10280" y="27021"/>
                  </a:cubicBezTo>
                  <a:cubicBezTo>
                    <a:pt x="10725" y="27180"/>
                    <a:pt x="11178" y="27318"/>
                    <a:pt x="11633" y="27432"/>
                  </a:cubicBezTo>
                  <a:cubicBezTo>
                    <a:pt x="12312" y="27600"/>
                    <a:pt x="13000" y="27718"/>
                    <a:pt x="13697" y="27782"/>
                  </a:cubicBezTo>
                  <a:cubicBezTo>
                    <a:pt x="14136" y="27824"/>
                    <a:pt x="14574" y="27845"/>
                    <a:pt x="15015" y="27845"/>
                  </a:cubicBezTo>
                  <a:cubicBezTo>
                    <a:pt x="18881" y="27845"/>
                    <a:pt x="22725" y="26245"/>
                    <a:pt x="25475" y="23111"/>
                  </a:cubicBezTo>
                  <a:cubicBezTo>
                    <a:pt x="30051" y="17900"/>
                    <a:pt x="30035" y="10227"/>
                    <a:pt x="25745" y="5050"/>
                  </a:cubicBezTo>
                  <a:cubicBezTo>
                    <a:pt x="25277" y="4482"/>
                    <a:pt x="24762" y="3951"/>
                    <a:pt x="24205" y="3464"/>
                  </a:cubicBezTo>
                  <a:cubicBezTo>
                    <a:pt x="23672" y="2995"/>
                    <a:pt x="23106" y="2568"/>
                    <a:pt x="22508" y="2185"/>
                  </a:cubicBezTo>
                  <a:cubicBezTo>
                    <a:pt x="21922" y="1809"/>
                    <a:pt x="21305" y="1478"/>
                    <a:pt x="20668" y="1197"/>
                  </a:cubicBezTo>
                  <a:cubicBezTo>
                    <a:pt x="20236" y="1005"/>
                    <a:pt x="19795" y="834"/>
                    <a:pt x="19347" y="689"/>
                  </a:cubicBezTo>
                  <a:cubicBezTo>
                    <a:pt x="18100" y="280"/>
                    <a:pt x="16803" y="52"/>
                    <a:pt x="15491" y="10"/>
                  </a:cubicBezTo>
                  <a:cubicBezTo>
                    <a:pt x="15334" y="5"/>
                    <a:pt x="15177" y="1"/>
                    <a:pt x="1502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0"/>
            <p:cNvSpPr/>
            <p:nvPr/>
          </p:nvSpPr>
          <p:spPr>
            <a:xfrm>
              <a:off x="1828875" y="2353550"/>
              <a:ext cx="589400" cy="589400"/>
            </a:xfrm>
            <a:custGeom>
              <a:avLst/>
              <a:gdLst/>
              <a:ahLst/>
              <a:cxnLst/>
              <a:rect l="l" t="t" r="r" b="b"/>
              <a:pathLst>
                <a:path w="23576" h="23576" fill="none" extrusionOk="0">
                  <a:moveTo>
                    <a:pt x="20123" y="3452"/>
                  </a:moveTo>
                  <a:cubicBezTo>
                    <a:pt x="22333" y="5662"/>
                    <a:pt x="23575" y="8662"/>
                    <a:pt x="23575" y="11788"/>
                  </a:cubicBezTo>
                  <a:cubicBezTo>
                    <a:pt x="23575" y="14914"/>
                    <a:pt x="22333" y="17911"/>
                    <a:pt x="20123" y="20121"/>
                  </a:cubicBezTo>
                  <a:cubicBezTo>
                    <a:pt x="17911" y="22333"/>
                    <a:pt x="14914" y="23575"/>
                    <a:pt x="11788" y="23575"/>
                  </a:cubicBezTo>
                  <a:cubicBezTo>
                    <a:pt x="8661" y="23575"/>
                    <a:pt x="5664" y="22333"/>
                    <a:pt x="3452" y="20121"/>
                  </a:cubicBezTo>
                  <a:cubicBezTo>
                    <a:pt x="1243" y="17911"/>
                    <a:pt x="0" y="14914"/>
                    <a:pt x="0" y="11788"/>
                  </a:cubicBezTo>
                  <a:cubicBezTo>
                    <a:pt x="0" y="8662"/>
                    <a:pt x="1243" y="5662"/>
                    <a:pt x="3452" y="3452"/>
                  </a:cubicBezTo>
                  <a:cubicBezTo>
                    <a:pt x="5664" y="1243"/>
                    <a:pt x="8661" y="1"/>
                    <a:pt x="11788" y="1"/>
                  </a:cubicBezTo>
                  <a:cubicBezTo>
                    <a:pt x="14914" y="1"/>
                    <a:pt x="17911" y="1243"/>
                    <a:pt x="20123" y="3452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0"/>
            <p:cNvSpPr/>
            <p:nvPr/>
          </p:nvSpPr>
          <p:spPr>
            <a:xfrm>
              <a:off x="1854800" y="2392075"/>
              <a:ext cx="553825" cy="513575"/>
            </a:xfrm>
            <a:custGeom>
              <a:avLst/>
              <a:gdLst/>
              <a:ahLst/>
              <a:cxnLst/>
              <a:rect l="l" t="t" r="r" b="b"/>
              <a:pathLst>
                <a:path w="22153" h="20543" extrusionOk="0">
                  <a:moveTo>
                    <a:pt x="10769" y="1"/>
                  </a:moveTo>
                  <a:cubicBezTo>
                    <a:pt x="10066" y="1"/>
                    <a:pt x="9353" y="73"/>
                    <a:pt x="8640" y="224"/>
                  </a:cubicBezTo>
                  <a:cubicBezTo>
                    <a:pt x="3496" y="1311"/>
                    <a:pt x="0" y="6102"/>
                    <a:pt x="543" y="11330"/>
                  </a:cubicBezTo>
                  <a:cubicBezTo>
                    <a:pt x="1083" y="16560"/>
                    <a:pt x="5489" y="20536"/>
                    <a:pt x="10746" y="20543"/>
                  </a:cubicBezTo>
                  <a:cubicBezTo>
                    <a:pt x="10752" y="20543"/>
                    <a:pt x="10757" y="20543"/>
                    <a:pt x="10763" y="20543"/>
                  </a:cubicBezTo>
                  <a:cubicBezTo>
                    <a:pt x="12195" y="20543"/>
                    <a:pt x="13614" y="20243"/>
                    <a:pt x="14925" y="19661"/>
                  </a:cubicBezTo>
                  <a:cubicBezTo>
                    <a:pt x="19733" y="17529"/>
                    <a:pt x="22152" y="12113"/>
                    <a:pt x="20536" y="7111"/>
                  </a:cubicBezTo>
                  <a:cubicBezTo>
                    <a:pt x="19144" y="2803"/>
                    <a:pt x="15140" y="1"/>
                    <a:pt x="10769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0"/>
            <p:cNvSpPr/>
            <p:nvPr/>
          </p:nvSpPr>
          <p:spPr>
            <a:xfrm>
              <a:off x="1836200" y="2390675"/>
              <a:ext cx="574725" cy="515125"/>
            </a:xfrm>
            <a:custGeom>
              <a:avLst/>
              <a:gdLst/>
              <a:ahLst/>
              <a:cxnLst/>
              <a:rect l="l" t="t" r="r" b="b"/>
              <a:pathLst>
                <a:path w="22989" h="20605" extrusionOk="0">
                  <a:moveTo>
                    <a:pt x="9338" y="226"/>
                  </a:moveTo>
                  <a:cubicBezTo>
                    <a:pt x="4666" y="1196"/>
                    <a:pt x="1150" y="5334"/>
                    <a:pt x="1148" y="10298"/>
                  </a:cubicBezTo>
                  <a:cubicBezTo>
                    <a:pt x="1146" y="15415"/>
                    <a:pt x="4876" y="19657"/>
                    <a:pt x="9761" y="20458"/>
                  </a:cubicBezTo>
                  <a:lnTo>
                    <a:pt x="9761" y="20458"/>
                  </a:lnTo>
                  <a:cubicBezTo>
                    <a:pt x="7896" y="20140"/>
                    <a:pt x="6139" y="19311"/>
                    <a:pt x="4695" y="18043"/>
                  </a:cubicBezTo>
                  <a:cubicBezTo>
                    <a:pt x="421" y="14286"/>
                    <a:pt x="1" y="7777"/>
                    <a:pt x="3755" y="3503"/>
                  </a:cubicBezTo>
                  <a:cubicBezTo>
                    <a:pt x="5228" y="1823"/>
                    <a:pt x="7191" y="684"/>
                    <a:pt x="9338" y="226"/>
                  </a:cubicBezTo>
                  <a:close/>
                  <a:moveTo>
                    <a:pt x="11483" y="0"/>
                  </a:moveTo>
                  <a:cubicBezTo>
                    <a:pt x="10756" y="0"/>
                    <a:pt x="10038" y="77"/>
                    <a:pt x="9338" y="226"/>
                  </a:cubicBezTo>
                  <a:lnTo>
                    <a:pt x="9338" y="226"/>
                  </a:lnTo>
                  <a:cubicBezTo>
                    <a:pt x="10017" y="86"/>
                    <a:pt x="10720" y="12"/>
                    <a:pt x="11440" y="12"/>
                  </a:cubicBezTo>
                  <a:cubicBezTo>
                    <a:pt x="11460" y="12"/>
                    <a:pt x="11479" y="12"/>
                    <a:pt x="11499" y="12"/>
                  </a:cubicBezTo>
                  <a:cubicBezTo>
                    <a:pt x="11501" y="12"/>
                    <a:pt x="11502" y="12"/>
                    <a:pt x="11504" y="12"/>
                  </a:cubicBezTo>
                  <a:cubicBezTo>
                    <a:pt x="16773" y="12"/>
                    <a:pt x="21193" y="3994"/>
                    <a:pt x="21740" y="9236"/>
                  </a:cubicBezTo>
                  <a:cubicBezTo>
                    <a:pt x="22285" y="14480"/>
                    <a:pt x="18780" y="19290"/>
                    <a:pt x="13619" y="20372"/>
                  </a:cubicBezTo>
                  <a:cubicBezTo>
                    <a:pt x="12919" y="20520"/>
                    <a:pt x="12206" y="20594"/>
                    <a:pt x="11490" y="20594"/>
                  </a:cubicBezTo>
                  <a:cubicBezTo>
                    <a:pt x="11473" y="20594"/>
                    <a:pt x="11456" y="20594"/>
                    <a:pt x="11439" y="20594"/>
                  </a:cubicBezTo>
                  <a:cubicBezTo>
                    <a:pt x="10868" y="20594"/>
                    <a:pt x="10307" y="20548"/>
                    <a:pt x="9761" y="20458"/>
                  </a:cubicBezTo>
                  <a:lnTo>
                    <a:pt x="9761" y="20458"/>
                  </a:lnTo>
                  <a:cubicBezTo>
                    <a:pt x="10329" y="20555"/>
                    <a:pt x="10907" y="20604"/>
                    <a:pt x="11490" y="20604"/>
                  </a:cubicBezTo>
                  <a:cubicBezTo>
                    <a:pt x="11713" y="20604"/>
                    <a:pt x="11936" y="20597"/>
                    <a:pt x="12160" y="20583"/>
                  </a:cubicBezTo>
                  <a:cubicBezTo>
                    <a:pt x="14887" y="20407"/>
                    <a:pt x="17431" y="19156"/>
                    <a:pt x="19234" y="17103"/>
                  </a:cubicBezTo>
                  <a:cubicBezTo>
                    <a:pt x="22989" y="12829"/>
                    <a:pt x="22569" y="6320"/>
                    <a:pt x="18295" y="2563"/>
                  </a:cubicBezTo>
                  <a:cubicBezTo>
                    <a:pt x="16420" y="912"/>
                    <a:pt x="14006" y="0"/>
                    <a:pt x="11509" y="0"/>
                  </a:cubicBezTo>
                  <a:cubicBezTo>
                    <a:pt x="11506" y="0"/>
                    <a:pt x="11503" y="0"/>
                    <a:pt x="11499" y="0"/>
                  </a:cubicBezTo>
                  <a:cubicBezTo>
                    <a:pt x="11494" y="0"/>
                    <a:pt x="11489" y="0"/>
                    <a:pt x="1148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0"/>
            <p:cNvSpPr/>
            <p:nvPr/>
          </p:nvSpPr>
          <p:spPr>
            <a:xfrm>
              <a:off x="1918750" y="2300450"/>
              <a:ext cx="313075" cy="675175"/>
            </a:xfrm>
            <a:custGeom>
              <a:avLst/>
              <a:gdLst/>
              <a:ahLst/>
              <a:cxnLst/>
              <a:rect l="l" t="t" r="r" b="b"/>
              <a:pathLst>
                <a:path w="12523" h="27007" extrusionOk="0">
                  <a:moveTo>
                    <a:pt x="8666" y="0"/>
                  </a:moveTo>
                  <a:lnTo>
                    <a:pt x="0" y="25168"/>
                  </a:lnTo>
                  <a:cubicBezTo>
                    <a:pt x="1058" y="25942"/>
                    <a:pt x="2222" y="26561"/>
                    <a:pt x="3455" y="27006"/>
                  </a:cubicBezTo>
                  <a:lnTo>
                    <a:pt x="12522" y="677"/>
                  </a:lnTo>
                  <a:cubicBezTo>
                    <a:pt x="11275" y="270"/>
                    <a:pt x="9978" y="42"/>
                    <a:pt x="8666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0"/>
            <p:cNvSpPr/>
            <p:nvPr/>
          </p:nvSpPr>
          <p:spPr>
            <a:xfrm>
              <a:off x="2039000" y="2330125"/>
              <a:ext cx="271850" cy="664550"/>
            </a:xfrm>
            <a:custGeom>
              <a:avLst/>
              <a:gdLst/>
              <a:ahLst/>
              <a:cxnLst/>
              <a:rect l="l" t="t" r="r" b="b"/>
              <a:pathLst>
                <a:path w="10874" h="26582" extrusionOk="0">
                  <a:moveTo>
                    <a:pt x="9033" y="0"/>
                  </a:moveTo>
                  <a:lnTo>
                    <a:pt x="0" y="26233"/>
                  </a:lnTo>
                  <a:cubicBezTo>
                    <a:pt x="677" y="26401"/>
                    <a:pt x="1365" y="26517"/>
                    <a:pt x="2060" y="26581"/>
                  </a:cubicBezTo>
                  <a:lnTo>
                    <a:pt x="10873" y="988"/>
                  </a:lnTo>
                  <a:cubicBezTo>
                    <a:pt x="10287" y="612"/>
                    <a:pt x="9670" y="282"/>
                    <a:pt x="9033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0"/>
            <p:cNvSpPr/>
            <p:nvPr/>
          </p:nvSpPr>
          <p:spPr>
            <a:xfrm>
              <a:off x="1717700" y="2254700"/>
              <a:ext cx="674075" cy="599875"/>
            </a:xfrm>
            <a:custGeom>
              <a:avLst/>
              <a:gdLst/>
              <a:ahLst/>
              <a:cxnLst/>
              <a:rect l="l" t="t" r="r" b="b"/>
              <a:pathLst>
                <a:path w="26963" h="23995" extrusionOk="0">
                  <a:moveTo>
                    <a:pt x="14948" y="0"/>
                  </a:moveTo>
                  <a:cubicBezTo>
                    <a:pt x="11086" y="0"/>
                    <a:pt x="7245" y="1602"/>
                    <a:pt x="4498" y="4730"/>
                  </a:cubicBezTo>
                  <a:cubicBezTo>
                    <a:pt x="0" y="9849"/>
                    <a:pt x="767" y="18552"/>
                    <a:pt x="5018" y="23994"/>
                  </a:cubicBezTo>
                  <a:cubicBezTo>
                    <a:pt x="1219" y="18841"/>
                    <a:pt x="1379" y="11563"/>
                    <a:pt x="5777" y="6554"/>
                  </a:cubicBezTo>
                  <a:cubicBezTo>
                    <a:pt x="8530" y="3420"/>
                    <a:pt x="12377" y="1820"/>
                    <a:pt x="16242" y="1820"/>
                  </a:cubicBezTo>
                  <a:cubicBezTo>
                    <a:pt x="16397" y="1820"/>
                    <a:pt x="16553" y="1823"/>
                    <a:pt x="16708" y="1828"/>
                  </a:cubicBezTo>
                  <a:cubicBezTo>
                    <a:pt x="18020" y="1872"/>
                    <a:pt x="19317" y="2100"/>
                    <a:pt x="20564" y="2507"/>
                  </a:cubicBezTo>
                  <a:cubicBezTo>
                    <a:pt x="21012" y="2655"/>
                    <a:pt x="21453" y="2823"/>
                    <a:pt x="21885" y="3015"/>
                  </a:cubicBezTo>
                  <a:cubicBezTo>
                    <a:pt x="22522" y="3299"/>
                    <a:pt x="23139" y="3629"/>
                    <a:pt x="23725" y="4005"/>
                  </a:cubicBezTo>
                  <a:cubicBezTo>
                    <a:pt x="24323" y="4389"/>
                    <a:pt x="24891" y="4816"/>
                    <a:pt x="25422" y="5285"/>
                  </a:cubicBezTo>
                  <a:cubicBezTo>
                    <a:pt x="25979" y="5769"/>
                    <a:pt x="26494" y="6300"/>
                    <a:pt x="26962" y="6871"/>
                  </a:cubicBezTo>
                  <a:cubicBezTo>
                    <a:pt x="26210" y="5592"/>
                    <a:pt x="25258" y="4439"/>
                    <a:pt x="24143" y="3463"/>
                  </a:cubicBezTo>
                  <a:cubicBezTo>
                    <a:pt x="23610" y="2994"/>
                    <a:pt x="23042" y="2567"/>
                    <a:pt x="22446" y="2184"/>
                  </a:cubicBezTo>
                  <a:cubicBezTo>
                    <a:pt x="21857" y="1807"/>
                    <a:pt x="21243" y="1477"/>
                    <a:pt x="20603" y="1193"/>
                  </a:cubicBezTo>
                  <a:cubicBezTo>
                    <a:pt x="20172" y="1001"/>
                    <a:pt x="19731" y="830"/>
                    <a:pt x="19283" y="685"/>
                  </a:cubicBezTo>
                  <a:cubicBezTo>
                    <a:pt x="18038" y="279"/>
                    <a:pt x="16740" y="50"/>
                    <a:pt x="15429" y="8"/>
                  </a:cubicBezTo>
                  <a:cubicBezTo>
                    <a:pt x="15269" y="3"/>
                    <a:pt x="15108" y="0"/>
                    <a:pt x="14948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4" name="Google Shape;534;p30"/>
          <p:cNvGrpSpPr/>
          <p:nvPr/>
        </p:nvGrpSpPr>
        <p:grpSpPr>
          <a:xfrm rot="-5400000">
            <a:off x="7118787" y="285297"/>
            <a:ext cx="676069" cy="397542"/>
            <a:chOff x="3588600" y="2424575"/>
            <a:chExt cx="1002475" cy="589475"/>
          </a:xfrm>
        </p:grpSpPr>
        <p:sp>
          <p:nvSpPr>
            <p:cNvPr id="535" name="Google Shape;535;p30"/>
            <p:cNvSpPr/>
            <p:nvPr/>
          </p:nvSpPr>
          <p:spPr>
            <a:xfrm>
              <a:off x="3588600" y="2424575"/>
              <a:ext cx="1002475" cy="560325"/>
            </a:xfrm>
            <a:custGeom>
              <a:avLst/>
              <a:gdLst/>
              <a:ahLst/>
              <a:cxnLst/>
              <a:rect l="l" t="t" r="r" b="b"/>
              <a:pathLst>
                <a:path w="40099" h="22413" extrusionOk="0">
                  <a:moveTo>
                    <a:pt x="27641" y="1"/>
                  </a:moveTo>
                  <a:cubicBezTo>
                    <a:pt x="27012" y="1"/>
                    <a:pt x="26337" y="29"/>
                    <a:pt x="25612" y="87"/>
                  </a:cubicBezTo>
                  <a:cubicBezTo>
                    <a:pt x="20336" y="514"/>
                    <a:pt x="3522" y="5460"/>
                    <a:pt x="3792" y="14946"/>
                  </a:cubicBezTo>
                  <a:cubicBezTo>
                    <a:pt x="3942" y="20169"/>
                    <a:pt x="8167" y="22413"/>
                    <a:pt x="8167" y="22413"/>
                  </a:cubicBezTo>
                  <a:cubicBezTo>
                    <a:pt x="8167" y="22413"/>
                    <a:pt x="1" y="9286"/>
                    <a:pt x="29867" y="5871"/>
                  </a:cubicBezTo>
                  <a:cubicBezTo>
                    <a:pt x="30556" y="5793"/>
                    <a:pt x="31186" y="5756"/>
                    <a:pt x="31760" y="5756"/>
                  </a:cubicBezTo>
                  <a:cubicBezTo>
                    <a:pt x="39561" y="5756"/>
                    <a:pt x="37224" y="12517"/>
                    <a:pt x="37224" y="12517"/>
                  </a:cubicBezTo>
                  <a:cubicBezTo>
                    <a:pt x="37224" y="12517"/>
                    <a:pt x="40098" y="9727"/>
                    <a:pt x="37048" y="4948"/>
                  </a:cubicBezTo>
                  <a:cubicBezTo>
                    <a:pt x="35725" y="2876"/>
                    <a:pt x="34060" y="1"/>
                    <a:pt x="27641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0"/>
            <p:cNvSpPr/>
            <p:nvPr/>
          </p:nvSpPr>
          <p:spPr>
            <a:xfrm>
              <a:off x="3728825" y="2541225"/>
              <a:ext cx="821900" cy="472725"/>
            </a:xfrm>
            <a:custGeom>
              <a:avLst/>
              <a:gdLst/>
              <a:ahLst/>
              <a:cxnLst/>
              <a:rect l="l" t="t" r="r" b="b"/>
              <a:pathLst>
                <a:path w="32876" h="18909" extrusionOk="0">
                  <a:moveTo>
                    <a:pt x="24519" y="0"/>
                  </a:moveTo>
                  <a:cubicBezTo>
                    <a:pt x="22919" y="0"/>
                    <a:pt x="21194" y="178"/>
                    <a:pt x="19393" y="527"/>
                  </a:cubicBezTo>
                  <a:cubicBezTo>
                    <a:pt x="17470" y="903"/>
                    <a:pt x="15581" y="1434"/>
                    <a:pt x="13743" y="2117"/>
                  </a:cubicBezTo>
                  <a:cubicBezTo>
                    <a:pt x="12517" y="2568"/>
                    <a:pt x="11316" y="3085"/>
                    <a:pt x="10146" y="3664"/>
                  </a:cubicBezTo>
                  <a:cubicBezTo>
                    <a:pt x="8673" y="4389"/>
                    <a:pt x="7303" y="5193"/>
                    <a:pt x="6080" y="6052"/>
                  </a:cubicBezTo>
                  <a:cubicBezTo>
                    <a:pt x="5422" y="6507"/>
                    <a:pt x="4803" y="6980"/>
                    <a:pt x="4242" y="7458"/>
                  </a:cubicBezTo>
                  <a:cubicBezTo>
                    <a:pt x="2210" y="9183"/>
                    <a:pt x="857" y="10968"/>
                    <a:pt x="330" y="12621"/>
                  </a:cubicBezTo>
                  <a:cubicBezTo>
                    <a:pt x="5" y="13632"/>
                    <a:pt x="0" y="14574"/>
                    <a:pt x="309" y="15415"/>
                  </a:cubicBezTo>
                  <a:cubicBezTo>
                    <a:pt x="1129" y="17636"/>
                    <a:pt x="4073" y="18908"/>
                    <a:pt x="8384" y="18908"/>
                  </a:cubicBezTo>
                  <a:cubicBezTo>
                    <a:pt x="9984" y="18908"/>
                    <a:pt x="11709" y="18731"/>
                    <a:pt x="13508" y="18382"/>
                  </a:cubicBezTo>
                  <a:cubicBezTo>
                    <a:pt x="15433" y="18006"/>
                    <a:pt x="17322" y="17472"/>
                    <a:pt x="19160" y="16789"/>
                  </a:cubicBezTo>
                  <a:cubicBezTo>
                    <a:pt x="19668" y="16602"/>
                    <a:pt x="20132" y="16419"/>
                    <a:pt x="20578" y="16232"/>
                  </a:cubicBezTo>
                  <a:lnTo>
                    <a:pt x="20580" y="16232"/>
                  </a:lnTo>
                  <a:cubicBezTo>
                    <a:pt x="23519" y="15015"/>
                    <a:pt x="26186" y="13466"/>
                    <a:pt x="28297" y="11753"/>
                  </a:cubicBezTo>
                  <a:cubicBezTo>
                    <a:pt x="28858" y="11298"/>
                    <a:pt x="29393" y="10813"/>
                    <a:pt x="29904" y="10303"/>
                  </a:cubicBezTo>
                  <a:cubicBezTo>
                    <a:pt x="30813" y="9384"/>
                    <a:pt x="31522" y="8462"/>
                    <a:pt x="32016" y="7567"/>
                  </a:cubicBezTo>
                  <a:cubicBezTo>
                    <a:pt x="32418" y="6835"/>
                    <a:pt x="32672" y="6121"/>
                    <a:pt x="32771" y="5447"/>
                  </a:cubicBezTo>
                  <a:cubicBezTo>
                    <a:pt x="32875" y="4752"/>
                    <a:pt x="32813" y="4094"/>
                    <a:pt x="32591" y="3494"/>
                  </a:cubicBezTo>
                  <a:cubicBezTo>
                    <a:pt x="31772" y="1275"/>
                    <a:pt x="28830" y="0"/>
                    <a:pt x="24519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0"/>
            <p:cNvSpPr/>
            <p:nvPr/>
          </p:nvSpPr>
          <p:spPr>
            <a:xfrm>
              <a:off x="3728475" y="2541100"/>
              <a:ext cx="826625" cy="472950"/>
            </a:xfrm>
            <a:custGeom>
              <a:avLst/>
              <a:gdLst/>
              <a:ahLst/>
              <a:cxnLst/>
              <a:rect l="l" t="t" r="r" b="b"/>
              <a:pathLst>
                <a:path w="33065" h="18918" extrusionOk="0">
                  <a:moveTo>
                    <a:pt x="24533" y="12"/>
                  </a:moveTo>
                  <a:cubicBezTo>
                    <a:pt x="25568" y="12"/>
                    <a:pt x="26537" y="88"/>
                    <a:pt x="27422" y="236"/>
                  </a:cubicBezTo>
                  <a:cubicBezTo>
                    <a:pt x="28311" y="384"/>
                    <a:pt x="29112" y="605"/>
                    <a:pt x="29802" y="896"/>
                  </a:cubicBezTo>
                  <a:cubicBezTo>
                    <a:pt x="30506" y="1192"/>
                    <a:pt x="31100" y="1559"/>
                    <a:pt x="31566" y="1988"/>
                  </a:cubicBezTo>
                  <a:cubicBezTo>
                    <a:pt x="32044" y="2429"/>
                    <a:pt x="32393" y="2937"/>
                    <a:pt x="32601" y="3501"/>
                  </a:cubicBezTo>
                  <a:cubicBezTo>
                    <a:pt x="32822" y="4101"/>
                    <a:pt x="32882" y="4757"/>
                    <a:pt x="32781" y="5450"/>
                  </a:cubicBezTo>
                  <a:cubicBezTo>
                    <a:pt x="32679" y="6124"/>
                    <a:pt x="32425" y="6837"/>
                    <a:pt x="32026" y="7569"/>
                  </a:cubicBezTo>
                  <a:cubicBezTo>
                    <a:pt x="31532" y="8465"/>
                    <a:pt x="30823" y="9384"/>
                    <a:pt x="29915" y="10303"/>
                  </a:cubicBezTo>
                  <a:cubicBezTo>
                    <a:pt x="29405" y="10816"/>
                    <a:pt x="28869" y="11298"/>
                    <a:pt x="28308" y="11753"/>
                  </a:cubicBezTo>
                  <a:cubicBezTo>
                    <a:pt x="26200" y="13464"/>
                    <a:pt x="23531" y="15013"/>
                    <a:pt x="20594" y="16233"/>
                  </a:cubicBezTo>
                  <a:lnTo>
                    <a:pt x="20589" y="16235"/>
                  </a:lnTo>
                  <a:cubicBezTo>
                    <a:pt x="20144" y="16420"/>
                    <a:pt x="19682" y="16602"/>
                    <a:pt x="19174" y="16789"/>
                  </a:cubicBezTo>
                  <a:cubicBezTo>
                    <a:pt x="17336" y="17473"/>
                    <a:pt x="15447" y="18006"/>
                    <a:pt x="13522" y="18382"/>
                  </a:cubicBezTo>
                  <a:cubicBezTo>
                    <a:pt x="11721" y="18731"/>
                    <a:pt x="9998" y="18906"/>
                    <a:pt x="8398" y="18906"/>
                  </a:cubicBezTo>
                  <a:cubicBezTo>
                    <a:pt x="7364" y="18906"/>
                    <a:pt x="6391" y="18833"/>
                    <a:pt x="5509" y="18685"/>
                  </a:cubicBezTo>
                  <a:cubicBezTo>
                    <a:pt x="4620" y="18537"/>
                    <a:pt x="3819" y="18313"/>
                    <a:pt x="3129" y="18024"/>
                  </a:cubicBezTo>
                  <a:cubicBezTo>
                    <a:pt x="2425" y="17729"/>
                    <a:pt x="1831" y="17359"/>
                    <a:pt x="1365" y="16932"/>
                  </a:cubicBezTo>
                  <a:cubicBezTo>
                    <a:pt x="885" y="16491"/>
                    <a:pt x="538" y="15983"/>
                    <a:pt x="328" y="15420"/>
                  </a:cubicBezTo>
                  <a:cubicBezTo>
                    <a:pt x="19" y="14579"/>
                    <a:pt x="26" y="13640"/>
                    <a:pt x="349" y="12628"/>
                  </a:cubicBezTo>
                  <a:cubicBezTo>
                    <a:pt x="875" y="10977"/>
                    <a:pt x="2228" y="9193"/>
                    <a:pt x="4260" y="7468"/>
                  </a:cubicBezTo>
                  <a:cubicBezTo>
                    <a:pt x="4821" y="6992"/>
                    <a:pt x="5438" y="6519"/>
                    <a:pt x="6096" y="6062"/>
                  </a:cubicBezTo>
                  <a:cubicBezTo>
                    <a:pt x="7322" y="5203"/>
                    <a:pt x="8689" y="4401"/>
                    <a:pt x="10162" y="3674"/>
                  </a:cubicBezTo>
                  <a:cubicBezTo>
                    <a:pt x="11333" y="3094"/>
                    <a:pt x="12533" y="2580"/>
                    <a:pt x="13759" y="2129"/>
                  </a:cubicBezTo>
                  <a:cubicBezTo>
                    <a:pt x="15595" y="1446"/>
                    <a:pt x="17486" y="912"/>
                    <a:pt x="19407" y="536"/>
                  </a:cubicBezTo>
                  <a:cubicBezTo>
                    <a:pt x="21208" y="190"/>
                    <a:pt x="22933" y="12"/>
                    <a:pt x="24533" y="12"/>
                  </a:cubicBezTo>
                  <a:close/>
                  <a:moveTo>
                    <a:pt x="24533" y="0"/>
                  </a:moveTo>
                  <a:cubicBezTo>
                    <a:pt x="21377" y="0"/>
                    <a:pt x="17611" y="693"/>
                    <a:pt x="13755" y="2118"/>
                  </a:cubicBezTo>
                  <a:cubicBezTo>
                    <a:pt x="12529" y="2570"/>
                    <a:pt x="11328" y="3085"/>
                    <a:pt x="10157" y="3665"/>
                  </a:cubicBezTo>
                  <a:cubicBezTo>
                    <a:pt x="8668" y="4399"/>
                    <a:pt x="7301" y="5205"/>
                    <a:pt x="6091" y="6052"/>
                  </a:cubicBezTo>
                  <a:cubicBezTo>
                    <a:pt x="5431" y="6509"/>
                    <a:pt x="4814" y="6983"/>
                    <a:pt x="4253" y="7461"/>
                  </a:cubicBezTo>
                  <a:cubicBezTo>
                    <a:pt x="2249" y="9160"/>
                    <a:pt x="871" y="10952"/>
                    <a:pt x="340" y="12624"/>
                  </a:cubicBezTo>
                  <a:cubicBezTo>
                    <a:pt x="21" y="13614"/>
                    <a:pt x="0" y="14561"/>
                    <a:pt x="319" y="15424"/>
                  </a:cubicBezTo>
                  <a:cubicBezTo>
                    <a:pt x="1169" y="17724"/>
                    <a:pt x="4256" y="18918"/>
                    <a:pt x="8398" y="18918"/>
                  </a:cubicBezTo>
                  <a:cubicBezTo>
                    <a:pt x="11554" y="18918"/>
                    <a:pt x="15323" y="18225"/>
                    <a:pt x="19179" y="16801"/>
                  </a:cubicBezTo>
                  <a:cubicBezTo>
                    <a:pt x="19661" y="16623"/>
                    <a:pt x="20130" y="16438"/>
                    <a:pt x="20594" y="16244"/>
                  </a:cubicBezTo>
                  <a:lnTo>
                    <a:pt x="20596" y="16244"/>
                  </a:lnTo>
                  <a:cubicBezTo>
                    <a:pt x="23630" y="14986"/>
                    <a:pt x="26269" y="13425"/>
                    <a:pt x="28315" y="11762"/>
                  </a:cubicBezTo>
                  <a:cubicBezTo>
                    <a:pt x="28876" y="11308"/>
                    <a:pt x="29412" y="10825"/>
                    <a:pt x="29922" y="10312"/>
                  </a:cubicBezTo>
                  <a:cubicBezTo>
                    <a:pt x="30823" y="9400"/>
                    <a:pt x="31539" y="8479"/>
                    <a:pt x="32035" y="7576"/>
                  </a:cubicBezTo>
                  <a:cubicBezTo>
                    <a:pt x="32829" y="6126"/>
                    <a:pt x="33065" y="4725"/>
                    <a:pt x="32612" y="3499"/>
                  </a:cubicBezTo>
                  <a:cubicBezTo>
                    <a:pt x="31763" y="1196"/>
                    <a:pt x="28675" y="3"/>
                    <a:pt x="24533" y="3"/>
                  </a:cubicBezTo>
                  <a:lnTo>
                    <a:pt x="24533" y="0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0"/>
            <p:cNvSpPr/>
            <p:nvPr/>
          </p:nvSpPr>
          <p:spPr>
            <a:xfrm>
              <a:off x="3839525" y="2619200"/>
              <a:ext cx="606025" cy="324450"/>
            </a:xfrm>
            <a:custGeom>
              <a:avLst/>
              <a:gdLst/>
              <a:ahLst/>
              <a:cxnLst/>
              <a:rect l="l" t="t" r="r" b="b"/>
              <a:pathLst>
                <a:path w="24241" h="12978" extrusionOk="0">
                  <a:moveTo>
                    <a:pt x="18484" y="0"/>
                  </a:moveTo>
                  <a:cubicBezTo>
                    <a:pt x="16067" y="0"/>
                    <a:pt x="13169" y="578"/>
                    <a:pt x="10324" y="1628"/>
                  </a:cubicBezTo>
                  <a:cubicBezTo>
                    <a:pt x="7216" y="2778"/>
                    <a:pt x="4478" y="4364"/>
                    <a:pt x="2619" y="6094"/>
                  </a:cubicBezTo>
                  <a:cubicBezTo>
                    <a:pt x="760" y="7823"/>
                    <a:pt x="1" y="9490"/>
                    <a:pt x="481" y="10788"/>
                  </a:cubicBezTo>
                  <a:cubicBezTo>
                    <a:pt x="742" y="11497"/>
                    <a:pt x="1351" y="12049"/>
                    <a:pt x="2291" y="12425"/>
                  </a:cubicBezTo>
                  <a:cubicBezTo>
                    <a:pt x="3199" y="12792"/>
                    <a:pt x="4367" y="12977"/>
                    <a:pt x="5757" y="12977"/>
                  </a:cubicBezTo>
                  <a:cubicBezTo>
                    <a:pt x="8177" y="12977"/>
                    <a:pt x="11072" y="12400"/>
                    <a:pt x="13917" y="11349"/>
                  </a:cubicBezTo>
                  <a:cubicBezTo>
                    <a:pt x="17025" y="10202"/>
                    <a:pt x="19763" y="8613"/>
                    <a:pt x="21622" y="6884"/>
                  </a:cubicBezTo>
                  <a:cubicBezTo>
                    <a:pt x="23481" y="5154"/>
                    <a:pt x="24240" y="3487"/>
                    <a:pt x="23762" y="2189"/>
                  </a:cubicBezTo>
                  <a:cubicBezTo>
                    <a:pt x="23499" y="1481"/>
                    <a:pt x="22892" y="931"/>
                    <a:pt x="21952" y="552"/>
                  </a:cubicBezTo>
                  <a:cubicBezTo>
                    <a:pt x="21042" y="185"/>
                    <a:pt x="19876" y="0"/>
                    <a:pt x="1848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0"/>
            <p:cNvSpPr/>
            <p:nvPr/>
          </p:nvSpPr>
          <p:spPr>
            <a:xfrm>
              <a:off x="3826550" y="2619025"/>
              <a:ext cx="632050" cy="324775"/>
            </a:xfrm>
            <a:custGeom>
              <a:avLst/>
              <a:gdLst/>
              <a:ahLst/>
              <a:cxnLst/>
              <a:rect l="l" t="t" r="r" b="b"/>
              <a:pathLst>
                <a:path w="25282" h="12991" extrusionOk="0">
                  <a:moveTo>
                    <a:pt x="19005" y="12"/>
                  </a:moveTo>
                  <a:cubicBezTo>
                    <a:pt x="20395" y="12"/>
                    <a:pt x="21561" y="199"/>
                    <a:pt x="22469" y="564"/>
                  </a:cubicBezTo>
                  <a:cubicBezTo>
                    <a:pt x="23406" y="943"/>
                    <a:pt x="24014" y="1492"/>
                    <a:pt x="24274" y="2199"/>
                  </a:cubicBezTo>
                  <a:cubicBezTo>
                    <a:pt x="24517" y="2852"/>
                    <a:pt x="24445" y="3600"/>
                    <a:pt x="24060" y="4420"/>
                  </a:cubicBezTo>
                  <a:cubicBezTo>
                    <a:pt x="23688" y="5214"/>
                    <a:pt x="23041" y="6046"/>
                    <a:pt x="22139" y="6886"/>
                  </a:cubicBezTo>
                  <a:cubicBezTo>
                    <a:pt x="21234" y="7726"/>
                    <a:pt x="20118" y="8537"/>
                    <a:pt x="18823" y="9294"/>
                  </a:cubicBezTo>
                  <a:cubicBezTo>
                    <a:pt x="17481" y="10077"/>
                    <a:pt x="16004" y="10770"/>
                    <a:pt x="14434" y="11349"/>
                  </a:cubicBezTo>
                  <a:cubicBezTo>
                    <a:pt x="11589" y="12400"/>
                    <a:pt x="8693" y="12977"/>
                    <a:pt x="6276" y="12977"/>
                  </a:cubicBezTo>
                  <a:cubicBezTo>
                    <a:pt x="4886" y="12977"/>
                    <a:pt x="3720" y="12792"/>
                    <a:pt x="2810" y="12428"/>
                  </a:cubicBezTo>
                  <a:cubicBezTo>
                    <a:pt x="1873" y="12049"/>
                    <a:pt x="1266" y="11499"/>
                    <a:pt x="1005" y="10793"/>
                  </a:cubicBezTo>
                  <a:cubicBezTo>
                    <a:pt x="762" y="10139"/>
                    <a:pt x="834" y="9391"/>
                    <a:pt x="1219" y="8569"/>
                  </a:cubicBezTo>
                  <a:cubicBezTo>
                    <a:pt x="1591" y="7775"/>
                    <a:pt x="2238" y="6946"/>
                    <a:pt x="3140" y="6106"/>
                  </a:cubicBezTo>
                  <a:cubicBezTo>
                    <a:pt x="4046" y="5265"/>
                    <a:pt x="5161" y="4452"/>
                    <a:pt x="6456" y="3697"/>
                  </a:cubicBezTo>
                  <a:cubicBezTo>
                    <a:pt x="7798" y="2912"/>
                    <a:pt x="9275" y="2222"/>
                    <a:pt x="10845" y="1640"/>
                  </a:cubicBezTo>
                  <a:cubicBezTo>
                    <a:pt x="13688" y="592"/>
                    <a:pt x="16586" y="12"/>
                    <a:pt x="19003" y="12"/>
                  </a:cubicBezTo>
                  <a:close/>
                  <a:moveTo>
                    <a:pt x="19003" y="1"/>
                  </a:moveTo>
                  <a:cubicBezTo>
                    <a:pt x="16669" y="1"/>
                    <a:pt x="13799" y="539"/>
                    <a:pt x="10843" y="1631"/>
                  </a:cubicBezTo>
                  <a:cubicBezTo>
                    <a:pt x="4410" y="4007"/>
                    <a:pt x="0" y="8110"/>
                    <a:pt x="993" y="10797"/>
                  </a:cubicBezTo>
                  <a:cubicBezTo>
                    <a:pt x="1529" y="12250"/>
                    <a:pt x="3533" y="12991"/>
                    <a:pt x="6276" y="12991"/>
                  </a:cubicBezTo>
                  <a:cubicBezTo>
                    <a:pt x="8610" y="12991"/>
                    <a:pt x="11480" y="12455"/>
                    <a:pt x="14438" y="11363"/>
                  </a:cubicBezTo>
                  <a:cubicBezTo>
                    <a:pt x="20871" y="8987"/>
                    <a:pt x="25281" y="4882"/>
                    <a:pt x="24288" y="2194"/>
                  </a:cubicBezTo>
                  <a:cubicBezTo>
                    <a:pt x="23750" y="742"/>
                    <a:pt x="21748" y="1"/>
                    <a:pt x="19003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0"/>
            <p:cNvSpPr/>
            <p:nvPr/>
          </p:nvSpPr>
          <p:spPr>
            <a:xfrm>
              <a:off x="3793350" y="2581275"/>
              <a:ext cx="694500" cy="395675"/>
            </a:xfrm>
            <a:custGeom>
              <a:avLst/>
              <a:gdLst/>
              <a:ahLst/>
              <a:cxnLst/>
              <a:rect l="l" t="t" r="r" b="b"/>
              <a:pathLst>
                <a:path w="27780" h="15827" fill="none" extrusionOk="0">
                  <a:moveTo>
                    <a:pt x="27193" y="3000"/>
                  </a:moveTo>
                  <a:cubicBezTo>
                    <a:pt x="27780" y="4588"/>
                    <a:pt x="26942" y="6630"/>
                    <a:pt x="24861" y="8675"/>
                  </a:cubicBezTo>
                  <a:cubicBezTo>
                    <a:pt x="22783" y="10721"/>
                    <a:pt x="19631" y="12601"/>
                    <a:pt x="16103" y="13905"/>
                  </a:cubicBezTo>
                  <a:cubicBezTo>
                    <a:pt x="12575" y="15207"/>
                    <a:pt x="8957" y="15826"/>
                    <a:pt x="6048" y="15623"/>
                  </a:cubicBezTo>
                  <a:cubicBezTo>
                    <a:pt x="3138" y="15422"/>
                    <a:pt x="1173" y="14416"/>
                    <a:pt x="587" y="12827"/>
                  </a:cubicBezTo>
                  <a:cubicBezTo>
                    <a:pt x="1" y="11236"/>
                    <a:pt x="839" y="9195"/>
                    <a:pt x="2919" y="7149"/>
                  </a:cubicBezTo>
                  <a:cubicBezTo>
                    <a:pt x="4999" y="5106"/>
                    <a:pt x="8149" y="3224"/>
                    <a:pt x="11677" y="1922"/>
                  </a:cubicBezTo>
                  <a:cubicBezTo>
                    <a:pt x="15205" y="617"/>
                    <a:pt x="18823" y="0"/>
                    <a:pt x="21733" y="201"/>
                  </a:cubicBezTo>
                  <a:cubicBezTo>
                    <a:pt x="24642" y="405"/>
                    <a:pt x="26607" y="1411"/>
                    <a:pt x="27193" y="300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0"/>
            <p:cNvSpPr/>
            <p:nvPr/>
          </p:nvSpPr>
          <p:spPr>
            <a:xfrm>
              <a:off x="3681200" y="2703950"/>
              <a:ext cx="755175" cy="243275"/>
            </a:xfrm>
            <a:custGeom>
              <a:avLst/>
              <a:gdLst/>
              <a:ahLst/>
              <a:cxnLst/>
              <a:rect l="l" t="t" r="r" b="b"/>
              <a:pathLst>
                <a:path w="30207" h="9731" extrusionOk="0">
                  <a:moveTo>
                    <a:pt x="926" y="0"/>
                  </a:moveTo>
                  <a:cubicBezTo>
                    <a:pt x="129" y="1312"/>
                    <a:pt x="0" y="3260"/>
                    <a:pt x="259" y="5583"/>
                  </a:cubicBezTo>
                  <a:lnTo>
                    <a:pt x="2378" y="5980"/>
                  </a:lnTo>
                  <a:lnTo>
                    <a:pt x="4900" y="6585"/>
                  </a:lnTo>
                  <a:lnTo>
                    <a:pt x="6687" y="6906"/>
                  </a:lnTo>
                  <a:lnTo>
                    <a:pt x="17477" y="8832"/>
                  </a:lnTo>
                  <a:lnTo>
                    <a:pt x="19846" y="9255"/>
                  </a:lnTo>
                  <a:lnTo>
                    <a:pt x="19848" y="9255"/>
                  </a:lnTo>
                  <a:lnTo>
                    <a:pt x="22485" y="9730"/>
                  </a:lnTo>
                  <a:lnTo>
                    <a:pt x="22487" y="9730"/>
                  </a:lnTo>
                  <a:cubicBezTo>
                    <a:pt x="25521" y="8472"/>
                    <a:pt x="28160" y="6909"/>
                    <a:pt x="30206" y="5246"/>
                  </a:cubicBezTo>
                  <a:lnTo>
                    <a:pt x="28107" y="4872"/>
                  </a:lnTo>
                  <a:lnTo>
                    <a:pt x="26623" y="4604"/>
                  </a:lnTo>
                  <a:lnTo>
                    <a:pt x="20065" y="3434"/>
                  </a:lnTo>
                  <a:lnTo>
                    <a:pt x="19941" y="3413"/>
                  </a:lnTo>
                  <a:lnTo>
                    <a:pt x="18770" y="3200"/>
                  </a:lnTo>
                  <a:lnTo>
                    <a:pt x="18765" y="3200"/>
                  </a:lnTo>
                  <a:lnTo>
                    <a:pt x="15867" y="2683"/>
                  </a:lnTo>
                  <a:lnTo>
                    <a:pt x="10185" y="1665"/>
                  </a:lnTo>
                  <a:lnTo>
                    <a:pt x="8396" y="1349"/>
                  </a:lnTo>
                  <a:lnTo>
                    <a:pt x="6144" y="947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0"/>
            <p:cNvSpPr/>
            <p:nvPr/>
          </p:nvSpPr>
          <p:spPr>
            <a:xfrm>
              <a:off x="3728300" y="2598600"/>
              <a:ext cx="801050" cy="200325"/>
            </a:xfrm>
            <a:custGeom>
              <a:avLst/>
              <a:gdLst/>
              <a:ahLst/>
              <a:cxnLst/>
              <a:rect l="l" t="t" r="r" b="b"/>
              <a:pathLst>
                <a:path w="32042" h="8013" extrusionOk="0">
                  <a:moveTo>
                    <a:pt x="2584" y="0"/>
                  </a:moveTo>
                  <a:lnTo>
                    <a:pt x="0" y="2649"/>
                  </a:lnTo>
                  <a:lnTo>
                    <a:pt x="6096" y="3752"/>
                  </a:lnTo>
                  <a:lnTo>
                    <a:pt x="8403" y="4163"/>
                  </a:lnTo>
                  <a:lnTo>
                    <a:pt x="10368" y="4512"/>
                  </a:lnTo>
                  <a:lnTo>
                    <a:pt x="17371" y="5763"/>
                  </a:lnTo>
                  <a:lnTo>
                    <a:pt x="18858" y="6031"/>
                  </a:lnTo>
                  <a:lnTo>
                    <a:pt x="19421" y="6131"/>
                  </a:lnTo>
                  <a:lnTo>
                    <a:pt x="19426" y="6131"/>
                  </a:lnTo>
                  <a:lnTo>
                    <a:pt x="20178" y="6267"/>
                  </a:lnTo>
                  <a:lnTo>
                    <a:pt x="26420" y="7382"/>
                  </a:lnTo>
                  <a:lnTo>
                    <a:pt x="27810" y="7631"/>
                  </a:lnTo>
                  <a:lnTo>
                    <a:pt x="29929" y="8012"/>
                  </a:lnTo>
                  <a:cubicBezTo>
                    <a:pt x="30830" y="7100"/>
                    <a:pt x="31546" y="6177"/>
                    <a:pt x="32042" y="5276"/>
                  </a:cubicBezTo>
                  <a:lnTo>
                    <a:pt x="29682" y="4854"/>
                  </a:lnTo>
                  <a:lnTo>
                    <a:pt x="28241" y="4595"/>
                  </a:lnTo>
                  <a:lnTo>
                    <a:pt x="15258" y="2277"/>
                  </a:lnTo>
                  <a:lnTo>
                    <a:pt x="15256" y="2277"/>
                  </a:lnTo>
                  <a:lnTo>
                    <a:pt x="12769" y="1829"/>
                  </a:lnTo>
                  <a:lnTo>
                    <a:pt x="10164" y="1365"/>
                  </a:lnTo>
                  <a:lnTo>
                    <a:pt x="2584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3" name="Google Shape;543;p30"/>
          <p:cNvGrpSpPr/>
          <p:nvPr/>
        </p:nvGrpSpPr>
        <p:grpSpPr>
          <a:xfrm rot="5248599">
            <a:off x="913327" y="3588757"/>
            <a:ext cx="549186" cy="531470"/>
            <a:chOff x="1785750" y="3413025"/>
            <a:chExt cx="785025" cy="759700"/>
          </a:xfrm>
        </p:grpSpPr>
        <p:sp>
          <p:nvSpPr>
            <p:cNvPr id="544" name="Google Shape;544;p30"/>
            <p:cNvSpPr/>
            <p:nvPr/>
          </p:nvSpPr>
          <p:spPr>
            <a:xfrm>
              <a:off x="1785750" y="3414125"/>
              <a:ext cx="739475" cy="758125"/>
            </a:xfrm>
            <a:custGeom>
              <a:avLst/>
              <a:gdLst/>
              <a:ahLst/>
              <a:cxnLst/>
              <a:rect l="l" t="t" r="r" b="b"/>
              <a:pathLst>
                <a:path w="29579" h="30325" extrusionOk="0">
                  <a:moveTo>
                    <a:pt x="9020" y="1"/>
                  </a:moveTo>
                  <a:cubicBezTo>
                    <a:pt x="7692" y="1"/>
                    <a:pt x="5740" y="539"/>
                    <a:pt x="3861" y="3055"/>
                  </a:cubicBezTo>
                  <a:cubicBezTo>
                    <a:pt x="2298" y="5150"/>
                    <a:pt x="1" y="7953"/>
                    <a:pt x="3376" y="15081"/>
                  </a:cubicBezTo>
                  <a:cubicBezTo>
                    <a:pt x="5324" y="19195"/>
                    <a:pt x="13615" y="30324"/>
                    <a:pt x="21398" y="30324"/>
                  </a:cubicBezTo>
                  <a:cubicBezTo>
                    <a:pt x="22382" y="30324"/>
                    <a:pt x="23358" y="30147"/>
                    <a:pt x="24312" y="29754"/>
                  </a:cubicBezTo>
                  <a:cubicBezTo>
                    <a:pt x="28992" y="27831"/>
                    <a:pt x="29579" y="23234"/>
                    <a:pt x="29579" y="23234"/>
                  </a:cubicBezTo>
                  <a:lnTo>
                    <a:pt x="29579" y="23234"/>
                  </a:lnTo>
                  <a:cubicBezTo>
                    <a:pt x="29578" y="23234"/>
                    <a:pt x="27493" y="25961"/>
                    <a:pt x="23856" y="25961"/>
                  </a:cubicBezTo>
                  <a:cubicBezTo>
                    <a:pt x="19899" y="25961"/>
                    <a:pt x="14105" y="22732"/>
                    <a:pt x="7161" y="9243"/>
                  </a:cubicBezTo>
                  <a:cubicBezTo>
                    <a:pt x="2674" y="532"/>
                    <a:pt x="10659" y="303"/>
                    <a:pt x="10659" y="303"/>
                  </a:cubicBezTo>
                  <a:cubicBezTo>
                    <a:pt x="10659" y="303"/>
                    <a:pt x="10015" y="1"/>
                    <a:pt x="9020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0"/>
            <p:cNvSpPr/>
            <p:nvPr/>
          </p:nvSpPr>
          <p:spPr>
            <a:xfrm>
              <a:off x="1907725" y="3413150"/>
              <a:ext cx="621375" cy="676450"/>
            </a:xfrm>
            <a:custGeom>
              <a:avLst/>
              <a:gdLst/>
              <a:ahLst/>
              <a:cxnLst/>
              <a:rect l="l" t="t" r="r" b="b"/>
              <a:pathLst>
                <a:path w="24855" h="27058" extrusionOk="0">
                  <a:moveTo>
                    <a:pt x="4358" y="0"/>
                  </a:moveTo>
                  <a:cubicBezTo>
                    <a:pt x="3185" y="0"/>
                    <a:pt x="2222" y="319"/>
                    <a:pt x="1497" y="949"/>
                  </a:cubicBezTo>
                  <a:cubicBezTo>
                    <a:pt x="725" y="1619"/>
                    <a:pt x="266" y="2603"/>
                    <a:pt x="132" y="3870"/>
                  </a:cubicBezTo>
                  <a:cubicBezTo>
                    <a:pt x="0" y="5094"/>
                    <a:pt x="176" y="6532"/>
                    <a:pt x="656" y="8144"/>
                  </a:cubicBezTo>
                  <a:cubicBezTo>
                    <a:pt x="1640" y="11460"/>
                    <a:pt x="3789" y="15136"/>
                    <a:pt x="6710" y="18495"/>
                  </a:cubicBezTo>
                  <a:cubicBezTo>
                    <a:pt x="7537" y="19451"/>
                    <a:pt x="8417" y="20361"/>
                    <a:pt x="9343" y="21225"/>
                  </a:cubicBezTo>
                  <a:cubicBezTo>
                    <a:pt x="10504" y="22310"/>
                    <a:pt x="11700" y="23275"/>
                    <a:pt x="12898" y="24090"/>
                  </a:cubicBezTo>
                  <a:cubicBezTo>
                    <a:pt x="13538" y="24529"/>
                    <a:pt x="14178" y="24928"/>
                    <a:pt x="14803" y="25272"/>
                  </a:cubicBezTo>
                  <a:cubicBezTo>
                    <a:pt x="16911" y="26438"/>
                    <a:pt x="18881" y="27057"/>
                    <a:pt x="20497" y="27057"/>
                  </a:cubicBezTo>
                  <a:cubicBezTo>
                    <a:pt x="20606" y="27057"/>
                    <a:pt x="20714" y="27052"/>
                    <a:pt x="20818" y="27048"/>
                  </a:cubicBezTo>
                  <a:cubicBezTo>
                    <a:pt x="21848" y="26995"/>
                    <a:pt x="22702" y="26678"/>
                    <a:pt x="23358" y="26108"/>
                  </a:cubicBezTo>
                  <a:cubicBezTo>
                    <a:pt x="24129" y="25438"/>
                    <a:pt x="24589" y="24455"/>
                    <a:pt x="24723" y="23187"/>
                  </a:cubicBezTo>
                  <a:cubicBezTo>
                    <a:pt x="24854" y="21961"/>
                    <a:pt x="24677" y="20525"/>
                    <a:pt x="24199" y="18911"/>
                  </a:cubicBezTo>
                  <a:cubicBezTo>
                    <a:pt x="23215" y="15598"/>
                    <a:pt x="21063" y="11922"/>
                    <a:pt x="18144" y="8560"/>
                  </a:cubicBezTo>
                  <a:cubicBezTo>
                    <a:pt x="17800" y="8165"/>
                    <a:pt x="17477" y="7807"/>
                    <a:pt x="17154" y="7468"/>
                  </a:cubicBezTo>
                  <a:lnTo>
                    <a:pt x="17152" y="7465"/>
                  </a:lnTo>
                  <a:cubicBezTo>
                    <a:pt x="15041" y="5219"/>
                    <a:pt x="12723" y="3332"/>
                    <a:pt x="10449" y="2011"/>
                  </a:cubicBezTo>
                  <a:cubicBezTo>
                    <a:pt x="9846" y="1658"/>
                    <a:pt x="9223" y="1337"/>
                    <a:pt x="8585" y="1051"/>
                  </a:cubicBezTo>
                  <a:cubicBezTo>
                    <a:pt x="7442" y="543"/>
                    <a:pt x="6364" y="215"/>
                    <a:pt x="5385" y="74"/>
                  </a:cubicBezTo>
                  <a:cubicBezTo>
                    <a:pt x="5046" y="26"/>
                    <a:pt x="4702" y="0"/>
                    <a:pt x="4358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0"/>
            <p:cNvSpPr/>
            <p:nvPr/>
          </p:nvSpPr>
          <p:spPr>
            <a:xfrm>
              <a:off x="1866050" y="3413025"/>
              <a:ext cx="704725" cy="676675"/>
            </a:xfrm>
            <a:custGeom>
              <a:avLst/>
              <a:gdLst/>
              <a:ahLst/>
              <a:cxnLst/>
              <a:rect l="l" t="t" r="r" b="b"/>
              <a:pathLst>
                <a:path w="28189" h="27067" extrusionOk="0">
                  <a:moveTo>
                    <a:pt x="6022" y="1"/>
                  </a:moveTo>
                  <a:cubicBezTo>
                    <a:pt x="6022" y="1"/>
                    <a:pt x="6022" y="1"/>
                    <a:pt x="6022" y="1"/>
                  </a:cubicBezTo>
                  <a:lnTo>
                    <a:pt x="6022" y="1"/>
                  </a:lnTo>
                  <a:cubicBezTo>
                    <a:pt x="6023" y="1"/>
                    <a:pt x="6024" y="1"/>
                    <a:pt x="6025" y="1"/>
                  </a:cubicBezTo>
                  <a:close/>
                  <a:moveTo>
                    <a:pt x="6025" y="12"/>
                  </a:moveTo>
                  <a:cubicBezTo>
                    <a:pt x="6369" y="12"/>
                    <a:pt x="6710" y="38"/>
                    <a:pt x="7052" y="86"/>
                  </a:cubicBezTo>
                  <a:cubicBezTo>
                    <a:pt x="8031" y="227"/>
                    <a:pt x="9107" y="555"/>
                    <a:pt x="10250" y="1063"/>
                  </a:cubicBezTo>
                  <a:cubicBezTo>
                    <a:pt x="10887" y="1349"/>
                    <a:pt x="11511" y="1668"/>
                    <a:pt x="12113" y="2021"/>
                  </a:cubicBezTo>
                  <a:cubicBezTo>
                    <a:pt x="14388" y="3344"/>
                    <a:pt x="16706" y="5231"/>
                    <a:pt x="18814" y="7475"/>
                  </a:cubicBezTo>
                  <a:lnTo>
                    <a:pt x="18816" y="7477"/>
                  </a:lnTo>
                  <a:cubicBezTo>
                    <a:pt x="19139" y="7817"/>
                    <a:pt x="19463" y="8172"/>
                    <a:pt x="19807" y="8569"/>
                  </a:cubicBezTo>
                  <a:cubicBezTo>
                    <a:pt x="21282" y="10266"/>
                    <a:pt x="22561" y="12047"/>
                    <a:pt x="23612" y="13855"/>
                  </a:cubicBezTo>
                  <a:cubicBezTo>
                    <a:pt x="24626" y="15605"/>
                    <a:pt x="25381" y="17307"/>
                    <a:pt x="25861" y="18918"/>
                  </a:cubicBezTo>
                  <a:cubicBezTo>
                    <a:pt x="26339" y="20530"/>
                    <a:pt x="26514" y="21966"/>
                    <a:pt x="26385" y="23190"/>
                  </a:cubicBezTo>
                  <a:cubicBezTo>
                    <a:pt x="26251" y="24458"/>
                    <a:pt x="25792" y="25439"/>
                    <a:pt x="25020" y="26108"/>
                  </a:cubicBezTo>
                  <a:cubicBezTo>
                    <a:pt x="24365" y="26676"/>
                    <a:pt x="23513" y="26993"/>
                    <a:pt x="22485" y="27046"/>
                  </a:cubicBezTo>
                  <a:cubicBezTo>
                    <a:pt x="22381" y="27051"/>
                    <a:pt x="22273" y="27055"/>
                    <a:pt x="22164" y="27055"/>
                  </a:cubicBezTo>
                  <a:cubicBezTo>
                    <a:pt x="20548" y="27055"/>
                    <a:pt x="18578" y="26439"/>
                    <a:pt x="16473" y="25270"/>
                  </a:cubicBezTo>
                  <a:cubicBezTo>
                    <a:pt x="15847" y="24926"/>
                    <a:pt x="15207" y="24529"/>
                    <a:pt x="14568" y="24088"/>
                  </a:cubicBezTo>
                  <a:cubicBezTo>
                    <a:pt x="13369" y="23273"/>
                    <a:pt x="12173" y="22310"/>
                    <a:pt x="11012" y="21225"/>
                  </a:cubicBezTo>
                  <a:cubicBezTo>
                    <a:pt x="10086" y="20361"/>
                    <a:pt x="9209" y="19452"/>
                    <a:pt x="8380" y="18496"/>
                  </a:cubicBezTo>
                  <a:cubicBezTo>
                    <a:pt x="6904" y="16799"/>
                    <a:pt x="5625" y="15018"/>
                    <a:pt x="4574" y="13210"/>
                  </a:cubicBezTo>
                  <a:cubicBezTo>
                    <a:pt x="3561" y="11463"/>
                    <a:pt x="2806" y="9759"/>
                    <a:pt x="2326" y="8147"/>
                  </a:cubicBezTo>
                  <a:cubicBezTo>
                    <a:pt x="1848" y="6535"/>
                    <a:pt x="1672" y="5099"/>
                    <a:pt x="1801" y="3875"/>
                  </a:cubicBezTo>
                  <a:cubicBezTo>
                    <a:pt x="1938" y="2610"/>
                    <a:pt x="2397" y="1629"/>
                    <a:pt x="3166" y="959"/>
                  </a:cubicBezTo>
                  <a:cubicBezTo>
                    <a:pt x="3889" y="331"/>
                    <a:pt x="4852" y="12"/>
                    <a:pt x="6025" y="12"/>
                  </a:cubicBezTo>
                  <a:close/>
                  <a:moveTo>
                    <a:pt x="6022" y="1"/>
                  </a:moveTo>
                  <a:lnTo>
                    <a:pt x="6022" y="1"/>
                  </a:lnTo>
                  <a:cubicBezTo>
                    <a:pt x="4880" y="1"/>
                    <a:pt x="3902" y="306"/>
                    <a:pt x="3159" y="950"/>
                  </a:cubicBezTo>
                  <a:cubicBezTo>
                    <a:pt x="0" y="3695"/>
                    <a:pt x="2335" y="11555"/>
                    <a:pt x="8370" y="18503"/>
                  </a:cubicBezTo>
                  <a:cubicBezTo>
                    <a:pt x="9199" y="19461"/>
                    <a:pt x="10079" y="20371"/>
                    <a:pt x="11005" y="21234"/>
                  </a:cubicBezTo>
                  <a:cubicBezTo>
                    <a:pt x="12180" y="22331"/>
                    <a:pt x="13379" y="23291"/>
                    <a:pt x="14561" y="24100"/>
                  </a:cubicBezTo>
                  <a:cubicBezTo>
                    <a:pt x="15203" y="24541"/>
                    <a:pt x="15840" y="24935"/>
                    <a:pt x="16466" y="25282"/>
                  </a:cubicBezTo>
                  <a:cubicBezTo>
                    <a:pt x="18553" y="26436"/>
                    <a:pt x="20527" y="27067"/>
                    <a:pt x="22162" y="27067"/>
                  </a:cubicBezTo>
                  <a:cubicBezTo>
                    <a:pt x="22273" y="27067"/>
                    <a:pt x="22379" y="27064"/>
                    <a:pt x="22485" y="27060"/>
                  </a:cubicBezTo>
                  <a:cubicBezTo>
                    <a:pt x="23490" y="27007"/>
                    <a:pt x="24355" y="26702"/>
                    <a:pt x="25027" y="26118"/>
                  </a:cubicBezTo>
                  <a:cubicBezTo>
                    <a:pt x="28188" y="23372"/>
                    <a:pt x="25854" y="15513"/>
                    <a:pt x="19814" y="8562"/>
                  </a:cubicBezTo>
                  <a:cubicBezTo>
                    <a:pt x="19486" y="8186"/>
                    <a:pt x="19160" y="7824"/>
                    <a:pt x="18825" y="7470"/>
                  </a:cubicBezTo>
                  <a:lnTo>
                    <a:pt x="18823" y="7468"/>
                  </a:lnTo>
                  <a:cubicBezTo>
                    <a:pt x="16643" y="5150"/>
                    <a:pt x="14323" y="3296"/>
                    <a:pt x="12118" y="2012"/>
                  </a:cubicBezTo>
                  <a:cubicBezTo>
                    <a:pt x="11515" y="1659"/>
                    <a:pt x="10892" y="1340"/>
                    <a:pt x="10255" y="1054"/>
                  </a:cubicBezTo>
                  <a:cubicBezTo>
                    <a:pt x="9121" y="550"/>
                    <a:pt x="8038" y="215"/>
                    <a:pt x="7050" y="77"/>
                  </a:cubicBezTo>
                  <a:cubicBezTo>
                    <a:pt x="6710" y="28"/>
                    <a:pt x="6366" y="3"/>
                    <a:pt x="6022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0"/>
            <p:cNvSpPr/>
            <p:nvPr/>
          </p:nvSpPr>
          <p:spPr>
            <a:xfrm>
              <a:off x="1995350" y="3506475"/>
              <a:ext cx="474975" cy="482675"/>
            </a:xfrm>
            <a:custGeom>
              <a:avLst/>
              <a:gdLst/>
              <a:ahLst/>
              <a:cxnLst/>
              <a:rect l="l" t="t" r="r" b="b"/>
              <a:pathLst>
                <a:path w="18999" h="19307" extrusionOk="0">
                  <a:moveTo>
                    <a:pt x="2905" y="1"/>
                  </a:moveTo>
                  <a:cubicBezTo>
                    <a:pt x="2180" y="1"/>
                    <a:pt x="1587" y="197"/>
                    <a:pt x="1143" y="583"/>
                  </a:cubicBezTo>
                  <a:cubicBezTo>
                    <a:pt x="132" y="1460"/>
                    <a:pt x="0" y="3229"/>
                    <a:pt x="774" y="5566"/>
                  </a:cubicBezTo>
                  <a:cubicBezTo>
                    <a:pt x="1548" y="7900"/>
                    <a:pt x="3134" y="10521"/>
                    <a:pt x="5240" y="12945"/>
                  </a:cubicBezTo>
                  <a:cubicBezTo>
                    <a:pt x="6893" y="14848"/>
                    <a:pt x="8715" y="16455"/>
                    <a:pt x="10516" y="17598"/>
                  </a:cubicBezTo>
                  <a:cubicBezTo>
                    <a:pt x="12275" y="18715"/>
                    <a:pt x="13880" y="19306"/>
                    <a:pt x="15150" y="19306"/>
                  </a:cubicBezTo>
                  <a:cubicBezTo>
                    <a:pt x="15875" y="19306"/>
                    <a:pt x="16468" y="19112"/>
                    <a:pt x="16909" y="18727"/>
                  </a:cubicBezTo>
                  <a:cubicBezTo>
                    <a:pt x="18999" y="16912"/>
                    <a:pt x="17161" y="11366"/>
                    <a:pt x="12813" y="6362"/>
                  </a:cubicBezTo>
                  <a:cubicBezTo>
                    <a:pt x="11162" y="4462"/>
                    <a:pt x="9338" y="2853"/>
                    <a:pt x="7539" y="1710"/>
                  </a:cubicBezTo>
                  <a:cubicBezTo>
                    <a:pt x="5778" y="592"/>
                    <a:pt x="4175" y="1"/>
                    <a:pt x="2905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0"/>
            <p:cNvSpPr/>
            <p:nvPr/>
          </p:nvSpPr>
          <p:spPr>
            <a:xfrm>
              <a:off x="1971500" y="3506375"/>
              <a:ext cx="499050" cy="482950"/>
            </a:xfrm>
            <a:custGeom>
              <a:avLst/>
              <a:gdLst/>
              <a:ahLst/>
              <a:cxnLst/>
              <a:rect l="l" t="t" r="r" b="b"/>
              <a:pathLst>
                <a:path w="19962" h="19318" extrusionOk="0">
                  <a:moveTo>
                    <a:pt x="3859" y="12"/>
                  </a:moveTo>
                  <a:cubicBezTo>
                    <a:pt x="4492" y="12"/>
                    <a:pt x="5212" y="160"/>
                    <a:pt x="6004" y="453"/>
                  </a:cubicBezTo>
                  <a:cubicBezTo>
                    <a:pt x="6787" y="744"/>
                    <a:pt x="7625" y="1169"/>
                    <a:pt x="8491" y="1721"/>
                  </a:cubicBezTo>
                  <a:cubicBezTo>
                    <a:pt x="10290" y="2861"/>
                    <a:pt x="12114" y="4471"/>
                    <a:pt x="13765" y="6371"/>
                  </a:cubicBezTo>
                  <a:cubicBezTo>
                    <a:pt x="14829" y="7595"/>
                    <a:pt x="15762" y="8871"/>
                    <a:pt x="16535" y="10160"/>
                  </a:cubicBezTo>
                  <a:cubicBezTo>
                    <a:pt x="17284" y="11407"/>
                    <a:pt x="17854" y="12614"/>
                    <a:pt x="18228" y="13750"/>
                  </a:cubicBezTo>
                  <a:cubicBezTo>
                    <a:pt x="18604" y="14886"/>
                    <a:pt x="18768" y="15891"/>
                    <a:pt x="18713" y="16738"/>
                  </a:cubicBezTo>
                  <a:cubicBezTo>
                    <a:pt x="18657" y="17613"/>
                    <a:pt x="18371" y="18283"/>
                    <a:pt x="17861" y="18726"/>
                  </a:cubicBezTo>
                  <a:cubicBezTo>
                    <a:pt x="17418" y="19110"/>
                    <a:pt x="16826" y="19306"/>
                    <a:pt x="16104" y="19306"/>
                  </a:cubicBezTo>
                  <a:cubicBezTo>
                    <a:pt x="15471" y="19306"/>
                    <a:pt x="14751" y="19156"/>
                    <a:pt x="13959" y="18862"/>
                  </a:cubicBezTo>
                  <a:cubicBezTo>
                    <a:pt x="13176" y="18574"/>
                    <a:pt x="12338" y="18147"/>
                    <a:pt x="11472" y="17597"/>
                  </a:cubicBezTo>
                  <a:cubicBezTo>
                    <a:pt x="9673" y="16454"/>
                    <a:pt x="7849" y="14847"/>
                    <a:pt x="6198" y="12947"/>
                  </a:cubicBezTo>
                  <a:cubicBezTo>
                    <a:pt x="5134" y="11721"/>
                    <a:pt x="4201" y="10446"/>
                    <a:pt x="3427" y="9155"/>
                  </a:cubicBezTo>
                  <a:cubicBezTo>
                    <a:pt x="2679" y="7909"/>
                    <a:pt x="2109" y="6703"/>
                    <a:pt x="1735" y="5567"/>
                  </a:cubicBezTo>
                  <a:cubicBezTo>
                    <a:pt x="1359" y="4431"/>
                    <a:pt x="1195" y="3427"/>
                    <a:pt x="1250" y="2579"/>
                  </a:cubicBezTo>
                  <a:cubicBezTo>
                    <a:pt x="1305" y="1702"/>
                    <a:pt x="1592" y="1035"/>
                    <a:pt x="2102" y="591"/>
                  </a:cubicBezTo>
                  <a:cubicBezTo>
                    <a:pt x="2545" y="206"/>
                    <a:pt x="3136" y="12"/>
                    <a:pt x="3859" y="12"/>
                  </a:cubicBezTo>
                  <a:close/>
                  <a:moveTo>
                    <a:pt x="3859" y="0"/>
                  </a:moveTo>
                  <a:cubicBezTo>
                    <a:pt x="3150" y="0"/>
                    <a:pt x="2548" y="187"/>
                    <a:pt x="2095" y="582"/>
                  </a:cubicBezTo>
                  <a:cubicBezTo>
                    <a:pt x="1" y="2402"/>
                    <a:pt x="1834" y="7941"/>
                    <a:pt x="6189" y="12954"/>
                  </a:cubicBezTo>
                  <a:cubicBezTo>
                    <a:pt x="9599" y="16879"/>
                    <a:pt x="13545" y="19317"/>
                    <a:pt x="16104" y="19317"/>
                  </a:cubicBezTo>
                  <a:cubicBezTo>
                    <a:pt x="16813" y="19317"/>
                    <a:pt x="17415" y="19130"/>
                    <a:pt x="17868" y="18735"/>
                  </a:cubicBezTo>
                  <a:cubicBezTo>
                    <a:pt x="19962" y="16914"/>
                    <a:pt x="18129" y="11374"/>
                    <a:pt x="13774" y="6364"/>
                  </a:cubicBezTo>
                  <a:cubicBezTo>
                    <a:pt x="10364" y="2439"/>
                    <a:pt x="6418" y="0"/>
                    <a:pt x="385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0"/>
            <p:cNvSpPr/>
            <p:nvPr/>
          </p:nvSpPr>
          <p:spPr>
            <a:xfrm>
              <a:off x="1957425" y="3464225"/>
              <a:ext cx="524275" cy="572250"/>
            </a:xfrm>
            <a:custGeom>
              <a:avLst/>
              <a:gdLst/>
              <a:ahLst/>
              <a:cxnLst/>
              <a:rect l="l" t="t" r="r" b="b"/>
              <a:pathLst>
                <a:path w="20971" h="22890" fill="none" extrusionOk="0">
                  <a:moveTo>
                    <a:pt x="15154" y="7387"/>
                  </a:moveTo>
                  <a:cubicBezTo>
                    <a:pt x="17544" y="10137"/>
                    <a:pt x="19343" y="13201"/>
                    <a:pt x="20158" y="15907"/>
                  </a:cubicBezTo>
                  <a:cubicBezTo>
                    <a:pt x="20971" y="18614"/>
                    <a:pt x="20733" y="20738"/>
                    <a:pt x="19495" y="21814"/>
                  </a:cubicBezTo>
                  <a:cubicBezTo>
                    <a:pt x="18255" y="22890"/>
                    <a:pt x="16119" y="22830"/>
                    <a:pt x="13554" y="21645"/>
                  </a:cubicBezTo>
                  <a:cubicBezTo>
                    <a:pt x="10989" y="20463"/>
                    <a:pt x="8204" y="18253"/>
                    <a:pt x="5817" y="15503"/>
                  </a:cubicBezTo>
                  <a:cubicBezTo>
                    <a:pt x="3427" y="12753"/>
                    <a:pt x="1626" y="9689"/>
                    <a:pt x="813" y="6983"/>
                  </a:cubicBezTo>
                  <a:cubicBezTo>
                    <a:pt x="0" y="4279"/>
                    <a:pt x="238" y="2155"/>
                    <a:pt x="1476" y="1077"/>
                  </a:cubicBezTo>
                  <a:cubicBezTo>
                    <a:pt x="2714" y="1"/>
                    <a:pt x="4852" y="63"/>
                    <a:pt x="7417" y="1245"/>
                  </a:cubicBezTo>
                  <a:cubicBezTo>
                    <a:pt x="9982" y="2428"/>
                    <a:pt x="12765" y="4637"/>
                    <a:pt x="15154" y="7387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0"/>
            <p:cNvSpPr/>
            <p:nvPr/>
          </p:nvSpPr>
          <p:spPr>
            <a:xfrm>
              <a:off x="2169050" y="3463300"/>
              <a:ext cx="263475" cy="709425"/>
            </a:xfrm>
            <a:custGeom>
              <a:avLst/>
              <a:gdLst/>
              <a:ahLst/>
              <a:cxnLst/>
              <a:rect l="l" t="t" r="r" b="b"/>
              <a:pathLst>
                <a:path w="10539" h="28377" extrusionOk="0">
                  <a:moveTo>
                    <a:pt x="0" y="1"/>
                  </a:moveTo>
                  <a:lnTo>
                    <a:pt x="379" y="2030"/>
                  </a:lnTo>
                  <a:lnTo>
                    <a:pt x="644" y="3467"/>
                  </a:lnTo>
                  <a:lnTo>
                    <a:pt x="1831" y="9805"/>
                  </a:lnTo>
                  <a:lnTo>
                    <a:pt x="1854" y="9925"/>
                  </a:lnTo>
                  <a:lnTo>
                    <a:pt x="2064" y="11061"/>
                  </a:lnTo>
                  <a:lnTo>
                    <a:pt x="2067" y="11063"/>
                  </a:lnTo>
                  <a:lnTo>
                    <a:pt x="2591" y="13866"/>
                  </a:lnTo>
                  <a:lnTo>
                    <a:pt x="3616" y="19364"/>
                  </a:lnTo>
                  <a:lnTo>
                    <a:pt x="3939" y="21093"/>
                  </a:lnTo>
                  <a:lnTo>
                    <a:pt x="4348" y="23271"/>
                  </a:lnTo>
                  <a:lnTo>
                    <a:pt x="5285" y="28358"/>
                  </a:lnTo>
                  <a:cubicBezTo>
                    <a:pt x="5482" y="28370"/>
                    <a:pt x="5677" y="28376"/>
                    <a:pt x="5870" y="28376"/>
                  </a:cubicBezTo>
                  <a:cubicBezTo>
                    <a:pt x="7557" y="28376"/>
                    <a:pt x="9113" y="27897"/>
                    <a:pt x="10538" y="26940"/>
                  </a:cubicBezTo>
                  <a:lnTo>
                    <a:pt x="10365" y="25046"/>
                  </a:lnTo>
                  <a:lnTo>
                    <a:pt x="9885" y="22465"/>
                  </a:lnTo>
                  <a:lnTo>
                    <a:pt x="9562" y="20736"/>
                  </a:lnTo>
                  <a:lnTo>
                    <a:pt x="7611" y="10301"/>
                  </a:lnTo>
                  <a:lnTo>
                    <a:pt x="7181" y="8011"/>
                  </a:lnTo>
                  <a:lnTo>
                    <a:pt x="7179" y="8008"/>
                  </a:lnTo>
                  <a:lnTo>
                    <a:pt x="6705" y="5459"/>
                  </a:lnTo>
                  <a:lnTo>
                    <a:pt x="6703" y="5457"/>
                  </a:lnTo>
                  <a:cubicBezTo>
                    <a:pt x="4526" y="3139"/>
                    <a:pt x="2205" y="1285"/>
                    <a:pt x="0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0"/>
            <p:cNvSpPr/>
            <p:nvPr/>
          </p:nvSpPr>
          <p:spPr>
            <a:xfrm>
              <a:off x="2042325" y="3414925"/>
              <a:ext cx="215000" cy="748150"/>
            </a:xfrm>
            <a:custGeom>
              <a:avLst/>
              <a:gdLst/>
              <a:ahLst/>
              <a:cxnLst/>
              <a:rect l="l" t="t" r="r" b="b"/>
              <a:pathLst>
                <a:path w="8600" h="29926" extrusionOk="0">
                  <a:moveTo>
                    <a:pt x="1" y="1"/>
                  </a:moveTo>
                  <a:lnTo>
                    <a:pt x="428" y="2282"/>
                  </a:lnTo>
                  <a:lnTo>
                    <a:pt x="687" y="3675"/>
                  </a:lnTo>
                  <a:lnTo>
                    <a:pt x="3035" y="16231"/>
                  </a:lnTo>
                  <a:lnTo>
                    <a:pt x="3035" y="16233"/>
                  </a:lnTo>
                  <a:lnTo>
                    <a:pt x="3483" y="18637"/>
                  </a:lnTo>
                  <a:lnTo>
                    <a:pt x="3954" y="21158"/>
                  </a:lnTo>
                  <a:lnTo>
                    <a:pt x="5069" y="28346"/>
                  </a:lnTo>
                  <a:lnTo>
                    <a:pt x="8600" y="29925"/>
                  </a:lnTo>
                  <a:lnTo>
                    <a:pt x="7512" y="24024"/>
                  </a:lnTo>
                  <a:lnTo>
                    <a:pt x="7094" y="21795"/>
                  </a:lnTo>
                  <a:lnTo>
                    <a:pt x="6739" y="19895"/>
                  </a:lnTo>
                  <a:lnTo>
                    <a:pt x="5473" y="13123"/>
                  </a:lnTo>
                  <a:lnTo>
                    <a:pt x="5205" y="11684"/>
                  </a:lnTo>
                  <a:lnTo>
                    <a:pt x="5102" y="11139"/>
                  </a:lnTo>
                  <a:lnTo>
                    <a:pt x="5099" y="11137"/>
                  </a:lnTo>
                  <a:lnTo>
                    <a:pt x="4965" y="10408"/>
                  </a:lnTo>
                  <a:lnTo>
                    <a:pt x="3836" y="4372"/>
                  </a:lnTo>
                  <a:lnTo>
                    <a:pt x="3585" y="3028"/>
                  </a:lnTo>
                  <a:lnTo>
                    <a:pt x="3204" y="975"/>
                  </a:lnTo>
                  <a:cubicBezTo>
                    <a:pt x="2070" y="472"/>
                    <a:pt x="989" y="139"/>
                    <a:pt x="1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" name="Google Shape;552;p30"/>
          <p:cNvGrpSpPr/>
          <p:nvPr/>
        </p:nvGrpSpPr>
        <p:grpSpPr>
          <a:xfrm flipH="1">
            <a:off x="659293" y="404033"/>
            <a:ext cx="530159" cy="550985"/>
            <a:chOff x="2777975" y="4487350"/>
            <a:chExt cx="803150" cy="834825"/>
          </a:xfrm>
        </p:grpSpPr>
        <p:sp>
          <p:nvSpPr>
            <p:cNvPr id="553" name="Google Shape;553;p30"/>
            <p:cNvSpPr/>
            <p:nvPr/>
          </p:nvSpPr>
          <p:spPr>
            <a:xfrm>
              <a:off x="2801475" y="4545025"/>
              <a:ext cx="776425" cy="720275"/>
            </a:xfrm>
            <a:custGeom>
              <a:avLst/>
              <a:gdLst/>
              <a:ahLst/>
              <a:cxnLst/>
              <a:rect l="l" t="t" r="r" b="b"/>
              <a:pathLst>
                <a:path w="31057" h="28811" extrusionOk="0">
                  <a:moveTo>
                    <a:pt x="14617" y="0"/>
                  </a:moveTo>
                  <a:cubicBezTo>
                    <a:pt x="8672" y="0"/>
                    <a:pt x="3310" y="3412"/>
                    <a:pt x="718" y="8603"/>
                  </a:cubicBezTo>
                  <a:cubicBezTo>
                    <a:pt x="469" y="9391"/>
                    <a:pt x="287" y="10196"/>
                    <a:pt x="169" y="11012"/>
                  </a:cubicBezTo>
                  <a:cubicBezTo>
                    <a:pt x="53" y="11797"/>
                    <a:pt x="0" y="12589"/>
                    <a:pt x="5" y="13381"/>
                  </a:cubicBezTo>
                  <a:cubicBezTo>
                    <a:pt x="10" y="14161"/>
                    <a:pt x="77" y="14939"/>
                    <a:pt x="201" y="15710"/>
                  </a:cubicBezTo>
                  <a:cubicBezTo>
                    <a:pt x="284" y="16230"/>
                    <a:pt x="393" y="16747"/>
                    <a:pt x="527" y="17255"/>
                  </a:cubicBezTo>
                  <a:cubicBezTo>
                    <a:pt x="905" y="18673"/>
                    <a:pt x="1483" y="20028"/>
                    <a:pt x="2240" y="21282"/>
                  </a:cubicBezTo>
                  <a:cubicBezTo>
                    <a:pt x="4565" y="25133"/>
                    <a:pt x="8532" y="27950"/>
                    <a:pt x="13328" y="28648"/>
                  </a:cubicBezTo>
                  <a:cubicBezTo>
                    <a:pt x="14085" y="28757"/>
                    <a:pt x="14838" y="28811"/>
                    <a:pt x="15582" y="28811"/>
                  </a:cubicBezTo>
                  <a:cubicBezTo>
                    <a:pt x="22075" y="28811"/>
                    <a:pt x="27874" y="24745"/>
                    <a:pt x="30130" y="18733"/>
                  </a:cubicBezTo>
                  <a:cubicBezTo>
                    <a:pt x="30456" y="17802"/>
                    <a:pt x="30691" y="16842"/>
                    <a:pt x="30837" y="15865"/>
                  </a:cubicBezTo>
                  <a:cubicBezTo>
                    <a:pt x="30906" y="15389"/>
                    <a:pt x="30952" y="14916"/>
                    <a:pt x="30978" y="14445"/>
                  </a:cubicBezTo>
                  <a:cubicBezTo>
                    <a:pt x="31056" y="12953"/>
                    <a:pt x="30121" y="13422"/>
                    <a:pt x="29793" y="12021"/>
                  </a:cubicBezTo>
                  <a:cubicBezTo>
                    <a:pt x="29671" y="11506"/>
                    <a:pt x="29523" y="10998"/>
                    <a:pt x="29354" y="10504"/>
                  </a:cubicBezTo>
                  <a:cubicBezTo>
                    <a:pt x="29098" y="9765"/>
                    <a:pt x="28789" y="9047"/>
                    <a:pt x="28426" y="8356"/>
                  </a:cubicBezTo>
                  <a:cubicBezTo>
                    <a:pt x="26191" y="4085"/>
                    <a:pt x="22007" y="910"/>
                    <a:pt x="16874" y="164"/>
                  </a:cubicBezTo>
                  <a:cubicBezTo>
                    <a:pt x="16116" y="54"/>
                    <a:pt x="15362" y="0"/>
                    <a:pt x="14617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0"/>
            <p:cNvSpPr/>
            <p:nvPr/>
          </p:nvSpPr>
          <p:spPr>
            <a:xfrm>
              <a:off x="2801650" y="4487525"/>
              <a:ext cx="779300" cy="777675"/>
            </a:xfrm>
            <a:custGeom>
              <a:avLst/>
              <a:gdLst/>
              <a:ahLst/>
              <a:cxnLst/>
              <a:rect l="l" t="t" r="r" b="b"/>
              <a:pathLst>
                <a:path w="31172" h="31107" extrusionOk="0">
                  <a:moveTo>
                    <a:pt x="15542" y="0"/>
                  </a:moveTo>
                  <a:cubicBezTo>
                    <a:pt x="8747" y="5"/>
                    <a:pt x="2743" y="4422"/>
                    <a:pt x="716" y="10908"/>
                  </a:cubicBezTo>
                  <a:cubicBezTo>
                    <a:pt x="469" y="11693"/>
                    <a:pt x="284" y="12499"/>
                    <a:pt x="169" y="13316"/>
                  </a:cubicBezTo>
                  <a:cubicBezTo>
                    <a:pt x="53" y="14099"/>
                    <a:pt x="0" y="14891"/>
                    <a:pt x="5" y="15683"/>
                  </a:cubicBezTo>
                  <a:cubicBezTo>
                    <a:pt x="10" y="16461"/>
                    <a:pt x="74" y="17239"/>
                    <a:pt x="199" y="18010"/>
                  </a:cubicBezTo>
                  <a:cubicBezTo>
                    <a:pt x="287" y="18546"/>
                    <a:pt x="395" y="19066"/>
                    <a:pt x="527" y="19555"/>
                  </a:cubicBezTo>
                  <a:cubicBezTo>
                    <a:pt x="905" y="20970"/>
                    <a:pt x="1480" y="22326"/>
                    <a:pt x="2240" y="23580"/>
                  </a:cubicBezTo>
                  <a:cubicBezTo>
                    <a:pt x="4657" y="27588"/>
                    <a:pt x="8696" y="30269"/>
                    <a:pt x="13321" y="30941"/>
                  </a:cubicBezTo>
                  <a:cubicBezTo>
                    <a:pt x="14069" y="31049"/>
                    <a:pt x="14822" y="31105"/>
                    <a:pt x="15577" y="31105"/>
                  </a:cubicBezTo>
                  <a:lnTo>
                    <a:pt x="15579" y="31107"/>
                  </a:lnTo>
                  <a:cubicBezTo>
                    <a:pt x="20354" y="31098"/>
                    <a:pt x="24861" y="28900"/>
                    <a:pt x="27807" y="25143"/>
                  </a:cubicBezTo>
                  <a:cubicBezTo>
                    <a:pt x="29479" y="23009"/>
                    <a:pt x="30564" y="20474"/>
                    <a:pt x="30950" y="17791"/>
                  </a:cubicBezTo>
                  <a:cubicBezTo>
                    <a:pt x="31019" y="17325"/>
                    <a:pt x="31068" y="16849"/>
                    <a:pt x="31091" y="16373"/>
                  </a:cubicBezTo>
                  <a:cubicBezTo>
                    <a:pt x="31171" y="14909"/>
                    <a:pt x="31042" y="13443"/>
                    <a:pt x="30710" y="12014"/>
                  </a:cubicBezTo>
                  <a:cubicBezTo>
                    <a:pt x="30587" y="11504"/>
                    <a:pt x="30442" y="10993"/>
                    <a:pt x="30271" y="10497"/>
                  </a:cubicBezTo>
                  <a:cubicBezTo>
                    <a:pt x="30015" y="9760"/>
                    <a:pt x="29705" y="9042"/>
                    <a:pt x="29343" y="8352"/>
                  </a:cubicBezTo>
                  <a:cubicBezTo>
                    <a:pt x="28218" y="6209"/>
                    <a:pt x="26614" y="4355"/>
                    <a:pt x="24656" y="2935"/>
                  </a:cubicBezTo>
                  <a:cubicBezTo>
                    <a:pt x="23660" y="2217"/>
                    <a:pt x="22584" y="1619"/>
                    <a:pt x="21451" y="1155"/>
                  </a:cubicBezTo>
                  <a:cubicBezTo>
                    <a:pt x="19573" y="393"/>
                    <a:pt x="17567" y="0"/>
                    <a:pt x="15542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0"/>
            <p:cNvSpPr/>
            <p:nvPr/>
          </p:nvSpPr>
          <p:spPr>
            <a:xfrm>
              <a:off x="2801525" y="4487350"/>
              <a:ext cx="779600" cy="777975"/>
            </a:xfrm>
            <a:custGeom>
              <a:avLst/>
              <a:gdLst/>
              <a:ahLst/>
              <a:cxnLst/>
              <a:rect l="l" t="t" r="r" b="b"/>
              <a:pathLst>
                <a:path w="31184" h="31119" extrusionOk="0">
                  <a:moveTo>
                    <a:pt x="15547" y="10"/>
                  </a:moveTo>
                  <a:cubicBezTo>
                    <a:pt x="17572" y="12"/>
                    <a:pt x="19576" y="402"/>
                    <a:pt x="21453" y="1164"/>
                  </a:cubicBezTo>
                  <a:cubicBezTo>
                    <a:pt x="23714" y="2090"/>
                    <a:pt x="25723" y="3535"/>
                    <a:pt x="27318" y="5385"/>
                  </a:cubicBezTo>
                  <a:cubicBezTo>
                    <a:pt x="28106" y="6295"/>
                    <a:pt x="28784" y="7294"/>
                    <a:pt x="29343" y="8359"/>
                  </a:cubicBezTo>
                  <a:cubicBezTo>
                    <a:pt x="29706" y="9049"/>
                    <a:pt x="30015" y="9767"/>
                    <a:pt x="30271" y="10506"/>
                  </a:cubicBezTo>
                  <a:cubicBezTo>
                    <a:pt x="30442" y="11000"/>
                    <a:pt x="30588" y="11511"/>
                    <a:pt x="30710" y="12023"/>
                  </a:cubicBezTo>
                  <a:cubicBezTo>
                    <a:pt x="31043" y="13448"/>
                    <a:pt x="31170" y="14914"/>
                    <a:pt x="31091" y="16378"/>
                  </a:cubicBezTo>
                  <a:cubicBezTo>
                    <a:pt x="31066" y="16854"/>
                    <a:pt x="31019" y="17329"/>
                    <a:pt x="30950" y="17796"/>
                  </a:cubicBezTo>
                  <a:cubicBezTo>
                    <a:pt x="30562" y="20476"/>
                    <a:pt x="29479" y="23012"/>
                    <a:pt x="27810" y="25143"/>
                  </a:cubicBezTo>
                  <a:cubicBezTo>
                    <a:pt x="24866" y="28904"/>
                    <a:pt x="20357" y="31102"/>
                    <a:pt x="15584" y="31107"/>
                  </a:cubicBezTo>
                  <a:cubicBezTo>
                    <a:pt x="13640" y="31105"/>
                    <a:pt x="11712" y="30745"/>
                    <a:pt x="9902" y="30040"/>
                  </a:cubicBezTo>
                  <a:cubicBezTo>
                    <a:pt x="7773" y="29209"/>
                    <a:pt x="5856" y="27918"/>
                    <a:pt x="4286" y="26258"/>
                  </a:cubicBezTo>
                  <a:cubicBezTo>
                    <a:pt x="3513" y="25443"/>
                    <a:pt x="2831" y="24545"/>
                    <a:pt x="2250" y="23584"/>
                  </a:cubicBezTo>
                  <a:cubicBezTo>
                    <a:pt x="1492" y="22331"/>
                    <a:pt x="915" y="20977"/>
                    <a:pt x="539" y="19562"/>
                  </a:cubicBezTo>
                  <a:cubicBezTo>
                    <a:pt x="407" y="19070"/>
                    <a:pt x="299" y="18551"/>
                    <a:pt x="211" y="18017"/>
                  </a:cubicBezTo>
                  <a:cubicBezTo>
                    <a:pt x="86" y="17246"/>
                    <a:pt x="21" y="16468"/>
                    <a:pt x="17" y="15690"/>
                  </a:cubicBezTo>
                  <a:cubicBezTo>
                    <a:pt x="10" y="14898"/>
                    <a:pt x="65" y="14106"/>
                    <a:pt x="181" y="13323"/>
                  </a:cubicBezTo>
                  <a:cubicBezTo>
                    <a:pt x="296" y="12506"/>
                    <a:pt x="481" y="11702"/>
                    <a:pt x="728" y="10915"/>
                  </a:cubicBezTo>
                  <a:cubicBezTo>
                    <a:pt x="2755" y="4434"/>
                    <a:pt x="8756" y="16"/>
                    <a:pt x="15549" y="12"/>
                  </a:cubicBezTo>
                  <a:lnTo>
                    <a:pt x="15547" y="10"/>
                  </a:lnTo>
                  <a:close/>
                  <a:moveTo>
                    <a:pt x="15549" y="0"/>
                  </a:moveTo>
                  <a:cubicBezTo>
                    <a:pt x="8761" y="0"/>
                    <a:pt x="2732" y="4445"/>
                    <a:pt x="716" y="10913"/>
                  </a:cubicBezTo>
                  <a:cubicBezTo>
                    <a:pt x="469" y="11700"/>
                    <a:pt x="287" y="12503"/>
                    <a:pt x="169" y="13321"/>
                  </a:cubicBezTo>
                  <a:cubicBezTo>
                    <a:pt x="54" y="14106"/>
                    <a:pt x="1" y="14898"/>
                    <a:pt x="5" y="15690"/>
                  </a:cubicBezTo>
                  <a:cubicBezTo>
                    <a:pt x="10" y="16470"/>
                    <a:pt x="75" y="17248"/>
                    <a:pt x="199" y="18017"/>
                  </a:cubicBezTo>
                  <a:cubicBezTo>
                    <a:pt x="282" y="18539"/>
                    <a:pt x="393" y="19054"/>
                    <a:pt x="527" y="19564"/>
                  </a:cubicBezTo>
                  <a:cubicBezTo>
                    <a:pt x="906" y="20980"/>
                    <a:pt x="1483" y="22335"/>
                    <a:pt x="2240" y="23589"/>
                  </a:cubicBezTo>
                  <a:cubicBezTo>
                    <a:pt x="4563" y="27440"/>
                    <a:pt x="8530" y="30257"/>
                    <a:pt x="13326" y="30955"/>
                  </a:cubicBezTo>
                  <a:cubicBezTo>
                    <a:pt x="14074" y="31063"/>
                    <a:pt x="14829" y="31116"/>
                    <a:pt x="15584" y="31119"/>
                  </a:cubicBezTo>
                  <a:cubicBezTo>
                    <a:pt x="22077" y="31119"/>
                    <a:pt x="27875" y="27052"/>
                    <a:pt x="30131" y="21040"/>
                  </a:cubicBezTo>
                  <a:cubicBezTo>
                    <a:pt x="30525" y="19994"/>
                    <a:pt x="30805" y="18906"/>
                    <a:pt x="30964" y="17798"/>
                  </a:cubicBezTo>
                  <a:cubicBezTo>
                    <a:pt x="31033" y="17322"/>
                    <a:pt x="31080" y="16849"/>
                    <a:pt x="31105" y="16378"/>
                  </a:cubicBezTo>
                  <a:cubicBezTo>
                    <a:pt x="31183" y="14914"/>
                    <a:pt x="31054" y="13448"/>
                    <a:pt x="30722" y="12021"/>
                  </a:cubicBezTo>
                  <a:cubicBezTo>
                    <a:pt x="30602" y="11506"/>
                    <a:pt x="30454" y="10996"/>
                    <a:pt x="30283" y="10502"/>
                  </a:cubicBezTo>
                  <a:cubicBezTo>
                    <a:pt x="30029" y="9765"/>
                    <a:pt x="29717" y="9047"/>
                    <a:pt x="29355" y="8354"/>
                  </a:cubicBezTo>
                  <a:cubicBezTo>
                    <a:pt x="27120" y="4083"/>
                    <a:pt x="22936" y="908"/>
                    <a:pt x="17803" y="164"/>
                  </a:cubicBezTo>
                  <a:cubicBezTo>
                    <a:pt x="17057" y="56"/>
                    <a:pt x="16304" y="0"/>
                    <a:pt x="1554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0"/>
            <p:cNvSpPr/>
            <p:nvPr/>
          </p:nvSpPr>
          <p:spPr>
            <a:xfrm>
              <a:off x="2861275" y="4546975"/>
              <a:ext cx="658650" cy="658675"/>
            </a:xfrm>
            <a:custGeom>
              <a:avLst/>
              <a:gdLst/>
              <a:ahLst/>
              <a:cxnLst/>
              <a:rect l="l" t="t" r="r" b="b"/>
              <a:pathLst>
                <a:path w="26346" h="26347" fill="none" extrusionOk="0">
                  <a:moveTo>
                    <a:pt x="22488" y="3859"/>
                  </a:moveTo>
                  <a:cubicBezTo>
                    <a:pt x="24958" y="6329"/>
                    <a:pt x="26346" y="9680"/>
                    <a:pt x="26346" y="13173"/>
                  </a:cubicBezTo>
                  <a:cubicBezTo>
                    <a:pt x="26346" y="16667"/>
                    <a:pt x="24958" y="20017"/>
                    <a:pt x="22488" y="22488"/>
                  </a:cubicBezTo>
                  <a:cubicBezTo>
                    <a:pt x="20017" y="24958"/>
                    <a:pt x="16667" y="26346"/>
                    <a:pt x="13173" y="26346"/>
                  </a:cubicBezTo>
                  <a:cubicBezTo>
                    <a:pt x="9680" y="26346"/>
                    <a:pt x="6329" y="24958"/>
                    <a:pt x="3859" y="22488"/>
                  </a:cubicBezTo>
                  <a:cubicBezTo>
                    <a:pt x="1388" y="20017"/>
                    <a:pt x="0" y="16667"/>
                    <a:pt x="0" y="13173"/>
                  </a:cubicBezTo>
                  <a:cubicBezTo>
                    <a:pt x="0" y="9680"/>
                    <a:pt x="1388" y="6329"/>
                    <a:pt x="3859" y="3859"/>
                  </a:cubicBezTo>
                  <a:cubicBezTo>
                    <a:pt x="6329" y="1388"/>
                    <a:pt x="9680" y="1"/>
                    <a:pt x="13173" y="1"/>
                  </a:cubicBezTo>
                  <a:cubicBezTo>
                    <a:pt x="16667" y="1"/>
                    <a:pt x="20017" y="1388"/>
                    <a:pt x="22488" y="3859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0"/>
            <p:cNvSpPr/>
            <p:nvPr/>
          </p:nvSpPr>
          <p:spPr>
            <a:xfrm>
              <a:off x="2892850" y="4588600"/>
              <a:ext cx="595500" cy="575475"/>
            </a:xfrm>
            <a:custGeom>
              <a:avLst/>
              <a:gdLst/>
              <a:ahLst/>
              <a:cxnLst/>
              <a:rect l="l" t="t" r="r" b="b"/>
              <a:pathLst>
                <a:path w="23820" h="23019" extrusionOk="0">
                  <a:moveTo>
                    <a:pt x="11896" y="0"/>
                  </a:moveTo>
                  <a:cubicBezTo>
                    <a:pt x="5865" y="7"/>
                    <a:pt x="864" y="4669"/>
                    <a:pt x="432" y="10684"/>
                  </a:cubicBezTo>
                  <a:cubicBezTo>
                    <a:pt x="0" y="16701"/>
                    <a:pt x="4286" y="22028"/>
                    <a:pt x="10255" y="22896"/>
                  </a:cubicBezTo>
                  <a:cubicBezTo>
                    <a:pt x="10809" y="22977"/>
                    <a:pt x="11365" y="23019"/>
                    <a:pt x="11924" y="23019"/>
                  </a:cubicBezTo>
                  <a:cubicBezTo>
                    <a:pt x="17955" y="23009"/>
                    <a:pt x="22959" y="18348"/>
                    <a:pt x="23388" y="12333"/>
                  </a:cubicBezTo>
                  <a:cubicBezTo>
                    <a:pt x="23820" y="6315"/>
                    <a:pt x="19534" y="989"/>
                    <a:pt x="13566" y="120"/>
                  </a:cubicBezTo>
                  <a:cubicBezTo>
                    <a:pt x="13014" y="40"/>
                    <a:pt x="12455" y="0"/>
                    <a:pt x="11896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0"/>
            <p:cNvSpPr/>
            <p:nvPr/>
          </p:nvSpPr>
          <p:spPr>
            <a:xfrm>
              <a:off x="2882925" y="4588425"/>
              <a:ext cx="615425" cy="575775"/>
            </a:xfrm>
            <a:custGeom>
              <a:avLst/>
              <a:gdLst/>
              <a:ahLst/>
              <a:cxnLst/>
              <a:rect l="l" t="t" r="r" b="b"/>
              <a:pathLst>
                <a:path w="24617" h="23031" extrusionOk="0">
                  <a:moveTo>
                    <a:pt x="12293" y="10"/>
                  </a:moveTo>
                  <a:lnTo>
                    <a:pt x="12293" y="12"/>
                  </a:lnTo>
                  <a:cubicBezTo>
                    <a:pt x="12852" y="12"/>
                    <a:pt x="13409" y="53"/>
                    <a:pt x="13963" y="132"/>
                  </a:cubicBezTo>
                  <a:cubicBezTo>
                    <a:pt x="19927" y="1000"/>
                    <a:pt x="24210" y="6327"/>
                    <a:pt x="23780" y="12340"/>
                  </a:cubicBezTo>
                  <a:cubicBezTo>
                    <a:pt x="23349" y="18350"/>
                    <a:pt x="18350" y="23012"/>
                    <a:pt x="12321" y="23019"/>
                  </a:cubicBezTo>
                  <a:cubicBezTo>
                    <a:pt x="11765" y="23019"/>
                    <a:pt x="11206" y="22979"/>
                    <a:pt x="10654" y="22899"/>
                  </a:cubicBezTo>
                  <a:cubicBezTo>
                    <a:pt x="4685" y="22033"/>
                    <a:pt x="397" y="16706"/>
                    <a:pt x="829" y="10691"/>
                  </a:cubicBezTo>
                  <a:cubicBezTo>
                    <a:pt x="1261" y="4676"/>
                    <a:pt x="6262" y="17"/>
                    <a:pt x="12293" y="10"/>
                  </a:cubicBezTo>
                  <a:close/>
                  <a:moveTo>
                    <a:pt x="12293" y="0"/>
                  </a:moveTo>
                  <a:cubicBezTo>
                    <a:pt x="6669" y="0"/>
                    <a:pt x="1746" y="4127"/>
                    <a:pt x="915" y="9857"/>
                  </a:cubicBezTo>
                  <a:cubicBezTo>
                    <a:pt x="0" y="16149"/>
                    <a:pt x="4360" y="21993"/>
                    <a:pt x="10652" y="22908"/>
                  </a:cubicBezTo>
                  <a:cubicBezTo>
                    <a:pt x="11203" y="22989"/>
                    <a:pt x="11762" y="23028"/>
                    <a:pt x="12321" y="23030"/>
                  </a:cubicBezTo>
                  <a:cubicBezTo>
                    <a:pt x="17948" y="23030"/>
                    <a:pt x="22868" y="18902"/>
                    <a:pt x="23702" y="13171"/>
                  </a:cubicBezTo>
                  <a:cubicBezTo>
                    <a:pt x="24616" y="6879"/>
                    <a:pt x="20257" y="1035"/>
                    <a:pt x="13965" y="120"/>
                  </a:cubicBezTo>
                  <a:cubicBezTo>
                    <a:pt x="13411" y="40"/>
                    <a:pt x="12852" y="0"/>
                    <a:pt x="1229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0"/>
            <p:cNvSpPr/>
            <p:nvPr/>
          </p:nvSpPr>
          <p:spPr>
            <a:xfrm>
              <a:off x="2814700" y="4787800"/>
              <a:ext cx="766375" cy="289275"/>
            </a:xfrm>
            <a:custGeom>
              <a:avLst/>
              <a:gdLst/>
              <a:ahLst/>
              <a:cxnLst/>
              <a:rect l="l" t="t" r="r" b="b"/>
              <a:pathLst>
                <a:path w="30655" h="11571" extrusionOk="0">
                  <a:moveTo>
                    <a:pt x="30192" y="1"/>
                  </a:moveTo>
                  <a:lnTo>
                    <a:pt x="0" y="7546"/>
                  </a:lnTo>
                  <a:cubicBezTo>
                    <a:pt x="379" y="8962"/>
                    <a:pt x="956" y="10317"/>
                    <a:pt x="1713" y="11571"/>
                  </a:cubicBezTo>
                  <a:lnTo>
                    <a:pt x="30573" y="4360"/>
                  </a:lnTo>
                  <a:cubicBezTo>
                    <a:pt x="30654" y="2896"/>
                    <a:pt x="30525" y="1428"/>
                    <a:pt x="30192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0"/>
            <p:cNvSpPr/>
            <p:nvPr/>
          </p:nvSpPr>
          <p:spPr>
            <a:xfrm>
              <a:off x="2801650" y="4696250"/>
              <a:ext cx="756850" cy="241550"/>
            </a:xfrm>
            <a:custGeom>
              <a:avLst/>
              <a:gdLst/>
              <a:ahLst/>
              <a:cxnLst/>
              <a:rect l="l" t="t" r="r" b="b"/>
              <a:pathLst>
                <a:path w="30274" h="9662" extrusionOk="0">
                  <a:moveTo>
                    <a:pt x="29347" y="1"/>
                  </a:moveTo>
                  <a:lnTo>
                    <a:pt x="0" y="7334"/>
                  </a:lnTo>
                  <a:cubicBezTo>
                    <a:pt x="5" y="8112"/>
                    <a:pt x="70" y="8890"/>
                    <a:pt x="194" y="9661"/>
                  </a:cubicBezTo>
                  <a:lnTo>
                    <a:pt x="30273" y="2143"/>
                  </a:lnTo>
                  <a:cubicBezTo>
                    <a:pt x="30019" y="1407"/>
                    <a:pt x="29710" y="691"/>
                    <a:pt x="293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0"/>
            <p:cNvSpPr/>
            <p:nvPr/>
          </p:nvSpPr>
          <p:spPr>
            <a:xfrm>
              <a:off x="2777975" y="4760150"/>
              <a:ext cx="776700" cy="562025"/>
            </a:xfrm>
            <a:custGeom>
              <a:avLst/>
              <a:gdLst/>
              <a:ahLst/>
              <a:cxnLst/>
              <a:rect l="l" t="t" r="r" b="b"/>
              <a:pathLst>
                <a:path w="31068" h="22481" extrusionOk="0">
                  <a:moveTo>
                    <a:pt x="1658" y="1"/>
                  </a:moveTo>
                  <a:lnTo>
                    <a:pt x="1658" y="1"/>
                  </a:lnTo>
                  <a:cubicBezTo>
                    <a:pt x="562" y="2201"/>
                    <a:pt x="1" y="4628"/>
                    <a:pt x="17" y="7087"/>
                  </a:cubicBezTo>
                  <a:cubicBezTo>
                    <a:pt x="21" y="7867"/>
                    <a:pt x="88" y="8645"/>
                    <a:pt x="213" y="9417"/>
                  </a:cubicBezTo>
                  <a:cubicBezTo>
                    <a:pt x="296" y="9936"/>
                    <a:pt x="405" y="10453"/>
                    <a:pt x="541" y="10961"/>
                  </a:cubicBezTo>
                  <a:cubicBezTo>
                    <a:pt x="917" y="12379"/>
                    <a:pt x="1495" y="13732"/>
                    <a:pt x="2252" y="14988"/>
                  </a:cubicBezTo>
                  <a:cubicBezTo>
                    <a:pt x="4577" y="18837"/>
                    <a:pt x="8542" y="21654"/>
                    <a:pt x="13340" y="22352"/>
                  </a:cubicBezTo>
                  <a:cubicBezTo>
                    <a:pt x="13938" y="22439"/>
                    <a:pt x="14538" y="22481"/>
                    <a:pt x="15137" y="22481"/>
                  </a:cubicBezTo>
                  <a:cubicBezTo>
                    <a:pt x="22061" y="22481"/>
                    <a:pt x="28760" y="16846"/>
                    <a:pt x="31068" y="10128"/>
                  </a:cubicBezTo>
                  <a:lnTo>
                    <a:pt x="31068" y="10128"/>
                  </a:lnTo>
                  <a:cubicBezTo>
                    <a:pt x="28814" y="16140"/>
                    <a:pt x="23015" y="20206"/>
                    <a:pt x="16520" y="20206"/>
                  </a:cubicBezTo>
                  <a:cubicBezTo>
                    <a:pt x="15776" y="20206"/>
                    <a:pt x="15023" y="20152"/>
                    <a:pt x="14265" y="20043"/>
                  </a:cubicBezTo>
                  <a:cubicBezTo>
                    <a:pt x="9470" y="19345"/>
                    <a:pt x="5503" y="16528"/>
                    <a:pt x="3180" y="12677"/>
                  </a:cubicBezTo>
                  <a:cubicBezTo>
                    <a:pt x="2423" y="11423"/>
                    <a:pt x="1845" y="10068"/>
                    <a:pt x="1467" y="8652"/>
                  </a:cubicBezTo>
                  <a:cubicBezTo>
                    <a:pt x="1333" y="8142"/>
                    <a:pt x="1224" y="7627"/>
                    <a:pt x="1141" y="7105"/>
                  </a:cubicBezTo>
                  <a:cubicBezTo>
                    <a:pt x="1017" y="6336"/>
                    <a:pt x="950" y="5558"/>
                    <a:pt x="945" y="4778"/>
                  </a:cubicBezTo>
                  <a:cubicBezTo>
                    <a:pt x="940" y="3984"/>
                    <a:pt x="993" y="3192"/>
                    <a:pt x="1109" y="2409"/>
                  </a:cubicBezTo>
                  <a:cubicBezTo>
                    <a:pt x="1227" y="1591"/>
                    <a:pt x="1409" y="786"/>
                    <a:pt x="1658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562;p30"/>
          <p:cNvGrpSpPr/>
          <p:nvPr/>
        </p:nvGrpSpPr>
        <p:grpSpPr>
          <a:xfrm rot="-297704">
            <a:off x="7899097" y="2513690"/>
            <a:ext cx="529816" cy="397428"/>
            <a:chOff x="2787100" y="3506250"/>
            <a:chExt cx="854925" cy="641300"/>
          </a:xfrm>
        </p:grpSpPr>
        <p:sp>
          <p:nvSpPr>
            <p:cNvPr id="563" name="Google Shape;563;p30"/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0"/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0"/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0"/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0"/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0"/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0"/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575;p31">
            <a:extLst>
              <a:ext uri="{FF2B5EF4-FFF2-40B4-BE49-F238E27FC236}">
                <a16:creationId xmlns:a16="http://schemas.microsoft.com/office/drawing/2014/main" id="{99C5A4A1-6821-AC00-100F-78EABC467FB8}"/>
              </a:ext>
            </a:extLst>
          </p:cNvPr>
          <p:cNvSpPr txBox="1">
            <a:spLocks/>
          </p:cNvSpPr>
          <p:nvPr/>
        </p:nvSpPr>
        <p:spPr>
          <a:xfrm>
            <a:off x="3176454" y="3567512"/>
            <a:ext cx="2791091" cy="488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ppio One"/>
              <a:buNone/>
              <a:defRPr sz="5000" b="0" i="0" u="none" strike="noStrike" cap="none">
                <a:solidFill>
                  <a:schemeClr val="accent1"/>
                </a:solidFill>
                <a:latin typeface="Doppio One"/>
                <a:ea typeface="Doppio One"/>
                <a:cs typeface="Doppio One"/>
                <a:sym typeface="Doppio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4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755945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50689-5612-EBC9-7DDE-FA102943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91836"/>
            <a:ext cx="7704000" cy="572700"/>
          </a:xfrm>
        </p:spPr>
        <p:txBody>
          <a:bodyPr/>
          <a:lstStyle/>
          <a:p>
            <a:r>
              <a:rPr lang="fr-FR" dirty="0"/>
              <a:t>Comparaison des modèles</a:t>
            </a:r>
            <a:endParaRPr lang="fr-FR" b="1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5461C0-447A-C73A-C51C-BFE8704B7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531" y="2929910"/>
            <a:ext cx="8197872" cy="1591940"/>
          </a:xfrm>
        </p:spPr>
        <p:txBody>
          <a:bodyPr anchor="t"/>
          <a:lstStyle/>
          <a:p>
            <a:pPr marL="139700" indent="0" algn="ctr">
              <a:buNone/>
            </a:pPr>
            <a:r>
              <a:rPr lang="fr-FR" dirty="0">
                <a:latin typeface="Doppio One"/>
                <a:sym typeface="Doppio One"/>
              </a:rPr>
              <a:t>Si on compare les résultats de nos 3 modèles sur 200 </a:t>
            </a:r>
            <a:r>
              <a:rPr lang="fr-FR" dirty="0" err="1">
                <a:latin typeface="Doppio One"/>
                <a:sym typeface="Doppio One"/>
              </a:rPr>
              <a:t>seeds</a:t>
            </a:r>
            <a:r>
              <a:rPr lang="fr-FR" dirty="0">
                <a:latin typeface="Doppio One"/>
                <a:sym typeface="Doppio One"/>
              </a:rPr>
              <a:t>, ils sont tous très bons et seraient efficaces pour détecter les faux billets.</a:t>
            </a:r>
          </a:p>
          <a:p>
            <a:pPr marL="139700" indent="0" algn="ctr">
              <a:buNone/>
            </a:pPr>
            <a:endParaRPr lang="fr-FR" dirty="0">
              <a:latin typeface="Doppio One"/>
              <a:sym typeface="Doppio One"/>
            </a:endParaRPr>
          </a:p>
          <a:p>
            <a:pPr marL="139700" indent="0" algn="ctr">
              <a:buNone/>
            </a:pPr>
            <a:r>
              <a:rPr lang="fr-FR" dirty="0">
                <a:latin typeface="Doppio One"/>
                <a:sym typeface="Doppio One"/>
              </a:rPr>
              <a:t>Peut être est il intéressant de combiner ces 3 algorithmes pour filtrer encore mieux les faux billets ?</a:t>
            </a:r>
          </a:p>
          <a:p>
            <a:pPr marL="139700" indent="0" algn="ctr">
              <a:buNone/>
            </a:pPr>
            <a:endParaRPr lang="fr-FR" dirty="0">
              <a:latin typeface="Doppio One"/>
              <a:sym typeface="Doppio One"/>
            </a:endParaRPr>
          </a:p>
          <a:p>
            <a:pPr marL="139700" indent="0" algn="ctr">
              <a:buNone/>
            </a:pPr>
            <a:endParaRPr lang="fr-FR" dirty="0">
              <a:latin typeface="Doppio One"/>
              <a:sym typeface="Doppio One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292FDB-27D9-5600-61CD-1C34700A1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29</a:t>
            </a:fld>
            <a:endParaRPr lang="fr-FR" dirty="0"/>
          </a:p>
        </p:txBody>
      </p:sp>
      <p:grpSp>
        <p:nvGrpSpPr>
          <p:cNvPr id="19" name="Google Shape;491;p30">
            <a:extLst>
              <a:ext uri="{FF2B5EF4-FFF2-40B4-BE49-F238E27FC236}">
                <a16:creationId xmlns:a16="http://schemas.microsoft.com/office/drawing/2014/main" id="{9CE0DC9D-9550-6AA7-1637-504AA18DCE4C}"/>
              </a:ext>
            </a:extLst>
          </p:cNvPr>
          <p:cNvGrpSpPr/>
          <p:nvPr/>
        </p:nvGrpSpPr>
        <p:grpSpPr>
          <a:xfrm rot="1790401">
            <a:off x="8187169" y="197782"/>
            <a:ext cx="701869" cy="1011948"/>
            <a:chOff x="1705850" y="434250"/>
            <a:chExt cx="978800" cy="1411225"/>
          </a:xfrm>
        </p:grpSpPr>
        <p:sp>
          <p:nvSpPr>
            <p:cNvPr id="20" name="Google Shape;492;p30">
              <a:extLst>
                <a:ext uri="{FF2B5EF4-FFF2-40B4-BE49-F238E27FC236}">
                  <a16:creationId xmlns:a16="http://schemas.microsoft.com/office/drawing/2014/main" id="{53DE07AC-DCA8-49BC-0CB7-6F69A58E6870}"/>
                </a:ext>
              </a:extLst>
            </p:cNvPr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93;p30">
              <a:extLst>
                <a:ext uri="{FF2B5EF4-FFF2-40B4-BE49-F238E27FC236}">
                  <a16:creationId xmlns:a16="http://schemas.microsoft.com/office/drawing/2014/main" id="{FDDF68AE-1369-6102-BECA-611AE7097014}"/>
                </a:ext>
              </a:extLst>
            </p:cNvPr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94;p30">
              <a:extLst>
                <a:ext uri="{FF2B5EF4-FFF2-40B4-BE49-F238E27FC236}">
                  <a16:creationId xmlns:a16="http://schemas.microsoft.com/office/drawing/2014/main" id="{92412262-EF24-1FA6-BCCF-43349E99184D}"/>
                </a:ext>
              </a:extLst>
            </p:cNvPr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95;p30">
              <a:extLst>
                <a:ext uri="{FF2B5EF4-FFF2-40B4-BE49-F238E27FC236}">
                  <a16:creationId xmlns:a16="http://schemas.microsoft.com/office/drawing/2014/main" id="{B40C7CBB-3906-5C79-BD73-A3CF8CCE2FD1}"/>
                </a:ext>
              </a:extLst>
            </p:cNvPr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96;p30">
              <a:extLst>
                <a:ext uri="{FF2B5EF4-FFF2-40B4-BE49-F238E27FC236}">
                  <a16:creationId xmlns:a16="http://schemas.microsoft.com/office/drawing/2014/main" id="{56A3A213-AF2C-62B2-EB62-B0042691DA2D}"/>
                </a:ext>
              </a:extLst>
            </p:cNvPr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97;p30">
              <a:extLst>
                <a:ext uri="{FF2B5EF4-FFF2-40B4-BE49-F238E27FC236}">
                  <a16:creationId xmlns:a16="http://schemas.microsoft.com/office/drawing/2014/main" id="{85B3848B-3AF8-FD2E-9A31-E2D7E164D472}"/>
                </a:ext>
              </a:extLst>
            </p:cNvPr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98;p30">
              <a:extLst>
                <a:ext uri="{FF2B5EF4-FFF2-40B4-BE49-F238E27FC236}">
                  <a16:creationId xmlns:a16="http://schemas.microsoft.com/office/drawing/2014/main" id="{8AB24BD1-7846-2173-8A12-0BADD29ABB11}"/>
                </a:ext>
              </a:extLst>
            </p:cNvPr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562;p30">
            <a:extLst>
              <a:ext uri="{FF2B5EF4-FFF2-40B4-BE49-F238E27FC236}">
                <a16:creationId xmlns:a16="http://schemas.microsoft.com/office/drawing/2014/main" id="{A7543A7F-985C-7216-A3FD-0708542CC476}"/>
              </a:ext>
            </a:extLst>
          </p:cNvPr>
          <p:cNvGrpSpPr/>
          <p:nvPr/>
        </p:nvGrpSpPr>
        <p:grpSpPr>
          <a:xfrm rot="-297704">
            <a:off x="8480497" y="4632069"/>
            <a:ext cx="529816" cy="397428"/>
            <a:chOff x="2787100" y="3506250"/>
            <a:chExt cx="854925" cy="641300"/>
          </a:xfrm>
        </p:grpSpPr>
        <p:sp>
          <p:nvSpPr>
            <p:cNvPr id="44" name="Google Shape;563;p30">
              <a:extLst>
                <a:ext uri="{FF2B5EF4-FFF2-40B4-BE49-F238E27FC236}">
                  <a16:creationId xmlns:a16="http://schemas.microsoft.com/office/drawing/2014/main" id="{A7F9C08E-3103-04CC-4EE2-4B388B6EC4FB}"/>
                </a:ext>
              </a:extLst>
            </p:cNvPr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64;p30">
              <a:extLst>
                <a:ext uri="{FF2B5EF4-FFF2-40B4-BE49-F238E27FC236}">
                  <a16:creationId xmlns:a16="http://schemas.microsoft.com/office/drawing/2014/main" id="{8F6965CD-16B4-61BB-E0D7-B0BF0237DF1B}"/>
                </a:ext>
              </a:extLst>
            </p:cNvPr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65;p30">
              <a:extLst>
                <a:ext uri="{FF2B5EF4-FFF2-40B4-BE49-F238E27FC236}">
                  <a16:creationId xmlns:a16="http://schemas.microsoft.com/office/drawing/2014/main" id="{B9E97159-F379-6D0C-B3A8-7743D51FD214}"/>
                </a:ext>
              </a:extLst>
            </p:cNvPr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66;p30">
              <a:extLst>
                <a:ext uri="{FF2B5EF4-FFF2-40B4-BE49-F238E27FC236}">
                  <a16:creationId xmlns:a16="http://schemas.microsoft.com/office/drawing/2014/main" id="{C10EA4A7-7BA2-9F2F-82D4-5892A46F76FF}"/>
                </a:ext>
              </a:extLst>
            </p:cNvPr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67;p30">
              <a:extLst>
                <a:ext uri="{FF2B5EF4-FFF2-40B4-BE49-F238E27FC236}">
                  <a16:creationId xmlns:a16="http://schemas.microsoft.com/office/drawing/2014/main" id="{59F0DB3B-ABDF-96EF-98B0-3EB395BD79E0}"/>
                </a:ext>
              </a:extLst>
            </p:cNvPr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68;p30">
              <a:extLst>
                <a:ext uri="{FF2B5EF4-FFF2-40B4-BE49-F238E27FC236}">
                  <a16:creationId xmlns:a16="http://schemas.microsoft.com/office/drawing/2014/main" id="{A0D154CD-D7D5-B01C-2A21-1291F8F34610}"/>
                </a:ext>
              </a:extLst>
            </p:cNvPr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69;p30">
              <a:extLst>
                <a:ext uri="{FF2B5EF4-FFF2-40B4-BE49-F238E27FC236}">
                  <a16:creationId xmlns:a16="http://schemas.microsoft.com/office/drawing/2014/main" id="{BA0C5A17-1516-B601-BAB7-E7FE0A8A8A49}"/>
                </a:ext>
              </a:extLst>
            </p:cNvPr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" name="Google Shape;483;p30">
            <a:extLst>
              <a:ext uri="{FF2B5EF4-FFF2-40B4-BE49-F238E27FC236}">
                <a16:creationId xmlns:a16="http://schemas.microsoft.com/office/drawing/2014/main" id="{8488AC6B-B645-98CF-F5BE-960A2395D162}"/>
              </a:ext>
            </a:extLst>
          </p:cNvPr>
          <p:cNvGrpSpPr/>
          <p:nvPr/>
        </p:nvGrpSpPr>
        <p:grpSpPr>
          <a:xfrm rot="4621808">
            <a:off x="32946" y="62639"/>
            <a:ext cx="933908" cy="1011918"/>
            <a:chOff x="2761250" y="617875"/>
            <a:chExt cx="1222900" cy="1325050"/>
          </a:xfrm>
        </p:grpSpPr>
        <p:sp>
          <p:nvSpPr>
            <p:cNvPr id="52" name="Google Shape;484;p30">
              <a:extLst>
                <a:ext uri="{FF2B5EF4-FFF2-40B4-BE49-F238E27FC236}">
                  <a16:creationId xmlns:a16="http://schemas.microsoft.com/office/drawing/2014/main" id="{BB4FEF4C-06EC-5A06-FFA3-BC09AA1A27E9}"/>
                </a:ext>
              </a:extLst>
            </p:cNvPr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85;p30">
              <a:extLst>
                <a:ext uri="{FF2B5EF4-FFF2-40B4-BE49-F238E27FC236}">
                  <a16:creationId xmlns:a16="http://schemas.microsoft.com/office/drawing/2014/main" id="{8D337423-2DC0-DEBF-C970-AA5B5A32EB1B}"/>
                </a:ext>
              </a:extLst>
            </p:cNvPr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86;p30">
              <a:extLst>
                <a:ext uri="{FF2B5EF4-FFF2-40B4-BE49-F238E27FC236}">
                  <a16:creationId xmlns:a16="http://schemas.microsoft.com/office/drawing/2014/main" id="{1C6377BA-4CD4-2F6F-54CA-E84C34131C08}"/>
                </a:ext>
              </a:extLst>
            </p:cNvPr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87;p30">
              <a:extLst>
                <a:ext uri="{FF2B5EF4-FFF2-40B4-BE49-F238E27FC236}">
                  <a16:creationId xmlns:a16="http://schemas.microsoft.com/office/drawing/2014/main" id="{3753B526-7628-CE7A-BEC1-ABA52864AD0B}"/>
                </a:ext>
              </a:extLst>
            </p:cNvPr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88;p30">
              <a:extLst>
                <a:ext uri="{FF2B5EF4-FFF2-40B4-BE49-F238E27FC236}">
                  <a16:creationId xmlns:a16="http://schemas.microsoft.com/office/drawing/2014/main" id="{084A68E0-26C4-EAAE-010F-1AA30458B7B2}"/>
                </a:ext>
              </a:extLst>
            </p:cNvPr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89;p30">
              <a:extLst>
                <a:ext uri="{FF2B5EF4-FFF2-40B4-BE49-F238E27FC236}">
                  <a16:creationId xmlns:a16="http://schemas.microsoft.com/office/drawing/2014/main" id="{6C48F1F3-1214-6158-625A-E457BBF084CF}"/>
                </a:ext>
              </a:extLst>
            </p:cNvPr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90;p30">
              <a:extLst>
                <a:ext uri="{FF2B5EF4-FFF2-40B4-BE49-F238E27FC236}">
                  <a16:creationId xmlns:a16="http://schemas.microsoft.com/office/drawing/2014/main" id="{9F9903FB-2186-BB3B-3783-E84D520D315D}"/>
                </a:ext>
              </a:extLst>
            </p:cNvPr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Image 5">
            <a:extLst>
              <a:ext uri="{FF2B5EF4-FFF2-40B4-BE49-F238E27FC236}">
                <a16:creationId xmlns:a16="http://schemas.microsoft.com/office/drawing/2014/main" id="{448604BD-3EB0-67D0-5263-EEA1DB08B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19" y="1420976"/>
            <a:ext cx="8197872" cy="102897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D618A39-E023-7C55-4004-03DFD9AE8401}"/>
              </a:ext>
            </a:extLst>
          </p:cNvPr>
          <p:cNvSpPr/>
          <p:nvPr/>
        </p:nvSpPr>
        <p:spPr>
          <a:xfrm>
            <a:off x="6826882" y="1461507"/>
            <a:ext cx="1546309" cy="947912"/>
          </a:xfrm>
          <a:prstGeom prst="rect">
            <a:avLst/>
          </a:prstGeom>
          <a:solidFill>
            <a:srgbClr val="0070C0">
              <a:alpha val="2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56970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50689-5612-EBC9-7DDE-FA102943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91835"/>
            <a:ext cx="7704000" cy="784945"/>
          </a:xfrm>
        </p:spPr>
        <p:txBody>
          <a:bodyPr/>
          <a:lstStyle/>
          <a:p>
            <a:r>
              <a:rPr lang="fr-FR" dirty="0"/>
              <a:t>Nos modèles font ils des erreurs sur les mêmes billets ?</a:t>
            </a:r>
            <a:endParaRPr lang="fr-FR" b="1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5461C0-447A-C73A-C51C-BFE8704B7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542" y="3203625"/>
            <a:ext cx="8197872" cy="1591940"/>
          </a:xfrm>
        </p:spPr>
        <p:txBody>
          <a:bodyPr anchor="t"/>
          <a:lstStyle/>
          <a:p>
            <a:pPr marL="139700" indent="0" algn="ctr">
              <a:buNone/>
            </a:pPr>
            <a:r>
              <a:rPr lang="fr-FR" dirty="0">
                <a:latin typeface="Doppio One"/>
                <a:sym typeface="Doppio One"/>
              </a:rPr>
              <a:t>Malheureusement, ils se trompent souvent sur les mêmes billets. Il n’y a donc pas d’intérêt à les  combiner.</a:t>
            </a:r>
          </a:p>
          <a:p>
            <a:pPr marL="139700" indent="0" algn="ctr">
              <a:buNone/>
            </a:pPr>
            <a:endParaRPr lang="fr-FR" dirty="0">
              <a:latin typeface="Doppio One"/>
              <a:sym typeface="Doppio One"/>
            </a:endParaRPr>
          </a:p>
          <a:p>
            <a:pPr marL="139700" indent="0" algn="ctr">
              <a:buNone/>
            </a:pPr>
            <a:r>
              <a:rPr lang="fr-FR" dirty="0">
                <a:latin typeface="Doppio One"/>
                <a:sym typeface="Doppio One"/>
              </a:rPr>
              <a:t>Nous allons créer un script dans lequel le </a:t>
            </a:r>
            <a:r>
              <a:rPr lang="fr-FR" dirty="0" err="1">
                <a:latin typeface="Doppio One"/>
                <a:sym typeface="Doppio One"/>
              </a:rPr>
              <a:t>RandomForest</a:t>
            </a:r>
            <a:r>
              <a:rPr lang="fr-FR" dirty="0">
                <a:latin typeface="Doppio One"/>
                <a:sym typeface="Doppio One"/>
              </a:rPr>
              <a:t> sera entrainé sur l'ensemble de notre jeu de données pour qu'il teste les futurs billets.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292FDB-27D9-5600-61CD-1C34700A1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30</a:t>
            </a:fld>
            <a:endParaRPr lang="fr-FR" dirty="0"/>
          </a:p>
        </p:txBody>
      </p:sp>
      <p:grpSp>
        <p:nvGrpSpPr>
          <p:cNvPr id="19" name="Google Shape;491;p30">
            <a:extLst>
              <a:ext uri="{FF2B5EF4-FFF2-40B4-BE49-F238E27FC236}">
                <a16:creationId xmlns:a16="http://schemas.microsoft.com/office/drawing/2014/main" id="{9CE0DC9D-9550-6AA7-1637-504AA18DCE4C}"/>
              </a:ext>
            </a:extLst>
          </p:cNvPr>
          <p:cNvGrpSpPr/>
          <p:nvPr/>
        </p:nvGrpSpPr>
        <p:grpSpPr>
          <a:xfrm rot="1790401">
            <a:off x="8187169" y="197782"/>
            <a:ext cx="701869" cy="1011948"/>
            <a:chOff x="1705850" y="434250"/>
            <a:chExt cx="978800" cy="1411225"/>
          </a:xfrm>
        </p:grpSpPr>
        <p:sp>
          <p:nvSpPr>
            <p:cNvPr id="20" name="Google Shape;492;p30">
              <a:extLst>
                <a:ext uri="{FF2B5EF4-FFF2-40B4-BE49-F238E27FC236}">
                  <a16:creationId xmlns:a16="http://schemas.microsoft.com/office/drawing/2014/main" id="{53DE07AC-DCA8-49BC-0CB7-6F69A58E6870}"/>
                </a:ext>
              </a:extLst>
            </p:cNvPr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93;p30">
              <a:extLst>
                <a:ext uri="{FF2B5EF4-FFF2-40B4-BE49-F238E27FC236}">
                  <a16:creationId xmlns:a16="http://schemas.microsoft.com/office/drawing/2014/main" id="{FDDF68AE-1369-6102-BECA-611AE7097014}"/>
                </a:ext>
              </a:extLst>
            </p:cNvPr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94;p30">
              <a:extLst>
                <a:ext uri="{FF2B5EF4-FFF2-40B4-BE49-F238E27FC236}">
                  <a16:creationId xmlns:a16="http://schemas.microsoft.com/office/drawing/2014/main" id="{92412262-EF24-1FA6-BCCF-43349E99184D}"/>
                </a:ext>
              </a:extLst>
            </p:cNvPr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95;p30">
              <a:extLst>
                <a:ext uri="{FF2B5EF4-FFF2-40B4-BE49-F238E27FC236}">
                  <a16:creationId xmlns:a16="http://schemas.microsoft.com/office/drawing/2014/main" id="{B40C7CBB-3906-5C79-BD73-A3CF8CCE2FD1}"/>
                </a:ext>
              </a:extLst>
            </p:cNvPr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96;p30">
              <a:extLst>
                <a:ext uri="{FF2B5EF4-FFF2-40B4-BE49-F238E27FC236}">
                  <a16:creationId xmlns:a16="http://schemas.microsoft.com/office/drawing/2014/main" id="{56A3A213-AF2C-62B2-EB62-B0042691DA2D}"/>
                </a:ext>
              </a:extLst>
            </p:cNvPr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97;p30">
              <a:extLst>
                <a:ext uri="{FF2B5EF4-FFF2-40B4-BE49-F238E27FC236}">
                  <a16:creationId xmlns:a16="http://schemas.microsoft.com/office/drawing/2014/main" id="{85B3848B-3AF8-FD2E-9A31-E2D7E164D472}"/>
                </a:ext>
              </a:extLst>
            </p:cNvPr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98;p30">
              <a:extLst>
                <a:ext uri="{FF2B5EF4-FFF2-40B4-BE49-F238E27FC236}">
                  <a16:creationId xmlns:a16="http://schemas.microsoft.com/office/drawing/2014/main" id="{8AB24BD1-7846-2173-8A12-0BADD29ABB11}"/>
                </a:ext>
              </a:extLst>
            </p:cNvPr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562;p30">
            <a:extLst>
              <a:ext uri="{FF2B5EF4-FFF2-40B4-BE49-F238E27FC236}">
                <a16:creationId xmlns:a16="http://schemas.microsoft.com/office/drawing/2014/main" id="{A7543A7F-985C-7216-A3FD-0708542CC476}"/>
              </a:ext>
            </a:extLst>
          </p:cNvPr>
          <p:cNvGrpSpPr/>
          <p:nvPr/>
        </p:nvGrpSpPr>
        <p:grpSpPr>
          <a:xfrm rot="-297704">
            <a:off x="8480497" y="4632069"/>
            <a:ext cx="529816" cy="397428"/>
            <a:chOff x="2787100" y="3506250"/>
            <a:chExt cx="854925" cy="641300"/>
          </a:xfrm>
        </p:grpSpPr>
        <p:sp>
          <p:nvSpPr>
            <p:cNvPr id="44" name="Google Shape;563;p30">
              <a:extLst>
                <a:ext uri="{FF2B5EF4-FFF2-40B4-BE49-F238E27FC236}">
                  <a16:creationId xmlns:a16="http://schemas.microsoft.com/office/drawing/2014/main" id="{A7F9C08E-3103-04CC-4EE2-4B388B6EC4FB}"/>
                </a:ext>
              </a:extLst>
            </p:cNvPr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64;p30">
              <a:extLst>
                <a:ext uri="{FF2B5EF4-FFF2-40B4-BE49-F238E27FC236}">
                  <a16:creationId xmlns:a16="http://schemas.microsoft.com/office/drawing/2014/main" id="{8F6965CD-16B4-61BB-E0D7-B0BF0237DF1B}"/>
                </a:ext>
              </a:extLst>
            </p:cNvPr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65;p30">
              <a:extLst>
                <a:ext uri="{FF2B5EF4-FFF2-40B4-BE49-F238E27FC236}">
                  <a16:creationId xmlns:a16="http://schemas.microsoft.com/office/drawing/2014/main" id="{B9E97159-F379-6D0C-B3A8-7743D51FD214}"/>
                </a:ext>
              </a:extLst>
            </p:cNvPr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66;p30">
              <a:extLst>
                <a:ext uri="{FF2B5EF4-FFF2-40B4-BE49-F238E27FC236}">
                  <a16:creationId xmlns:a16="http://schemas.microsoft.com/office/drawing/2014/main" id="{C10EA4A7-7BA2-9F2F-82D4-5892A46F76FF}"/>
                </a:ext>
              </a:extLst>
            </p:cNvPr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67;p30">
              <a:extLst>
                <a:ext uri="{FF2B5EF4-FFF2-40B4-BE49-F238E27FC236}">
                  <a16:creationId xmlns:a16="http://schemas.microsoft.com/office/drawing/2014/main" id="{59F0DB3B-ABDF-96EF-98B0-3EB395BD79E0}"/>
                </a:ext>
              </a:extLst>
            </p:cNvPr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68;p30">
              <a:extLst>
                <a:ext uri="{FF2B5EF4-FFF2-40B4-BE49-F238E27FC236}">
                  <a16:creationId xmlns:a16="http://schemas.microsoft.com/office/drawing/2014/main" id="{A0D154CD-D7D5-B01C-2A21-1291F8F34610}"/>
                </a:ext>
              </a:extLst>
            </p:cNvPr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69;p30">
              <a:extLst>
                <a:ext uri="{FF2B5EF4-FFF2-40B4-BE49-F238E27FC236}">
                  <a16:creationId xmlns:a16="http://schemas.microsoft.com/office/drawing/2014/main" id="{BA0C5A17-1516-B601-BAB7-E7FE0A8A8A49}"/>
                </a:ext>
              </a:extLst>
            </p:cNvPr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" name="Google Shape;483;p30">
            <a:extLst>
              <a:ext uri="{FF2B5EF4-FFF2-40B4-BE49-F238E27FC236}">
                <a16:creationId xmlns:a16="http://schemas.microsoft.com/office/drawing/2014/main" id="{8488AC6B-B645-98CF-F5BE-960A2395D162}"/>
              </a:ext>
            </a:extLst>
          </p:cNvPr>
          <p:cNvGrpSpPr/>
          <p:nvPr/>
        </p:nvGrpSpPr>
        <p:grpSpPr>
          <a:xfrm rot="4621808">
            <a:off x="32946" y="62639"/>
            <a:ext cx="933908" cy="1011918"/>
            <a:chOff x="2761250" y="617875"/>
            <a:chExt cx="1222900" cy="1325050"/>
          </a:xfrm>
        </p:grpSpPr>
        <p:sp>
          <p:nvSpPr>
            <p:cNvPr id="52" name="Google Shape;484;p30">
              <a:extLst>
                <a:ext uri="{FF2B5EF4-FFF2-40B4-BE49-F238E27FC236}">
                  <a16:creationId xmlns:a16="http://schemas.microsoft.com/office/drawing/2014/main" id="{BB4FEF4C-06EC-5A06-FFA3-BC09AA1A27E9}"/>
                </a:ext>
              </a:extLst>
            </p:cNvPr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85;p30">
              <a:extLst>
                <a:ext uri="{FF2B5EF4-FFF2-40B4-BE49-F238E27FC236}">
                  <a16:creationId xmlns:a16="http://schemas.microsoft.com/office/drawing/2014/main" id="{8D337423-2DC0-DEBF-C970-AA5B5A32EB1B}"/>
                </a:ext>
              </a:extLst>
            </p:cNvPr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86;p30">
              <a:extLst>
                <a:ext uri="{FF2B5EF4-FFF2-40B4-BE49-F238E27FC236}">
                  <a16:creationId xmlns:a16="http://schemas.microsoft.com/office/drawing/2014/main" id="{1C6377BA-4CD4-2F6F-54CA-E84C34131C08}"/>
                </a:ext>
              </a:extLst>
            </p:cNvPr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87;p30">
              <a:extLst>
                <a:ext uri="{FF2B5EF4-FFF2-40B4-BE49-F238E27FC236}">
                  <a16:creationId xmlns:a16="http://schemas.microsoft.com/office/drawing/2014/main" id="{3753B526-7628-CE7A-BEC1-ABA52864AD0B}"/>
                </a:ext>
              </a:extLst>
            </p:cNvPr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88;p30">
              <a:extLst>
                <a:ext uri="{FF2B5EF4-FFF2-40B4-BE49-F238E27FC236}">
                  <a16:creationId xmlns:a16="http://schemas.microsoft.com/office/drawing/2014/main" id="{084A68E0-26C4-EAAE-010F-1AA30458B7B2}"/>
                </a:ext>
              </a:extLst>
            </p:cNvPr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89;p30">
              <a:extLst>
                <a:ext uri="{FF2B5EF4-FFF2-40B4-BE49-F238E27FC236}">
                  <a16:creationId xmlns:a16="http://schemas.microsoft.com/office/drawing/2014/main" id="{6C48F1F3-1214-6158-625A-E457BBF084CF}"/>
                </a:ext>
              </a:extLst>
            </p:cNvPr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90;p30">
              <a:extLst>
                <a:ext uri="{FF2B5EF4-FFF2-40B4-BE49-F238E27FC236}">
                  <a16:creationId xmlns:a16="http://schemas.microsoft.com/office/drawing/2014/main" id="{9F9903FB-2186-BB3B-3783-E84D520D315D}"/>
                </a:ext>
              </a:extLst>
            </p:cNvPr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Image 6">
            <a:extLst>
              <a:ext uri="{FF2B5EF4-FFF2-40B4-BE49-F238E27FC236}">
                <a16:creationId xmlns:a16="http://schemas.microsoft.com/office/drawing/2014/main" id="{8546145A-36C6-AF4E-5CFF-06BCCD692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45" y="1355395"/>
            <a:ext cx="8116612" cy="178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4108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35"/>
          <p:cNvSpPr txBox="1">
            <a:spLocks noGrp="1"/>
          </p:cNvSpPr>
          <p:nvPr>
            <p:ph type="title"/>
          </p:nvPr>
        </p:nvSpPr>
        <p:spPr>
          <a:xfrm>
            <a:off x="912950" y="921300"/>
            <a:ext cx="3789900" cy="20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Exemple de script de detection.</a:t>
            </a:r>
            <a:endParaRPr dirty="0">
              <a:solidFill>
                <a:schemeClr val="accent3"/>
              </a:solidFill>
            </a:endParaRPr>
          </a:p>
        </p:txBody>
      </p:sp>
      <p:pic>
        <p:nvPicPr>
          <p:cNvPr id="885" name="Google Shape;885;p35"/>
          <p:cNvPicPr preferRelativeResize="0"/>
          <p:nvPr/>
        </p:nvPicPr>
        <p:blipFill rotWithShape="1">
          <a:blip r:embed="rId3"/>
          <a:srcRect l="732" r="732"/>
          <a:stretch/>
        </p:blipFill>
        <p:spPr>
          <a:xfrm>
            <a:off x="4702950" y="921300"/>
            <a:ext cx="3483600" cy="3300900"/>
          </a:xfrm>
          <a:prstGeom prst="snip1Rect">
            <a:avLst>
              <a:gd name="adj" fmla="val 24329"/>
            </a:avLst>
          </a:prstGeom>
          <a:noFill/>
          <a:ln>
            <a:noFill/>
          </a:ln>
        </p:spPr>
      </p:pic>
      <p:cxnSp>
        <p:nvCxnSpPr>
          <p:cNvPr id="886" name="Google Shape;886;p35"/>
          <p:cNvCxnSpPr/>
          <p:nvPr/>
        </p:nvCxnSpPr>
        <p:spPr>
          <a:xfrm>
            <a:off x="977525" y="2795950"/>
            <a:ext cx="29466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87" name="Google Shape;887;p35"/>
          <p:cNvGrpSpPr/>
          <p:nvPr/>
        </p:nvGrpSpPr>
        <p:grpSpPr>
          <a:xfrm rot="2700000">
            <a:off x="374450" y="48715"/>
            <a:ext cx="701806" cy="1011857"/>
            <a:chOff x="1705850" y="434250"/>
            <a:chExt cx="978800" cy="1411225"/>
          </a:xfrm>
        </p:grpSpPr>
        <p:sp>
          <p:nvSpPr>
            <p:cNvPr id="888" name="Google Shape;888;p35"/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5"/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5"/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35"/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5"/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5"/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5"/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5" name="Google Shape;895;p35"/>
          <p:cNvGrpSpPr/>
          <p:nvPr/>
        </p:nvGrpSpPr>
        <p:grpSpPr>
          <a:xfrm rot="-447973">
            <a:off x="7465441" y="80527"/>
            <a:ext cx="894060" cy="968742"/>
            <a:chOff x="2761250" y="617875"/>
            <a:chExt cx="1222900" cy="1325050"/>
          </a:xfrm>
        </p:grpSpPr>
        <p:sp>
          <p:nvSpPr>
            <p:cNvPr id="896" name="Google Shape;896;p35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5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5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5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5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5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5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3" name="Google Shape;903;p35"/>
          <p:cNvGrpSpPr/>
          <p:nvPr/>
        </p:nvGrpSpPr>
        <p:grpSpPr>
          <a:xfrm rot="-8988861">
            <a:off x="304918" y="4546328"/>
            <a:ext cx="627351" cy="349167"/>
            <a:chOff x="2894700" y="2288100"/>
            <a:chExt cx="717875" cy="399550"/>
          </a:xfrm>
        </p:grpSpPr>
        <p:sp>
          <p:nvSpPr>
            <p:cNvPr id="904" name="Google Shape;904;p35"/>
            <p:cNvSpPr/>
            <p:nvPr/>
          </p:nvSpPr>
          <p:spPr>
            <a:xfrm>
              <a:off x="2913750" y="2383575"/>
              <a:ext cx="653175" cy="304050"/>
            </a:xfrm>
            <a:custGeom>
              <a:avLst/>
              <a:gdLst/>
              <a:ahLst/>
              <a:cxnLst/>
              <a:rect l="l" t="t" r="r" b="b"/>
              <a:pathLst>
                <a:path w="26127" h="12162" extrusionOk="0">
                  <a:moveTo>
                    <a:pt x="9599" y="12"/>
                  </a:moveTo>
                  <a:lnTo>
                    <a:pt x="9599" y="14"/>
                  </a:lnTo>
                  <a:cubicBezTo>
                    <a:pt x="10107" y="14"/>
                    <a:pt x="10631" y="30"/>
                    <a:pt x="11153" y="63"/>
                  </a:cubicBezTo>
                  <a:cubicBezTo>
                    <a:pt x="12116" y="123"/>
                    <a:pt x="13074" y="233"/>
                    <a:pt x="14025" y="395"/>
                  </a:cubicBezTo>
                  <a:cubicBezTo>
                    <a:pt x="15715" y="681"/>
                    <a:pt x="17329" y="1109"/>
                    <a:pt x="18825" y="1665"/>
                  </a:cubicBezTo>
                  <a:cubicBezTo>
                    <a:pt x="20269" y="2205"/>
                    <a:pt x="21538" y="2843"/>
                    <a:pt x="22598" y="3558"/>
                  </a:cubicBezTo>
                  <a:cubicBezTo>
                    <a:pt x="23660" y="4276"/>
                    <a:pt x="24459" y="5036"/>
                    <a:pt x="24974" y="5821"/>
                  </a:cubicBezTo>
                  <a:cubicBezTo>
                    <a:pt x="25508" y="6632"/>
                    <a:pt x="25713" y="7431"/>
                    <a:pt x="25584" y="8197"/>
                  </a:cubicBezTo>
                  <a:cubicBezTo>
                    <a:pt x="25505" y="8661"/>
                    <a:pt x="25302" y="9105"/>
                    <a:pt x="24981" y="9511"/>
                  </a:cubicBezTo>
                  <a:cubicBezTo>
                    <a:pt x="24669" y="9906"/>
                    <a:pt x="24245" y="10268"/>
                    <a:pt x="23720" y="10589"/>
                  </a:cubicBezTo>
                  <a:cubicBezTo>
                    <a:pt x="23076" y="10982"/>
                    <a:pt x="22284" y="11310"/>
                    <a:pt x="21363" y="11564"/>
                  </a:cubicBezTo>
                  <a:cubicBezTo>
                    <a:pt x="20850" y="11702"/>
                    <a:pt x="20329" y="11815"/>
                    <a:pt x="19802" y="11901"/>
                  </a:cubicBezTo>
                  <a:cubicBezTo>
                    <a:pt x="18745" y="12067"/>
                    <a:pt x="17678" y="12150"/>
                    <a:pt x="16608" y="12150"/>
                  </a:cubicBezTo>
                  <a:cubicBezTo>
                    <a:pt x="16579" y="12150"/>
                    <a:pt x="16550" y="12150"/>
                    <a:pt x="16521" y="12150"/>
                  </a:cubicBezTo>
                  <a:cubicBezTo>
                    <a:pt x="15417" y="12148"/>
                    <a:pt x="14314" y="12076"/>
                    <a:pt x="13217" y="11933"/>
                  </a:cubicBezTo>
                  <a:lnTo>
                    <a:pt x="13215" y="11933"/>
                  </a:lnTo>
                  <a:cubicBezTo>
                    <a:pt x="12861" y="11889"/>
                    <a:pt x="12497" y="11836"/>
                    <a:pt x="12104" y="11769"/>
                  </a:cubicBezTo>
                  <a:cubicBezTo>
                    <a:pt x="10412" y="11483"/>
                    <a:pt x="8798" y="11056"/>
                    <a:pt x="7304" y="10497"/>
                  </a:cubicBezTo>
                  <a:cubicBezTo>
                    <a:pt x="5861" y="9959"/>
                    <a:pt x="4591" y="9322"/>
                    <a:pt x="3528" y="8603"/>
                  </a:cubicBezTo>
                  <a:cubicBezTo>
                    <a:pt x="2466" y="7888"/>
                    <a:pt x="1667" y="7126"/>
                    <a:pt x="1150" y="6343"/>
                  </a:cubicBezTo>
                  <a:cubicBezTo>
                    <a:pt x="617" y="5533"/>
                    <a:pt x="414" y="4731"/>
                    <a:pt x="543" y="3967"/>
                  </a:cubicBezTo>
                  <a:cubicBezTo>
                    <a:pt x="654" y="3314"/>
                    <a:pt x="1002" y="2716"/>
                    <a:pt x="1582" y="2187"/>
                  </a:cubicBezTo>
                  <a:cubicBezTo>
                    <a:pt x="2526" y="1323"/>
                    <a:pt x="4048" y="679"/>
                    <a:pt x="5981" y="321"/>
                  </a:cubicBezTo>
                  <a:cubicBezTo>
                    <a:pt x="6516" y="222"/>
                    <a:pt x="7084" y="146"/>
                    <a:pt x="7675" y="97"/>
                  </a:cubicBezTo>
                  <a:cubicBezTo>
                    <a:pt x="8292" y="42"/>
                    <a:pt x="8941" y="12"/>
                    <a:pt x="9599" y="12"/>
                  </a:cubicBezTo>
                  <a:close/>
                  <a:moveTo>
                    <a:pt x="9599" y="0"/>
                  </a:moveTo>
                  <a:lnTo>
                    <a:pt x="9599" y="3"/>
                  </a:lnTo>
                  <a:cubicBezTo>
                    <a:pt x="8936" y="3"/>
                    <a:pt x="8290" y="30"/>
                    <a:pt x="7673" y="86"/>
                  </a:cubicBezTo>
                  <a:cubicBezTo>
                    <a:pt x="7082" y="136"/>
                    <a:pt x="6514" y="213"/>
                    <a:pt x="5978" y="312"/>
                  </a:cubicBezTo>
                  <a:cubicBezTo>
                    <a:pt x="4071" y="663"/>
                    <a:pt x="2529" y="1305"/>
                    <a:pt x="1575" y="2178"/>
                  </a:cubicBezTo>
                  <a:cubicBezTo>
                    <a:pt x="1007" y="2697"/>
                    <a:pt x="647" y="3295"/>
                    <a:pt x="534" y="3965"/>
                  </a:cubicBezTo>
                  <a:cubicBezTo>
                    <a:pt x="0" y="7110"/>
                    <a:pt x="5179" y="10610"/>
                    <a:pt x="12102" y="11778"/>
                  </a:cubicBezTo>
                  <a:cubicBezTo>
                    <a:pt x="12478" y="11843"/>
                    <a:pt x="12845" y="11898"/>
                    <a:pt x="13215" y="11945"/>
                  </a:cubicBezTo>
                  <a:lnTo>
                    <a:pt x="13217" y="11945"/>
                  </a:lnTo>
                  <a:cubicBezTo>
                    <a:pt x="14311" y="12088"/>
                    <a:pt x="15417" y="12159"/>
                    <a:pt x="16523" y="12162"/>
                  </a:cubicBezTo>
                  <a:cubicBezTo>
                    <a:pt x="16552" y="12162"/>
                    <a:pt x="16581" y="12162"/>
                    <a:pt x="16610" y="12162"/>
                  </a:cubicBezTo>
                  <a:cubicBezTo>
                    <a:pt x="17680" y="12162"/>
                    <a:pt x="18748" y="12079"/>
                    <a:pt x="19804" y="11910"/>
                  </a:cubicBezTo>
                  <a:cubicBezTo>
                    <a:pt x="20331" y="11827"/>
                    <a:pt x="20853" y="11714"/>
                    <a:pt x="21368" y="11573"/>
                  </a:cubicBezTo>
                  <a:cubicBezTo>
                    <a:pt x="22280" y="11321"/>
                    <a:pt x="23076" y="10993"/>
                    <a:pt x="23725" y="10598"/>
                  </a:cubicBezTo>
                  <a:cubicBezTo>
                    <a:pt x="24769" y="9961"/>
                    <a:pt x="25434" y="9151"/>
                    <a:pt x="25595" y="8199"/>
                  </a:cubicBezTo>
                  <a:cubicBezTo>
                    <a:pt x="26126" y="5052"/>
                    <a:pt x="20947" y="1554"/>
                    <a:pt x="14027" y="383"/>
                  </a:cubicBezTo>
                  <a:cubicBezTo>
                    <a:pt x="13076" y="222"/>
                    <a:pt x="12118" y="111"/>
                    <a:pt x="11155" y="51"/>
                  </a:cubicBezTo>
                  <a:cubicBezTo>
                    <a:pt x="10626" y="19"/>
                    <a:pt x="10107" y="0"/>
                    <a:pt x="959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05" name="Google Shape;905;p35"/>
            <p:cNvGrpSpPr/>
            <p:nvPr/>
          </p:nvGrpSpPr>
          <p:grpSpPr>
            <a:xfrm>
              <a:off x="2894700" y="2288100"/>
              <a:ext cx="717875" cy="399550"/>
              <a:chOff x="2894700" y="2288100"/>
              <a:chExt cx="717875" cy="399550"/>
            </a:xfrm>
          </p:grpSpPr>
          <p:sp>
            <p:nvSpPr>
              <p:cNvPr id="906" name="Google Shape;906;p35"/>
              <p:cNvSpPr/>
              <p:nvPr/>
            </p:nvSpPr>
            <p:spPr>
              <a:xfrm>
                <a:off x="2894700" y="2288100"/>
                <a:ext cx="717875" cy="361250"/>
              </a:xfrm>
              <a:custGeom>
                <a:avLst/>
                <a:gdLst/>
                <a:ahLst/>
                <a:cxnLst/>
                <a:rect l="l" t="t" r="r" b="b"/>
                <a:pathLst>
                  <a:path w="28715" h="14450" extrusionOk="0">
                    <a:moveTo>
                      <a:pt x="10362" y="1"/>
                    </a:moveTo>
                    <a:cubicBezTo>
                      <a:pt x="6748" y="1"/>
                      <a:pt x="3330" y="909"/>
                      <a:pt x="1824" y="3713"/>
                    </a:cubicBezTo>
                    <a:cubicBezTo>
                      <a:pt x="0" y="7112"/>
                      <a:pt x="1880" y="10104"/>
                      <a:pt x="1880" y="10104"/>
                    </a:cubicBezTo>
                    <a:cubicBezTo>
                      <a:pt x="1880" y="10104"/>
                      <a:pt x="1669" y="4161"/>
                      <a:pt x="9216" y="4161"/>
                    </a:cubicBezTo>
                    <a:cubicBezTo>
                      <a:pt x="12125" y="4161"/>
                      <a:pt x="16187" y="5044"/>
                      <a:pt x="21857" y="7490"/>
                    </a:cubicBezTo>
                    <a:cubicBezTo>
                      <a:pt x="28715" y="10451"/>
                      <a:pt x="24125" y="14450"/>
                      <a:pt x="24125" y="14450"/>
                    </a:cubicBezTo>
                    <a:cubicBezTo>
                      <a:pt x="24125" y="14450"/>
                      <a:pt x="26992" y="13720"/>
                      <a:pt x="26796" y="9539"/>
                    </a:cubicBezTo>
                    <a:cubicBezTo>
                      <a:pt x="26701" y="7548"/>
                      <a:pt x="26699" y="4784"/>
                      <a:pt x="21259" y="2221"/>
                    </a:cubicBezTo>
                    <a:cubicBezTo>
                      <a:pt x="19329" y="1312"/>
                      <a:pt x="14704" y="1"/>
                      <a:pt x="10362" y="1"/>
                    </a:cubicBezTo>
                    <a:close/>
                  </a:path>
                </a:pathLst>
              </a:custGeom>
              <a:solidFill>
                <a:srgbClr val="FFB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35"/>
              <p:cNvSpPr/>
              <p:nvPr/>
            </p:nvSpPr>
            <p:spPr>
              <a:xfrm>
                <a:off x="2923900" y="2383750"/>
                <a:ext cx="632800" cy="303775"/>
              </a:xfrm>
              <a:custGeom>
                <a:avLst/>
                <a:gdLst/>
                <a:ahLst/>
                <a:cxnLst/>
                <a:rect l="l" t="t" r="r" b="b"/>
                <a:pathLst>
                  <a:path w="25312" h="12151" extrusionOk="0">
                    <a:moveTo>
                      <a:pt x="9193" y="0"/>
                    </a:moveTo>
                    <a:cubicBezTo>
                      <a:pt x="8532" y="0"/>
                      <a:pt x="7884" y="30"/>
                      <a:pt x="7265" y="86"/>
                    </a:cubicBezTo>
                    <a:cubicBezTo>
                      <a:pt x="6676" y="134"/>
                      <a:pt x="6108" y="210"/>
                      <a:pt x="5572" y="310"/>
                    </a:cubicBezTo>
                    <a:cubicBezTo>
                      <a:pt x="3637" y="667"/>
                      <a:pt x="2116" y="1312"/>
                      <a:pt x="1169" y="2178"/>
                    </a:cubicBezTo>
                    <a:cubicBezTo>
                      <a:pt x="592" y="2706"/>
                      <a:pt x="241" y="3307"/>
                      <a:pt x="130" y="3960"/>
                    </a:cubicBezTo>
                    <a:cubicBezTo>
                      <a:pt x="1" y="4727"/>
                      <a:pt x="206" y="5528"/>
                      <a:pt x="740" y="6338"/>
                    </a:cubicBezTo>
                    <a:cubicBezTo>
                      <a:pt x="1257" y="7123"/>
                      <a:pt x="2056" y="7885"/>
                      <a:pt x="3118" y="8603"/>
                    </a:cubicBezTo>
                    <a:cubicBezTo>
                      <a:pt x="5302" y="10079"/>
                      <a:pt x="8348" y="11203"/>
                      <a:pt x="11696" y="11769"/>
                    </a:cubicBezTo>
                    <a:cubicBezTo>
                      <a:pt x="12091" y="11834"/>
                      <a:pt x="12453" y="11889"/>
                      <a:pt x="12809" y="11933"/>
                    </a:cubicBezTo>
                    <a:cubicBezTo>
                      <a:pt x="13905" y="12076"/>
                      <a:pt x="15011" y="12148"/>
                      <a:pt x="16115" y="12150"/>
                    </a:cubicBezTo>
                    <a:cubicBezTo>
                      <a:pt x="16144" y="12150"/>
                      <a:pt x="16173" y="12150"/>
                      <a:pt x="16202" y="12150"/>
                    </a:cubicBezTo>
                    <a:cubicBezTo>
                      <a:pt x="17272" y="12150"/>
                      <a:pt x="18339" y="12067"/>
                      <a:pt x="19396" y="11901"/>
                    </a:cubicBezTo>
                    <a:cubicBezTo>
                      <a:pt x="19923" y="11815"/>
                      <a:pt x="20444" y="11702"/>
                      <a:pt x="20959" y="11564"/>
                    </a:cubicBezTo>
                    <a:cubicBezTo>
                      <a:pt x="21878" y="11310"/>
                      <a:pt x="22670" y="10979"/>
                      <a:pt x="23314" y="10587"/>
                    </a:cubicBezTo>
                    <a:cubicBezTo>
                      <a:pt x="24397" y="9929"/>
                      <a:pt x="25025" y="9121"/>
                      <a:pt x="25182" y="8192"/>
                    </a:cubicBezTo>
                    <a:cubicBezTo>
                      <a:pt x="25312" y="7424"/>
                      <a:pt x="25106" y="6625"/>
                      <a:pt x="24573" y="5812"/>
                    </a:cubicBezTo>
                    <a:cubicBezTo>
                      <a:pt x="24056" y="5027"/>
                      <a:pt x="23257" y="4267"/>
                      <a:pt x="22195" y="3549"/>
                    </a:cubicBezTo>
                    <a:cubicBezTo>
                      <a:pt x="20010" y="2074"/>
                      <a:pt x="16965" y="949"/>
                      <a:pt x="13619" y="383"/>
                    </a:cubicBezTo>
                    <a:cubicBezTo>
                      <a:pt x="12668" y="222"/>
                      <a:pt x="11710" y="111"/>
                      <a:pt x="10747" y="51"/>
                    </a:cubicBezTo>
                    <a:cubicBezTo>
                      <a:pt x="10223" y="19"/>
                      <a:pt x="9701" y="0"/>
                      <a:pt x="9193" y="0"/>
                    </a:cubicBezTo>
                    <a:close/>
                  </a:path>
                </a:pathLst>
              </a:custGeom>
              <a:solidFill>
                <a:srgbClr val="FFCA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35"/>
              <p:cNvSpPr/>
              <p:nvPr/>
            </p:nvSpPr>
            <p:spPr>
              <a:xfrm>
                <a:off x="3005875" y="2437250"/>
                <a:ext cx="464700" cy="203500"/>
              </a:xfrm>
              <a:custGeom>
                <a:avLst/>
                <a:gdLst/>
                <a:ahLst/>
                <a:cxnLst/>
                <a:rect l="l" t="t" r="r" b="b"/>
                <a:pathLst>
                  <a:path w="18588" h="8140" extrusionOk="0">
                    <a:moveTo>
                      <a:pt x="6588" y="1"/>
                    </a:moveTo>
                    <a:cubicBezTo>
                      <a:pt x="4893" y="1"/>
                      <a:pt x="3406" y="236"/>
                      <a:pt x="2291" y="679"/>
                    </a:cubicBezTo>
                    <a:cubicBezTo>
                      <a:pt x="1153" y="1134"/>
                      <a:pt x="481" y="1778"/>
                      <a:pt x="351" y="2543"/>
                    </a:cubicBezTo>
                    <a:cubicBezTo>
                      <a:pt x="0" y="4623"/>
                      <a:pt x="3766" y="6999"/>
                      <a:pt x="8747" y="7840"/>
                    </a:cubicBezTo>
                    <a:cubicBezTo>
                      <a:pt x="9881" y="8036"/>
                      <a:pt x="11030" y="8135"/>
                      <a:pt x="12180" y="8140"/>
                    </a:cubicBezTo>
                    <a:cubicBezTo>
                      <a:pt x="13877" y="8140"/>
                      <a:pt x="15364" y="7904"/>
                      <a:pt x="16477" y="7461"/>
                    </a:cubicBezTo>
                    <a:cubicBezTo>
                      <a:pt x="17618" y="7006"/>
                      <a:pt x="18288" y="6362"/>
                      <a:pt x="18417" y="5595"/>
                    </a:cubicBezTo>
                    <a:cubicBezTo>
                      <a:pt x="18588" y="4591"/>
                      <a:pt x="17810" y="3487"/>
                      <a:pt x="16223" y="2485"/>
                    </a:cubicBezTo>
                    <a:cubicBezTo>
                      <a:pt x="14639" y="1483"/>
                      <a:pt x="12434" y="707"/>
                      <a:pt x="10021" y="298"/>
                    </a:cubicBezTo>
                    <a:cubicBezTo>
                      <a:pt x="8888" y="104"/>
                      <a:pt x="7740" y="5"/>
                      <a:pt x="6588" y="1"/>
                    </a:cubicBezTo>
                    <a:close/>
                  </a:path>
                </a:pathLst>
              </a:custGeom>
              <a:solidFill>
                <a:srgbClr val="F59A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35"/>
              <p:cNvSpPr/>
              <p:nvPr/>
            </p:nvSpPr>
            <p:spPr>
              <a:xfrm>
                <a:off x="3005700" y="2437125"/>
                <a:ext cx="469625" cy="203800"/>
              </a:xfrm>
              <a:custGeom>
                <a:avLst/>
                <a:gdLst/>
                <a:ahLst/>
                <a:cxnLst/>
                <a:rect l="l" t="t" r="r" b="b"/>
                <a:pathLst>
                  <a:path w="18785" h="8152" extrusionOk="0">
                    <a:moveTo>
                      <a:pt x="6597" y="12"/>
                    </a:moveTo>
                    <a:cubicBezTo>
                      <a:pt x="7747" y="17"/>
                      <a:pt x="8895" y="116"/>
                      <a:pt x="10026" y="310"/>
                    </a:cubicBezTo>
                    <a:cubicBezTo>
                      <a:pt x="12439" y="719"/>
                      <a:pt x="14642" y="1495"/>
                      <a:pt x="16228" y="2495"/>
                    </a:cubicBezTo>
                    <a:cubicBezTo>
                      <a:pt x="16997" y="2982"/>
                      <a:pt x="17581" y="3494"/>
                      <a:pt x="17960" y="4021"/>
                    </a:cubicBezTo>
                    <a:cubicBezTo>
                      <a:pt x="18350" y="4564"/>
                      <a:pt x="18505" y="5095"/>
                      <a:pt x="18419" y="5600"/>
                    </a:cubicBezTo>
                    <a:cubicBezTo>
                      <a:pt x="18290" y="6365"/>
                      <a:pt x="17620" y="7006"/>
                      <a:pt x="16482" y="7461"/>
                    </a:cubicBezTo>
                    <a:cubicBezTo>
                      <a:pt x="15367" y="7905"/>
                      <a:pt x="13882" y="8138"/>
                      <a:pt x="12187" y="8138"/>
                    </a:cubicBezTo>
                    <a:cubicBezTo>
                      <a:pt x="11037" y="8136"/>
                      <a:pt x="9890" y="8036"/>
                      <a:pt x="8756" y="7840"/>
                    </a:cubicBezTo>
                    <a:cubicBezTo>
                      <a:pt x="6341" y="7434"/>
                      <a:pt x="4141" y="6658"/>
                      <a:pt x="2554" y="5656"/>
                    </a:cubicBezTo>
                    <a:cubicBezTo>
                      <a:pt x="1785" y="5171"/>
                      <a:pt x="1201" y="4656"/>
                      <a:pt x="823" y="4132"/>
                    </a:cubicBezTo>
                    <a:cubicBezTo>
                      <a:pt x="432" y="3589"/>
                      <a:pt x="278" y="3056"/>
                      <a:pt x="363" y="2550"/>
                    </a:cubicBezTo>
                    <a:cubicBezTo>
                      <a:pt x="492" y="1788"/>
                      <a:pt x="1162" y="1144"/>
                      <a:pt x="2300" y="691"/>
                    </a:cubicBezTo>
                    <a:cubicBezTo>
                      <a:pt x="3413" y="248"/>
                      <a:pt x="4900" y="12"/>
                      <a:pt x="6597" y="12"/>
                    </a:cubicBezTo>
                    <a:close/>
                    <a:moveTo>
                      <a:pt x="6597" y="1"/>
                    </a:moveTo>
                    <a:cubicBezTo>
                      <a:pt x="3189" y="1"/>
                      <a:pt x="622" y="964"/>
                      <a:pt x="351" y="2548"/>
                    </a:cubicBezTo>
                    <a:cubicBezTo>
                      <a:pt x="1" y="4635"/>
                      <a:pt x="3762" y="7009"/>
                      <a:pt x="8754" y="7852"/>
                    </a:cubicBezTo>
                    <a:cubicBezTo>
                      <a:pt x="9888" y="8048"/>
                      <a:pt x="11037" y="8147"/>
                      <a:pt x="12187" y="8152"/>
                    </a:cubicBezTo>
                    <a:cubicBezTo>
                      <a:pt x="15595" y="8152"/>
                      <a:pt x="18163" y="7189"/>
                      <a:pt x="18431" y="5603"/>
                    </a:cubicBezTo>
                    <a:cubicBezTo>
                      <a:pt x="18784" y="3518"/>
                      <a:pt x="15023" y="1144"/>
                      <a:pt x="10031" y="299"/>
                    </a:cubicBezTo>
                    <a:cubicBezTo>
                      <a:pt x="8897" y="105"/>
                      <a:pt x="7747" y="6"/>
                      <a:pt x="6597" y="1"/>
                    </a:cubicBezTo>
                    <a:close/>
                  </a:path>
                </a:pathLst>
              </a:custGeom>
              <a:solidFill>
                <a:srgbClr val="F983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35"/>
              <p:cNvSpPr/>
              <p:nvPr/>
            </p:nvSpPr>
            <p:spPr>
              <a:xfrm>
                <a:off x="2971125" y="2396325"/>
                <a:ext cx="532300" cy="280750"/>
              </a:xfrm>
              <a:custGeom>
                <a:avLst/>
                <a:gdLst/>
                <a:ahLst/>
                <a:cxnLst/>
                <a:rect l="l" t="t" r="r" b="b"/>
                <a:pathLst>
                  <a:path w="21292" h="11230" fill="none" extrusionOk="0">
                    <a:moveTo>
                      <a:pt x="11545" y="963"/>
                    </a:moveTo>
                    <a:cubicBezTo>
                      <a:pt x="14284" y="1427"/>
                      <a:pt x="16826" y="2360"/>
                      <a:pt x="18615" y="3559"/>
                    </a:cubicBezTo>
                    <a:cubicBezTo>
                      <a:pt x="20405" y="4759"/>
                      <a:pt x="21292" y="6126"/>
                      <a:pt x="21084" y="7359"/>
                    </a:cubicBezTo>
                    <a:cubicBezTo>
                      <a:pt x="20650" y="9927"/>
                      <a:pt x="15676" y="11229"/>
                      <a:pt x="9973" y="10264"/>
                    </a:cubicBezTo>
                    <a:cubicBezTo>
                      <a:pt x="4270" y="9301"/>
                      <a:pt x="0" y="6438"/>
                      <a:pt x="435" y="3870"/>
                    </a:cubicBezTo>
                    <a:cubicBezTo>
                      <a:pt x="869" y="1303"/>
                      <a:pt x="5842" y="0"/>
                      <a:pt x="11545" y="963"/>
                    </a:cubicBezTo>
                    <a:close/>
                  </a:path>
                </a:pathLst>
              </a:custGeom>
              <a:noFill/>
              <a:ln w="1100" cap="flat" cmpd="sng">
                <a:solidFill>
                  <a:srgbClr val="FFFFFF"/>
                </a:solidFill>
                <a:prstDash val="solid"/>
                <a:miter lim="230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35"/>
              <p:cNvSpPr/>
              <p:nvPr/>
            </p:nvSpPr>
            <p:spPr>
              <a:xfrm>
                <a:off x="2925350" y="2328325"/>
                <a:ext cx="483525" cy="359325"/>
              </a:xfrm>
              <a:custGeom>
                <a:avLst/>
                <a:gdLst/>
                <a:ahLst/>
                <a:cxnLst/>
                <a:rect l="l" t="t" r="r" b="b"/>
                <a:pathLst>
                  <a:path w="19341" h="14373" extrusionOk="0">
                    <a:moveTo>
                      <a:pt x="2522" y="1"/>
                    </a:moveTo>
                    <a:cubicBezTo>
                      <a:pt x="1270" y="963"/>
                      <a:pt x="377" y="2141"/>
                      <a:pt x="0" y="3633"/>
                    </a:cubicBezTo>
                    <a:lnTo>
                      <a:pt x="1109" y="4390"/>
                    </a:lnTo>
                    <a:lnTo>
                      <a:pt x="2644" y="5678"/>
                    </a:lnTo>
                    <a:lnTo>
                      <a:pt x="3669" y="6540"/>
                    </a:lnTo>
                    <a:lnTo>
                      <a:pt x="9871" y="11742"/>
                    </a:lnTo>
                    <a:lnTo>
                      <a:pt x="11234" y="12882"/>
                    </a:lnTo>
                    <a:lnTo>
                      <a:pt x="11236" y="12882"/>
                    </a:lnTo>
                    <a:lnTo>
                      <a:pt x="12748" y="14155"/>
                    </a:lnTo>
                    <a:lnTo>
                      <a:pt x="12751" y="14155"/>
                    </a:lnTo>
                    <a:cubicBezTo>
                      <a:pt x="13890" y="14302"/>
                      <a:pt x="14999" y="14373"/>
                      <a:pt x="16054" y="14373"/>
                    </a:cubicBezTo>
                    <a:cubicBezTo>
                      <a:pt x="17225" y="14373"/>
                      <a:pt x="18330" y="14286"/>
                      <a:pt x="19340" y="14122"/>
                    </a:cubicBezTo>
                    <a:lnTo>
                      <a:pt x="18135" y="13111"/>
                    </a:lnTo>
                    <a:lnTo>
                      <a:pt x="17281" y="12393"/>
                    </a:lnTo>
                    <a:lnTo>
                      <a:pt x="13515" y="9234"/>
                    </a:lnTo>
                    <a:lnTo>
                      <a:pt x="13441" y="9176"/>
                    </a:lnTo>
                    <a:lnTo>
                      <a:pt x="12769" y="8608"/>
                    </a:lnTo>
                    <a:lnTo>
                      <a:pt x="12767" y="8608"/>
                    </a:lnTo>
                    <a:lnTo>
                      <a:pt x="11102" y="7211"/>
                    </a:lnTo>
                    <a:lnTo>
                      <a:pt x="7837" y="4471"/>
                    </a:lnTo>
                    <a:lnTo>
                      <a:pt x="6807" y="3607"/>
                    </a:lnTo>
                    <a:lnTo>
                      <a:pt x="5514" y="2522"/>
                    </a:lnTo>
                    <a:lnTo>
                      <a:pt x="2522" y="1"/>
                    </a:lnTo>
                    <a:close/>
                  </a:path>
                </a:pathLst>
              </a:custGeom>
              <a:solidFill>
                <a:srgbClr val="FEC928">
                  <a:alpha val="173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35"/>
              <p:cNvSpPr/>
              <p:nvPr/>
            </p:nvSpPr>
            <p:spPr>
              <a:xfrm>
                <a:off x="3022625" y="2294325"/>
                <a:ext cx="484325" cy="378650"/>
              </a:xfrm>
              <a:custGeom>
                <a:avLst/>
                <a:gdLst/>
                <a:ahLst/>
                <a:cxnLst/>
                <a:rect l="l" t="t" r="r" b="b"/>
                <a:pathLst>
                  <a:path w="19373" h="15146" extrusionOk="0">
                    <a:moveTo>
                      <a:pt x="2424" y="1"/>
                    </a:moveTo>
                    <a:lnTo>
                      <a:pt x="0" y="631"/>
                    </a:lnTo>
                    <a:lnTo>
                      <a:pt x="3316" y="3656"/>
                    </a:lnTo>
                    <a:lnTo>
                      <a:pt x="4641" y="4766"/>
                    </a:lnTo>
                    <a:lnTo>
                      <a:pt x="5770" y="5713"/>
                    </a:lnTo>
                    <a:lnTo>
                      <a:pt x="9795" y="9089"/>
                    </a:lnTo>
                    <a:lnTo>
                      <a:pt x="10649" y="9807"/>
                    </a:lnTo>
                    <a:lnTo>
                      <a:pt x="10972" y="10079"/>
                    </a:lnTo>
                    <a:lnTo>
                      <a:pt x="10975" y="10079"/>
                    </a:lnTo>
                    <a:lnTo>
                      <a:pt x="11409" y="10442"/>
                    </a:lnTo>
                    <a:lnTo>
                      <a:pt x="14997" y="13453"/>
                    </a:lnTo>
                    <a:lnTo>
                      <a:pt x="15793" y="14122"/>
                    </a:lnTo>
                    <a:lnTo>
                      <a:pt x="17013" y="15145"/>
                    </a:lnTo>
                    <a:cubicBezTo>
                      <a:pt x="17925" y="14893"/>
                      <a:pt x="18721" y="14566"/>
                      <a:pt x="19372" y="14168"/>
                    </a:cubicBezTo>
                    <a:lnTo>
                      <a:pt x="18015" y="13030"/>
                    </a:lnTo>
                    <a:lnTo>
                      <a:pt x="17188" y="12337"/>
                    </a:lnTo>
                    <a:lnTo>
                      <a:pt x="9728" y="6078"/>
                    </a:lnTo>
                    <a:lnTo>
                      <a:pt x="9725" y="6078"/>
                    </a:lnTo>
                    <a:lnTo>
                      <a:pt x="8299" y="4879"/>
                    </a:lnTo>
                    <a:lnTo>
                      <a:pt x="6800" y="3623"/>
                    </a:lnTo>
                    <a:lnTo>
                      <a:pt x="2424" y="1"/>
                    </a:lnTo>
                    <a:close/>
                  </a:path>
                </a:pathLst>
              </a:custGeom>
              <a:solidFill>
                <a:srgbClr val="FEC928">
                  <a:alpha val="173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48" name="Google Shape;948;p35"/>
          <p:cNvGrpSpPr/>
          <p:nvPr/>
        </p:nvGrpSpPr>
        <p:grpSpPr>
          <a:xfrm rot="995846">
            <a:off x="8175576" y="4025994"/>
            <a:ext cx="701773" cy="1011809"/>
            <a:chOff x="1705850" y="434250"/>
            <a:chExt cx="978800" cy="1411225"/>
          </a:xfrm>
        </p:grpSpPr>
        <p:sp>
          <p:nvSpPr>
            <p:cNvPr id="949" name="Google Shape;949;p35"/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5"/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5"/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5"/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5"/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5"/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5"/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9" name="Google Shape;1259;p40"/>
          <p:cNvGrpSpPr/>
          <p:nvPr/>
        </p:nvGrpSpPr>
        <p:grpSpPr>
          <a:xfrm flipH="1">
            <a:off x="8072358" y="2771903"/>
            <a:ext cx="530166" cy="502936"/>
            <a:chOff x="1717700" y="2254700"/>
            <a:chExt cx="781725" cy="741575"/>
          </a:xfrm>
        </p:grpSpPr>
        <p:sp>
          <p:nvSpPr>
            <p:cNvPr id="1260" name="Google Shape;1260;p40"/>
            <p:cNvSpPr/>
            <p:nvPr/>
          </p:nvSpPr>
          <p:spPr>
            <a:xfrm>
              <a:off x="1748125" y="2300200"/>
              <a:ext cx="717650" cy="650525"/>
            </a:xfrm>
            <a:custGeom>
              <a:avLst/>
              <a:gdLst/>
              <a:ahLst/>
              <a:cxnLst/>
              <a:rect l="l" t="t" r="r" b="b"/>
              <a:pathLst>
                <a:path w="28706" h="26021" extrusionOk="0">
                  <a:moveTo>
                    <a:pt x="15025" y="0"/>
                  </a:moveTo>
                  <a:cubicBezTo>
                    <a:pt x="11160" y="0"/>
                    <a:pt x="7313" y="1600"/>
                    <a:pt x="4560" y="4734"/>
                  </a:cubicBezTo>
                  <a:cubicBezTo>
                    <a:pt x="162" y="9743"/>
                    <a:pt x="0" y="17021"/>
                    <a:pt x="3801" y="22174"/>
                  </a:cubicBezTo>
                  <a:cubicBezTo>
                    <a:pt x="4341" y="22872"/>
                    <a:pt x="4946" y="23518"/>
                    <a:pt x="5609" y="24102"/>
                  </a:cubicBezTo>
                  <a:cubicBezTo>
                    <a:pt x="5932" y="24386"/>
                    <a:pt x="6264" y="24652"/>
                    <a:pt x="6604" y="24901"/>
                  </a:cubicBezTo>
                  <a:cubicBezTo>
                    <a:pt x="6953" y="25155"/>
                    <a:pt x="7201" y="25230"/>
                    <a:pt x="7416" y="25230"/>
                  </a:cubicBezTo>
                  <a:cubicBezTo>
                    <a:pt x="7729" y="25230"/>
                    <a:pt x="7975" y="25072"/>
                    <a:pt x="8368" y="25072"/>
                  </a:cubicBezTo>
                  <a:cubicBezTo>
                    <a:pt x="8543" y="25072"/>
                    <a:pt x="8748" y="25103"/>
                    <a:pt x="9001" y="25194"/>
                  </a:cubicBezTo>
                  <a:cubicBezTo>
                    <a:pt x="9444" y="25354"/>
                    <a:pt x="9896" y="25492"/>
                    <a:pt x="10354" y="25608"/>
                  </a:cubicBezTo>
                  <a:cubicBezTo>
                    <a:pt x="11030" y="25776"/>
                    <a:pt x="11721" y="25894"/>
                    <a:pt x="12416" y="25959"/>
                  </a:cubicBezTo>
                  <a:cubicBezTo>
                    <a:pt x="12854" y="26000"/>
                    <a:pt x="13293" y="26021"/>
                    <a:pt x="13732" y="26021"/>
                  </a:cubicBezTo>
                  <a:cubicBezTo>
                    <a:pt x="17598" y="26021"/>
                    <a:pt x="21444" y="24419"/>
                    <a:pt x="24196" y="21288"/>
                  </a:cubicBezTo>
                  <a:cubicBezTo>
                    <a:pt x="28262" y="16658"/>
                    <a:pt x="28705" y="10089"/>
                    <a:pt x="25745" y="5051"/>
                  </a:cubicBezTo>
                  <a:cubicBezTo>
                    <a:pt x="25277" y="4480"/>
                    <a:pt x="24762" y="3949"/>
                    <a:pt x="24205" y="3465"/>
                  </a:cubicBezTo>
                  <a:cubicBezTo>
                    <a:pt x="23674" y="2996"/>
                    <a:pt x="23106" y="2569"/>
                    <a:pt x="22508" y="2185"/>
                  </a:cubicBezTo>
                  <a:cubicBezTo>
                    <a:pt x="21922" y="1809"/>
                    <a:pt x="21305" y="1479"/>
                    <a:pt x="20668" y="1195"/>
                  </a:cubicBezTo>
                  <a:cubicBezTo>
                    <a:pt x="20236" y="1003"/>
                    <a:pt x="19795" y="835"/>
                    <a:pt x="19347" y="687"/>
                  </a:cubicBezTo>
                  <a:cubicBezTo>
                    <a:pt x="18100" y="280"/>
                    <a:pt x="16803" y="52"/>
                    <a:pt x="15491" y="8"/>
                  </a:cubicBezTo>
                  <a:cubicBezTo>
                    <a:pt x="15336" y="3"/>
                    <a:pt x="15180" y="0"/>
                    <a:pt x="15025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40"/>
            <p:cNvSpPr/>
            <p:nvPr/>
          </p:nvSpPr>
          <p:spPr>
            <a:xfrm>
              <a:off x="1755500" y="2300325"/>
              <a:ext cx="740400" cy="695775"/>
            </a:xfrm>
            <a:custGeom>
              <a:avLst/>
              <a:gdLst/>
              <a:ahLst/>
              <a:cxnLst/>
              <a:rect l="l" t="t" r="r" b="b"/>
              <a:pathLst>
                <a:path w="29616" h="27831" extrusionOk="0">
                  <a:moveTo>
                    <a:pt x="14709" y="1"/>
                  </a:moveTo>
                  <a:cubicBezTo>
                    <a:pt x="10711" y="1"/>
                    <a:pt x="6906" y="1725"/>
                    <a:pt x="4270" y="4732"/>
                  </a:cubicBezTo>
                  <a:cubicBezTo>
                    <a:pt x="1084" y="8350"/>
                    <a:pt x="1" y="13360"/>
                    <a:pt x="1409" y="17972"/>
                  </a:cubicBezTo>
                  <a:cubicBezTo>
                    <a:pt x="2162" y="20449"/>
                    <a:pt x="3591" y="22666"/>
                    <a:pt x="5538" y="24372"/>
                  </a:cubicBezTo>
                  <a:cubicBezTo>
                    <a:pt x="5852" y="24649"/>
                    <a:pt x="6186" y="24919"/>
                    <a:pt x="6533" y="25169"/>
                  </a:cubicBezTo>
                  <a:cubicBezTo>
                    <a:pt x="7590" y="25942"/>
                    <a:pt x="8754" y="26561"/>
                    <a:pt x="9987" y="27009"/>
                  </a:cubicBezTo>
                  <a:cubicBezTo>
                    <a:pt x="10428" y="27166"/>
                    <a:pt x="10883" y="27304"/>
                    <a:pt x="11340" y="27418"/>
                  </a:cubicBezTo>
                  <a:cubicBezTo>
                    <a:pt x="12017" y="27586"/>
                    <a:pt x="12707" y="27704"/>
                    <a:pt x="13402" y="27769"/>
                  </a:cubicBezTo>
                  <a:cubicBezTo>
                    <a:pt x="13838" y="27810"/>
                    <a:pt x="14282" y="27831"/>
                    <a:pt x="14720" y="27831"/>
                  </a:cubicBezTo>
                  <a:cubicBezTo>
                    <a:pt x="14724" y="27831"/>
                    <a:pt x="14728" y="27831"/>
                    <a:pt x="14732" y="27831"/>
                  </a:cubicBezTo>
                  <a:cubicBezTo>
                    <a:pt x="20119" y="27831"/>
                    <a:pt x="25025" y="24719"/>
                    <a:pt x="27318" y="19844"/>
                  </a:cubicBezTo>
                  <a:cubicBezTo>
                    <a:pt x="29616" y="14965"/>
                    <a:pt x="28886" y="9200"/>
                    <a:pt x="25446" y="5048"/>
                  </a:cubicBezTo>
                  <a:cubicBezTo>
                    <a:pt x="24977" y="4478"/>
                    <a:pt x="24462" y="3947"/>
                    <a:pt x="23908" y="3462"/>
                  </a:cubicBezTo>
                  <a:cubicBezTo>
                    <a:pt x="23374" y="2993"/>
                    <a:pt x="22806" y="2566"/>
                    <a:pt x="22211" y="2185"/>
                  </a:cubicBezTo>
                  <a:cubicBezTo>
                    <a:pt x="21622" y="1809"/>
                    <a:pt x="21008" y="1476"/>
                    <a:pt x="20370" y="1194"/>
                  </a:cubicBezTo>
                  <a:cubicBezTo>
                    <a:pt x="19925" y="998"/>
                    <a:pt x="19484" y="827"/>
                    <a:pt x="19050" y="686"/>
                  </a:cubicBezTo>
                  <a:cubicBezTo>
                    <a:pt x="17803" y="280"/>
                    <a:pt x="16505" y="51"/>
                    <a:pt x="15196" y="10"/>
                  </a:cubicBezTo>
                  <a:cubicBezTo>
                    <a:pt x="15041" y="3"/>
                    <a:pt x="14882" y="1"/>
                    <a:pt x="14725" y="1"/>
                  </a:cubicBezTo>
                  <a:cubicBezTo>
                    <a:pt x="14720" y="1"/>
                    <a:pt x="14714" y="1"/>
                    <a:pt x="14709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40"/>
            <p:cNvSpPr/>
            <p:nvPr/>
          </p:nvSpPr>
          <p:spPr>
            <a:xfrm>
              <a:off x="1748125" y="2300150"/>
              <a:ext cx="751300" cy="696125"/>
            </a:xfrm>
            <a:custGeom>
              <a:avLst/>
              <a:gdLst/>
              <a:ahLst/>
              <a:cxnLst/>
              <a:rect l="l" t="t" r="r" b="b"/>
              <a:pathLst>
                <a:path w="30052" h="27845" extrusionOk="0">
                  <a:moveTo>
                    <a:pt x="15005" y="15"/>
                  </a:moveTo>
                  <a:cubicBezTo>
                    <a:pt x="15010" y="15"/>
                    <a:pt x="15015" y="15"/>
                    <a:pt x="15020" y="15"/>
                  </a:cubicBezTo>
                  <a:cubicBezTo>
                    <a:pt x="15177" y="15"/>
                    <a:pt x="15334" y="17"/>
                    <a:pt x="15491" y="21"/>
                  </a:cubicBezTo>
                  <a:cubicBezTo>
                    <a:pt x="16800" y="65"/>
                    <a:pt x="18098" y="294"/>
                    <a:pt x="19342" y="700"/>
                  </a:cubicBezTo>
                  <a:cubicBezTo>
                    <a:pt x="19774" y="841"/>
                    <a:pt x="20218" y="1012"/>
                    <a:pt x="20663" y="1208"/>
                  </a:cubicBezTo>
                  <a:cubicBezTo>
                    <a:pt x="21300" y="1490"/>
                    <a:pt x="21915" y="1820"/>
                    <a:pt x="22503" y="2197"/>
                  </a:cubicBezTo>
                  <a:cubicBezTo>
                    <a:pt x="23099" y="2580"/>
                    <a:pt x="23667" y="3007"/>
                    <a:pt x="24198" y="3476"/>
                  </a:cubicBezTo>
                  <a:cubicBezTo>
                    <a:pt x="24752" y="3961"/>
                    <a:pt x="25267" y="4489"/>
                    <a:pt x="25736" y="5060"/>
                  </a:cubicBezTo>
                  <a:cubicBezTo>
                    <a:pt x="26789" y="6327"/>
                    <a:pt x="27606" y="7773"/>
                    <a:pt x="28147" y="9329"/>
                  </a:cubicBezTo>
                  <a:cubicBezTo>
                    <a:pt x="29638" y="13584"/>
                    <a:pt x="28973" y="18297"/>
                    <a:pt x="26364" y="21975"/>
                  </a:cubicBezTo>
                  <a:cubicBezTo>
                    <a:pt x="23756" y="25652"/>
                    <a:pt x="19529" y="27833"/>
                    <a:pt x="15023" y="27833"/>
                  </a:cubicBezTo>
                  <a:cubicBezTo>
                    <a:pt x="15020" y="27833"/>
                    <a:pt x="15018" y="27833"/>
                    <a:pt x="15015" y="27833"/>
                  </a:cubicBezTo>
                  <a:cubicBezTo>
                    <a:pt x="14577" y="27833"/>
                    <a:pt x="14133" y="27812"/>
                    <a:pt x="13697" y="27771"/>
                  </a:cubicBezTo>
                  <a:cubicBezTo>
                    <a:pt x="13002" y="27706"/>
                    <a:pt x="12312" y="27589"/>
                    <a:pt x="11635" y="27420"/>
                  </a:cubicBezTo>
                  <a:cubicBezTo>
                    <a:pt x="11180" y="27307"/>
                    <a:pt x="10725" y="27168"/>
                    <a:pt x="10282" y="27011"/>
                  </a:cubicBezTo>
                  <a:cubicBezTo>
                    <a:pt x="9051" y="26563"/>
                    <a:pt x="7888" y="25945"/>
                    <a:pt x="6830" y="25173"/>
                  </a:cubicBezTo>
                  <a:cubicBezTo>
                    <a:pt x="6486" y="24922"/>
                    <a:pt x="6151" y="24654"/>
                    <a:pt x="5835" y="24374"/>
                  </a:cubicBezTo>
                  <a:cubicBezTo>
                    <a:pt x="3888" y="22670"/>
                    <a:pt x="2459" y="20454"/>
                    <a:pt x="1706" y="17979"/>
                  </a:cubicBezTo>
                  <a:cubicBezTo>
                    <a:pt x="420" y="13760"/>
                    <a:pt x="1210" y="9184"/>
                    <a:pt x="3835" y="5642"/>
                  </a:cubicBezTo>
                  <a:cubicBezTo>
                    <a:pt x="6458" y="2103"/>
                    <a:pt x="10601" y="15"/>
                    <a:pt x="15005" y="15"/>
                  </a:cubicBezTo>
                  <a:close/>
                  <a:moveTo>
                    <a:pt x="15020" y="1"/>
                  </a:moveTo>
                  <a:lnTo>
                    <a:pt x="15020" y="3"/>
                  </a:lnTo>
                  <a:cubicBezTo>
                    <a:pt x="11155" y="3"/>
                    <a:pt x="7310" y="1603"/>
                    <a:pt x="4560" y="4736"/>
                  </a:cubicBezTo>
                  <a:cubicBezTo>
                    <a:pt x="159" y="9745"/>
                    <a:pt x="0" y="17023"/>
                    <a:pt x="3801" y="22176"/>
                  </a:cubicBezTo>
                  <a:cubicBezTo>
                    <a:pt x="4394" y="22984"/>
                    <a:pt x="5073" y="23723"/>
                    <a:pt x="5828" y="24384"/>
                  </a:cubicBezTo>
                  <a:cubicBezTo>
                    <a:pt x="6149" y="24668"/>
                    <a:pt x="6484" y="24933"/>
                    <a:pt x="6823" y="25180"/>
                  </a:cubicBezTo>
                  <a:cubicBezTo>
                    <a:pt x="7883" y="25954"/>
                    <a:pt x="9047" y="26575"/>
                    <a:pt x="10280" y="27021"/>
                  </a:cubicBezTo>
                  <a:cubicBezTo>
                    <a:pt x="10725" y="27180"/>
                    <a:pt x="11178" y="27318"/>
                    <a:pt x="11633" y="27432"/>
                  </a:cubicBezTo>
                  <a:cubicBezTo>
                    <a:pt x="12312" y="27600"/>
                    <a:pt x="13000" y="27718"/>
                    <a:pt x="13697" y="27782"/>
                  </a:cubicBezTo>
                  <a:cubicBezTo>
                    <a:pt x="14136" y="27824"/>
                    <a:pt x="14574" y="27845"/>
                    <a:pt x="15015" y="27845"/>
                  </a:cubicBezTo>
                  <a:cubicBezTo>
                    <a:pt x="18881" y="27845"/>
                    <a:pt x="22725" y="26245"/>
                    <a:pt x="25475" y="23111"/>
                  </a:cubicBezTo>
                  <a:cubicBezTo>
                    <a:pt x="30051" y="17900"/>
                    <a:pt x="30035" y="10227"/>
                    <a:pt x="25745" y="5050"/>
                  </a:cubicBezTo>
                  <a:cubicBezTo>
                    <a:pt x="25277" y="4482"/>
                    <a:pt x="24762" y="3951"/>
                    <a:pt x="24205" y="3464"/>
                  </a:cubicBezTo>
                  <a:cubicBezTo>
                    <a:pt x="23672" y="2995"/>
                    <a:pt x="23106" y="2568"/>
                    <a:pt x="22508" y="2185"/>
                  </a:cubicBezTo>
                  <a:cubicBezTo>
                    <a:pt x="21922" y="1809"/>
                    <a:pt x="21305" y="1478"/>
                    <a:pt x="20668" y="1197"/>
                  </a:cubicBezTo>
                  <a:cubicBezTo>
                    <a:pt x="20236" y="1005"/>
                    <a:pt x="19795" y="834"/>
                    <a:pt x="19347" y="689"/>
                  </a:cubicBezTo>
                  <a:cubicBezTo>
                    <a:pt x="18100" y="280"/>
                    <a:pt x="16803" y="52"/>
                    <a:pt x="15491" y="10"/>
                  </a:cubicBezTo>
                  <a:cubicBezTo>
                    <a:pt x="15334" y="5"/>
                    <a:pt x="15177" y="1"/>
                    <a:pt x="1502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40"/>
            <p:cNvSpPr/>
            <p:nvPr/>
          </p:nvSpPr>
          <p:spPr>
            <a:xfrm>
              <a:off x="1828875" y="2353550"/>
              <a:ext cx="589400" cy="589400"/>
            </a:xfrm>
            <a:custGeom>
              <a:avLst/>
              <a:gdLst/>
              <a:ahLst/>
              <a:cxnLst/>
              <a:rect l="l" t="t" r="r" b="b"/>
              <a:pathLst>
                <a:path w="23576" h="23576" fill="none" extrusionOk="0">
                  <a:moveTo>
                    <a:pt x="20123" y="3452"/>
                  </a:moveTo>
                  <a:cubicBezTo>
                    <a:pt x="22333" y="5662"/>
                    <a:pt x="23575" y="8662"/>
                    <a:pt x="23575" y="11788"/>
                  </a:cubicBezTo>
                  <a:cubicBezTo>
                    <a:pt x="23575" y="14914"/>
                    <a:pt x="22333" y="17911"/>
                    <a:pt x="20123" y="20121"/>
                  </a:cubicBezTo>
                  <a:cubicBezTo>
                    <a:pt x="17911" y="22333"/>
                    <a:pt x="14914" y="23575"/>
                    <a:pt x="11788" y="23575"/>
                  </a:cubicBezTo>
                  <a:cubicBezTo>
                    <a:pt x="8661" y="23575"/>
                    <a:pt x="5664" y="22333"/>
                    <a:pt x="3452" y="20121"/>
                  </a:cubicBezTo>
                  <a:cubicBezTo>
                    <a:pt x="1243" y="17911"/>
                    <a:pt x="0" y="14914"/>
                    <a:pt x="0" y="11788"/>
                  </a:cubicBezTo>
                  <a:cubicBezTo>
                    <a:pt x="0" y="8662"/>
                    <a:pt x="1243" y="5662"/>
                    <a:pt x="3452" y="3452"/>
                  </a:cubicBezTo>
                  <a:cubicBezTo>
                    <a:pt x="5664" y="1243"/>
                    <a:pt x="8661" y="1"/>
                    <a:pt x="11788" y="1"/>
                  </a:cubicBezTo>
                  <a:cubicBezTo>
                    <a:pt x="14914" y="1"/>
                    <a:pt x="17911" y="1243"/>
                    <a:pt x="20123" y="3452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40"/>
            <p:cNvSpPr/>
            <p:nvPr/>
          </p:nvSpPr>
          <p:spPr>
            <a:xfrm>
              <a:off x="1854800" y="2392075"/>
              <a:ext cx="553825" cy="513575"/>
            </a:xfrm>
            <a:custGeom>
              <a:avLst/>
              <a:gdLst/>
              <a:ahLst/>
              <a:cxnLst/>
              <a:rect l="l" t="t" r="r" b="b"/>
              <a:pathLst>
                <a:path w="22153" h="20543" extrusionOk="0">
                  <a:moveTo>
                    <a:pt x="10769" y="1"/>
                  </a:moveTo>
                  <a:cubicBezTo>
                    <a:pt x="10066" y="1"/>
                    <a:pt x="9353" y="73"/>
                    <a:pt x="8640" y="224"/>
                  </a:cubicBezTo>
                  <a:cubicBezTo>
                    <a:pt x="3496" y="1311"/>
                    <a:pt x="0" y="6102"/>
                    <a:pt x="543" y="11330"/>
                  </a:cubicBezTo>
                  <a:cubicBezTo>
                    <a:pt x="1083" y="16560"/>
                    <a:pt x="5489" y="20536"/>
                    <a:pt x="10746" y="20543"/>
                  </a:cubicBezTo>
                  <a:cubicBezTo>
                    <a:pt x="10752" y="20543"/>
                    <a:pt x="10757" y="20543"/>
                    <a:pt x="10763" y="20543"/>
                  </a:cubicBezTo>
                  <a:cubicBezTo>
                    <a:pt x="12195" y="20543"/>
                    <a:pt x="13614" y="20243"/>
                    <a:pt x="14925" y="19661"/>
                  </a:cubicBezTo>
                  <a:cubicBezTo>
                    <a:pt x="19733" y="17529"/>
                    <a:pt x="22152" y="12113"/>
                    <a:pt x="20536" y="7111"/>
                  </a:cubicBezTo>
                  <a:cubicBezTo>
                    <a:pt x="19144" y="2803"/>
                    <a:pt x="15140" y="1"/>
                    <a:pt x="10769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40"/>
            <p:cNvSpPr/>
            <p:nvPr/>
          </p:nvSpPr>
          <p:spPr>
            <a:xfrm>
              <a:off x="1836200" y="2390675"/>
              <a:ext cx="574725" cy="515125"/>
            </a:xfrm>
            <a:custGeom>
              <a:avLst/>
              <a:gdLst/>
              <a:ahLst/>
              <a:cxnLst/>
              <a:rect l="l" t="t" r="r" b="b"/>
              <a:pathLst>
                <a:path w="22989" h="20605" extrusionOk="0">
                  <a:moveTo>
                    <a:pt x="9338" y="226"/>
                  </a:moveTo>
                  <a:cubicBezTo>
                    <a:pt x="4666" y="1196"/>
                    <a:pt x="1150" y="5334"/>
                    <a:pt x="1148" y="10298"/>
                  </a:cubicBezTo>
                  <a:cubicBezTo>
                    <a:pt x="1146" y="15415"/>
                    <a:pt x="4876" y="19657"/>
                    <a:pt x="9761" y="20458"/>
                  </a:cubicBezTo>
                  <a:lnTo>
                    <a:pt x="9761" y="20458"/>
                  </a:lnTo>
                  <a:cubicBezTo>
                    <a:pt x="7896" y="20140"/>
                    <a:pt x="6139" y="19311"/>
                    <a:pt x="4695" y="18043"/>
                  </a:cubicBezTo>
                  <a:cubicBezTo>
                    <a:pt x="421" y="14286"/>
                    <a:pt x="1" y="7777"/>
                    <a:pt x="3755" y="3503"/>
                  </a:cubicBezTo>
                  <a:cubicBezTo>
                    <a:pt x="5228" y="1823"/>
                    <a:pt x="7191" y="684"/>
                    <a:pt x="9338" y="226"/>
                  </a:cubicBezTo>
                  <a:close/>
                  <a:moveTo>
                    <a:pt x="11483" y="0"/>
                  </a:moveTo>
                  <a:cubicBezTo>
                    <a:pt x="10756" y="0"/>
                    <a:pt x="10038" y="77"/>
                    <a:pt x="9338" y="226"/>
                  </a:cubicBezTo>
                  <a:lnTo>
                    <a:pt x="9338" y="226"/>
                  </a:lnTo>
                  <a:cubicBezTo>
                    <a:pt x="10017" y="86"/>
                    <a:pt x="10720" y="12"/>
                    <a:pt x="11440" y="12"/>
                  </a:cubicBezTo>
                  <a:cubicBezTo>
                    <a:pt x="11460" y="12"/>
                    <a:pt x="11479" y="12"/>
                    <a:pt x="11499" y="12"/>
                  </a:cubicBezTo>
                  <a:cubicBezTo>
                    <a:pt x="11501" y="12"/>
                    <a:pt x="11502" y="12"/>
                    <a:pt x="11504" y="12"/>
                  </a:cubicBezTo>
                  <a:cubicBezTo>
                    <a:pt x="16773" y="12"/>
                    <a:pt x="21193" y="3994"/>
                    <a:pt x="21740" y="9236"/>
                  </a:cubicBezTo>
                  <a:cubicBezTo>
                    <a:pt x="22285" y="14480"/>
                    <a:pt x="18780" y="19290"/>
                    <a:pt x="13619" y="20372"/>
                  </a:cubicBezTo>
                  <a:cubicBezTo>
                    <a:pt x="12919" y="20520"/>
                    <a:pt x="12206" y="20594"/>
                    <a:pt x="11490" y="20594"/>
                  </a:cubicBezTo>
                  <a:cubicBezTo>
                    <a:pt x="11473" y="20594"/>
                    <a:pt x="11456" y="20594"/>
                    <a:pt x="11439" y="20594"/>
                  </a:cubicBezTo>
                  <a:cubicBezTo>
                    <a:pt x="10868" y="20594"/>
                    <a:pt x="10307" y="20548"/>
                    <a:pt x="9761" y="20458"/>
                  </a:cubicBezTo>
                  <a:lnTo>
                    <a:pt x="9761" y="20458"/>
                  </a:lnTo>
                  <a:cubicBezTo>
                    <a:pt x="10329" y="20555"/>
                    <a:pt x="10907" y="20604"/>
                    <a:pt x="11490" y="20604"/>
                  </a:cubicBezTo>
                  <a:cubicBezTo>
                    <a:pt x="11713" y="20604"/>
                    <a:pt x="11936" y="20597"/>
                    <a:pt x="12160" y="20583"/>
                  </a:cubicBezTo>
                  <a:cubicBezTo>
                    <a:pt x="14887" y="20407"/>
                    <a:pt x="17431" y="19156"/>
                    <a:pt x="19234" y="17103"/>
                  </a:cubicBezTo>
                  <a:cubicBezTo>
                    <a:pt x="22989" y="12829"/>
                    <a:pt x="22569" y="6320"/>
                    <a:pt x="18295" y="2563"/>
                  </a:cubicBezTo>
                  <a:cubicBezTo>
                    <a:pt x="16420" y="912"/>
                    <a:pt x="14006" y="0"/>
                    <a:pt x="11509" y="0"/>
                  </a:cubicBezTo>
                  <a:cubicBezTo>
                    <a:pt x="11506" y="0"/>
                    <a:pt x="11503" y="0"/>
                    <a:pt x="11499" y="0"/>
                  </a:cubicBezTo>
                  <a:cubicBezTo>
                    <a:pt x="11494" y="0"/>
                    <a:pt x="11489" y="0"/>
                    <a:pt x="1148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40"/>
            <p:cNvSpPr/>
            <p:nvPr/>
          </p:nvSpPr>
          <p:spPr>
            <a:xfrm>
              <a:off x="1918750" y="2300450"/>
              <a:ext cx="313075" cy="675175"/>
            </a:xfrm>
            <a:custGeom>
              <a:avLst/>
              <a:gdLst/>
              <a:ahLst/>
              <a:cxnLst/>
              <a:rect l="l" t="t" r="r" b="b"/>
              <a:pathLst>
                <a:path w="12523" h="27007" extrusionOk="0">
                  <a:moveTo>
                    <a:pt x="8666" y="0"/>
                  </a:moveTo>
                  <a:lnTo>
                    <a:pt x="0" y="25168"/>
                  </a:lnTo>
                  <a:cubicBezTo>
                    <a:pt x="1058" y="25942"/>
                    <a:pt x="2222" y="26561"/>
                    <a:pt x="3455" y="27006"/>
                  </a:cubicBezTo>
                  <a:lnTo>
                    <a:pt x="12522" y="677"/>
                  </a:lnTo>
                  <a:cubicBezTo>
                    <a:pt x="11275" y="270"/>
                    <a:pt x="9978" y="42"/>
                    <a:pt x="8666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40"/>
            <p:cNvSpPr/>
            <p:nvPr/>
          </p:nvSpPr>
          <p:spPr>
            <a:xfrm>
              <a:off x="2039000" y="2330125"/>
              <a:ext cx="271850" cy="664550"/>
            </a:xfrm>
            <a:custGeom>
              <a:avLst/>
              <a:gdLst/>
              <a:ahLst/>
              <a:cxnLst/>
              <a:rect l="l" t="t" r="r" b="b"/>
              <a:pathLst>
                <a:path w="10874" h="26582" extrusionOk="0">
                  <a:moveTo>
                    <a:pt x="9033" y="0"/>
                  </a:moveTo>
                  <a:lnTo>
                    <a:pt x="0" y="26233"/>
                  </a:lnTo>
                  <a:cubicBezTo>
                    <a:pt x="677" y="26401"/>
                    <a:pt x="1365" y="26517"/>
                    <a:pt x="2060" y="26581"/>
                  </a:cubicBezTo>
                  <a:lnTo>
                    <a:pt x="10873" y="988"/>
                  </a:lnTo>
                  <a:cubicBezTo>
                    <a:pt x="10287" y="612"/>
                    <a:pt x="9670" y="282"/>
                    <a:pt x="9033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40"/>
            <p:cNvSpPr/>
            <p:nvPr/>
          </p:nvSpPr>
          <p:spPr>
            <a:xfrm>
              <a:off x="1717700" y="2254700"/>
              <a:ext cx="674075" cy="599875"/>
            </a:xfrm>
            <a:custGeom>
              <a:avLst/>
              <a:gdLst/>
              <a:ahLst/>
              <a:cxnLst/>
              <a:rect l="l" t="t" r="r" b="b"/>
              <a:pathLst>
                <a:path w="26963" h="23995" extrusionOk="0">
                  <a:moveTo>
                    <a:pt x="14948" y="0"/>
                  </a:moveTo>
                  <a:cubicBezTo>
                    <a:pt x="11086" y="0"/>
                    <a:pt x="7245" y="1602"/>
                    <a:pt x="4498" y="4730"/>
                  </a:cubicBezTo>
                  <a:cubicBezTo>
                    <a:pt x="0" y="9849"/>
                    <a:pt x="767" y="18552"/>
                    <a:pt x="5018" y="23994"/>
                  </a:cubicBezTo>
                  <a:cubicBezTo>
                    <a:pt x="1219" y="18841"/>
                    <a:pt x="1379" y="11563"/>
                    <a:pt x="5777" y="6554"/>
                  </a:cubicBezTo>
                  <a:cubicBezTo>
                    <a:pt x="8530" y="3420"/>
                    <a:pt x="12377" y="1820"/>
                    <a:pt x="16242" y="1820"/>
                  </a:cubicBezTo>
                  <a:cubicBezTo>
                    <a:pt x="16397" y="1820"/>
                    <a:pt x="16553" y="1823"/>
                    <a:pt x="16708" y="1828"/>
                  </a:cubicBezTo>
                  <a:cubicBezTo>
                    <a:pt x="18020" y="1872"/>
                    <a:pt x="19317" y="2100"/>
                    <a:pt x="20564" y="2507"/>
                  </a:cubicBezTo>
                  <a:cubicBezTo>
                    <a:pt x="21012" y="2655"/>
                    <a:pt x="21453" y="2823"/>
                    <a:pt x="21885" y="3015"/>
                  </a:cubicBezTo>
                  <a:cubicBezTo>
                    <a:pt x="22522" y="3299"/>
                    <a:pt x="23139" y="3629"/>
                    <a:pt x="23725" y="4005"/>
                  </a:cubicBezTo>
                  <a:cubicBezTo>
                    <a:pt x="24323" y="4389"/>
                    <a:pt x="24891" y="4816"/>
                    <a:pt x="25422" y="5285"/>
                  </a:cubicBezTo>
                  <a:cubicBezTo>
                    <a:pt x="25979" y="5769"/>
                    <a:pt x="26494" y="6300"/>
                    <a:pt x="26962" y="6871"/>
                  </a:cubicBezTo>
                  <a:cubicBezTo>
                    <a:pt x="26210" y="5592"/>
                    <a:pt x="25258" y="4439"/>
                    <a:pt x="24143" y="3463"/>
                  </a:cubicBezTo>
                  <a:cubicBezTo>
                    <a:pt x="23610" y="2994"/>
                    <a:pt x="23042" y="2567"/>
                    <a:pt x="22446" y="2184"/>
                  </a:cubicBezTo>
                  <a:cubicBezTo>
                    <a:pt x="21857" y="1807"/>
                    <a:pt x="21243" y="1477"/>
                    <a:pt x="20603" y="1193"/>
                  </a:cubicBezTo>
                  <a:cubicBezTo>
                    <a:pt x="20172" y="1001"/>
                    <a:pt x="19731" y="830"/>
                    <a:pt x="19283" y="685"/>
                  </a:cubicBezTo>
                  <a:cubicBezTo>
                    <a:pt x="18038" y="279"/>
                    <a:pt x="16740" y="50"/>
                    <a:pt x="15429" y="8"/>
                  </a:cubicBezTo>
                  <a:cubicBezTo>
                    <a:pt x="15269" y="3"/>
                    <a:pt x="15108" y="0"/>
                    <a:pt x="14948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9" name="Google Shape;1269;p40"/>
          <p:cNvSpPr txBox="1">
            <a:spLocks noGrp="1"/>
          </p:cNvSpPr>
          <p:nvPr>
            <p:ph type="ctrTitle"/>
          </p:nvPr>
        </p:nvSpPr>
        <p:spPr>
          <a:xfrm>
            <a:off x="1623321" y="466195"/>
            <a:ext cx="59178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Merci !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1270" name="Google Shape;1270;p40"/>
          <p:cNvSpPr txBox="1">
            <a:spLocks noGrp="1"/>
          </p:cNvSpPr>
          <p:nvPr>
            <p:ph type="subTitle" idx="1"/>
          </p:nvPr>
        </p:nvSpPr>
        <p:spPr>
          <a:xfrm>
            <a:off x="2425075" y="1566566"/>
            <a:ext cx="4293900" cy="13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Vous avez des questions?</a:t>
            </a:r>
            <a:endParaRPr dirty="0"/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FR" dirty="0"/>
              <a:t>zied@openclassrooms.fr</a:t>
            </a:r>
            <a:endParaRPr dirty="0"/>
          </a:p>
        </p:txBody>
      </p:sp>
      <p:cxnSp>
        <p:nvCxnSpPr>
          <p:cNvPr id="1272" name="Google Shape;1272;p40"/>
          <p:cNvCxnSpPr/>
          <p:nvPr/>
        </p:nvCxnSpPr>
        <p:spPr>
          <a:xfrm>
            <a:off x="1964375" y="1474246"/>
            <a:ext cx="52152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73" name="Google Shape;1273;p40"/>
          <p:cNvGrpSpPr/>
          <p:nvPr/>
        </p:nvGrpSpPr>
        <p:grpSpPr>
          <a:xfrm>
            <a:off x="794147" y="2517466"/>
            <a:ext cx="933806" cy="1011808"/>
            <a:chOff x="2761250" y="617875"/>
            <a:chExt cx="1222900" cy="1325050"/>
          </a:xfrm>
        </p:grpSpPr>
        <p:sp>
          <p:nvSpPr>
            <p:cNvPr id="1274" name="Google Shape;1274;p40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40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40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40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40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40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40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1" name="Google Shape;1281;p40"/>
          <p:cNvGrpSpPr/>
          <p:nvPr/>
        </p:nvGrpSpPr>
        <p:grpSpPr>
          <a:xfrm rot="1790177">
            <a:off x="7487896" y="218959"/>
            <a:ext cx="570727" cy="822868"/>
            <a:chOff x="1705850" y="434250"/>
            <a:chExt cx="978800" cy="1411225"/>
          </a:xfrm>
        </p:grpSpPr>
        <p:sp>
          <p:nvSpPr>
            <p:cNvPr id="1282" name="Google Shape;1282;p40"/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40"/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40"/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40"/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40"/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40"/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40"/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9" name="Google Shape;1289;p40"/>
          <p:cNvGrpSpPr/>
          <p:nvPr/>
        </p:nvGrpSpPr>
        <p:grpSpPr>
          <a:xfrm rot="-1190571">
            <a:off x="8142145" y="1420441"/>
            <a:ext cx="584837" cy="513459"/>
            <a:chOff x="2665925" y="2466150"/>
            <a:chExt cx="627625" cy="551025"/>
          </a:xfrm>
        </p:grpSpPr>
        <p:sp>
          <p:nvSpPr>
            <p:cNvPr id="1290" name="Google Shape;1290;p40"/>
            <p:cNvSpPr/>
            <p:nvPr/>
          </p:nvSpPr>
          <p:spPr>
            <a:xfrm>
              <a:off x="2700675" y="2466150"/>
              <a:ext cx="592875" cy="549500"/>
            </a:xfrm>
            <a:custGeom>
              <a:avLst/>
              <a:gdLst/>
              <a:ahLst/>
              <a:cxnLst/>
              <a:rect l="l" t="t" r="r" b="b"/>
              <a:pathLst>
                <a:path w="23715" h="21980" extrusionOk="0">
                  <a:moveTo>
                    <a:pt x="6323" y="0"/>
                  </a:moveTo>
                  <a:cubicBezTo>
                    <a:pt x="5320" y="0"/>
                    <a:pt x="4347" y="220"/>
                    <a:pt x="3434" y="722"/>
                  </a:cubicBezTo>
                  <a:cubicBezTo>
                    <a:pt x="52" y="2578"/>
                    <a:pt x="1" y="6111"/>
                    <a:pt x="1" y="6111"/>
                  </a:cubicBezTo>
                  <a:cubicBezTo>
                    <a:pt x="1" y="6111"/>
                    <a:pt x="1555" y="3520"/>
                    <a:pt x="4741" y="3520"/>
                  </a:cubicBezTo>
                  <a:cubicBezTo>
                    <a:pt x="7746" y="3520"/>
                    <a:pt x="12205" y="5827"/>
                    <a:pt x="18179" y="14795"/>
                  </a:cubicBezTo>
                  <a:cubicBezTo>
                    <a:pt x="22322" y="21011"/>
                    <a:pt x="16293" y="21867"/>
                    <a:pt x="16293" y="21867"/>
                  </a:cubicBezTo>
                  <a:cubicBezTo>
                    <a:pt x="16293" y="21867"/>
                    <a:pt x="16625" y="21980"/>
                    <a:pt x="17147" y="21980"/>
                  </a:cubicBezTo>
                  <a:cubicBezTo>
                    <a:pt x="18141" y="21980"/>
                    <a:pt x="19823" y="21572"/>
                    <a:pt x="21209" y="19201"/>
                  </a:cubicBezTo>
                  <a:cubicBezTo>
                    <a:pt x="22213" y="17480"/>
                    <a:pt x="23714" y="15162"/>
                    <a:pt x="20548" y="10050"/>
                  </a:cubicBezTo>
                  <a:cubicBezTo>
                    <a:pt x="18795" y="7221"/>
                    <a:pt x="12072" y="0"/>
                    <a:pt x="6323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40"/>
            <p:cNvSpPr/>
            <p:nvPr/>
          </p:nvSpPr>
          <p:spPr>
            <a:xfrm>
              <a:off x="2700275" y="2537525"/>
              <a:ext cx="507325" cy="479550"/>
            </a:xfrm>
            <a:custGeom>
              <a:avLst/>
              <a:gdLst/>
              <a:ahLst/>
              <a:cxnLst/>
              <a:rect l="l" t="t" r="r" b="b"/>
              <a:pathLst>
                <a:path w="20293" h="19182" extrusionOk="0">
                  <a:moveTo>
                    <a:pt x="3446" y="0"/>
                  </a:moveTo>
                  <a:cubicBezTo>
                    <a:pt x="3175" y="0"/>
                    <a:pt x="2902" y="23"/>
                    <a:pt x="2633" y="67"/>
                  </a:cubicBezTo>
                  <a:cubicBezTo>
                    <a:pt x="1859" y="197"/>
                    <a:pt x="1241" y="508"/>
                    <a:pt x="793" y="995"/>
                  </a:cubicBezTo>
                  <a:cubicBezTo>
                    <a:pt x="264" y="1570"/>
                    <a:pt x="1" y="2353"/>
                    <a:pt x="8" y="3325"/>
                  </a:cubicBezTo>
                  <a:cubicBezTo>
                    <a:pt x="12" y="4263"/>
                    <a:pt x="269" y="5339"/>
                    <a:pt x="770" y="6519"/>
                  </a:cubicBezTo>
                  <a:cubicBezTo>
                    <a:pt x="1799" y="8945"/>
                    <a:pt x="3741" y="11545"/>
                    <a:pt x="6242" y="13843"/>
                  </a:cubicBezTo>
                  <a:cubicBezTo>
                    <a:pt x="6535" y="14113"/>
                    <a:pt x="6812" y="14355"/>
                    <a:pt x="7085" y="14586"/>
                  </a:cubicBezTo>
                  <a:cubicBezTo>
                    <a:pt x="8876" y="16108"/>
                    <a:pt x="10793" y="17338"/>
                    <a:pt x="12629" y="18147"/>
                  </a:cubicBezTo>
                  <a:cubicBezTo>
                    <a:pt x="13116" y="18361"/>
                    <a:pt x="13614" y="18551"/>
                    <a:pt x="14122" y="18712"/>
                  </a:cubicBezTo>
                  <a:cubicBezTo>
                    <a:pt x="15032" y="19001"/>
                    <a:pt x="15877" y="19158"/>
                    <a:pt x="16630" y="19179"/>
                  </a:cubicBezTo>
                  <a:cubicBezTo>
                    <a:pt x="16688" y="19181"/>
                    <a:pt x="16745" y="19181"/>
                    <a:pt x="16803" y="19181"/>
                  </a:cubicBezTo>
                  <a:cubicBezTo>
                    <a:pt x="17985" y="19181"/>
                    <a:pt x="18893" y="18846"/>
                    <a:pt x="19500" y="18186"/>
                  </a:cubicBezTo>
                  <a:cubicBezTo>
                    <a:pt x="20026" y="17613"/>
                    <a:pt x="20292" y="16828"/>
                    <a:pt x="20285" y="15856"/>
                  </a:cubicBezTo>
                  <a:cubicBezTo>
                    <a:pt x="20280" y="14919"/>
                    <a:pt x="20024" y="13845"/>
                    <a:pt x="19523" y="12665"/>
                  </a:cubicBezTo>
                  <a:cubicBezTo>
                    <a:pt x="18493" y="10238"/>
                    <a:pt x="16551" y="7636"/>
                    <a:pt x="14053" y="5341"/>
                  </a:cubicBezTo>
                  <a:cubicBezTo>
                    <a:pt x="13342" y="4688"/>
                    <a:pt x="12599" y="4071"/>
                    <a:pt x="11825" y="3498"/>
                  </a:cubicBezTo>
                  <a:cubicBezTo>
                    <a:pt x="10894" y="2801"/>
                    <a:pt x="9911" y="2178"/>
                    <a:pt x="8886" y="1630"/>
                  </a:cubicBezTo>
                  <a:cubicBezTo>
                    <a:pt x="8364" y="1353"/>
                    <a:pt x="7847" y="1106"/>
                    <a:pt x="7343" y="898"/>
                  </a:cubicBezTo>
                  <a:cubicBezTo>
                    <a:pt x="5928" y="310"/>
                    <a:pt x="4593" y="0"/>
                    <a:pt x="3485" y="0"/>
                  </a:cubicBezTo>
                  <a:cubicBezTo>
                    <a:pt x="3472" y="0"/>
                    <a:pt x="3459" y="0"/>
                    <a:pt x="3446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40"/>
            <p:cNvSpPr/>
            <p:nvPr/>
          </p:nvSpPr>
          <p:spPr>
            <a:xfrm>
              <a:off x="2665925" y="2537350"/>
              <a:ext cx="575950" cy="479825"/>
            </a:xfrm>
            <a:custGeom>
              <a:avLst/>
              <a:gdLst/>
              <a:ahLst/>
              <a:cxnLst/>
              <a:rect l="l" t="t" r="r" b="b"/>
              <a:pathLst>
                <a:path w="23038" h="19193" extrusionOk="0">
                  <a:moveTo>
                    <a:pt x="4859" y="0"/>
                  </a:moveTo>
                  <a:cubicBezTo>
                    <a:pt x="4859" y="0"/>
                    <a:pt x="4860" y="0"/>
                    <a:pt x="4860" y="0"/>
                  </a:cubicBezTo>
                  <a:lnTo>
                    <a:pt x="4860" y="0"/>
                  </a:lnTo>
                  <a:cubicBezTo>
                    <a:pt x="4860" y="0"/>
                    <a:pt x="4861" y="0"/>
                    <a:pt x="4861" y="0"/>
                  </a:cubicBezTo>
                  <a:close/>
                  <a:moveTo>
                    <a:pt x="4861" y="12"/>
                  </a:moveTo>
                  <a:cubicBezTo>
                    <a:pt x="5967" y="12"/>
                    <a:pt x="7302" y="324"/>
                    <a:pt x="8717" y="910"/>
                  </a:cubicBezTo>
                  <a:cubicBezTo>
                    <a:pt x="9218" y="1118"/>
                    <a:pt x="9738" y="1365"/>
                    <a:pt x="10260" y="1642"/>
                  </a:cubicBezTo>
                  <a:cubicBezTo>
                    <a:pt x="11285" y="2189"/>
                    <a:pt x="12266" y="2813"/>
                    <a:pt x="13197" y="3508"/>
                  </a:cubicBezTo>
                  <a:cubicBezTo>
                    <a:pt x="13970" y="4083"/>
                    <a:pt x="14714" y="4697"/>
                    <a:pt x="15423" y="5350"/>
                  </a:cubicBezTo>
                  <a:cubicBezTo>
                    <a:pt x="16686" y="6509"/>
                    <a:pt x="17808" y="7749"/>
                    <a:pt x="18757" y="9028"/>
                  </a:cubicBezTo>
                  <a:cubicBezTo>
                    <a:pt x="19673" y="10266"/>
                    <a:pt x="20391" y="11492"/>
                    <a:pt x="20893" y="12672"/>
                  </a:cubicBezTo>
                  <a:cubicBezTo>
                    <a:pt x="21394" y="13852"/>
                    <a:pt x="21648" y="14926"/>
                    <a:pt x="21654" y="15863"/>
                  </a:cubicBezTo>
                  <a:cubicBezTo>
                    <a:pt x="21661" y="16833"/>
                    <a:pt x="21396" y="17616"/>
                    <a:pt x="20872" y="18188"/>
                  </a:cubicBezTo>
                  <a:cubicBezTo>
                    <a:pt x="20567" y="18518"/>
                    <a:pt x="20179" y="18770"/>
                    <a:pt x="19720" y="18939"/>
                  </a:cubicBezTo>
                  <a:cubicBezTo>
                    <a:pt x="19274" y="19100"/>
                    <a:pt x="18754" y="19183"/>
                    <a:pt x="18179" y="19183"/>
                  </a:cubicBezTo>
                  <a:cubicBezTo>
                    <a:pt x="18122" y="19183"/>
                    <a:pt x="18064" y="19183"/>
                    <a:pt x="18006" y="19181"/>
                  </a:cubicBezTo>
                  <a:cubicBezTo>
                    <a:pt x="17251" y="19158"/>
                    <a:pt x="16408" y="19001"/>
                    <a:pt x="15499" y="18715"/>
                  </a:cubicBezTo>
                  <a:cubicBezTo>
                    <a:pt x="14991" y="18553"/>
                    <a:pt x="14492" y="18364"/>
                    <a:pt x="14005" y="18147"/>
                  </a:cubicBezTo>
                  <a:cubicBezTo>
                    <a:pt x="12169" y="17339"/>
                    <a:pt x="10253" y="16110"/>
                    <a:pt x="8463" y="14589"/>
                  </a:cubicBezTo>
                  <a:lnTo>
                    <a:pt x="8461" y="14589"/>
                  </a:lnTo>
                  <a:cubicBezTo>
                    <a:pt x="8189" y="14358"/>
                    <a:pt x="7914" y="14115"/>
                    <a:pt x="7621" y="13845"/>
                  </a:cubicBezTo>
                  <a:cubicBezTo>
                    <a:pt x="6357" y="12684"/>
                    <a:pt x="5235" y="11446"/>
                    <a:pt x="4284" y="10165"/>
                  </a:cubicBezTo>
                  <a:cubicBezTo>
                    <a:pt x="3367" y="8927"/>
                    <a:pt x="2649" y="7701"/>
                    <a:pt x="2148" y="6521"/>
                  </a:cubicBezTo>
                  <a:cubicBezTo>
                    <a:pt x="1649" y="5341"/>
                    <a:pt x="1393" y="4270"/>
                    <a:pt x="1386" y="3330"/>
                  </a:cubicBezTo>
                  <a:cubicBezTo>
                    <a:pt x="1382" y="2360"/>
                    <a:pt x="1645" y="1577"/>
                    <a:pt x="2171" y="1007"/>
                  </a:cubicBezTo>
                  <a:cubicBezTo>
                    <a:pt x="2617" y="520"/>
                    <a:pt x="3238" y="208"/>
                    <a:pt x="4009" y="79"/>
                  </a:cubicBezTo>
                  <a:cubicBezTo>
                    <a:pt x="4291" y="33"/>
                    <a:pt x="4575" y="12"/>
                    <a:pt x="4861" y="12"/>
                  </a:cubicBezTo>
                  <a:close/>
                  <a:moveTo>
                    <a:pt x="4860" y="0"/>
                  </a:moveTo>
                  <a:cubicBezTo>
                    <a:pt x="4574" y="0"/>
                    <a:pt x="4288" y="21"/>
                    <a:pt x="4007" y="67"/>
                  </a:cubicBezTo>
                  <a:cubicBezTo>
                    <a:pt x="3252" y="194"/>
                    <a:pt x="2622" y="499"/>
                    <a:pt x="2160" y="998"/>
                  </a:cubicBezTo>
                  <a:cubicBezTo>
                    <a:pt x="1" y="3348"/>
                    <a:pt x="2441" y="9102"/>
                    <a:pt x="7611" y="13852"/>
                  </a:cubicBezTo>
                  <a:cubicBezTo>
                    <a:pt x="7891" y="14111"/>
                    <a:pt x="8170" y="14358"/>
                    <a:pt x="8454" y="14595"/>
                  </a:cubicBezTo>
                  <a:lnTo>
                    <a:pt x="8456" y="14595"/>
                  </a:lnTo>
                  <a:cubicBezTo>
                    <a:pt x="10304" y="16166"/>
                    <a:pt x="12220" y="17371"/>
                    <a:pt x="14000" y="18156"/>
                  </a:cubicBezTo>
                  <a:cubicBezTo>
                    <a:pt x="14487" y="18371"/>
                    <a:pt x="14986" y="18560"/>
                    <a:pt x="15494" y="18724"/>
                  </a:cubicBezTo>
                  <a:cubicBezTo>
                    <a:pt x="16397" y="19008"/>
                    <a:pt x="17244" y="19167"/>
                    <a:pt x="18004" y="19190"/>
                  </a:cubicBezTo>
                  <a:cubicBezTo>
                    <a:pt x="18062" y="19190"/>
                    <a:pt x="18119" y="19193"/>
                    <a:pt x="18177" y="19193"/>
                  </a:cubicBezTo>
                  <a:cubicBezTo>
                    <a:pt x="19320" y="19193"/>
                    <a:pt x="20255" y="18872"/>
                    <a:pt x="20879" y="18193"/>
                  </a:cubicBezTo>
                  <a:cubicBezTo>
                    <a:pt x="23038" y="15845"/>
                    <a:pt x="20597" y="10088"/>
                    <a:pt x="15429" y="5341"/>
                  </a:cubicBezTo>
                  <a:cubicBezTo>
                    <a:pt x="14721" y="4688"/>
                    <a:pt x="13977" y="4073"/>
                    <a:pt x="13201" y="3498"/>
                  </a:cubicBezTo>
                  <a:cubicBezTo>
                    <a:pt x="12271" y="2801"/>
                    <a:pt x="11287" y="2178"/>
                    <a:pt x="10262" y="1630"/>
                  </a:cubicBezTo>
                  <a:cubicBezTo>
                    <a:pt x="9738" y="1351"/>
                    <a:pt x="9223" y="1106"/>
                    <a:pt x="8717" y="899"/>
                  </a:cubicBezTo>
                  <a:cubicBezTo>
                    <a:pt x="7305" y="312"/>
                    <a:pt x="5982" y="1"/>
                    <a:pt x="4860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40"/>
            <p:cNvSpPr/>
            <p:nvPr/>
          </p:nvSpPr>
          <p:spPr>
            <a:xfrm>
              <a:off x="2747900" y="2609975"/>
              <a:ext cx="408725" cy="340475"/>
            </a:xfrm>
            <a:custGeom>
              <a:avLst/>
              <a:gdLst/>
              <a:ahLst/>
              <a:cxnLst/>
              <a:rect l="l" t="t" r="r" b="b"/>
              <a:pathLst>
                <a:path w="16349" h="13619" extrusionOk="0">
                  <a:moveTo>
                    <a:pt x="3097" y="0"/>
                  </a:moveTo>
                  <a:cubicBezTo>
                    <a:pt x="2363" y="0"/>
                    <a:pt x="1799" y="206"/>
                    <a:pt x="1428" y="610"/>
                  </a:cubicBezTo>
                  <a:cubicBezTo>
                    <a:pt x="1" y="2164"/>
                    <a:pt x="1866" y="6207"/>
                    <a:pt x="5586" y="9624"/>
                  </a:cubicBezTo>
                  <a:cubicBezTo>
                    <a:pt x="8228" y="12051"/>
                    <a:pt x="11236" y="13618"/>
                    <a:pt x="13252" y="13618"/>
                  </a:cubicBezTo>
                  <a:cubicBezTo>
                    <a:pt x="13986" y="13618"/>
                    <a:pt x="14547" y="13413"/>
                    <a:pt x="14921" y="13007"/>
                  </a:cubicBezTo>
                  <a:cubicBezTo>
                    <a:pt x="16348" y="11455"/>
                    <a:pt x="14483" y="7410"/>
                    <a:pt x="10760" y="3992"/>
                  </a:cubicBezTo>
                  <a:cubicBezTo>
                    <a:pt x="8121" y="1568"/>
                    <a:pt x="5113" y="0"/>
                    <a:pt x="3097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40"/>
            <p:cNvSpPr/>
            <p:nvPr/>
          </p:nvSpPr>
          <p:spPr>
            <a:xfrm>
              <a:off x="2747675" y="2609800"/>
              <a:ext cx="409125" cy="340775"/>
            </a:xfrm>
            <a:custGeom>
              <a:avLst/>
              <a:gdLst/>
              <a:ahLst/>
              <a:cxnLst/>
              <a:rect l="l" t="t" r="r" b="b"/>
              <a:pathLst>
                <a:path w="16365" h="13631" extrusionOk="0">
                  <a:moveTo>
                    <a:pt x="3106" y="12"/>
                  </a:moveTo>
                  <a:cubicBezTo>
                    <a:pt x="4080" y="12"/>
                    <a:pt x="5304" y="376"/>
                    <a:pt x="6646" y="1067"/>
                  </a:cubicBezTo>
                  <a:cubicBezTo>
                    <a:pt x="8019" y="1776"/>
                    <a:pt x="9444" y="2792"/>
                    <a:pt x="10767" y="4004"/>
                  </a:cubicBezTo>
                  <a:cubicBezTo>
                    <a:pt x="12568" y="5659"/>
                    <a:pt x="13993" y="7509"/>
                    <a:pt x="14778" y="9213"/>
                  </a:cubicBezTo>
                  <a:cubicBezTo>
                    <a:pt x="15159" y="10040"/>
                    <a:pt x="15369" y="10788"/>
                    <a:pt x="15401" y="11434"/>
                  </a:cubicBezTo>
                  <a:cubicBezTo>
                    <a:pt x="15434" y="12102"/>
                    <a:pt x="15272" y="12633"/>
                    <a:pt x="14926" y="13011"/>
                  </a:cubicBezTo>
                  <a:cubicBezTo>
                    <a:pt x="14554" y="13415"/>
                    <a:pt x="13993" y="13621"/>
                    <a:pt x="13261" y="13621"/>
                  </a:cubicBezTo>
                  <a:cubicBezTo>
                    <a:pt x="12286" y="13621"/>
                    <a:pt x="11063" y="13256"/>
                    <a:pt x="9721" y="12566"/>
                  </a:cubicBezTo>
                  <a:cubicBezTo>
                    <a:pt x="8345" y="11857"/>
                    <a:pt x="6923" y="10843"/>
                    <a:pt x="5600" y="9629"/>
                  </a:cubicBezTo>
                  <a:cubicBezTo>
                    <a:pt x="3799" y="7973"/>
                    <a:pt x="2374" y="6124"/>
                    <a:pt x="1589" y="4420"/>
                  </a:cubicBezTo>
                  <a:cubicBezTo>
                    <a:pt x="1206" y="3593"/>
                    <a:pt x="998" y="2845"/>
                    <a:pt x="966" y="2198"/>
                  </a:cubicBezTo>
                  <a:cubicBezTo>
                    <a:pt x="933" y="1531"/>
                    <a:pt x="1093" y="1000"/>
                    <a:pt x="1441" y="621"/>
                  </a:cubicBezTo>
                  <a:cubicBezTo>
                    <a:pt x="1813" y="217"/>
                    <a:pt x="2372" y="12"/>
                    <a:pt x="3106" y="12"/>
                  </a:cubicBezTo>
                  <a:close/>
                  <a:moveTo>
                    <a:pt x="3106" y="0"/>
                  </a:moveTo>
                  <a:cubicBezTo>
                    <a:pt x="2392" y="0"/>
                    <a:pt x="1815" y="196"/>
                    <a:pt x="1432" y="614"/>
                  </a:cubicBezTo>
                  <a:cubicBezTo>
                    <a:pt x="0" y="2173"/>
                    <a:pt x="1864" y="6211"/>
                    <a:pt x="5590" y="9636"/>
                  </a:cubicBezTo>
                  <a:cubicBezTo>
                    <a:pt x="8324" y="12148"/>
                    <a:pt x="11301" y="13630"/>
                    <a:pt x="13259" y="13630"/>
                  </a:cubicBezTo>
                  <a:cubicBezTo>
                    <a:pt x="13972" y="13630"/>
                    <a:pt x="14552" y="13434"/>
                    <a:pt x="14933" y="13018"/>
                  </a:cubicBezTo>
                  <a:cubicBezTo>
                    <a:pt x="16364" y="11460"/>
                    <a:pt x="14503" y="7421"/>
                    <a:pt x="10774" y="3995"/>
                  </a:cubicBezTo>
                  <a:cubicBezTo>
                    <a:pt x="8040" y="1485"/>
                    <a:pt x="5064" y="0"/>
                    <a:pt x="3106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40"/>
            <p:cNvSpPr/>
            <p:nvPr/>
          </p:nvSpPr>
          <p:spPr>
            <a:xfrm>
              <a:off x="2716275" y="2553225"/>
              <a:ext cx="450800" cy="428675"/>
            </a:xfrm>
            <a:custGeom>
              <a:avLst/>
              <a:gdLst/>
              <a:ahLst/>
              <a:cxnLst/>
              <a:rect l="l" t="t" r="r" b="b"/>
              <a:pathLst>
                <a:path w="18032" h="17147" fill="none" extrusionOk="0">
                  <a:moveTo>
                    <a:pt x="12665" y="5530"/>
                  </a:moveTo>
                  <a:cubicBezTo>
                    <a:pt x="14711" y="7410"/>
                    <a:pt x="16336" y="9578"/>
                    <a:pt x="17184" y="11557"/>
                  </a:cubicBezTo>
                  <a:cubicBezTo>
                    <a:pt x="18031" y="13538"/>
                    <a:pt x="18031" y="15168"/>
                    <a:pt x="17184" y="16087"/>
                  </a:cubicBezTo>
                  <a:cubicBezTo>
                    <a:pt x="16339" y="17008"/>
                    <a:pt x="14713" y="17147"/>
                    <a:pt x="12670" y="16468"/>
                  </a:cubicBezTo>
                  <a:cubicBezTo>
                    <a:pt x="10626" y="15791"/>
                    <a:pt x="8329" y="14355"/>
                    <a:pt x="6283" y="12476"/>
                  </a:cubicBezTo>
                  <a:cubicBezTo>
                    <a:pt x="2025" y="8562"/>
                    <a:pt x="0" y="3836"/>
                    <a:pt x="1764" y="1917"/>
                  </a:cubicBezTo>
                  <a:cubicBezTo>
                    <a:pt x="3526" y="0"/>
                    <a:pt x="8407" y="1617"/>
                    <a:pt x="12665" y="553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40"/>
            <p:cNvSpPr/>
            <p:nvPr/>
          </p:nvSpPr>
          <p:spPr>
            <a:xfrm>
              <a:off x="2766075" y="2537900"/>
              <a:ext cx="249925" cy="453525"/>
            </a:xfrm>
            <a:custGeom>
              <a:avLst/>
              <a:gdLst/>
              <a:ahLst/>
              <a:cxnLst/>
              <a:rect l="l" t="t" r="r" b="b"/>
              <a:pathLst>
                <a:path w="9997" h="18141" extrusionOk="0">
                  <a:moveTo>
                    <a:pt x="859" y="0"/>
                  </a:moveTo>
                  <a:cubicBezTo>
                    <a:pt x="568" y="0"/>
                    <a:pt x="282" y="17"/>
                    <a:pt x="1" y="50"/>
                  </a:cubicBezTo>
                  <a:lnTo>
                    <a:pt x="587" y="1966"/>
                  </a:lnTo>
                  <a:lnTo>
                    <a:pt x="980" y="3248"/>
                  </a:lnTo>
                  <a:lnTo>
                    <a:pt x="3349" y="10985"/>
                  </a:lnTo>
                  <a:lnTo>
                    <a:pt x="3871" y="12685"/>
                  </a:lnTo>
                  <a:lnTo>
                    <a:pt x="4448" y="14576"/>
                  </a:lnTo>
                  <a:lnTo>
                    <a:pt x="4450" y="14576"/>
                  </a:lnTo>
                  <a:cubicBezTo>
                    <a:pt x="6298" y="16146"/>
                    <a:pt x="8216" y="17351"/>
                    <a:pt x="9997" y="18141"/>
                  </a:cubicBezTo>
                  <a:lnTo>
                    <a:pt x="9535" y="16635"/>
                  </a:lnTo>
                  <a:lnTo>
                    <a:pt x="9209" y="15566"/>
                  </a:lnTo>
                  <a:lnTo>
                    <a:pt x="7771" y="10868"/>
                  </a:lnTo>
                  <a:lnTo>
                    <a:pt x="7741" y="10777"/>
                  </a:lnTo>
                  <a:lnTo>
                    <a:pt x="7487" y="9937"/>
                  </a:lnTo>
                  <a:lnTo>
                    <a:pt x="7484" y="9935"/>
                  </a:lnTo>
                  <a:lnTo>
                    <a:pt x="6847" y="7857"/>
                  </a:lnTo>
                  <a:lnTo>
                    <a:pt x="5600" y="3781"/>
                  </a:lnTo>
                  <a:lnTo>
                    <a:pt x="5208" y="2497"/>
                  </a:lnTo>
                  <a:lnTo>
                    <a:pt x="4714" y="881"/>
                  </a:lnTo>
                  <a:cubicBezTo>
                    <a:pt x="3342" y="284"/>
                    <a:pt x="2059" y="0"/>
                    <a:pt x="859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40"/>
            <p:cNvSpPr/>
            <p:nvPr/>
          </p:nvSpPr>
          <p:spPr>
            <a:xfrm>
              <a:off x="2922450" y="2578150"/>
              <a:ext cx="193575" cy="439025"/>
            </a:xfrm>
            <a:custGeom>
              <a:avLst/>
              <a:gdLst/>
              <a:ahLst/>
              <a:cxnLst/>
              <a:rect l="l" t="t" r="r" b="b"/>
              <a:pathLst>
                <a:path w="7743" h="17561" extrusionOk="0">
                  <a:moveTo>
                    <a:pt x="1" y="1"/>
                  </a:moveTo>
                  <a:lnTo>
                    <a:pt x="509" y="1652"/>
                  </a:lnTo>
                  <a:lnTo>
                    <a:pt x="941" y="3063"/>
                  </a:lnTo>
                  <a:lnTo>
                    <a:pt x="2479" y="8085"/>
                  </a:lnTo>
                  <a:lnTo>
                    <a:pt x="2804" y="9151"/>
                  </a:lnTo>
                  <a:lnTo>
                    <a:pt x="2929" y="9555"/>
                  </a:lnTo>
                  <a:lnTo>
                    <a:pt x="2931" y="9558"/>
                  </a:lnTo>
                  <a:lnTo>
                    <a:pt x="3095" y="10098"/>
                  </a:lnTo>
                  <a:lnTo>
                    <a:pt x="4467" y="14575"/>
                  </a:lnTo>
                  <a:lnTo>
                    <a:pt x="4769" y="15573"/>
                  </a:lnTo>
                  <a:lnTo>
                    <a:pt x="5235" y="17094"/>
                  </a:lnTo>
                  <a:cubicBezTo>
                    <a:pt x="6136" y="17378"/>
                    <a:pt x="6983" y="17538"/>
                    <a:pt x="7743" y="17561"/>
                  </a:cubicBezTo>
                  <a:lnTo>
                    <a:pt x="7226" y="15868"/>
                  </a:lnTo>
                  <a:lnTo>
                    <a:pt x="6912" y="14836"/>
                  </a:lnTo>
                  <a:lnTo>
                    <a:pt x="4058" y="5519"/>
                  </a:lnTo>
                  <a:lnTo>
                    <a:pt x="3513" y="3737"/>
                  </a:lnTo>
                  <a:lnTo>
                    <a:pt x="2940" y="1866"/>
                  </a:lnTo>
                  <a:lnTo>
                    <a:pt x="1767" y="107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8" name="Google Shape;1298;p40"/>
          <p:cNvGrpSpPr/>
          <p:nvPr/>
        </p:nvGrpSpPr>
        <p:grpSpPr>
          <a:xfrm rot="-1938993">
            <a:off x="8000772" y="4218764"/>
            <a:ext cx="536793" cy="385827"/>
            <a:chOff x="3958725" y="4285850"/>
            <a:chExt cx="926000" cy="665575"/>
          </a:xfrm>
        </p:grpSpPr>
        <p:sp>
          <p:nvSpPr>
            <p:cNvPr id="1299" name="Google Shape;1299;p40"/>
            <p:cNvSpPr/>
            <p:nvPr/>
          </p:nvSpPr>
          <p:spPr>
            <a:xfrm>
              <a:off x="3958725" y="4286250"/>
              <a:ext cx="926000" cy="665175"/>
            </a:xfrm>
            <a:custGeom>
              <a:avLst/>
              <a:gdLst/>
              <a:ahLst/>
              <a:cxnLst/>
              <a:rect l="l" t="t" r="r" b="b"/>
              <a:pathLst>
                <a:path w="37040" h="26607" extrusionOk="0">
                  <a:moveTo>
                    <a:pt x="32631" y="0"/>
                  </a:moveTo>
                  <a:cubicBezTo>
                    <a:pt x="32452" y="0"/>
                    <a:pt x="32270" y="51"/>
                    <a:pt x="32109" y="159"/>
                  </a:cubicBezTo>
                  <a:lnTo>
                    <a:pt x="626" y="19435"/>
                  </a:lnTo>
                  <a:cubicBezTo>
                    <a:pt x="149" y="19705"/>
                    <a:pt x="1" y="20324"/>
                    <a:pt x="306" y="20781"/>
                  </a:cubicBezTo>
                  <a:lnTo>
                    <a:pt x="3557" y="26142"/>
                  </a:lnTo>
                  <a:cubicBezTo>
                    <a:pt x="3746" y="26441"/>
                    <a:pt x="4071" y="26607"/>
                    <a:pt x="4403" y="26607"/>
                  </a:cubicBezTo>
                  <a:cubicBezTo>
                    <a:pt x="4576" y="26607"/>
                    <a:pt x="4751" y="26562"/>
                    <a:pt x="4910" y="26468"/>
                  </a:cubicBezTo>
                  <a:lnTo>
                    <a:pt x="36349" y="7169"/>
                  </a:lnTo>
                  <a:cubicBezTo>
                    <a:pt x="36870" y="6913"/>
                    <a:pt x="37039" y="6253"/>
                    <a:pt x="36704" y="5777"/>
                  </a:cubicBezTo>
                  <a:lnTo>
                    <a:pt x="33456" y="480"/>
                  </a:lnTo>
                  <a:cubicBezTo>
                    <a:pt x="33281" y="171"/>
                    <a:pt x="32960" y="0"/>
                    <a:pt x="32631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40"/>
            <p:cNvSpPr/>
            <p:nvPr/>
          </p:nvSpPr>
          <p:spPr>
            <a:xfrm>
              <a:off x="4691775" y="4285850"/>
              <a:ext cx="192950" cy="223000"/>
            </a:xfrm>
            <a:custGeom>
              <a:avLst/>
              <a:gdLst/>
              <a:ahLst/>
              <a:cxnLst/>
              <a:rect l="l" t="t" r="r" b="b"/>
              <a:pathLst>
                <a:path w="7718" h="8920" extrusionOk="0">
                  <a:moveTo>
                    <a:pt x="3300" y="1"/>
                  </a:moveTo>
                  <a:cubicBezTo>
                    <a:pt x="3131" y="1"/>
                    <a:pt x="2959" y="47"/>
                    <a:pt x="2804" y="143"/>
                  </a:cubicBezTo>
                  <a:lnTo>
                    <a:pt x="0" y="1872"/>
                  </a:lnTo>
                  <a:lnTo>
                    <a:pt x="4230" y="8919"/>
                  </a:lnTo>
                  <a:lnTo>
                    <a:pt x="7027" y="7185"/>
                  </a:lnTo>
                  <a:cubicBezTo>
                    <a:pt x="7548" y="6929"/>
                    <a:pt x="7717" y="6269"/>
                    <a:pt x="7382" y="5793"/>
                  </a:cubicBezTo>
                  <a:lnTo>
                    <a:pt x="4134" y="496"/>
                  </a:lnTo>
                  <a:cubicBezTo>
                    <a:pt x="3962" y="179"/>
                    <a:pt x="3636" y="1"/>
                    <a:pt x="330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40"/>
            <p:cNvSpPr/>
            <p:nvPr/>
          </p:nvSpPr>
          <p:spPr>
            <a:xfrm>
              <a:off x="4538575" y="4330500"/>
              <a:ext cx="263475" cy="270350"/>
            </a:xfrm>
            <a:custGeom>
              <a:avLst/>
              <a:gdLst/>
              <a:ahLst/>
              <a:cxnLst/>
              <a:rect l="l" t="t" r="r" b="b"/>
              <a:pathLst>
                <a:path w="10539" h="10814" extrusionOk="0">
                  <a:moveTo>
                    <a:pt x="6269" y="1"/>
                  </a:moveTo>
                  <a:lnTo>
                    <a:pt x="0" y="3841"/>
                  </a:lnTo>
                  <a:lnTo>
                    <a:pt x="4272" y="10814"/>
                  </a:lnTo>
                  <a:lnTo>
                    <a:pt x="10539" y="6972"/>
                  </a:lnTo>
                  <a:lnTo>
                    <a:pt x="6269" y="1"/>
                  </a:ln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40"/>
            <p:cNvSpPr/>
            <p:nvPr/>
          </p:nvSpPr>
          <p:spPr>
            <a:xfrm>
              <a:off x="4319625" y="4512575"/>
              <a:ext cx="85175" cy="283575"/>
            </a:xfrm>
            <a:custGeom>
              <a:avLst/>
              <a:gdLst/>
              <a:ahLst/>
              <a:cxnLst/>
              <a:rect l="l" t="t" r="r" b="b"/>
              <a:pathLst>
                <a:path w="3407" h="11343" extrusionOk="0">
                  <a:moveTo>
                    <a:pt x="3138" y="0"/>
                  </a:moveTo>
                  <a:lnTo>
                    <a:pt x="0" y="1919"/>
                  </a:lnTo>
                  <a:lnTo>
                    <a:pt x="162" y="7389"/>
                  </a:lnTo>
                  <a:lnTo>
                    <a:pt x="278" y="11342"/>
                  </a:lnTo>
                  <a:lnTo>
                    <a:pt x="3406" y="9419"/>
                  </a:lnTo>
                  <a:lnTo>
                    <a:pt x="3325" y="6339"/>
                  </a:lnTo>
                  <a:lnTo>
                    <a:pt x="3138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40"/>
            <p:cNvSpPr/>
            <p:nvPr/>
          </p:nvSpPr>
          <p:spPr>
            <a:xfrm>
              <a:off x="3978350" y="4721700"/>
              <a:ext cx="85125" cy="229075"/>
            </a:xfrm>
            <a:custGeom>
              <a:avLst/>
              <a:gdLst/>
              <a:ahLst/>
              <a:cxnLst/>
              <a:rect l="l" t="t" r="r" b="b"/>
              <a:pathLst>
                <a:path w="3405" h="9163" extrusionOk="0">
                  <a:moveTo>
                    <a:pt x="3139" y="1"/>
                  </a:moveTo>
                  <a:lnTo>
                    <a:pt x="1" y="1920"/>
                  </a:lnTo>
                  <a:lnTo>
                    <a:pt x="72" y="4326"/>
                  </a:lnTo>
                  <a:lnTo>
                    <a:pt x="2762" y="8720"/>
                  </a:lnTo>
                  <a:cubicBezTo>
                    <a:pt x="2903" y="8953"/>
                    <a:pt x="3136" y="9114"/>
                    <a:pt x="3404" y="9163"/>
                  </a:cubicBezTo>
                  <a:lnTo>
                    <a:pt x="3323" y="6325"/>
                  </a:lnTo>
                  <a:lnTo>
                    <a:pt x="3139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40"/>
            <p:cNvSpPr/>
            <p:nvPr/>
          </p:nvSpPr>
          <p:spPr>
            <a:xfrm>
              <a:off x="4427750" y="4408782"/>
              <a:ext cx="147850" cy="321900"/>
            </a:xfrm>
            <a:custGeom>
              <a:avLst/>
              <a:gdLst/>
              <a:ahLst/>
              <a:cxnLst/>
              <a:rect l="l" t="t" r="r" b="b"/>
              <a:pathLst>
                <a:path w="5914" h="12876" extrusionOk="0">
                  <a:moveTo>
                    <a:pt x="5639" y="0"/>
                  </a:moveTo>
                  <a:lnTo>
                    <a:pt x="0" y="3457"/>
                  </a:lnTo>
                  <a:lnTo>
                    <a:pt x="69" y="6052"/>
                  </a:lnTo>
                  <a:lnTo>
                    <a:pt x="259" y="12571"/>
                  </a:lnTo>
                  <a:lnTo>
                    <a:pt x="270" y="12875"/>
                  </a:lnTo>
                  <a:lnTo>
                    <a:pt x="5913" y="9412"/>
                  </a:lnTo>
                  <a:lnTo>
                    <a:pt x="5909" y="9377"/>
                  </a:lnTo>
                  <a:lnTo>
                    <a:pt x="5722" y="2838"/>
                  </a:lnTo>
                  <a:lnTo>
                    <a:pt x="5639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5" name="Google Shape;1305;p40"/>
          <p:cNvGrpSpPr/>
          <p:nvPr/>
        </p:nvGrpSpPr>
        <p:grpSpPr>
          <a:xfrm rot="-1142849">
            <a:off x="721180" y="4132000"/>
            <a:ext cx="676095" cy="397557"/>
            <a:chOff x="3588600" y="2424575"/>
            <a:chExt cx="1002475" cy="589475"/>
          </a:xfrm>
        </p:grpSpPr>
        <p:sp>
          <p:nvSpPr>
            <p:cNvPr id="1306" name="Google Shape;1306;p40"/>
            <p:cNvSpPr/>
            <p:nvPr/>
          </p:nvSpPr>
          <p:spPr>
            <a:xfrm>
              <a:off x="3588600" y="2424575"/>
              <a:ext cx="1002475" cy="560325"/>
            </a:xfrm>
            <a:custGeom>
              <a:avLst/>
              <a:gdLst/>
              <a:ahLst/>
              <a:cxnLst/>
              <a:rect l="l" t="t" r="r" b="b"/>
              <a:pathLst>
                <a:path w="40099" h="22413" extrusionOk="0">
                  <a:moveTo>
                    <a:pt x="27641" y="1"/>
                  </a:moveTo>
                  <a:cubicBezTo>
                    <a:pt x="27012" y="1"/>
                    <a:pt x="26337" y="29"/>
                    <a:pt x="25612" y="87"/>
                  </a:cubicBezTo>
                  <a:cubicBezTo>
                    <a:pt x="20336" y="514"/>
                    <a:pt x="3522" y="5460"/>
                    <a:pt x="3792" y="14946"/>
                  </a:cubicBezTo>
                  <a:cubicBezTo>
                    <a:pt x="3942" y="20169"/>
                    <a:pt x="8167" y="22413"/>
                    <a:pt x="8167" y="22413"/>
                  </a:cubicBezTo>
                  <a:cubicBezTo>
                    <a:pt x="8167" y="22413"/>
                    <a:pt x="1" y="9286"/>
                    <a:pt x="29867" y="5871"/>
                  </a:cubicBezTo>
                  <a:cubicBezTo>
                    <a:pt x="30556" y="5793"/>
                    <a:pt x="31186" y="5756"/>
                    <a:pt x="31760" y="5756"/>
                  </a:cubicBezTo>
                  <a:cubicBezTo>
                    <a:pt x="39561" y="5756"/>
                    <a:pt x="37224" y="12517"/>
                    <a:pt x="37224" y="12517"/>
                  </a:cubicBezTo>
                  <a:cubicBezTo>
                    <a:pt x="37224" y="12517"/>
                    <a:pt x="40098" y="9727"/>
                    <a:pt x="37048" y="4948"/>
                  </a:cubicBezTo>
                  <a:cubicBezTo>
                    <a:pt x="35725" y="2876"/>
                    <a:pt x="34060" y="1"/>
                    <a:pt x="27641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40"/>
            <p:cNvSpPr/>
            <p:nvPr/>
          </p:nvSpPr>
          <p:spPr>
            <a:xfrm>
              <a:off x="3728825" y="2541225"/>
              <a:ext cx="821900" cy="472725"/>
            </a:xfrm>
            <a:custGeom>
              <a:avLst/>
              <a:gdLst/>
              <a:ahLst/>
              <a:cxnLst/>
              <a:rect l="l" t="t" r="r" b="b"/>
              <a:pathLst>
                <a:path w="32876" h="18909" extrusionOk="0">
                  <a:moveTo>
                    <a:pt x="24519" y="0"/>
                  </a:moveTo>
                  <a:cubicBezTo>
                    <a:pt x="22919" y="0"/>
                    <a:pt x="21194" y="178"/>
                    <a:pt x="19393" y="527"/>
                  </a:cubicBezTo>
                  <a:cubicBezTo>
                    <a:pt x="17470" y="903"/>
                    <a:pt x="15581" y="1434"/>
                    <a:pt x="13743" y="2117"/>
                  </a:cubicBezTo>
                  <a:cubicBezTo>
                    <a:pt x="12517" y="2568"/>
                    <a:pt x="11316" y="3085"/>
                    <a:pt x="10146" y="3664"/>
                  </a:cubicBezTo>
                  <a:cubicBezTo>
                    <a:pt x="8673" y="4389"/>
                    <a:pt x="7303" y="5193"/>
                    <a:pt x="6080" y="6052"/>
                  </a:cubicBezTo>
                  <a:cubicBezTo>
                    <a:pt x="5422" y="6507"/>
                    <a:pt x="4803" y="6980"/>
                    <a:pt x="4242" y="7458"/>
                  </a:cubicBezTo>
                  <a:cubicBezTo>
                    <a:pt x="2210" y="9183"/>
                    <a:pt x="857" y="10968"/>
                    <a:pt x="330" y="12621"/>
                  </a:cubicBezTo>
                  <a:cubicBezTo>
                    <a:pt x="5" y="13632"/>
                    <a:pt x="0" y="14574"/>
                    <a:pt x="309" y="15415"/>
                  </a:cubicBezTo>
                  <a:cubicBezTo>
                    <a:pt x="1129" y="17636"/>
                    <a:pt x="4073" y="18908"/>
                    <a:pt x="8384" y="18908"/>
                  </a:cubicBezTo>
                  <a:cubicBezTo>
                    <a:pt x="9984" y="18908"/>
                    <a:pt x="11709" y="18731"/>
                    <a:pt x="13508" y="18382"/>
                  </a:cubicBezTo>
                  <a:cubicBezTo>
                    <a:pt x="15433" y="18006"/>
                    <a:pt x="17322" y="17472"/>
                    <a:pt x="19160" y="16789"/>
                  </a:cubicBezTo>
                  <a:cubicBezTo>
                    <a:pt x="19668" y="16602"/>
                    <a:pt x="20132" y="16419"/>
                    <a:pt x="20578" y="16232"/>
                  </a:cubicBezTo>
                  <a:lnTo>
                    <a:pt x="20580" y="16232"/>
                  </a:lnTo>
                  <a:cubicBezTo>
                    <a:pt x="23519" y="15015"/>
                    <a:pt x="26186" y="13466"/>
                    <a:pt x="28297" y="11753"/>
                  </a:cubicBezTo>
                  <a:cubicBezTo>
                    <a:pt x="28858" y="11298"/>
                    <a:pt x="29393" y="10813"/>
                    <a:pt x="29904" y="10303"/>
                  </a:cubicBezTo>
                  <a:cubicBezTo>
                    <a:pt x="30813" y="9384"/>
                    <a:pt x="31522" y="8462"/>
                    <a:pt x="32016" y="7567"/>
                  </a:cubicBezTo>
                  <a:cubicBezTo>
                    <a:pt x="32418" y="6835"/>
                    <a:pt x="32672" y="6121"/>
                    <a:pt x="32771" y="5447"/>
                  </a:cubicBezTo>
                  <a:cubicBezTo>
                    <a:pt x="32875" y="4752"/>
                    <a:pt x="32813" y="4094"/>
                    <a:pt x="32591" y="3494"/>
                  </a:cubicBezTo>
                  <a:cubicBezTo>
                    <a:pt x="31772" y="1275"/>
                    <a:pt x="28830" y="0"/>
                    <a:pt x="24519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40"/>
            <p:cNvSpPr/>
            <p:nvPr/>
          </p:nvSpPr>
          <p:spPr>
            <a:xfrm>
              <a:off x="3728475" y="2541100"/>
              <a:ext cx="826625" cy="472950"/>
            </a:xfrm>
            <a:custGeom>
              <a:avLst/>
              <a:gdLst/>
              <a:ahLst/>
              <a:cxnLst/>
              <a:rect l="l" t="t" r="r" b="b"/>
              <a:pathLst>
                <a:path w="33065" h="18918" extrusionOk="0">
                  <a:moveTo>
                    <a:pt x="24533" y="12"/>
                  </a:moveTo>
                  <a:cubicBezTo>
                    <a:pt x="25568" y="12"/>
                    <a:pt x="26537" y="88"/>
                    <a:pt x="27422" y="236"/>
                  </a:cubicBezTo>
                  <a:cubicBezTo>
                    <a:pt x="28311" y="384"/>
                    <a:pt x="29112" y="605"/>
                    <a:pt x="29802" y="896"/>
                  </a:cubicBezTo>
                  <a:cubicBezTo>
                    <a:pt x="30506" y="1192"/>
                    <a:pt x="31100" y="1559"/>
                    <a:pt x="31566" y="1988"/>
                  </a:cubicBezTo>
                  <a:cubicBezTo>
                    <a:pt x="32044" y="2429"/>
                    <a:pt x="32393" y="2937"/>
                    <a:pt x="32601" y="3501"/>
                  </a:cubicBezTo>
                  <a:cubicBezTo>
                    <a:pt x="32822" y="4101"/>
                    <a:pt x="32882" y="4757"/>
                    <a:pt x="32781" y="5450"/>
                  </a:cubicBezTo>
                  <a:cubicBezTo>
                    <a:pt x="32679" y="6124"/>
                    <a:pt x="32425" y="6837"/>
                    <a:pt x="32026" y="7569"/>
                  </a:cubicBezTo>
                  <a:cubicBezTo>
                    <a:pt x="31532" y="8465"/>
                    <a:pt x="30823" y="9384"/>
                    <a:pt x="29915" y="10303"/>
                  </a:cubicBezTo>
                  <a:cubicBezTo>
                    <a:pt x="29405" y="10816"/>
                    <a:pt x="28869" y="11298"/>
                    <a:pt x="28308" y="11753"/>
                  </a:cubicBezTo>
                  <a:cubicBezTo>
                    <a:pt x="26200" y="13464"/>
                    <a:pt x="23531" y="15013"/>
                    <a:pt x="20594" y="16233"/>
                  </a:cubicBezTo>
                  <a:lnTo>
                    <a:pt x="20589" y="16235"/>
                  </a:lnTo>
                  <a:cubicBezTo>
                    <a:pt x="20144" y="16420"/>
                    <a:pt x="19682" y="16602"/>
                    <a:pt x="19174" y="16789"/>
                  </a:cubicBezTo>
                  <a:cubicBezTo>
                    <a:pt x="17336" y="17473"/>
                    <a:pt x="15447" y="18006"/>
                    <a:pt x="13522" y="18382"/>
                  </a:cubicBezTo>
                  <a:cubicBezTo>
                    <a:pt x="11721" y="18731"/>
                    <a:pt x="9998" y="18906"/>
                    <a:pt x="8398" y="18906"/>
                  </a:cubicBezTo>
                  <a:cubicBezTo>
                    <a:pt x="7364" y="18906"/>
                    <a:pt x="6391" y="18833"/>
                    <a:pt x="5509" y="18685"/>
                  </a:cubicBezTo>
                  <a:cubicBezTo>
                    <a:pt x="4620" y="18537"/>
                    <a:pt x="3819" y="18313"/>
                    <a:pt x="3129" y="18024"/>
                  </a:cubicBezTo>
                  <a:cubicBezTo>
                    <a:pt x="2425" y="17729"/>
                    <a:pt x="1831" y="17359"/>
                    <a:pt x="1365" y="16932"/>
                  </a:cubicBezTo>
                  <a:cubicBezTo>
                    <a:pt x="885" y="16491"/>
                    <a:pt x="538" y="15983"/>
                    <a:pt x="328" y="15420"/>
                  </a:cubicBezTo>
                  <a:cubicBezTo>
                    <a:pt x="19" y="14579"/>
                    <a:pt x="26" y="13640"/>
                    <a:pt x="349" y="12628"/>
                  </a:cubicBezTo>
                  <a:cubicBezTo>
                    <a:pt x="875" y="10977"/>
                    <a:pt x="2228" y="9193"/>
                    <a:pt x="4260" y="7468"/>
                  </a:cubicBezTo>
                  <a:cubicBezTo>
                    <a:pt x="4821" y="6992"/>
                    <a:pt x="5438" y="6519"/>
                    <a:pt x="6096" y="6062"/>
                  </a:cubicBezTo>
                  <a:cubicBezTo>
                    <a:pt x="7322" y="5203"/>
                    <a:pt x="8689" y="4401"/>
                    <a:pt x="10162" y="3674"/>
                  </a:cubicBezTo>
                  <a:cubicBezTo>
                    <a:pt x="11333" y="3094"/>
                    <a:pt x="12533" y="2580"/>
                    <a:pt x="13759" y="2129"/>
                  </a:cubicBezTo>
                  <a:cubicBezTo>
                    <a:pt x="15595" y="1446"/>
                    <a:pt x="17486" y="912"/>
                    <a:pt x="19407" y="536"/>
                  </a:cubicBezTo>
                  <a:cubicBezTo>
                    <a:pt x="21208" y="190"/>
                    <a:pt x="22933" y="12"/>
                    <a:pt x="24533" y="12"/>
                  </a:cubicBezTo>
                  <a:close/>
                  <a:moveTo>
                    <a:pt x="24533" y="0"/>
                  </a:moveTo>
                  <a:cubicBezTo>
                    <a:pt x="21377" y="0"/>
                    <a:pt x="17611" y="693"/>
                    <a:pt x="13755" y="2118"/>
                  </a:cubicBezTo>
                  <a:cubicBezTo>
                    <a:pt x="12529" y="2570"/>
                    <a:pt x="11328" y="3085"/>
                    <a:pt x="10157" y="3665"/>
                  </a:cubicBezTo>
                  <a:cubicBezTo>
                    <a:pt x="8668" y="4399"/>
                    <a:pt x="7301" y="5205"/>
                    <a:pt x="6091" y="6052"/>
                  </a:cubicBezTo>
                  <a:cubicBezTo>
                    <a:pt x="5431" y="6509"/>
                    <a:pt x="4814" y="6983"/>
                    <a:pt x="4253" y="7461"/>
                  </a:cubicBezTo>
                  <a:cubicBezTo>
                    <a:pt x="2249" y="9160"/>
                    <a:pt x="871" y="10952"/>
                    <a:pt x="340" y="12624"/>
                  </a:cubicBezTo>
                  <a:cubicBezTo>
                    <a:pt x="21" y="13614"/>
                    <a:pt x="0" y="14561"/>
                    <a:pt x="319" y="15424"/>
                  </a:cubicBezTo>
                  <a:cubicBezTo>
                    <a:pt x="1169" y="17724"/>
                    <a:pt x="4256" y="18918"/>
                    <a:pt x="8398" y="18918"/>
                  </a:cubicBezTo>
                  <a:cubicBezTo>
                    <a:pt x="11554" y="18918"/>
                    <a:pt x="15323" y="18225"/>
                    <a:pt x="19179" y="16801"/>
                  </a:cubicBezTo>
                  <a:cubicBezTo>
                    <a:pt x="19661" y="16623"/>
                    <a:pt x="20130" y="16438"/>
                    <a:pt x="20594" y="16244"/>
                  </a:cubicBezTo>
                  <a:lnTo>
                    <a:pt x="20596" y="16244"/>
                  </a:lnTo>
                  <a:cubicBezTo>
                    <a:pt x="23630" y="14986"/>
                    <a:pt x="26269" y="13425"/>
                    <a:pt x="28315" y="11762"/>
                  </a:cubicBezTo>
                  <a:cubicBezTo>
                    <a:pt x="28876" y="11308"/>
                    <a:pt x="29412" y="10825"/>
                    <a:pt x="29922" y="10312"/>
                  </a:cubicBezTo>
                  <a:cubicBezTo>
                    <a:pt x="30823" y="9400"/>
                    <a:pt x="31539" y="8479"/>
                    <a:pt x="32035" y="7576"/>
                  </a:cubicBezTo>
                  <a:cubicBezTo>
                    <a:pt x="32829" y="6126"/>
                    <a:pt x="33065" y="4725"/>
                    <a:pt x="32612" y="3499"/>
                  </a:cubicBezTo>
                  <a:cubicBezTo>
                    <a:pt x="31763" y="1196"/>
                    <a:pt x="28675" y="3"/>
                    <a:pt x="24533" y="3"/>
                  </a:cubicBezTo>
                  <a:lnTo>
                    <a:pt x="24533" y="0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40"/>
            <p:cNvSpPr/>
            <p:nvPr/>
          </p:nvSpPr>
          <p:spPr>
            <a:xfrm>
              <a:off x="3839525" y="2619200"/>
              <a:ext cx="606025" cy="324450"/>
            </a:xfrm>
            <a:custGeom>
              <a:avLst/>
              <a:gdLst/>
              <a:ahLst/>
              <a:cxnLst/>
              <a:rect l="l" t="t" r="r" b="b"/>
              <a:pathLst>
                <a:path w="24241" h="12978" extrusionOk="0">
                  <a:moveTo>
                    <a:pt x="18484" y="0"/>
                  </a:moveTo>
                  <a:cubicBezTo>
                    <a:pt x="16067" y="0"/>
                    <a:pt x="13169" y="578"/>
                    <a:pt x="10324" y="1628"/>
                  </a:cubicBezTo>
                  <a:cubicBezTo>
                    <a:pt x="7216" y="2778"/>
                    <a:pt x="4478" y="4364"/>
                    <a:pt x="2619" y="6094"/>
                  </a:cubicBezTo>
                  <a:cubicBezTo>
                    <a:pt x="760" y="7823"/>
                    <a:pt x="1" y="9490"/>
                    <a:pt x="481" y="10788"/>
                  </a:cubicBezTo>
                  <a:cubicBezTo>
                    <a:pt x="742" y="11497"/>
                    <a:pt x="1351" y="12049"/>
                    <a:pt x="2291" y="12425"/>
                  </a:cubicBezTo>
                  <a:cubicBezTo>
                    <a:pt x="3199" y="12792"/>
                    <a:pt x="4367" y="12977"/>
                    <a:pt x="5757" y="12977"/>
                  </a:cubicBezTo>
                  <a:cubicBezTo>
                    <a:pt x="8177" y="12977"/>
                    <a:pt x="11072" y="12400"/>
                    <a:pt x="13917" y="11349"/>
                  </a:cubicBezTo>
                  <a:cubicBezTo>
                    <a:pt x="17025" y="10202"/>
                    <a:pt x="19763" y="8613"/>
                    <a:pt x="21622" y="6884"/>
                  </a:cubicBezTo>
                  <a:cubicBezTo>
                    <a:pt x="23481" y="5154"/>
                    <a:pt x="24240" y="3487"/>
                    <a:pt x="23762" y="2189"/>
                  </a:cubicBezTo>
                  <a:cubicBezTo>
                    <a:pt x="23499" y="1481"/>
                    <a:pt x="22892" y="931"/>
                    <a:pt x="21952" y="552"/>
                  </a:cubicBezTo>
                  <a:cubicBezTo>
                    <a:pt x="21042" y="185"/>
                    <a:pt x="19876" y="0"/>
                    <a:pt x="1848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40"/>
            <p:cNvSpPr/>
            <p:nvPr/>
          </p:nvSpPr>
          <p:spPr>
            <a:xfrm>
              <a:off x="3826550" y="2619025"/>
              <a:ext cx="632050" cy="324775"/>
            </a:xfrm>
            <a:custGeom>
              <a:avLst/>
              <a:gdLst/>
              <a:ahLst/>
              <a:cxnLst/>
              <a:rect l="l" t="t" r="r" b="b"/>
              <a:pathLst>
                <a:path w="25282" h="12991" extrusionOk="0">
                  <a:moveTo>
                    <a:pt x="19005" y="12"/>
                  </a:moveTo>
                  <a:cubicBezTo>
                    <a:pt x="20395" y="12"/>
                    <a:pt x="21561" y="199"/>
                    <a:pt x="22469" y="564"/>
                  </a:cubicBezTo>
                  <a:cubicBezTo>
                    <a:pt x="23406" y="943"/>
                    <a:pt x="24014" y="1492"/>
                    <a:pt x="24274" y="2199"/>
                  </a:cubicBezTo>
                  <a:cubicBezTo>
                    <a:pt x="24517" y="2852"/>
                    <a:pt x="24445" y="3600"/>
                    <a:pt x="24060" y="4420"/>
                  </a:cubicBezTo>
                  <a:cubicBezTo>
                    <a:pt x="23688" y="5214"/>
                    <a:pt x="23041" y="6046"/>
                    <a:pt x="22139" y="6886"/>
                  </a:cubicBezTo>
                  <a:cubicBezTo>
                    <a:pt x="21234" y="7726"/>
                    <a:pt x="20118" y="8537"/>
                    <a:pt x="18823" y="9294"/>
                  </a:cubicBezTo>
                  <a:cubicBezTo>
                    <a:pt x="17481" y="10077"/>
                    <a:pt x="16004" y="10770"/>
                    <a:pt x="14434" y="11349"/>
                  </a:cubicBezTo>
                  <a:cubicBezTo>
                    <a:pt x="11589" y="12400"/>
                    <a:pt x="8693" y="12977"/>
                    <a:pt x="6276" y="12977"/>
                  </a:cubicBezTo>
                  <a:cubicBezTo>
                    <a:pt x="4886" y="12977"/>
                    <a:pt x="3720" y="12792"/>
                    <a:pt x="2810" y="12428"/>
                  </a:cubicBezTo>
                  <a:cubicBezTo>
                    <a:pt x="1873" y="12049"/>
                    <a:pt x="1266" y="11499"/>
                    <a:pt x="1005" y="10793"/>
                  </a:cubicBezTo>
                  <a:cubicBezTo>
                    <a:pt x="762" y="10139"/>
                    <a:pt x="834" y="9391"/>
                    <a:pt x="1219" y="8569"/>
                  </a:cubicBezTo>
                  <a:cubicBezTo>
                    <a:pt x="1591" y="7775"/>
                    <a:pt x="2238" y="6946"/>
                    <a:pt x="3140" y="6106"/>
                  </a:cubicBezTo>
                  <a:cubicBezTo>
                    <a:pt x="4046" y="5265"/>
                    <a:pt x="5161" y="4452"/>
                    <a:pt x="6456" y="3697"/>
                  </a:cubicBezTo>
                  <a:cubicBezTo>
                    <a:pt x="7798" y="2912"/>
                    <a:pt x="9275" y="2222"/>
                    <a:pt x="10845" y="1640"/>
                  </a:cubicBezTo>
                  <a:cubicBezTo>
                    <a:pt x="13688" y="592"/>
                    <a:pt x="16586" y="12"/>
                    <a:pt x="19003" y="12"/>
                  </a:cubicBezTo>
                  <a:close/>
                  <a:moveTo>
                    <a:pt x="19003" y="1"/>
                  </a:moveTo>
                  <a:cubicBezTo>
                    <a:pt x="16669" y="1"/>
                    <a:pt x="13799" y="539"/>
                    <a:pt x="10843" y="1631"/>
                  </a:cubicBezTo>
                  <a:cubicBezTo>
                    <a:pt x="4410" y="4007"/>
                    <a:pt x="0" y="8110"/>
                    <a:pt x="993" y="10797"/>
                  </a:cubicBezTo>
                  <a:cubicBezTo>
                    <a:pt x="1529" y="12250"/>
                    <a:pt x="3533" y="12991"/>
                    <a:pt x="6276" y="12991"/>
                  </a:cubicBezTo>
                  <a:cubicBezTo>
                    <a:pt x="8610" y="12991"/>
                    <a:pt x="11480" y="12455"/>
                    <a:pt x="14438" y="11363"/>
                  </a:cubicBezTo>
                  <a:cubicBezTo>
                    <a:pt x="20871" y="8987"/>
                    <a:pt x="25281" y="4882"/>
                    <a:pt x="24288" y="2194"/>
                  </a:cubicBezTo>
                  <a:cubicBezTo>
                    <a:pt x="23750" y="742"/>
                    <a:pt x="21748" y="1"/>
                    <a:pt x="19003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40"/>
            <p:cNvSpPr/>
            <p:nvPr/>
          </p:nvSpPr>
          <p:spPr>
            <a:xfrm>
              <a:off x="3793350" y="2581275"/>
              <a:ext cx="694500" cy="395675"/>
            </a:xfrm>
            <a:custGeom>
              <a:avLst/>
              <a:gdLst/>
              <a:ahLst/>
              <a:cxnLst/>
              <a:rect l="l" t="t" r="r" b="b"/>
              <a:pathLst>
                <a:path w="27780" h="15827" fill="none" extrusionOk="0">
                  <a:moveTo>
                    <a:pt x="27193" y="3000"/>
                  </a:moveTo>
                  <a:cubicBezTo>
                    <a:pt x="27780" y="4588"/>
                    <a:pt x="26942" y="6630"/>
                    <a:pt x="24861" y="8675"/>
                  </a:cubicBezTo>
                  <a:cubicBezTo>
                    <a:pt x="22783" y="10721"/>
                    <a:pt x="19631" y="12601"/>
                    <a:pt x="16103" y="13905"/>
                  </a:cubicBezTo>
                  <a:cubicBezTo>
                    <a:pt x="12575" y="15207"/>
                    <a:pt x="8957" y="15826"/>
                    <a:pt x="6048" y="15623"/>
                  </a:cubicBezTo>
                  <a:cubicBezTo>
                    <a:pt x="3138" y="15422"/>
                    <a:pt x="1173" y="14416"/>
                    <a:pt x="587" y="12827"/>
                  </a:cubicBezTo>
                  <a:cubicBezTo>
                    <a:pt x="1" y="11236"/>
                    <a:pt x="839" y="9195"/>
                    <a:pt x="2919" y="7149"/>
                  </a:cubicBezTo>
                  <a:cubicBezTo>
                    <a:pt x="4999" y="5106"/>
                    <a:pt x="8149" y="3224"/>
                    <a:pt x="11677" y="1922"/>
                  </a:cubicBezTo>
                  <a:cubicBezTo>
                    <a:pt x="15205" y="617"/>
                    <a:pt x="18823" y="0"/>
                    <a:pt x="21733" y="201"/>
                  </a:cubicBezTo>
                  <a:cubicBezTo>
                    <a:pt x="24642" y="405"/>
                    <a:pt x="26607" y="1411"/>
                    <a:pt x="27193" y="300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40"/>
            <p:cNvSpPr/>
            <p:nvPr/>
          </p:nvSpPr>
          <p:spPr>
            <a:xfrm>
              <a:off x="3681200" y="2703950"/>
              <a:ext cx="755175" cy="243275"/>
            </a:xfrm>
            <a:custGeom>
              <a:avLst/>
              <a:gdLst/>
              <a:ahLst/>
              <a:cxnLst/>
              <a:rect l="l" t="t" r="r" b="b"/>
              <a:pathLst>
                <a:path w="30207" h="9731" extrusionOk="0">
                  <a:moveTo>
                    <a:pt x="926" y="0"/>
                  </a:moveTo>
                  <a:cubicBezTo>
                    <a:pt x="129" y="1312"/>
                    <a:pt x="0" y="3260"/>
                    <a:pt x="259" y="5583"/>
                  </a:cubicBezTo>
                  <a:lnTo>
                    <a:pt x="2378" y="5980"/>
                  </a:lnTo>
                  <a:lnTo>
                    <a:pt x="4900" y="6585"/>
                  </a:lnTo>
                  <a:lnTo>
                    <a:pt x="6687" y="6906"/>
                  </a:lnTo>
                  <a:lnTo>
                    <a:pt x="17477" y="8832"/>
                  </a:lnTo>
                  <a:lnTo>
                    <a:pt x="19846" y="9255"/>
                  </a:lnTo>
                  <a:lnTo>
                    <a:pt x="19848" y="9255"/>
                  </a:lnTo>
                  <a:lnTo>
                    <a:pt x="22485" y="9730"/>
                  </a:lnTo>
                  <a:lnTo>
                    <a:pt x="22487" y="9730"/>
                  </a:lnTo>
                  <a:cubicBezTo>
                    <a:pt x="25521" y="8472"/>
                    <a:pt x="28160" y="6909"/>
                    <a:pt x="30206" y="5246"/>
                  </a:cubicBezTo>
                  <a:lnTo>
                    <a:pt x="28107" y="4872"/>
                  </a:lnTo>
                  <a:lnTo>
                    <a:pt x="26623" y="4604"/>
                  </a:lnTo>
                  <a:lnTo>
                    <a:pt x="20065" y="3434"/>
                  </a:lnTo>
                  <a:lnTo>
                    <a:pt x="19941" y="3413"/>
                  </a:lnTo>
                  <a:lnTo>
                    <a:pt x="18770" y="3200"/>
                  </a:lnTo>
                  <a:lnTo>
                    <a:pt x="18765" y="3200"/>
                  </a:lnTo>
                  <a:lnTo>
                    <a:pt x="15867" y="2683"/>
                  </a:lnTo>
                  <a:lnTo>
                    <a:pt x="10185" y="1665"/>
                  </a:lnTo>
                  <a:lnTo>
                    <a:pt x="8396" y="1349"/>
                  </a:lnTo>
                  <a:lnTo>
                    <a:pt x="6144" y="947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40"/>
            <p:cNvSpPr/>
            <p:nvPr/>
          </p:nvSpPr>
          <p:spPr>
            <a:xfrm>
              <a:off x="3728300" y="2598600"/>
              <a:ext cx="801050" cy="200325"/>
            </a:xfrm>
            <a:custGeom>
              <a:avLst/>
              <a:gdLst/>
              <a:ahLst/>
              <a:cxnLst/>
              <a:rect l="l" t="t" r="r" b="b"/>
              <a:pathLst>
                <a:path w="32042" h="8013" extrusionOk="0">
                  <a:moveTo>
                    <a:pt x="2584" y="0"/>
                  </a:moveTo>
                  <a:lnTo>
                    <a:pt x="0" y="2649"/>
                  </a:lnTo>
                  <a:lnTo>
                    <a:pt x="6096" y="3752"/>
                  </a:lnTo>
                  <a:lnTo>
                    <a:pt x="8403" y="4163"/>
                  </a:lnTo>
                  <a:lnTo>
                    <a:pt x="10368" y="4512"/>
                  </a:lnTo>
                  <a:lnTo>
                    <a:pt x="17371" y="5763"/>
                  </a:lnTo>
                  <a:lnTo>
                    <a:pt x="18858" y="6031"/>
                  </a:lnTo>
                  <a:lnTo>
                    <a:pt x="19421" y="6131"/>
                  </a:lnTo>
                  <a:lnTo>
                    <a:pt x="19426" y="6131"/>
                  </a:lnTo>
                  <a:lnTo>
                    <a:pt x="20178" y="6267"/>
                  </a:lnTo>
                  <a:lnTo>
                    <a:pt x="26420" y="7382"/>
                  </a:lnTo>
                  <a:lnTo>
                    <a:pt x="27810" y="7631"/>
                  </a:lnTo>
                  <a:lnTo>
                    <a:pt x="29929" y="8012"/>
                  </a:lnTo>
                  <a:cubicBezTo>
                    <a:pt x="30830" y="7100"/>
                    <a:pt x="31546" y="6177"/>
                    <a:pt x="32042" y="5276"/>
                  </a:cubicBezTo>
                  <a:lnTo>
                    <a:pt x="29682" y="4854"/>
                  </a:lnTo>
                  <a:lnTo>
                    <a:pt x="28241" y="4595"/>
                  </a:lnTo>
                  <a:lnTo>
                    <a:pt x="15258" y="2277"/>
                  </a:lnTo>
                  <a:lnTo>
                    <a:pt x="15256" y="2277"/>
                  </a:lnTo>
                  <a:lnTo>
                    <a:pt x="12769" y="1829"/>
                  </a:lnTo>
                  <a:lnTo>
                    <a:pt x="10164" y="1365"/>
                  </a:lnTo>
                  <a:lnTo>
                    <a:pt x="2584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4" name="Google Shape;1314;p40"/>
          <p:cNvGrpSpPr/>
          <p:nvPr/>
        </p:nvGrpSpPr>
        <p:grpSpPr>
          <a:xfrm flipH="1">
            <a:off x="794147" y="504269"/>
            <a:ext cx="530159" cy="550985"/>
            <a:chOff x="2777975" y="4487350"/>
            <a:chExt cx="803150" cy="834825"/>
          </a:xfrm>
        </p:grpSpPr>
        <p:sp>
          <p:nvSpPr>
            <p:cNvPr id="1315" name="Google Shape;1315;p40"/>
            <p:cNvSpPr/>
            <p:nvPr/>
          </p:nvSpPr>
          <p:spPr>
            <a:xfrm>
              <a:off x="2801475" y="4545025"/>
              <a:ext cx="776425" cy="720275"/>
            </a:xfrm>
            <a:custGeom>
              <a:avLst/>
              <a:gdLst/>
              <a:ahLst/>
              <a:cxnLst/>
              <a:rect l="l" t="t" r="r" b="b"/>
              <a:pathLst>
                <a:path w="31057" h="28811" extrusionOk="0">
                  <a:moveTo>
                    <a:pt x="14617" y="0"/>
                  </a:moveTo>
                  <a:cubicBezTo>
                    <a:pt x="8672" y="0"/>
                    <a:pt x="3310" y="3412"/>
                    <a:pt x="718" y="8603"/>
                  </a:cubicBezTo>
                  <a:cubicBezTo>
                    <a:pt x="469" y="9391"/>
                    <a:pt x="287" y="10196"/>
                    <a:pt x="169" y="11012"/>
                  </a:cubicBezTo>
                  <a:cubicBezTo>
                    <a:pt x="53" y="11797"/>
                    <a:pt x="0" y="12589"/>
                    <a:pt x="5" y="13381"/>
                  </a:cubicBezTo>
                  <a:cubicBezTo>
                    <a:pt x="10" y="14161"/>
                    <a:pt x="77" y="14939"/>
                    <a:pt x="201" y="15710"/>
                  </a:cubicBezTo>
                  <a:cubicBezTo>
                    <a:pt x="284" y="16230"/>
                    <a:pt x="393" y="16747"/>
                    <a:pt x="527" y="17255"/>
                  </a:cubicBezTo>
                  <a:cubicBezTo>
                    <a:pt x="905" y="18673"/>
                    <a:pt x="1483" y="20028"/>
                    <a:pt x="2240" y="21282"/>
                  </a:cubicBezTo>
                  <a:cubicBezTo>
                    <a:pt x="4565" y="25133"/>
                    <a:pt x="8532" y="27950"/>
                    <a:pt x="13328" y="28648"/>
                  </a:cubicBezTo>
                  <a:cubicBezTo>
                    <a:pt x="14085" y="28757"/>
                    <a:pt x="14838" y="28811"/>
                    <a:pt x="15582" y="28811"/>
                  </a:cubicBezTo>
                  <a:cubicBezTo>
                    <a:pt x="22075" y="28811"/>
                    <a:pt x="27874" y="24745"/>
                    <a:pt x="30130" y="18733"/>
                  </a:cubicBezTo>
                  <a:cubicBezTo>
                    <a:pt x="30456" y="17802"/>
                    <a:pt x="30691" y="16842"/>
                    <a:pt x="30837" y="15865"/>
                  </a:cubicBezTo>
                  <a:cubicBezTo>
                    <a:pt x="30906" y="15389"/>
                    <a:pt x="30952" y="14916"/>
                    <a:pt x="30978" y="14445"/>
                  </a:cubicBezTo>
                  <a:cubicBezTo>
                    <a:pt x="31056" y="12953"/>
                    <a:pt x="30121" y="13422"/>
                    <a:pt x="29793" y="12021"/>
                  </a:cubicBezTo>
                  <a:cubicBezTo>
                    <a:pt x="29671" y="11506"/>
                    <a:pt x="29523" y="10998"/>
                    <a:pt x="29354" y="10504"/>
                  </a:cubicBezTo>
                  <a:cubicBezTo>
                    <a:pt x="29098" y="9765"/>
                    <a:pt x="28789" y="9047"/>
                    <a:pt x="28426" y="8356"/>
                  </a:cubicBezTo>
                  <a:cubicBezTo>
                    <a:pt x="26191" y="4085"/>
                    <a:pt x="22007" y="910"/>
                    <a:pt x="16874" y="164"/>
                  </a:cubicBezTo>
                  <a:cubicBezTo>
                    <a:pt x="16116" y="54"/>
                    <a:pt x="15362" y="0"/>
                    <a:pt x="14617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40"/>
            <p:cNvSpPr/>
            <p:nvPr/>
          </p:nvSpPr>
          <p:spPr>
            <a:xfrm>
              <a:off x="2801650" y="4487525"/>
              <a:ext cx="779300" cy="777675"/>
            </a:xfrm>
            <a:custGeom>
              <a:avLst/>
              <a:gdLst/>
              <a:ahLst/>
              <a:cxnLst/>
              <a:rect l="l" t="t" r="r" b="b"/>
              <a:pathLst>
                <a:path w="31172" h="31107" extrusionOk="0">
                  <a:moveTo>
                    <a:pt x="15542" y="0"/>
                  </a:moveTo>
                  <a:cubicBezTo>
                    <a:pt x="8747" y="5"/>
                    <a:pt x="2743" y="4422"/>
                    <a:pt x="716" y="10908"/>
                  </a:cubicBezTo>
                  <a:cubicBezTo>
                    <a:pt x="469" y="11693"/>
                    <a:pt x="284" y="12499"/>
                    <a:pt x="169" y="13316"/>
                  </a:cubicBezTo>
                  <a:cubicBezTo>
                    <a:pt x="53" y="14099"/>
                    <a:pt x="0" y="14891"/>
                    <a:pt x="5" y="15683"/>
                  </a:cubicBezTo>
                  <a:cubicBezTo>
                    <a:pt x="10" y="16461"/>
                    <a:pt x="74" y="17239"/>
                    <a:pt x="199" y="18010"/>
                  </a:cubicBezTo>
                  <a:cubicBezTo>
                    <a:pt x="287" y="18546"/>
                    <a:pt x="395" y="19066"/>
                    <a:pt x="527" y="19555"/>
                  </a:cubicBezTo>
                  <a:cubicBezTo>
                    <a:pt x="905" y="20970"/>
                    <a:pt x="1480" y="22326"/>
                    <a:pt x="2240" y="23580"/>
                  </a:cubicBezTo>
                  <a:cubicBezTo>
                    <a:pt x="4657" y="27588"/>
                    <a:pt x="8696" y="30269"/>
                    <a:pt x="13321" y="30941"/>
                  </a:cubicBezTo>
                  <a:cubicBezTo>
                    <a:pt x="14069" y="31049"/>
                    <a:pt x="14822" y="31105"/>
                    <a:pt x="15577" y="31105"/>
                  </a:cubicBezTo>
                  <a:lnTo>
                    <a:pt x="15579" y="31107"/>
                  </a:lnTo>
                  <a:cubicBezTo>
                    <a:pt x="20354" y="31098"/>
                    <a:pt x="24861" y="28900"/>
                    <a:pt x="27807" y="25143"/>
                  </a:cubicBezTo>
                  <a:cubicBezTo>
                    <a:pt x="29479" y="23009"/>
                    <a:pt x="30564" y="20474"/>
                    <a:pt x="30950" y="17791"/>
                  </a:cubicBezTo>
                  <a:cubicBezTo>
                    <a:pt x="31019" y="17325"/>
                    <a:pt x="31068" y="16849"/>
                    <a:pt x="31091" y="16373"/>
                  </a:cubicBezTo>
                  <a:cubicBezTo>
                    <a:pt x="31171" y="14909"/>
                    <a:pt x="31042" y="13443"/>
                    <a:pt x="30710" y="12014"/>
                  </a:cubicBezTo>
                  <a:cubicBezTo>
                    <a:pt x="30587" y="11504"/>
                    <a:pt x="30442" y="10993"/>
                    <a:pt x="30271" y="10497"/>
                  </a:cubicBezTo>
                  <a:cubicBezTo>
                    <a:pt x="30015" y="9760"/>
                    <a:pt x="29705" y="9042"/>
                    <a:pt x="29343" y="8352"/>
                  </a:cubicBezTo>
                  <a:cubicBezTo>
                    <a:pt x="28218" y="6209"/>
                    <a:pt x="26614" y="4355"/>
                    <a:pt x="24656" y="2935"/>
                  </a:cubicBezTo>
                  <a:cubicBezTo>
                    <a:pt x="23660" y="2217"/>
                    <a:pt x="22584" y="1619"/>
                    <a:pt x="21451" y="1155"/>
                  </a:cubicBezTo>
                  <a:cubicBezTo>
                    <a:pt x="19573" y="393"/>
                    <a:pt x="17567" y="0"/>
                    <a:pt x="15542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40"/>
            <p:cNvSpPr/>
            <p:nvPr/>
          </p:nvSpPr>
          <p:spPr>
            <a:xfrm>
              <a:off x="2801525" y="4487350"/>
              <a:ext cx="779600" cy="777975"/>
            </a:xfrm>
            <a:custGeom>
              <a:avLst/>
              <a:gdLst/>
              <a:ahLst/>
              <a:cxnLst/>
              <a:rect l="l" t="t" r="r" b="b"/>
              <a:pathLst>
                <a:path w="31184" h="31119" extrusionOk="0">
                  <a:moveTo>
                    <a:pt x="15547" y="10"/>
                  </a:moveTo>
                  <a:cubicBezTo>
                    <a:pt x="17572" y="12"/>
                    <a:pt x="19576" y="402"/>
                    <a:pt x="21453" y="1164"/>
                  </a:cubicBezTo>
                  <a:cubicBezTo>
                    <a:pt x="23714" y="2090"/>
                    <a:pt x="25723" y="3535"/>
                    <a:pt x="27318" y="5385"/>
                  </a:cubicBezTo>
                  <a:cubicBezTo>
                    <a:pt x="28106" y="6295"/>
                    <a:pt x="28784" y="7294"/>
                    <a:pt x="29343" y="8359"/>
                  </a:cubicBezTo>
                  <a:cubicBezTo>
                    <a:pt x="29706" y="9049"/>
                    <a:pt x="30015" y="9767"/>
                    <a:pt x="30271" y="10506"/>
                  </a:cubicBezTo>
                  <a:cubicBezTo>
                    <a:pt x="30442" y="11000"/>
                    <a:pt x="30588" y="11511"/>
                    <a:pt x="30710" y="12023"/>
                  </a:cubicBezTo>
                  <a:cubicBezTo>
                    <a:pt x="31043" y="13448"/>
                    <a:pt x="31170" y="14914"/>
                    <a:pt x="31091" y="16378"/>
                  </a:cubicBezTo>
                  <a:cubicBezTo>
                    <a:pt x="31066" y="16854"/>
                    <a:pt x="31019" y="17329"/>
                    <a:pt x="30950" y="17796"/>
                  </a:cubicBezTo>
                  <a:cubicBezTo>
                    <a:pt x="30562" y="20476"/>
                    <a:pt x="29479" y="23012"/>
                    <a:pt x="27810" y="25143"/>
                  </a:cubicBezTo>
                  <a:cubicBezTo>
                    <a:pt x="24866" y="28904"/>
                    <a:pt x="20357" y="31102"/>
                    <a:pt x="15584" y="31107"/>
                  </a:cubicBezTo>
                  <a:cubicBezTo>
                    <a:pt x="13640" y="31105"/>
                    <a:pt x="11712" y="30745"/>
                    <a:pt x="9902" y="30040"/>
                  </a:cubicBezTo>
                  <a:cubicBezTo>
                    <a:pt x="7773" y="29209"/>
                    <a:pt x="5856" y="27918"/>
                    <a:pt x="4286" y="26258"/>
                  </a:cubicBezTo>
                  <a:cubicBezTo>
                    <a:pt x="3513" y="25443"/>
                    <a:pt x="2831" y="24545"/>
                    <a:pt x="2250" y="23584"/>
                  </a:cubicBezTo>
                  <a:cubicBezTo>
                    <a:pt x="1492" y="22331"/>
                    <a:pt x="915" y="20977"/>
                    <a:pt x="539" y="19562"/>
                  </a:cubicBezTo>
                  <a:cubicBezTo>
                    <a:pt x="407" y="19070"/>
                    <a:pt x="299" y="18551"/>
                    <a:pt x="211" y="18017"/>
                  </a:cubicBezTo>
                  <a:cubicBezTo>
                    <a:pt x="86" y="17246"/>
                    <a:pt x="21" y="16468"/>
                    <a:pt x="17" y="15690"/>
                  </a:cubicBezTo>
                  <a:cubicBezTo>
                    <a:pt x="10" y="14898"/>
                    <a:pt x="65" y="14106"/>
                    <a:pt x="181" y="13323"/>
                  </a:cubicBezTo>
                  <a:cubicBezTo>
                    <a:pt x="296" y="12506"/>
                    <a:pt x="481" y="11702"/>
                    <a:pt x="728" y="10915"/>
                  </a:cubicBezTo>
                  <a:cubicBezTo>
                    <a:pt x="2755" y="4434"/>
                    <a:pt x="8756" y="16"/>
                    <a:pt x="15549" y="12"/>
                  </a:cubicBezTo>
                  <a:lnTo>
                    <a:pt x="15547" y="10"/>
                  </a:lnTo>
                  <a:close/>
                  <a:moveTo>
                    <a:pt x="15549" y="0"/>
                  </a:moveTo>
                  <a:cubicBezTo>
                    <a:pt x="8761" y="0"/>
                    <a:pt x="2732" y="4445"/>
                    <a:pt x="716" y="10913"/>
                  </a:cubicBezTo>
                  <a:cubicBezTo>
                    <a:pt x="469" y="11700"/>
                    <a:pt x="287" y="12503"/>
                    <a:pt x="169" y="13321"/>
                  </a:cubicBezTo>
                  <a:cubicBezTo>
                    <a:pt x="54" y="14106"/>
                    <a:pt x="1" y="14898"/>
                    <a:pt x="5" y="15690"/>
                  </a:cubicBezTo>
                  <a:cubicBezTo>
                    <a:pt x="10" y="16470"/>
                    <a:pt x="75" y="17248"/>
                    <a:pt x="199" y="18017"/>
                  </a:cubicBezTo>
                  <a:cubicBezTo>
                    <a:pt x="282" y="18539"/>
                    <a:pt x="393" y="19054"/>
                    <a:pt x="527" y="19564"/>
                  </a:cubicBezTo>
                  <a:cubicBezTo>
                    <a:pt x="906" y="20980"/>
                    <a:pt x="1483" y="22335"/>
                    <a:pt x="2240" y="23589"/>
                  </a:cubicBezTo>
                  <a:cubicBezTo>
                    <a:pt x="4563" y="27440"/>
                    <a:pt x="8530" y="30257"/>
                    <a:pt x="13326" y="30955"/>
                  </a:cubicBezTo>
                  <a:cubicBezTo>
                    <a:pt x="14074" y="31063"/>
                    <a:pt x="14829" y="31116"/>
                    <a:pt x="15584" y="31119"/>
                  </a:cubicBezTo>
                  <a:cubicBezTo>
                    <a:pt x="22077" y="31119"/>
                    <a:pt x="27875" y="27052"/>
                    <a:pt x="30131" y="21040"/>
                  </a:cubicBezTo>
                  <a:cubicBezTo>
                    <a:pt x="30525" y="19994"/>
                    <a:pt x="30805" y="18906"/>
                    <a:pt x="30964" y="17798"/>
                  </a:cubicBezTo>
                  <a:cubicBezTo>
                    <a:pt x="31033" y="17322"/>
                    <a:pt x="31080" y="16849"/>
                    <a:pt x="31105" y="16378"/>
                  </a:cubicBezTo>
                  <a:cubicBezTo>
                    <a:pt x="31183" y="14914"/>
                    <a:pt x="31054" y="13448"/>
                    <a:pt x="30722" y="12021"/>
                  </a:cubicBezTo>
                  <a:cubicBezTo>
                    <a:pt x="30602" y="11506"/>
                    <a:pt x="30454" y="10996"/>
                    <a:pt x="30283" y="10502"/>
                  </a:cubicBezTo>
                  <a:cubicBezTo>
                    <a:pt x="30029" y="9765"/>
                    <a:pt x="29717" y="9047"/>
                    <a:pt x="29355" y="8354"/>
                  </a:cubicBezTo>
                  <a:cubicBezTo>
                    <a:pt x="27120" y="4083"/>
                    <a:pt x="22936" y="908"/>
                    <a:pt x="17803" y="164"/>
                  </a:cubicBezTo>
                  <a:cubicBezTo>
                    <a:pt x="17057" y="56"/>
                    <a:pt x="16304" y="0"/>
                    <a:pt x="1554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40"/>
            <p:cNvSpPr/>
            <p:nvPr/>
          </p:nvSpPr>
          <p:spPr>
            <a:xfrm>
              <a:off x="2861275" y="4546975"/>
              <a:ext cx="658650" cy="658675"/>
            </a:xfrm>
            <a:custGeom>
              <a:avLst/>
              <a:gdLst/>
              <a:ahLst/>
              <a:cxnLst/>
              <a:rect l="l" t="t" r="r" b="b"/>
              <a:pathLst>
                <a:path w="26346" h="26347" fill="none" extrusionOk="0">
                  <a:moveTo>
                    <a:pt x="22488" y="3859"/>
                  </a:moveTo>
                  <a:cubicBezTo>
                    <a:pt x="24958" y="6329"/>
                    <a:pt x="26346" y="9680"/>
                    <a:pt x="26346" y="13173"/>
                  </a:cubicBezTo>
                  <a:cubicBezTo>
                    <a:pt x="26346" y="16667"/>
                    <a:pt x="24958" y="20017"/>
                    <a:pt x="22488" y="22488"/>
                  </a:cubicBezTo>
                  <a:cubicBezTo>
                    <a:pt x="20017" y="24958"/>
                    <a:pt x="16667" y="26346"/>
                    <a:pt x="13173" y="26346"/>
                  </a:cubicBezTo>
                  <a:cubicBezTo>
                    <a:pt x="9680" y="26346"/>
                    <a:pt x="6329" y="24958"/>
                    <a:pt x="3859" y="22488"/>
                  </a:cubicBezTo>
                  <a:cubicBezTo>
                    <a:pt x="1388" y="20017"/>
                    <a:pt x="0" y="16667"/>
                    <a:pt x="0" y="13173"/>
                  </a:cubicBezTo>
                  <a:cubicBezTo>
                    <a:pt x="0" y="9680"/>
                    <a:pt x="1388" y="6329"/>
                    <a:pt x="3859" y="3859"/>
                  </a:cubicBezTo>
                  <a:cubicBezTo>
                    <a:pt x="6329" y="1388"/>
                    <a:pt x="9680" y="1"/>
                    <a:pt x="13173" y="1"/>
                  </a:cubicBezTo>
                  <a:cubicBezTo>
                    <a:pt x="16667" y="1"/>
                    <a:pt x="20017" y="1388"/>
                    <a:pt x="22488" y="3859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40"/>
            <p:cNvSpPr/>
            <p:nvPr/>
          </p:nvSpPr>
          <p:spPr>
            <a:xfrm>
              <a:off x="2892850" y="4588600"/>
              <a:ext cx="595500" cy="575475"/>
            </a:xfrm>
            <a:custGeom>
              <a:avLst/>
              <a:gdLst/>
              <a:ahLst/>
              <a:cxnLst/>
              <a:rect l="l" t="t" r="r" b="b"/>
              <a:pathLst>
                <a:path w="23820" h="23019" extrusionOk="0">
                  <a:moveTo>
                    <a:pt x="11896" y="0"/>
                  </a:moveTo>
                  <a:cubicBezTo>
                    <a:pt x="5865" y="7"/>
                    <a:pt x="864" y="4669"/>
                    <a:pt x="432" y="10684"/>
                  </a:cubicBezTo>
                  <a:cubicBezTo>
                    <a:pt x="0" y="16701"/>
                    <a:pt x="4286" y="22028"/>
                    <a:pt x="10255" y="22896"/>
                  </a:cubicBezTo>
                  <a:cubicBezTo>
                    <a:pt x="10809" y="22977"/>
                    <a:pt x="11365" y="23019"/>
                    <a:pt x="11924" y="23019"/>
                  </a:cubicBezTo>
                  <a:cubicBezTo>
                    <a:pt x="17955" y="23009"/>
                    <a:pt x="22959" y="18348"/>
                    <a:pt x="23388" y="12333"/>
                  </a:cubicBezTo>
                  <a:cubicBezTo>
                    <a:pt x="23820" y="6315"/>
                    <a:pt x="19534" y="989"/>
                    <a:pt x="13566" y="120"/>
                  </a:cubicBezTo>
                  <a:cubicBezTo>
                    <a:pt x="13014" y="40"/>
                    <a:pt x="12455" y="0"/>
                    <a:pt x="11896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40"/>
            <p:cNvSpPr/>
            <p:nvPr/>
          </p:nvSpPr>
          <p:spPr>
            <a:xfrm>
              <a:off x="2882925" y="4588425"/>
              <a:ext cx="615425" cy="575775"/>
            </a:xfrm>
            <a:custGeom>
              <a:avLst/>
              <a:gdLst/>
              <a:ahLst/>
              <a:cxnLst/>
              <a:rect l="l" t="t" r="r" b="b"/>
              <a:pathLst>
                <a:path w="24617" h="23031" extrusionOk="0">
                  <a:moveTo>
                    <a:pt x="12293" y="10"/>
                  </a:moveTo>
                  <a:lnTo>
                    <a:pt x="12293" y="12"/>
                  </a:lnTo>
                  <a:cubicBezTo>
                    <a:pt x="12852" y="12"/>
                    <a:pt x="13409" y="53"/>
                    <a:pt x="13963" y="132"/>
                  </a:cubicBezTo>
                  <a:cubicBezTo>
                    <a:pt x="19927" y="1000"/>
                    <a:pt x="24210" y="6327"/>
                    <a:pt x="23780" y="12340"/>
                  </a:cubicBezTo>
                  <a:cubicBezTo>
                    <a:pt x="23349" y="18350"/>
                    <a:pt x="18350" y="23012"/>
                    <a:pt x="12321" y="23019"/>
                  </a:cubicBezTo>
                  <a:cubicBezTo>
                    <a:pt x="11765" y="23019"/>
                    <a:pt x="11206" y="22979"/>
                    <a:pt x="10654" y="22899"/>
                  </a:cubicBezTo>
                  <a:cubicBezTo>
                    <a:pt x="4685" y="22033"/>
                    <a:pt x="397" y="16706"/>
                    <a:pt x="829" y="10691"/>
                  </a:cubicBezTo>
                  <a:cubicBezTo>
                    <a:pt x="1261" y="4676"/>
                    <a:pt x="6262" y="17"/>
                    <a:pt x="12293" y="10"/>
                  </a:cubicBezTo>
                  <a:close/>
                  <a:moveTo>
                    <a:pt x="12293" y="0"/>
                  </a:moveTo>
                  <a:cubicBezTo>
                    <a:pt x="6669" y="0"/>
                    <a:pt x="1746" y="4127"/>
                    <a:pt x="915" y="9857"/>
                  </a:cubicBezTo>
                  <a:cubicBezTo>
                    <a:pt x="0" y="16149"/>
                    <a:pt x="4360" y="21993"/>
                    <a:pt x="10652" y="22908"/>
                  </a:cubicBezTo>
                  <a:cubicBezTo>
                    <a:pt x="11203" y="22989"/>
                    <a:pt x="11762" y="23028"/>
                    <a:pt x="12321" y="23030"/>
                  </a:cubicBezTo>
                  <a:cubicBezTo>
                    <a:pt x="17948" y="23030"/>
                    <a:pt x="22868" y="18902"/>
                    <a:pt x="23702" y="13171"/>
                  </a:cubicBezTo>
                  <a:cubicBezTo>
                    <a:pt x="24616" y="6879"/>
                    <a:pt x="20257" y="1035"/>
                    <a:pt x="13965" y="120"/>
                  </a:cubicBezTo>
                  <a:cubicBezTo>
                    <a:pt x="13411" y="40"/>
                    <a:pt x="12852" y="0"/>
                    <a:pt x="1229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40"/>
            <p:cNvSpPr/>
            <p:nvPr/>
          </p:nvSpPr>
          <p:spPr>
            <a:xfrm>
              <a:off x="2814700" y="4787800"/>
              <a:ext cx="766375" cy="289275"/>
            </a:xfrm>
            <a:custGeom>
              <a:avLst/>
              <a:gdLst/>
              <a:ahLst/>
              <a:cxnLst/>
              <a:rect l="l" t="t" r="r" b="b"/>
              <a:pathLst>
                <a:path w="30655" h="11571" extrusionOk="0">
                  <a:moveTo>
                    <a:pt x="30192" y="1"/>
                  </a:moveTo>
                  <a:lnTo>
                    <a:pt x="0" y="7546"/>
                  </a:lnTo>
                  <a:cubicBezTo>
                    <a:pt x="379" y="8962"/>
                    <a:pt x="956" y="10317"/>
                    <a:pt x="1713" y="11571"/>
                  </a:cubicBezTo>
                  <a:lnTo>
                    <a:pt x="30573" y="4360"/>
                  </a:lnTo>
                  <a:cubicBezTo>
                    <a:pt x="30654" y="2896"/>
                    <a:pt x="30525" y="1428"/>
                    <a:pt x="30192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40"/>
            <p:cNvSpPr/>
            <p:nvPr/>
          </p:nvSpPr>
          <p:spPr>
            <a:xfrm>
              <a:off x="2801650" y="4696250"/>
              <a:ext cx="756850" cy="241550"/>
            </a:xfrm>
            <a:custGeom>
              <a:avLst/>
              <a:gdLst/>
              <a:ahLst/>
              <a:cxnLst/>
              <a:rect l="l" t="t" r="r" b="b"/>
              <a:pathLst>
                <a:path w="30274" h="9662" extrusionOk="0">
                  <a:moveTo>
                    <a:pt x="29347" y="1"/>
                  </a:moveTo>
                  <a:lnTo>
                    <a:pt x="0" y="7334"/>
                  </a:lnTo>
                  <a:cubicBezTo>
                    <a:pt x="5" y="8112"/>
                    <a:pt x="70" y="8890"/>
                    <a:pt x="194" y="9661"/>
                  </a:cubicBezTo>
                  <a:lnTo>
                    <a:pt x="30273" y="2143"/>
                  </a:lnTo>
                  <a:cubicBezTo>
                    <a:pt x="30019" y="1407"/>
                    <a:pt x="29710" y="691"/>
                    <a:pt x="293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40"/>
            <p:cNvSpPr/>
            <p:nvPr/>
          </p:nvSpPr>
          <p:spPr>
            <a:xfrm>
              <a:off x="2777975" y="4760150"/>
              <a:ext cx="776700" cy="562025"/>
            </a:xfrm>
            <a:custGeom>
              <a:avLst/>
              <a:gdLst/>
              <a:ahLst/>
              <a:cxnLst/>
              <a:rect l="l" t="t" r="r" b="b"/>
              <a:pathLst>
                <a:path w="31068" h="22481" extrusionOk="0">
                  <a:moveTo>
                    <a:pt x="1658" y="1"/>
                  </a:moveTo>
                  <a:lnTo>
                    <a:pt x="1658" y="1"/>
                  </a:lnTo>
                  <a:cubicBezTo>
                    <a:pt x="562" y="2201"/>
                    <a:pt x="1" y="4628"/>
                    <a:pt x="17" y="7087"/>
                  </a:cubicBezTo>
                  <a:cubicBezTo>
                    <a:pt x="21" y="7867"/>
                    <a:pt x="88" y="8645"/>
                    <a:pt x="213" y="9417"/>
                  </a:cubicBezTo>
                  <a:cubicBezTo>
                    <a:pt x="296" y="9936"/>
                    <a:pt x="405" y="10453"/>
                    <a:pt x="541" y="10961"/>
                  </a:cubicBezTo>
                  <a:cubicBezTo>
                    <a:pt x="917" y="12379"/>
                    <a:pt x="1495" y="13732"/>
                    <a:pt x="2252" y="14988"/>
                  </a:cubicBezTo>
                  <a:cubicBezTo>
                    <a:pt x="4577" y="18837"/>
                    <a:pt x="8542" y="21654"/>
                    <a:pt x="13340" y="22352"/>
                  </a:cubicBezTo>
                  <a:cubicBezTo>
                    <a:pt x="13938" y="22439"/>
                    <a:pt x="14538" y="22481"/>
                    <a:pt x="15137" y="22481"/>
                  </a:cubicBezTo>
                  <a:cubicBezTo>
                    <a:pt x="22061" y="22481"/>
                    <a:pt x="28760" y="16846"/>
                    <a:pt x="31068" y="10128"/>
                  </a:cubicBezTo>
                  <a:lnTo>
                    <a:pt x="31068" y="10128"/>
                  </a:lnTo>
                  <a:cubicBezTo>
                    <a:pt x="28814" y="16140"/>
                    <a:pt x="23015" y="20206"/>
                    <a:pt x="16520" y="20206"/>
                  </a:cubicBezTo>
                  <a:cubicBezTo>
                    <a:pt x="15776" y="20206"/>
                    <a:pt x="15023" y="20152"/>
                    <a:pt x="14265" y="20043"/>
                  </a:cubicBezTo>
                  <a:cubicBezTo>
                    <a:pt x="9470" y="19345"/>
                    <a:pt x="5503" y="16528"/>
                    <a:pt x="3180" y="12677"/>
                  </a:cubicBezTo>
                  <a:cubicBezTo>
                    <a:pt x="2423" y="11423"/>
                    <a:pt x="1845" y="10068"/>
                    <a:pt x="1467" y="8652"/>
                  </a:cubicBezTo>
                  <a:cubicBezTo>
                    <a:pt x="1333" y="8142"/>
                    <a:pt x="1224" y="7627"/>
                    <a:pt x="1141" y="7105"/>
                  </a:cubicBezTo>
                  <a:cubicBezTo>
                    <a:pt x="1017" y="6336"/>
                    <a:pt x="950" y="5558"/>
                    <a:pt x="945" y="4778"/>
                  </a:cubicBezTo>
                  <a:cubicBezTo>
                    <a:pt x="940" y="3984"/>
                    <a:pt x="993" y="3192"/>
                    <a:pt x="1109" y="2409"/>
                  </a:cubicBezTo>
                  <a:cubicBezTo>
                    <a:pt x="1227" y="1591"/>
                    <a:pt x="1409" y="786"/>
                    <a:pt x="1658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4" name="Google Shape;1324;p40"/>
          <p:cNvGrpSpPr/>
          <p:nvPr/>
        </p:nvGrpSpPr>
        <p:grpSpPr>
          <a:xfrm rot="-3104584">
            <a:off x="541843" y="1810322"/>
            <a:ext cx="529781" cy="397402"/>
            <a:chOff x="2787100" y="3506250"/>
            <a:chExt cx="854925" cy="641300"/>
          </a:xfrm>
        </p:grpSpPr>
        <p:sp>
          <p:nvSpPr>
            <p:cNvPr id="1325" name="Google Shape;1325;p40"/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40"/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40"/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40"/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40"/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40"/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40"/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CCE3197-B709-285F-C98E-732BDABBF91A}"/>
              </a:ext>
            </a:extLst>
          </p:cNvPr>
          <p:cNvSpPr/>
          <p:nvPr/>
        </p:nvSpPr>
        <p:spPr>
          <a:xfrm>
            <a:off x="2388930" y="3667175"/>
            <a:ext cx="4330045" cy="94323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-">
  <a:themeElements>
    <a:clrScheme name="Simple Light">
      <a:dk1>
        <a:srgbClr val="363D23"/>
      </a:dk1>
      <a:lt1>
        <a:srgbClr val="424B2B"/>
      </a:lt1>
      <a:dk2>
        <a:srgbClr val="6C7B46"/>
      </a:dk2>
      <a:lt2>
        <a:srgbClr val="B1C176"/>
      </a:lt2>
      <a:accent1>
        <a:srgbClr val="C2CC9A"/>
      </a:accent1>
      <a:accent2>
        <a:srgbClr val="F39921"/>
      </a:accent2>
      <a:accent3>
        <a:srgbClr val="FEC928"/>
      </a:accent3>
      <a:accent4>
        <a:srgbClr val="FFFFFF"/>
      </a:accent4>
      <a:accent5>
        <a:srgbClr val="FFFFFF"/>
      </a:accent5>
      <a:accent6>
        <a:srgbClr val="FFFFFF"/>
      </a:accent6>
      <a:hlink>
        <a:srgbClr val="C2CC9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1288</Words>
  <Application>Microsoft Office PowerPoint</Application>
  <PresentationFormat>Affichage à l'écran (16:9)</PresentationFormat>
  <Paragraphs>166</Paragraphs>
  <Slides>32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8" baseType="lpstr">
      <vt:lpstr>Arial</vt:lpstr>
      <vt:lpstr>Bebas Neue</vt:lpstr>
      <vt:lpstr>Cabin</vt:lpstr>
      <vt:lpstr>Doppio One</vt:lpstr>
      <vt:lpstr>Josefin Slab SemiBold</vt:lpstr>
      <vt:lpstr>-</vt:lpstr>
      <vt:lpstr>Projet 12 Détectez des faux billets avec R ou Python</vt:lpstr>
      <vt:lpstr>Le contexte</vt:lpstr>
      <vt:lpstr>Le contexte</vt:lpstr>
      <vt:lpstr>01</vt:lpstr>
      <vt:lpstr>01</vt:lpstr>
      <vt:lpstr>Vérification de la qualité des données les valeurs manquantes</vt:lpstr>
      <vt:lpstr>Vérification de la qualité des données les outliers</vt:lpstr>
      <vt:lpstr>Vérification de la qualité des données</vt:lpstr>
      <vt:lpstr>02</vt:lpstr>
      <vt:lpstr>Présentation du K-means</vt:lpstr>
      <vt:lpstr>Calibrage du K-means</vt:lpstr>
      <vt:lpstr>Résultats du K-means</vt:lpstr>
      <vt:lpstr>02</vt:lpstr>
      <vt:lpstr>Présentation de la régression logistique</vt:lpstr>
      <vt:lpstr>Résultats de la régression logistique</vt:lpstr>
      <vt:lpstr>Résultats de la régression logistique</vt:lpstr>
      <vt:lpstr>02</vt:lpstr>
      <vt:lpstr>Présentation du KNN</vt:lpstr>
      <vt:lpstr>Résultats du KNN</vt:lpstr>
      <vt:lpstr>02</vt:lpstr>
      <vt:lpstr>Présentation du RandomForest</vt:lpstr>
      <vt:lpstr>Résultats du RandomForest</vt:lpstr>
      <vt:lpstr>02</vt:lpstr>
      <vt:lpstr>Présentation du Gradient Boosting Classifier</vt:lpstr>
      <vt:lpstr>Résultats du Gradient Boosting Classifier</vt:lpstr>
      <vt:lpstr>02</vt:lpstr>
      <vt:lpstr>Travail sur les variables</vt:lpstr>
      <vt:lpstr>02</vt:lpstr>
      <vt:lpstr>Comparaison des modèles</vt:lpstr>
      <vt:lpstr>Nos modèles font ils des erreurs sur les mêmes billets ?</vt:lpstr>
      <vt:lpstr>Exemple de script de detection.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Zied Belhocine</dc:creator>
  <cp:lastModifiedBy>Zied Belhocine</cp:lastModifiedBy>
  <cp:revision>1</cp:revision>
  <dcterms:modified xsi:type="dcterms:W3CDTF">2026-07-21T14:18:52Z</dcterms:modified>
</cp:coreProperties>
</file>