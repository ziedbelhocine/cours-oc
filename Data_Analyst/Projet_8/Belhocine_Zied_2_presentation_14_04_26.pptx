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4" r:id="rId3"/>
    <p:sldId id="285" r:id="rId4"/>
    <p:sldId id="316" r:id="rId5"/>
    <p:sldId id="326" r:id="rId6"/>
    <p:sldId id="318" r:id="rId7"/>
    <p:sldId id="317" r:id="rId8"/>
    <p:sldId id="319" r:id="rId9"/>
    <p:sldId id="320" r:id="rId10"/>
    <p:sldId id="323" r:id="rId11"/>
    <p:sldId id="327" r:id="rId12"/>
    <p:sldId id="321" r:id="rId13"/>
    <p:sldId id="257" r:id="rId14"/>
    <p:sldId id="330" r:id="rId15"/>
    <p:sldId id="331" r:id="rId16"/>
    <p:sldId id="329" r:id="rId17"/>
    <p:sldId id="283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4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172" autoAdjust="0"/>
  </p:normalViewPr>
  <p:slideViewPr>
    <p:cSldViewPr snapToGrid="0">
      <p:cViewPr varScale="1">
        <p:scale>
          <a:sx n="181" d="100"/>
          <a:sy n="181" d="100"/>
        </p:scale>
        <p:origin x="1224" y="162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ed Belhocine" userId="200cc0e2b299676e" providerId="LiveId" clId="{3EBBFEB4-7E60-440A-B139-E25F34F33931}"/>
    <pc:docChg chg="undo redo custSel addSld delSld modSld sldOrd">
      <pc:chgData name="Zied Belhocine" userId="200cc0e2b299676e" providerId="LiveId" clId="{3EBBFEB4-7E60-440A-B139-E25F34F33931}" dt="2026-03-26T14:42:43.506" v="5783" actId="20577"/>
      <pc:docMkLst>
        <pc:docMk/>
      </pc:docMkLst>
      <pc:sldChg chg="modSp mod">
        <pc:chgData name="Zied Belhocine" userId="200cc0e2b299676e" providerId="LiveId" clId="{3EBBFEB4-7E60-440A-B139-E25F34F33931}" dt="2026-03-26T10:52:19.414" v="4017" actId="20577"/>
        <pc:sldMkLst>
          <pc:docMk/>
          <pc:sldMk cId="0" sldId="256"/>
        </pc:sldMkLst>
        <pc:spChg chg="mod">
          <ac:chgData name="Zied Belhocine" userId="200cc0e2b299676e" providerId="LiveId" clId="{3EBBFEB4-7E60-440A-B139-E25F34F33931}" dt="2026-03-18T14:51:55.609" v="60" actId="20577"/>
          <ac:spMkLst>
            <pc:docMk/>
            <pc:sldMk cId="0" sldId="256"/>
            <ac:spMk id="55" creationId="{00000000-0000-0000-0000-000000000000}"/>
          </ac:spMkLst>
        </pc:spChg>
        <pc:spChg chg="mod">
          <ac:chgData name="Zied Belhocine" userId="200cc0e2b299676e" providerId="LiveId" clId="{3EBBFEB4-7E60-440A-B139-E25F34F33931}" dt="2026-03-18T14:52:08.110" v="77" actId="20577"/>
          <ac:spMkLst>
            <pc:docMk/>
            <pc:sldMk cId="0" sldId="256"/>
            <ac:spMk id="56" creationId="{00000000-0000-0000-0000-000000000000}"/>
          </ac:spMkLst>
        </pc:spChg>
        <pc:spChg chg="mod">
          <ac:chgData name="Zied Belhocine" userId="200cc0e2b299676e" providerId="LiveId" clId="{3EBBFEB4-7E60-440A-B139-E25F34F33931}" dt="2026-03-18T14:52:16.454" v="95" actId="20577"/>
          <ac:spMkLst>
            <pc:docMk/>
            <pc:sldMk cId="0" sldId="256"/>
            <ac:spMk id="57" creationId="{00000000-0000-0000-0000-000000000000}"/>
          </ac:spMkLst>
        </pc:spChg>
        <pc:spChg chg="mod">
          <ac:chgData name="Zied Belhocine" userId="200cc0e2b299676e" providerId="LiveId" clId="{3EBBFEB4-7E60-440A-B139-E25F34F33931}" dt="2026-03-26T10:52:19.414" v="4017" actId="20577"/>
          <ac:spMkLst>
            <pc:docMk/>
            <pc:sldMk cId="0" sldId="256"/>
            <ac:spMk id="58" creationId="{00000000-0000-0000-0000-000000000000}"/>
          </ac:spMkLst>
        </pc:spChg>
      </pc:sldChg>
      <pc:sldChg chg="addSp delSp modSp mod modNotesTx">
        <pc:chgData name="Zied Belhocine" userId="200cc0e2b299676e" providerId="LiveId" clId="{3EBBFEB4-7E60-440A-B139-E25F34F33931}" dt="2026-03-26T13:19:28.542" v="5568" actId="20577"/>
        <pc:sldMkLst>
          <pc:docMk/>
          <pc:sldMk cId="0" sldId="257"/>
        </pc:sldMkLst>
        <pc:spChg chg="add del mod">
          <ac:chgData name="Zied Belhocine" userId="200cc0e2b299676e" providerId="LiveId" clId="{3EBBFEB4-7E60-440A-B139-E25F34F33931}" dt="2026-03-20T09:42:59.363" v="167" actId="478"/>
          <ac:spMkLst>
            <pc:docMk/>
            <pc:sldMk cId="0" sldId="257"/>
            <ac:spMk id="8" creationId="{D6814559-AC09-A073-B976-0D79C293DFAA}"/>
          </ac:spMkLst>
        </pc:spChg>
        <pc:spChg chg="add del mod">
          <ac:chgData name="Zied Belhocine" userId="200cc0e2b299676e" providerId="LiveId" clId="{3EBBFEB4-7E60-440A-B139-E25F34F33931}" dt="2026-03-20T09:43:11.753" v="170" actId="478"/>
          <ac:spMkLst>
            <pc:docMk/>
            <pc:sldMk cId="0" sldId="257"/>
            <ac:spMk id="9" creationId="{BDA9F34F-FB43-2B47-9A2D-DC8A472F54A2}"/>
          </ac:spMkLst>
        </pc:spChg>
        <pc:spChg chg="add del mod">
          <ac:chgData name="Zied Belhocine" userId="200cc0e2b299676e" providerId="LiveId" clId="{3EBBFEB4-7E60-440A-B139-E25F34F33931}" dt="2026-03-20T09:43:13.320" v="171" actId="478"/>
          <ac:spMkLst>
            <pc:docMk/>
            <pc:sldMk cId="0" sldId="257"/>
            <ac:spMk id="10" creationId="{AE8B99F9-C24A-8CBA-386F-46D23E80145C}"/>
          </ac:spMkLst>
        </pc:spChg>
        <pc:spChg chg="add del mod">
          <ac:chgData name="Zied Belhocine" userId="200cc0e2b299676e" providerId="LiveId" clId="{3EBBFEB4-7E60-440A-B139-E25F34F33931}" dt="2026-03-20T10:11:15.254" v="209" actId="478"/>
          <ac:spMkLst>
            <pc:docMk/>
            <pc:sldMk cId="0" sldId="257"/>
            <ac:spMk id="11" creationId="{35484538-E684-5EB7-616B-EFE07FB7E9C6}"/>
          </ac:spMkLst>
        </pc:spChg>
        <pc:spChg chg="add del mod">
          <ac:chgData name="Zied Belhocine" userId="200cc0e2b299676e" providerId="LiveId" clId="{3EBBFEB4-7E60-440A-B139-E25F34F33931}" dt="2026-03-20T10:11:13.874" v="208" actId="478"/>
          <ac:spMkLst>
            <pc:docMk/>
            <pc:sldMk cId="0" sldId="257"/>
            <ac:spMk id="16" creationId="{29951221-CCF2-4C0C-FAA0-8D50A2DE8D98}"/>
          </ac:spMkLst>
        </pc:spChg>
        <pc:spChg chg="add del mod">
          <ac:chgData name="Zied Belhocine" userId="200cc0e2b299676e" providerId="LiveId" clId="{3EBBFEB4-7E60-440A-B139-E25F34F33931}" dt="2026-03-20T14:28:15.618" v="292" actId="113"/>
          <ac:spMkLst>
            <pc:docMk/>
            <pc:sldMk cId="0" sldId="257"/>
            <ac:spMk id="63" creationId="{00000000-0000-0000-0000-000000000000}"/>
          </ac:spMkLst>
        </pc:spChg>
        <pc:spChg chg="mod">
          <ac:chgData name="Zied Belhocine" userId="200cc0e2b299676e" providerId="LiveId" clId="{3EBBFEB4-7E60-440A-B139-E25F34F33931}" dt="2026-03-20T14:27:34.490" v="239" actId="1076"/>
          <ac:spMkLst>
            <pc:docMk/>
            <pc:sldMk cId="0" sldId="257"/>
            <ac:spMk id="65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0T14:23:03.064" v="228" actId="478"/>
          <ac:picMkLst>
            <pc:docMk/>
            <pc:sldMk cId="0" sldId="257"/>
            <ac:picMk id="3" creationId="{BBB52B33-FD9C-1116-8FEC-DD86A9C1F147}"/>
          </ac:picMkLst>
        </pc:picChg>
        <pc:picChg chg="add del mod">
          <ac:chgData name="Zied Belhocine" userId="200cc0e2b299676e" providerId="LiveId" clId="{3EBBFEB4-7E60-440A-B139-E25F34F33931}" dt="2026-03-20T14:22:31.599" v="221" actId="21"/>
          <ac:picMkLst>
            <pc:docMk/>
            <pc:sldMk cId="0" sldId="257"/>
            <ac:picMk id="5" creationId="{C3BF7A50-F719-68EB-375F-8037B487F83E}"/>
          </ac:picMkLst>
        </pc:picChg>
        <pc:picChg chg="add del mod">
          <ac:chgData name="Zied Belhocine" userId="200cc0e2b299676e" providerId="LiveId" clId="{3EBBFEB4-7E60-440A-B139-E25F34F33931}" dt="2026-03-20T14:22:31.599" v="221" actId="21"/>
          <ac:picMkLst>
            <pc:docMk/>
            <pc:sldMk cId="0" sldId="257"/>
            <ac:picMk id="7" creationId="{4F690169-DDB3-D0F4-ECD1-4DE8B4D47178}"/>
          </ac:picMkLst>
        </pc:picChg>
        <pc:picChg chg="add del mod">
          <ac:chgData name="Zied Belhocine" userId="200cc0e2b299676e" providerId="LiveId" clId="{3EBBFEB4-7E60-440A-B139-E25F34F33931}" dt="2026-03-20T14:23:02.640" v="227" actId="478"/>
          <ac:picMkLst>
            <pc:docMk/>
            <pc:sldMk cId="0" sldId="257"/>
            <ac:picMk id="13" creationId="{7A525BE4-FCDC-42BE-6B78-F86AC5959ADA}"/>
          </ac:picMkLst>
        </pc:picChg>
        <pc:picChg chg="add del mod">
          <ac:chgData name="Zied Belhocine" userId="200cc0e2b299676e" providerId="LiveId" clId="{3EBBFEB4-7E60-440A-B139-E25F34F33931}" dt="2026-03-20T14:22:31.599" v="221" actId="21"/>
          <ac:picMkLst>
            <pc:docMk/>
            <pc:sldMk cId="0" sldId="257"/>
            <ac:picMk id="17" creationId="{DA486D9B-F822-FF9F-B092-B398EC916801}"/>
          </ac:picMkLst>
        </pc:picChg>
        <pc:picChg chg="add del mod">
          <ac:chgData name="Zied Belhocine" userId="200cc0e2b299676e" providerId="LiveId" clId="{3EBBFEB4-7E60-440A-B139-E25F34F33931}" dt="2026-03-20T14:22:31.599" v="221" actId="21"/>
          <ac:picMkLst>
            <pc:docMk/>
            <pc:sldMk cId="0" sldId="257"/>
            <ac:picMk id="18" creationId="{144D77FC-ACB1-7DB8-EC62-C065CDECA417}"/>
          </ac:picMkLst>
        </pc:picChg>
        <pc:picChg chg="add mod">
          <ac:chgData name="Zied Belhocine" userId="200cc0e2b299676e" providerId="LiveId" clId="{3EBBFEB4-7E60-440A-B139-E25F34F33931}" dt="2026-03-20T14:25:05.407" v="231" actId="1076"/>
          <ac:picMkLst>
            <pc:docMk/>
            <pc:sldMk cId="0" sldId="257"/>
            <ac:picMk id="20" creationId="{C85FA2A2-F34A-677E-42C6-ABAB3CFA0369}"/>
          </ac:picMkLst>
        </pc:picChg>
        <pc:picChg chg="add mod">
          <ac:chgData name="Zied Belhocine" userId="200cc0e2b299676e" providerId="LiveId" clId="{3EBBFEB4-7E60-440A-B139-E25F34F33931}" dt="2026-03-20T14:26:20.912" v="234" actId="1076"/>
          <ac:picMkLst>
            <pc:docMk/>
            <pc:sldMk cId="0" sldId="257"/>
            <ac:picMk id="21" creationId="{E28848A9-B81D-17AD-83E9-6B9E6322CF17}"/>
          </ac:picMkLst>
        </pc:picChg>
        <pc:picChg chg="add mod">
          <ac:chgData name="Zied Belhocine" userId="200cc0e2b299676e" providerId="LiveId" clId="{3EBBFEB4-7E60-440A-B139-E25F34F33931}" dt="2026-03-20T10:29:20.740" v="218" actId="1076"/>
          <ac:picMkLst>
            <pc:docMk/>
            <pc:sldMk cId="0" sldId="257"/>
            <ac:picMk id="1026" creationId="{3C45665D-B1F1-C90F-019D-96B0A3CD0F88}"/>
          </ac:picMkLst>
        </pc:picChg>
        <pc:cxnChg chg="add del mod">
          <ac:chgData name="Zied Belhocine" userId="200cc0e2b299676e" providerId="LiveId" clId="{3EBBFEB4-7E60-440A-B139-E25F34F33931}" dt="2026-03-20T10:11:12.652" v="207" actId="478"/>
          <ac:cxnSpMkLst>
            <pc:docMk/>
            <pc:sldMk cId="0" sldId="257"/>
            <ac:cxnSpMk id="15" creationId="{905F6D42-1B80-7FD3-B0DF-6BFE658E9789}"/>
          </ac:cxnSpMkLst>
        </pc:cxnChg>
      </pc:sldChg>
      <pc:sldChg chg="addSp delSp modSp mod">
        <pc:chgData name="Zied Belhocine" userId="200cc0e2b299676e" providerId="LiveId" clId="{3EBBFEB4-7E60-440A-B139-E25F34F33931}" dt="2026-03-26T13:33:35.954" v="5631" actId="20577"/>
        <pc:sldMkLst>
          <pc:docMk/>
          <pc:sldMk cId="0" sldId="258"/>
        </pc:sldMkLst>
        <pc:spChg chg="add mod">
          <ac:chgData name="Zied Belhocine" userId="200cc0e2b299676e" providerId="LiveId" clId="{3EBBFEB4-7E60-440A-B139-E25F34F33931}" dt="2026-03-23T16:24:33.062" v="1689" actId="1038"/>
          <ac:spMkLst>
            <pc:docMk/>
            <pc:sldMk cId="0" sldId="258"/>
            <ac:spMk id="5" creationId="{97096B67-6984-47F5-5453-AD015CA480C8}"/>
          </ac:spMkLst>
        </pc:spChg>
        <pc:spChg chg="add mod">
          <ac:chgData name="Zied Belhocine" userId="200cc0e2b299676e" providerId="LiveId" clId="{3EBBFEB4-7E60-440A-B139-E25F34F33931}" dt="2026-03-23T16:24:33.062" v="1689" actId="1038"/>
          <ac:spMkLst>
            <pc:docMk/>
            <pc:sldMk cId="0" sldId="258"/>
            <ac:spMk id="6" creationId="{F99F1D7B-2590-7643-1058-10AB6F86DC0C}"/>
          </ac:spMkLst>
        </pc:spChg>
        <pc:spChg chg="add mod">
          <ac:chgData name="Zied Belhocine" userId="200cc0e2b299676e" providerId="LiveId" clId="{3EBBFEB4-7E60-440A-B139-E25F34F33931}" dt="2026-03-23T16:24:33.062" v="1689" actId="1038"/>
          <ac:spMkLst>
            <pc:docMk/>
            <pc:sldMk cId="0" sldId="258"/>
            <ac:spMk id="7" creationId="{B5046D20-D323-A0D8-5442-BBC76643C865}"/>
          </ac:spMkLst>
        </pc:spChg>
        <pc:spChg chg="add mod">
          <ac:chgData name="Zied Belhocine" userId="200cc0e2b299676e" providerId="LiveId" clId="{3EBBFEB4-7E60-440A-B139-E25F34F33931}" dt="2026-03-23T16:24:33.062" v="1689" actId="1038"/>
          <ac:spMkLst>
            <pc:docMk/>
            <pc:sldMk cId="0" sldId="258"/>
            <ac:spMk id="8" creationId="{95694F21-F45D-0A7F-35CF-048B8C74898A}"/>
          </ac:spMkLst>
        </pc:spChg>
        <pc:spChg chg="add mod">
          <ac:chgData name="Zied Belhocine" userId="200cc0e2b299676e" providerId="LiveId" clId="{3EBBFEB4-7E60-440A-B139-E25F34F33931}" dt="2026-03-23T16:23:23.410" v="1537" actId="767"/>
          <ac:spMkLst>
            <pc:docMk/>
            <pc:sldMk cId="0" sldId="258"/>
            <ac:spMk id="15" creationId="{35D1DF5E-BC63-BD42-C612-834D1162FE52}"/>
          </ac:spMkLst>
        </pc:spChg>
        <pc:spChg chg="mod">
          <ac:chgData name="Zied Belhocine" userId="200cc0e2b299676e" providerId="LiveId" clId="{3EBBFEB4-7E60-440A-B139-E25F34F33931}" dt="2026-03-26T13:33:35.954" v="5631" actId="20577"/>
          <ac:spMkLst>
            <pc:docMk/>
            <pc:sldMk cId="0" sldId="258"/>
            <ac:spMk id="71" creationId="{00000000-0000-0000-0000-000000000000}"/>
          </ac:spMkLst>
        </pc:spChg>
        <pc:picChg chg="add mod">
          <ac:chgData name="Zied Belhocine" userId="200cc0e2b299676e" providerId="LiveId" clId="{3EBBFEB4-7E60-440A-B139-E25F34F33931}" dt="2026-03-23T16:24:33.062" v="1689" actId="1038"/>
          <ac:picMkLst>
            <pc:docMk/>
            <pc:sldMk cId="0" sldId="258"/>
            <ac:picMk id="2" creationId="{DC45EBB6-63BB-BFB4-C2E9-60F2B15E8369}"/>
          </ac:picMkLst>
        </pc:picChg>
        <pc:picChg chg="add del mod">
          <ac:chgData name="Zied Belhocine" userId="200cc0e2b299676e" providerId="LiveId" clId="{3EBBFEB4-7E60-440A-B139-E25F34F33931}" dt="2026-03-23T16:55:16.429" v="1730" actId="478"/>
          <ac:picMkLst>
            <pc:docMk/>
            <pc:sldMk cId="0" sldId="258"/>
            <ac:picMk id="3" creationId="{6E105C2E-F2C8-32F4-9696-5F15750B50A7}"/>
          </ac:picMkLst>
        </pc:picChg>
        <pc:picChg chg="add mod">
          <ac:chgData name="Zied Belhocine" userId="200cc0e2b299676e" providerId="LiveId" clId="{3EBBFEB4-7E60-440A-B139-E25F34F33931}" dt="2026-03-23T16:24:33.062" v="1689" actId="1038"/>
          <ac:picMkLst>
            <pc:docMk/>
            <pc:sldMk cId="0" sldId="258"/>
            <ac:picMk id="4" creationId="{F4696287-A89D-8434-2016-FC6B42E360AF}"/>
          </ac:picMkLst>
        </pc:picChg>
        <pc:picChg chg="add mod ord">
          <ac:chgData name="Zied Belhocine" userId="200cc0e2b299676e" providerId="LiveId" clId="{3EBBFEB4-7E60-440A-B139-E25F34F33931}" dt="2026-03-23T16:55:18.894" v="1734" actId="1035"/>
          <ac:picMkLst>
            <pc:docMk/>
            <pc:sldMk cId="0" sldId="258"/>
            <ac:picMk id="16" creationId="{44940CC9-32CE-CF8F-74A3-B3B0CE48449B}"/>
          </ac:picMkLst>
        </pc:picChg>
        <pc:cxnChg chg="add mod">
          <ac:chgData name="Zied Belhocine" userId="200cc0e2b299676e" providerId="LiveId" clId="{3EBBFEB4-7E60-440A-B139-E25F34F33931}" dt="2026-03-23T16:24:33.062" v="1689" actId="1038"/>
          <ac:cxnSpMkLst>
            <pc:docMk/>
            <pc:sldMk cId="0" sldId="258"/>
            <ac:cxnSpMk id="10" creationId="{28489561-FC01-287E-800F-3B50C807A56C}"/>
          </ac:cxnSpMkLst>
        </pc:cxnChg>
        <pc:cxnChg chg="add mod">
          <ac:chgData name="Zied Belhocine" userId="200cc0e2b299676e" providerId="LiveId" clId="{3EBBFEB4-7E60-440A-B139-E25F34F33931}" dt="2026-03-23T16:24:33.062" v="1689" actId="1038"/>
          <ac:cxnSpMkLst>
            <pc:docMk/>
            <pc:sldMk cId="0" sldId="258"/>
            <ac:cxnSpMk id="12" creationId="{6FBA4CEA-BDD2-85DC-4EED-917C932761A6}"/>
          </ac:cxnSpMkLst>
        </pc:cxnChg>
      </pc:sldChg>
      <pc:sldChg chg="addSp delSp modSp mod">
        <pc:chgData name="Zied Belhocine" userId="200cc0e2b299676e" providerId="LiveId" clId="{3EBBFEB4-7E60-440A-B139-E25F34F33931}" dt="2026-03-26T11:14:20.591" v="4366" actId="20577"/>
        <pc:sldMkLst>
          <pc:docMk/>
          <pc:sldMk cId="0" sldId="259"/>
        </pc:sldMkLst>
        <pc:spChg chg="add mod">
          <ac:chgData name="Zied Belhocine" userId="200cc0e2b299676e" providerId="LiveId" clId="{3EBBFEB4-7E60-440A-B139-E25F34F33931}" dt="2026-03-25T07:23:37.279" v="4005" actId="20577"/>
          <ac:spMkLst>
            <pc:docMk/>
            <pc:sldMk cId="0" sldId="259"/>
            <ac:spMk id="4" creationId="{36D760E0-3CB2-A87C-2FAD-F5054A40AFDE}"/>
          </ac:spMkLst>
        </pc:spChg>
        <pc:spChg chg="add del mod">
          <ac:chgData name="Zied Belhocine" userId="200cc0e2b299676e" providerId="LiveId" clId="{3EBBFEB4-7E60-440A-B139-E25F34F33931}" dt="2026-03-24T13:50:35.570" v="2693" actId="478"/>
          <ac:spMkLst>
            <pc:docMk/>
            <pc:sldMk cId="0" sldId="259"/>
            <ac:spMk id="8" creationId="{3CAE49CF-E809-0BB5-B6E2-AE1A5AF7CFA7}"/>
          </ac:spMkLst>
        </pc:spChg>
        <pc:spChg chg="del mod">
          <ac:chgData name="Zied Belhocine" userId="200cc0e2b299676e" providerId="LiveId" clId="{3EBBFEB4-7E60-440A-B139-E25F34F33931}" dt="2026-03-24T13:50:31.635" v="2692" actId="478"/>
          <ac:spMkLst>
            <pc:docMk/>
            <pc:sldMk cId="0" sldId="259"/>
            <ac:spMk id="79" creationId="{00000000-0000-0000-0000-000000000000}"/>
          </ac:spMkLst>
        </pc:spChg>
        <pc:spChg chg="mod">
          <ac:chgData name="Zied Belhocine" userId="200cc0e2b299676e" providerId="LiveId" clId="{3EBBFEB4-7E60-440A-B139-E25F34F33931}" dt="2026-03-26T11:14:20.591" v="4366" actId="20577"/>
          <ac:spMkLst>
            <pc:docMk/>
            <pc:sldMk cId="0" sldId="259"/>
            <ac:spMk id="81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4T13:50:20.591" v="2689" actId="478"/>
          <ac:picMkLst>
            <pc:docMk/>
            <pc:sldMk cId="0" sldId="259"/>
            <ac:picMk id="3" creationId="{8A219962-535B-B0E7-AD06-AF6BC83C386B}"/>
          </ac:picMkLst>
        </pc:picChg>
        <pc:picChg chg="add del mod">
          <ac:chgData name="Zied Belhocine" userId="200cc0e2b299676e" providerId="LiveId" clId="{3EBBFEB4-7E60-440A-B139-E25F34F33931}" dt="2026-03-24T13:56:54.058" v="2828" actId="478"/>
          <ac:picMkLst>
            <pc:docMk/>
            <pc:sldMk cId="0" sldId="259"/>
            <ac:picMk id="6" creationId="{1F128904-1024-280B-2655-C2B03422DB3F}"/>
          </ac:picMkLst>
        </pc:picChg>
        <pc:picChg chg="add mod">
          <ac:chgData name="Zied Belhocine" userId="200cc0e2b299676e" providerId="LiveId" clId="{3EBBFEB4-7E60-440A-B139-E25F34F33931}" dt="2026-03-24T13:57:02.719" v="2832" actId="14100"/>
          <ac:picMkLst>
            <pc:docMk/>
            <pc:sldMk cId="0" sldId="259"/>
            <ac:picMk id="10" creationId="{9C3EE83E-6679-0E8F-44F5-E32B1A51E85B}"/>
          </ac:picMkLst>
        </pc:picChg>
      </pc:sldChg>
      <pc:sldChg chg="addSp delSp modSp add del mod ord">
        <pc:chgData name="Zied Belhocine" userId="200cc0e2b299676e" providerId="LiveId" clId="{3EBBFEB4-7E60-440A-B139-E25F34F33931}" dt="2026-03-26T11:14:00.063" v="4354" actId="20577"/>
        <pc:sldMkLst>
          <pc:docMk/>
          <pc:sldMk cId="0" sldId="260"/>
        </pc:sldMkLst>
        <pc:spChg chg="add mod">
          <ac:chgData name="Zied Belhocine" userId="200cc0e2b299676e" providerId="LiveId" clId="{3EBBFEB4-7E60-440A-B139-E25F34F33931}" dt="2026-03-24T14:10:40.051" v="3330" actId="20577"/>
          <ac:spMkLst>
            <pc:docMk/>
            <pc:sldMk cId="0" sldId="260"/>
            <ac:spMk id="5" creationId="{2BE69BB0-AE7E-062C-349A-0BC320925ACC}"/>
          </ac:spMkLst>
        </pc:spChg>
        <pc:spChg chg="mod">
          <ac:chgData name="Zied Belhocine" userId="200cc0e2b299676e" providerId="LiveId" clId="{3EBBFEB4-7E60-440A-B139-E25F34F33931}" dt="2026-03-24T14:05:24.062" v="3124" actId="1076"/>
          <ac:spMkLst>
            <pc:docMk/>
            <pc:sldMk cId="0" sldId="260"/>
            <ac:spMk id="87" creationId="{00000000-0000-0000-0000-000000000000}"/>
          </ac:spMkLst>
        </pc:spChg>
        <pc:spChg chg="mod">
          <ac:chgData name="Zied Belhocine" userId="200cc0e2b299676e" providerId="LiveId" clId="{3EBBFEB4-7E60-440A-B139-E25F34F33931}" dt="2026-03-26T11:14:00.063" v="4354" actId="20577"/>
          <ac:spMkLst>
            <pc:docMk/>
            <pc:sldMk cId="0" sldId="260"/>
            <ac:spMk id="88" creationId="{00000000-0000-0000-0000-000000000000}"/>
          </ac:spMkLst>
        </pc:spChg>
        <pc:spChg chg="del mod">
          <ac:chgData name="Zied Belhocine" userId="200cc0e2b299676e" providerId="LiveId" clId="{3EBBFEB4-7E60-440A-B139-E25F34F33931}" dt="2026-03-24T14:05:20.628" v="3122" actId="478"/>
          <ac:spMkLst>
            <pc:docMk/>
            <pc:sldMk cId="0" sldId="260"/>
            <ac:spMk id="90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4T14:09:46.868" v="3246" actId="478"/>
          <ac:picMkLst>
            <pc:docMk/>
            <pc:sldMk cId="0" sldId="260"/>
            <ac:picMk id="3" creationId="{073B6BAA-55A9-606A-EB56-832C333B0A68}"/>
          </ac:picMkLst>
        </pc:picChg>
        <pc:picChg chg="add del mod">
          <ac:chgData name="Zied Belhocine" userId="200cc0e2b299676e" providerId="LiveId" clId="{3EBBFEB4-7E60-440A-B139-E25F34F33931}" dt="2026-03-24T14:09:47.472" v="3247" actId="478"/>
          <ac:picMkLst>
            <pc:docMk/>
            <pc:sldMk cId="0" sldId="260"/>
            <ac:picMk id="7" creationId="{A313D1BE-A186-AD37-F24A-107473F8881F}"/>
          </ac:picMkLst>
        </pc:picChg>
        <pc:picChg chg="add del mod">
          <ac:chgData name="Zied Belhocine" userId="200cc0e2b299676e" providerId="LiveId" clId="{3EBBFEB4-7E60-440A-B139-E25F34F33931}" dt="2026-03-24T14:09:48.848" v="3250" actId="22"/>
          <ac:picMkLst>
            <pc:docMk/>
            <pc:sldMk cId="0" sldId="260"/>
            <ac:picMk id="9" creationId="{9116C661-7467-CBC3-DB2B-ED31F9A4977F}"/>
          </ac:picMkLst>
        </pc:picChg>
      </pc:sldChg>
      <pc:sldChg chg="addSp delSp modSp mod">
        <pc:chgData name="Zied Belhocine" userId="200cc0e2b299676e" providerId="LiveId" clId="{3EBBFEB4-7E60-440A-B139-E25F34F33931}" dt="2026-03-26T14:40:59.643" v="5769" actId="20577"/>
        <pc:sldMkLst>
          <pc:docMk/>
          <pc:sldMk cId="0" sldId="261"/>
        </pc:sldMkLst>
        <pc:spChg chg="add mod">
          <ac:chgData name="Zied Belhocine" userId="200cc0e2b299676e" providerId="LiveId" clId="{3EBBFEB4-7E60-440A-B139-E25F34F33931}" dt="2026-03-26T14:40:59.643" v="5769" actId="20577"/>
          <ac:spMkLst>
            <pc:docMk/>
            <pc:sldMk cId="0" sldId="261"/>
            <ac:spMk id="2" creationId="{473E2C19-96EE-614D-42C2-32C218CC5242}"/>
          </ac:spMkLst>
        </pc:spChg>
        <pc:spChg chg="del mod">
          <ac:chgData name="Zied Belhocine" userId="200cc0e2b299676e" providerId="LiveId" clId="{3EBBFEB4-7E60-440A-B139-E25F34F33931}" dt="2026-03-24T14:00:23.931" v="2847" actId="478"/>
          <ac:spMkLst>
            <pc:docMk/>
            <pc:sldMk cId="0" sldId="261"/>
            <ac:spMk id="98" creationId="{00000000-0000-0000-0000-000000000000}"/>
          </ac:spMkLst>
        </pc:spChg>
      </pc:sldChg>
      <pc:sldChg chg="modSp mod">
        <pc:chgData name="Zied Belhocine" userId="200cc0e2b299676e" providerId="LiveId" clId="{3EBBFEB4-7E60-440A-B139-E25F34F33931}" dt="2026-03-26T11:17:22.623" v="4458" actId="20577"/>
        <pc:sldMkLst>
          <pc:docMk/>
          <pc:sldMk cId="0" sldId="262"/>
        </pc:sldMkLst>
        <pc:spChg chg="mod">
          <ac:chgData name="Zied Belhocine" userId="200cc0e2b299676e" providerId="LiveId" clId="{3EBBFEB4-7E60-440A-B139-E25F34F33931}" dt="2026-03-26T11:17:22.623" v="4458" actId="20577"/>
          <ac:spMkLst>
            <pc:docMk/>
            <pc:sldMk cId="0" sldId="262"/>
            <ac:spMk id="106" creationId="{00000000-0000-0000-0000-000000000000}"/>
          </ac:spMkLst>
        </pc:spChg>
      </pc:sldChg>
      <pc:sldChg chg="addSp delSp modSp add mod modNotesTx">
        <pc:chgData name="Zied Belhocine" userId="200cc0e2b299676e" providerId="LiveId" clId="{3EBBFEB4-7E60-440A-B139-E25F34F33931}" dt="2026-03-26T14:21:56.255" v="5747" actId="1076"/>
        <pc:sldMkLst>
          <pc:docMk/>
          <pc:sldMk cId="3983975120" sldId="263"/>
        </pc:sldMkLst>
        <pc:spChg chg="add mod">
          <ac:chgData name="Zied Belhocine" userId="200cc0e2b299676e" providerId="LiveId" clId="{3EBBFEB4-7E60-440A-B139-E25F34F33931}" dt="2026-03-20T15:10:32.269" v="512" actId="20577"/>
          <ac:spMkLst>
            <pc:docMk/>
            <pc:sldMk cId="3983975120" sldId="263"/>
            <ac:spMk id="3" creationId="{326C2488-E6F3-F8DF-BAE3-86F62BE6F959}"/>
          </ac:spMkLst>
        </pc:spChg>
        <pc:spChg chg="add del">
          <ac:chgData name="Zied Belhocine" userId="200cc0e2b299676e" providerId="LiveId" clId="{3EBBFEB4-7E60-440A-B139-E25F34F33931}" dt="2026-03-26T13:48:22.798" v="5724" actId="22"/>
          <ac:spMkLst>
            <pc:docMk/>
            <pc:sldMk cId="3983975120" sldId="263"/>
            <ac:spMk id="4" creationId="{7CF48E27-0881-1CDA-856C-602C19D4C6BD}"/>
          </ac:spMkLst>
        </pc:spChg>
        <pc:spChg chg="add del mod">
          <ac:chgData name="Zied Belhocine" userId="200cc0e2b299676e" providerId="LiveId" clId="{3EBBFEB4-7E60-440A-B139-E25F34F33931}" dt="2026-03-20T14:53:48.948" v="374"/>
          <ac:spMkLst>
            <pc:docMk/>
            <pc:sldMk cId="3983975120" sldId="263"/>
            <ac:spMk id="6" creationId="{16648781-247A-C7E2-4918-91913AECBAB3}"/>
          </ac:spMkLst>
        </pc:spChg>
        <pc:spChg chg="del mod">
          <ac:chgData name="Zied Belhocine" userId="200cc0e2b299676e" providerId="LiveId" clId="{3EBBFEB4-7E60-440A-B139-E25F34F33931}" dt="2026-03-20T14:30:50.776" v="307" actId="478"/>
          <ac:spMkLst>
            <pc:docMk/>
            <pc:sldMk cId="3983975120" sldId="263"/>
            <ac:spMk id="63" creationId="{00000000-0000-0000-0000-000000000000}"/>
          </ac:spMkLst>
        </pc:spChg>
        <pc:spChg chg="mod">
          <ac:chgData name="Zied Belhocine" userId="200cc0e2b299676e" providerId="LiveId" clId="{3EBBFEB4-7E60-440A-B139-E25F34F33931}" dt="2026-03-20T14:31:16.838" v="318" actId="27636"/>
          <ac:spMkLst>
            <pc:docMk/>
            <pc:sldMk cId="3983975120" sldId="263"/>
            <ac:spMk id="65" creationId="{00000000-0000-0000-0000-000000000000}"/>
          </ac:spMkLst>
        </pc:spChg>
        <pc:spChg chg="del">
          <ac:chgData name="Zied Belhocine" userId="200cc0e2b299676e" providerId="LiveId" clId="{3EBBFEB4-7E60-440A-B139-E25F34F33931}" dt="2026-03-20T14:31:18.783" v="319" actId="478"/>
          <ac:spMkLst>
            <pc:docMk/>
            <pc:sldMk cId="3983975120" sldId="263"/>
            <ac:spMk id="66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0T14:54:09.595" v="377" actId="478"/>
          <ac:picMkLst>
            <pc:docMk/>
            <pc:sldMk cId="3983975120" sldId="263"/>
            <ac:picMk id="4" creationId="{F840DCA8-1CC6-6882-4F85-D5151F1F5EC8}"/>
          </ac:picMkLst>
        </pc:picChg>
        <pc:picChg chg="add mod">
          <ac:chgData name="Zied Belhocine" userId="200cc0e2b299676e" providerId="LiveId" clId="{3EBBFEB4-7E60-440A-B139-E25F34F33931}" dt="2026-03-20T14:59:49.727" v="429" actId="1076"/>
          <ac:picMkLst>
            <pc:docMk/>
            <pc:sldMk cId="3983975120" sldId="263"/>
            <ac:picMk id="5" creationId="{A6D99D40-1696-C8F6-0857-A7A7E878EA44}"/>
          </ac:picMkLst>
        </pc:picChg>
        <pc:picChg chg="add del mod">
          <ac:chgData name="Zied Belhocine" userId="200cc0e2b299676e" providerId="LiveId" clId="{3EBBFEB4-7E60-440A-B139-E25F34F33931}" dt="2026-03-26T13:49:18.575" v="5732" actId="478"/>
          <ac:picMkLst>
            <pc:docMk/>
            <pc:sldMk cId="3983975120" sldId="263"/>
            <ac:picMk id="7" creationId="{9434DE52-A72B-0536-9B38-9DFB3D4BB76D}"/>
          </ac:picMkLst>
        </pc:picChg>
        <pc:picChg chg="add del mod">
          <ac:chgData name="Zied Belhocine" userId="200cc0e2b299676e" providerId="LiveId" clId="{3EBBFEB4-7E60-440A-B139-E25F34F33931}" dt="2026-03-20T14:59:28.432" v="424" actId="478"/>
          <ac:picMkLst>
            <pc:docMk/>
            <pc:sldMk cId="3983975120" sldId="263"/>
            <ac:picMk id="8" creationId="{D21E7388-184C-A8C2-0101-B5272688F95D}"/>
          </ac:picMkLst>
        </pc:picChg>
        <pc:picChg chg="add mod">
          <ac:chgData name="Zied Belhocine" userId="200cc0e2b299676e" providerId="LiveId" clId="{3EBBFEB4-7E60-440A-B139-E25F34F33931}" dt="2026-03-26T14:21:56.255" v="5747" actId="1076"/>
          <ac:picMkLst>
            <pc:docMk/>
            <pc:sldMk cId="3983975120" sldId="263"/>
            <ac:picMk id="9" creationId="{531179FC-60DC-B0BE-9015-2266EC8402BF}"/>
          </ac:picMkLst>
        </pc:picChg>
        <pc:picChg chg="add del mod">
          <ac:chgData name="Zied Belhocine" userId="200cc0e2b299676e" providerId="LiveId" clId="{3EBBFEB4-7E60-440A-B139-E25F34F33931}" dt="2026-03-20T14:59:28.432" v="424" actId="478"/>
          <ac:picMkLst>
            <pc:docMk/>
            <pc:sldMk cId="3983975120" sldId="263"/>
            <ac:picMk id="10" creationId="{8F59C344-3D66-7AA0-1680-F5D70E277192}"/>
          </ac:picMkLst>
        </pc:picChg>
        <pc:picChg chg="add del mod">
          <ac:chgData name="Zied Belhocine" userId="200cc0e2b299676e" providerId="LiveId" clId="{3EBBFEB4-7E60-440A-B139-E25F34F33931}" dt="2026-03-20T14:59:28.432" v="424" actId="478"/>
          <ac:picMkLst>
            <pc:docMk/>
            <pc:sldMk cId="3983975120" sldId="263"/>
            <ac:picMk id="12" creationId="{1AFCD6FD-DB3A-71D0-1B44-8469026556A9}"/>
          </ac:picMkLst>
        </pc:picChg>
        <pc:picChg chg="add del mod">
          <ac:chgData name="Zied Belhocine" userId="200cc0e2b299676e" providerId="LiveId" clId="{3EBBFEB4-7E60-440A-B139-E25F34F33931}" dt="2026-03-20T14:59:28.432" v="424" actId="478"/>
          <ac:picMkLst>
            <pc:docMk/>
            <pc:sldMk cId="3983975120" sldId="263"/>
            <ac:picMk id="14" creationId="{468D47B0-59AB-5664-7DA2-2544F8B76BCF}"/>
          </ac:picMkLst>
        </pc:picChg>
        <pc:picChg chg="add mod">
          <ac:chgData name="Zied Belhocine" userId="200cc0e2b299676e" providerId="LiveId" clId="{3EBBFEB4-7E60-440A-B139-E25F34F33931}" dt="2026-03-26T13:44:00.169" v="5655" actId="1035"/>
          <ac:picMkLst>
            <pc:docMk/>
            <pc:sldMk cId="3983975120" sldId="263"/>
            <ac:picMk id="15" creationId="{5859421B-FA96-EEB2-80BD-E020E6514ABB}"/>
          </ac:picMkLst>
        </pc:picChg>
        <pc:picChg chg="add mod">
          <ac:chgData name="Zied Belhocine" userId="200cc0e2b299676e" providerId="LiveId" clId="{3EBBFEB4-7E60-440A-B139-E25F34F33931}" dt="2026-03-26T14:21:52.244" v="5745" actId="1076"/>
          <ac:picMkLst>
            <pc:docMk/>
            <pc:sldMk cId="3983975120" sldId="263"/>
            <ac:picMk id="16" creationId="{0602BB57-A632-8ED0-5D1F-3AF194142536}"/>
          </ac:picMkLst>
        </pc:picChg>
        <pc:picChg chg="add del mod">
          <ac:chgData name="Zied Belhocine" userId="200cc0e2b299676e" providerId="LiveId" clId="{3EBBFEB4-7E60-440A-B139-E25F34F33931}" dt="2026-03-20T15:07:10.954" v="466" actId="478"/>
          <ac:picMkLst>
            <pc:docMk/>
            <pc:sldMk cId="3983975120" sldId="263"/>
            <ac:picMk id="17" creationId="{7B2C98F9-16D8-C8DD-55D0-C58275932CDD}"/>
          </ac:picMkLst>
        </pc:picChg>
        <pc:picChg chg="add del mod">
          <ac:chgData name="Zied Belhocine" userId="200cc0e2b299676e" providerId="LiveId" clId="{3EBBFEB4-7E60-440A-B139-E25F34F33931}" dt="2026-03-26T14:21:49.850" v="5744" actId="478"/>
          <ac:picMkLst>
            <pc:docMk/>
            <pc:sldMk cId="3983975120" sldId="263"/>
            <ac:picMk id="18" creationId="{2D0F8729-6B31-8273-CA2C-7546B20E0FE6}"/>
          </ac:picMkLst>
        </pc:picChg>
        <pc:picChg chg="add mod">
          <ac:chgData name="Zied Belhocine" userId="200cc0e2b299676e" providerId="LiveId" clId="{3EBBFEB4-7E60-440A-B139-E25F34F33931}" dt="2026-03-20T15:00:03.175" v="431" actId="1076"/>
          <ac:picMkLst>
            <pc:docMk/>
            <pc:sldMk cId="3983975120" sldId="263"/>
            <ac:picMk id="19" creationId="{779101F3-EF73-96C5-0B37-9BCF2E52B201}"/>
          </ac:picMkLst>
        </pc:picChg>
        <pc:picChg chg="add mod">
          <ac:chgData name="Zied Belhocine" userId="200cc0e2b299676e" providerId="LiveId" clId="{3EBBFEB4-7E60-440A-B139-E25F34F33931}" dt="2026-03-26T14:21:53.873" v="5746" actId="1076"/>
          <ac:picMkLst>
            <pc:docMk/>
            <pc:sldMk cId="3983975120" sldId="263"/>
            <ac:picMk id="21" creationId="{42D72227-D7A1-2F6E-36B0-A022B7E2D4A1}"/>
          </ac:picMkLst>
        </pc:picChg>
      </pc:sldChg>
      <pc:sldChg chg="modSp add mod">
        <pc:chgData name="Zied Belhocine" userId="200cc0e2b299676e" providerId="LiveId" clId="{3EBBFEB4-7E60-440A-B139-E25F34F33931}" dt="2026-03-26T11:09:45.869" v="4353" actId="20577"/>
        <pc:sldMkLst>
          <pc:docMk/>
          <pc:sldMk cId="1301000834" sldId="264"/>
        </pc:sldMkLst>
        <pc:spChg chg="mod">
          <ac:chgData name="Zied Belhocine" userId="200cc0e2b299676e" providerId="LiveId" clId="{3EBBFEB4-7E60-440A-B139-E25F34F33931}" dt="2026-03-26T11:09:45.869" v="4353" actId="20577"/>
          <ac:spMkLst>
            <pc:docMk/>
            <pc:sldMk cId="1301000834" sldId="264"/>
            <ac:spMk id="63" creationId="{00000000-0000-0000-0000-000000000000}"/>
          </ac:spMkLst>
        </pc:spChg>
      </pc:sldChg>
      <pc:sldChg chg="add del">
        <pc:chgData name="Zied Belhocine" userId="200cc0e2b299676e" providerId="LiveId" clId="{3EBBFEB4-7E60-440A-B139-E25F34F33931}" dt="2026-03-18T14:48:34.152" v="19" actId="47"/>
        <pc:sldMkLst>
          <pc:docMk/>
          <pc:sldMk cId="917670355" sldId="265"/>
        </pc:sldMkLst>
      </pc:sldChg>
      <pc:sldChg chg="addSp delSp modSp add del mod ord">
        <pc:chgData name="Zied Belhocine" userId="200cc0e2b299676e" providerId="LiveId" clId="{3EBBFEB4-7E60-440A-B139-E25F34F33931}" dt="2026-03-26T13:33:42.540" v="5632" actId="47"/>
        <pc:sldMkLst>
          <pc:docMk/>
          <pc:sldMk cId="3109505518" sldId="265"/>
        </pc:sldMkLst>
        <pc:spChg chg="mod">
          <ac:chgData name="Zied Belhocine" userId="200cc0e2b299676e" providerId="LiveId" clId="{3EBBFEB4-7E60-440A-B139-E25F34F33931}" dt="2026-03-23T16:19:30.388" v="1500" actId="20577"/>
          <ac:spMkLst>
            <pc:docMk/>
            <pc:sldMk cId="3109505518" sldId="265"/>
            <ac:spMk id="71" creationId="{00000000-0000-0000-0000-000000000000}"/>
          </ac:spMkLst>
        </pc:spChg>
        <pc:picChg chg="add mod">
          <ac:chgData name="Zied Belhocine" userId="200cc0e2b299676e" providerId="LiveId" clId="{3EBBFEB4-7E60-440A-B139-E25F34F33931}" dt="2026-03-23T16:16:51.454" v="1443" actId="1076"/>
          <ac:picMkLst>
            <pc:docMk/>
            <pc:sldMk cId="3109505518" sldId="265"/>
            <ac:picMk id="2" creationId="{88DFF7DF-E80A-2997-44B1-F38F1F991EE7}"/>
          </ac:picMkLst>
        </pc:picChg>
        <pc:picChg chg="add mod">
          <ac:chgData name="Zied Belhocine" userId="200cc0e2b299676e" providerId="LiveId" clId="{3EBBFEB4-7E60-440A-B139-E25F34F33931}" dt="2026-03-23T16:16:50.031" v="1442" actId="1076"/>
          <ac:picMkLst>
            <pc:docMk/>
            <pc:sldMk cId="3109505518" sldId="265"/>
            <ac:picMk id="3" creationId="{89C2372B-D3B7-A785-70A3-1B08B13D5FC0}"/>
          </ac:picMkLst>
        </pc:picChg>
        <pc:picChg chg="add mod">
          <ac:chgData name="Zied Belhocine" userId="200cc0e2b299676e" providerId="LiveId" clId="{3EBBFEB4-7E60-440A-B139-E25F34F33931}" dt="2026-03-23T16:55:09.798" v="1726" actId="1076"/>
          <ac:picMkLst>
            <pc:docMk/>
            <pc:sldMk cId="3109505518" sldId="265"/>
            <ac:picMk id="4" creationId="{FE604841-59CD-629B-D7A2-993F35B272C2}"/>
          </ac:picMkLst>
        </pc:picChg>
        <pc:picChg chg="add del mod">
          <ac:chgData name="Zied Belhocine" userId="200cc0e2b299676e" providerId="LiveId" clId="{3EBBFEB4-7E60-440A-B139-E25F34F33931}" dt="2026-03-23T16:16:45.362" v="1439" actId="478"/>
          <ac:picMkLst>
            <pc:docMk/>
            <pc:sldMk cId="3109505518" sldId="265"/>
            <ac:picMk id="5" creationId="{C3BF7A50-F719-68EB-375F-8037B487F83E}"/>
          </ac:picMkLst>
        </pc:picChg>
        <pc:picChg chg="add del mod">
          <ac:chgData name="Zied Belhocine" userId="200cc0e2b299676e" providerId="LiveId" clId="{3EBBFEB4-7E60-440A-B139-E25F34F33931}" dt="2026-03-23T16:16:48.125" v="1441" actId="478"/>
          <ac:picMkLst>
            <pc:docMk/>
            <pc:sldMk cId="3109505518" sldId="265"/>
            <ac:picMk id="7" creationId="{4F690169-DDB3-D0F4-ECD1-4DE8B4D47178}"/>
          </ac:picMkLst>
        </pc:picChg>
        <pc:picChg chg="add mod">
          <ac:chgData name="Zied Belhocine" userId="200cc0e2b299676e" providerId="LiveId" clId="{3EBBFEB4-7E60-440A-B139-E25F34F33931}" dt="2026-03-20T14:22:55.293" v="226" actId="1076"/>
          <ac:picMkLst>
            <pc:docMk/>
            <pc:sldMk cId="3109505518" sldId="265"/>
            <ac:picMk id="17" creationId="{DA486D9B-F822-FF9F-B092-B398EC916801}"/>
          </ac:picMkLst>
        </pc:picChg>
        <pc:picChg chg="add del mod">
          <ac:chgData name="Zied Belhocine" userId="200cc0e2b299676e" providerId="LiveId" clId="{3EBBFEB4-7E60-440A-B139-E25F34F33931}" dt="2026-03-20T15:08:10.278" v="472" actId="478"/>
          <ac:picMkLst>
            <pc:docMk/>
            <pc:sldMk cId="3109505518" sldId="265"/>
            <ac:picMk id="18" creationId="{144D77FC-ACB1-7DB8-EC62-C065CDECA417}"/>
          </ac:picMkLst>
        </pc:picChg>
      </pc:sldChg>
      <pc:sldChg chg="addSp delSp modSp add mod">
        <pc:chgData name="Zied Belhocine" userId="200cc0e2b299676e" providerId="LiveId" clId="{3EBBFEB4-7E60-440A-B139-E25F34F33931}" dt="2026-03-26T13:51:18.197" v="5743" actId="14100"/>
        <pc:sldMkLst>
          <pc:docMk/>
          <pc:sldMk cId="3587034192" sldId="266"/>
        </pc:sldMkLst>
        <pc:spChg chg="add del mod">
          <ac:chgData name="Zied Belhocine" userId="200cc0e2b299676e" providerId="LiveId" clId="{3EBBFEB4-7E60-440A-B139-E25F34F33931}" dt="2026-03-26T11:46:02.454" v="4627" actId="478"/>
          <ac:spMkLst>
            <pc:docMk/>
            <pc:sldMk cId="3587034192" sldId="266"/>
            <ac:spMk id="3" creationId="{44AB35B1-9A8C-315D-518B-32DD4666BC78}"/>
          </ac:spMkLst>
        </pc:spChg>
        <pc:spChg chg="add mod">
          <ac:chgData name="Zied Belhocine" userId="200cc0e2b299676e" providerId="LiveId" clId="{3EBBFEB4-7E60-440A-B139-E25F34F33931}" dt="2026-03-26T13:51:18.197" v="5743" actId="14100"/>
          <ac:spMkLst>
            <pc:docMk/>
            <pc:sldMk cId="3587034192" sldId="266"/>
            <ac:spMk id="4" creationId="{0C0D3477-C1F8-0119-DB67-F1D356CD0B10}"/>
          </ac:spMkLst>
        </pc:spChg>
        <pc:spChg chg="del mod">
          <ac:chgData name="Zied Belhocine" userId="200cc0e2b299676e" providerId="LiveId" clId="{3EBBFEB4-7E60-440A-B139-E25F34F33931}" dt="2026-03-26T11:45:56.945" v="4624" actId="478"/>
          <ac:spMkLst>
            <pc:docMk/>
            <pc:sldMk cId="3587034192" sldId="266"/>
            <ac:spMk id="71" creationId="{00000000-0000-0000-0000-000000000000}"/>
          </ac:spMkLst>
        </pc:spChg>
        <pc:spChg chg="add del">
          <ac:chgData name="Zied Belhocine" userId="200cc0e2b299676e" providerId="LiveId" clId="{3EBBFEB4-7E60-440A-B139-E25F34F33931}" dt="2026-03-26T11:45:59.014" v="4626" actId="478"/>
          <ac:spMkLst>
            <pc:docMk/>
            <pc:sldMk cId="3587034192" sldId="266"/>
            <ac:spMk id="72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3T16:57:19.411" v="1740" actId="478"/>
          <ac:picMkLst>
            <pc:docMk/>
            <pc:sldMk cId="3587034192" sldId="266"/>
            <ac:picMk id="3" creationId="{2D124EB5-1676-2514-334D-54BFAAFFD1F1}"/>
          </ac:picMkLst>
        </pc:picChg>
        <pc:picChg chg="add del mod">
          <ac:chgData name="Zied Belhocine" userId="200cc0e2b299676e" providerId="LiveId" clId="{3EBBFEB4-7E60-440A-B139-E25F34F33931}" dt="2026-03-23T16:57:37.485" v="1745" actId="478"/>
          <ac:picMkLst>
            <pc:docMk/>
            <pc:sldMk cId="3587034192" sldId="266"/>
            <ac:picMk id="5" creationId="{A802F506-1E6C-CE31-582D-4FC51FBF329A}"/>
          </ac:picMkLst>
        </pc:picChg>
        <pc:picChg chg="add del mod">
          <ac:chgData name="Zied Belhocine" userId="200cc0e2b299676e" providerId="LiveId" clId="{3EBBFEB4-7E60-440A-B139-E25F34F33931}" dt="2026-03-20T14:22:50.455" v="224" actId="21"/>
          <ac:picMkLst>
            <pc:docMk/>
            <pc:sldMk cId="3587034192" sldId="266"/>
            <ac:picMk id="5" creationId="{C3BF7A50-F719-68EB-375F-8037B487F83E}"/>
          </ac:picMkLst>
        </pc:picChg>
        <pc:picChg chg="add mod">
          <ac:chgData name="Zied Belhocine" userId="200cc0e2b299676e" providerId="LiveId" clId="{3EBBFEB4-7E60-440A-B139-E25F34F33931}" dt="2026-03-26T13:51:13.182" v="5742" actId="14100"/>
          <ac:picMkLst>
            <pc:docMk/>
            <pc:sldMk cId="3587034192" sldId="266"/>
            <ac:picMk id="6" creationId="{CF842DE8-995B-1715-690D-B0B4C448C183}"/>
          </ac:picMkLst>
        </pc:picChg>
        <pc:picChg chg="add del mod">
          <ac:chgData name="Zied Belhocine" userId="200cc0e2b299676e" providerId="LiveId" clId="{3EBBFEB4-7E60-440A-B139-E25F34F33931}" dt="2026-03-20T14:22:50.455" v="224" actId="21"/>
          <ac:picMkLst>
            <pc:docMk/>
            <pc:sldMk cId="3587034192" sldId="266"/>
            <ac:picMk id="7" creationId="{4F690169-DDB3-D0F4-ECD1-4DE8B4D47178}"/>
          </ac:picMkLst>
        </pc:picChg>
        <pc:picChg chg="add del mod ord">
          <ac:chgData name="Zied Belhocine" userId="200cc0e2b299676e" providerId="LiveId" clId="{3EBBFEB4-7E60-440A-B139-E25F34F33931}" dt="2026-03-26T13:51:07.032" v="5738" actId="478"/>
          <ac:picMkLst>
            <pc:docMk/>
            <pc:sldMk cId="3587034192" sldId="266"/>
            <ac:picMk id="7" creationId="{6A77BB2A-FBB3-4AA8-1659-0D8DB565A7DF}"/>
          </ac:picMkLst>
        </pc:picChg>
        <pc:picChg chg="add mod ord">
          <ac:chgData name="Zied Belhocine" userId="200cc0e2b299676e" providerId="LiveId" clId="{3EBBFEB4-7E60-440A-B139-E25F34F33931}" dt="2026-03-23T16:57:41.582" v="1746" actId="14100"/>
          <ac:picMkLst>
            <pc:docMk/>
            <pc:sldMk cId="3587034192" sldId="266"/>
            <ac:picMk id="9" creationId="{1C6E2AE5-E26F-A964-1C7D-5A9F5A86021D}"/>
          </ac:picMkLst>
        </pc:picChg>
        <pc:picChg chg="add del mod">
          <ac:chgData name="Zied Belhocine" userId="200cc0e2b299676e" providerId="LiveId" clId="{3EBBFEB4-7E60-440A-B139-E25F34F33931}" dt="2026-03-20T14:22:50.455" v="224" actId="21"/>
          <ac:picMkLst>
            <pc:docMk/>
            <pc:sldMk cId="3587034192" sldId="266"/>
            <ac:picMk id="17" creationId="{DA486D9B-F822-FF9F-B092-B398EC916801}"/>
          </ac:picMkLst>
        </pc:picChg>
        <pc:picChg chg="add del mod">
          <ac:chgData name="Zied Belhocine" userId="200cc0e2b299676e" providerId="LiveId" clId="{3EBBFEB4-7E60-440A-B139-E25F34F33931}" dt="2026-03-20T14:22:50.455" v="224" actId="21"/>
          <ac:picMkLst>
            <pc:docMk/>
            <pc:sldMk cId="3587034192" sldId="266"/>
            <ac:picMk id="18" creationId="{144D77FC-ACB1-7DB8-EC62-C065CDECA417}"/>
          </ac:picMkLst>
        </pc:picChg>
      </pc:sldChg>
      <pc:sldChg chg="modSp add del mod">
        <pc:chgData name="Zied Belhocine" userId="200cc0e2b299676e" providerId="LiveId" clId="{3EBBFEB4-7E60-440A-B139-E25F34F33931}" dt="2026-03-23T16:27:29.710" v="1698" actId="47"/>
        <pc:sldMkLst>
          <pc:docMk/>
          <pc:sldMk cId="2471099932" sldId="267"/>
        </pc:sldMkLst>
        <pc:spChg chg="mod">
          <ac:chgData name="Zied Belhocine" userId="200cc0e2b299676e" providerId="LiveId" clId="{3EBBFEB4-7E60-440A-B139-E25F34F33931}" dt="2026-03-18T14:49:10.490" v="32" actId="20577"/>
          <ac:spMkLst>
            <pc:docMk/>
            <pc:sldMk cId="2471099932" sldId="267"/>
            <ac:spMk id="71" creationId="{00000000-0000-0000-0000-000000000000}"/>
          </ac:spMkLst>
        </pc:spChg>
      </pc:sldChg>
      <pc:sldChg chg="addSp delSp modSp add mod modNotesTx">
        <pc:chgData name="Zied Belhocine" userId="200cc0e2b299676e" providerId="LiveId" clId="{3EBBFEB4-7E60-440A-B139-E25F34F33931}" dt="2026-03-26T12:34:33.553" v="5279" actId="20577"/>
        <pc:sldMkLst>
          <pc:docMk/>
          <pc:sldMk cId="2103155798" sldId="268"/>
        </pc:sldMkLst>
        <pc:spChg chg="add del mod">
          <ac:chgData name="Zied Belhocine" userId="200cc0e2b299676e" providerId="LiveId" clId="{3EBBFEB4-7E60-440A-B139-E25F34F33931}" dt="2026-03-24T13:39:45.626" v="2454" actId="478"/>
          <ac:spMkLst>
            <pc:docMk/>
            <pc:sldMk cId="2103155798" sldId="268"/>
            <ac:spMk id="5" creationId="{E2C23ECA-97B0-A69A-423F-51C2A15DC7CE}"/>
          </ac:spMkLst>
        </pc:spChg>
        <pc:spChg chg="add mod ord">
          <ac:chgData name="Zied Belhocine" userId="200cc0e2b299676e" providerId="LiveId" clId="{3EBBFEB4-7E60-440A-B139-E25F34F33931}" dt="2026-03-26T12:34:33.553" v="5279" actId="20577"/>
          <ac:spMkLst>
            <pc:docMk/>
            <pc:sldMk cId="2103155798" sldId="268"/>
            <ac:spMk id="6" creationId="{D9868E42-0AEB-B609-8B08-FB2156F53CD0}"/>
          </ac:spMkLst>
        </pc:spChg>
        <pc:spChg chg="del mod">
          <ac:chgData name="Zied Belhocine" userId="200cc0e2b299676e" providerId="LiveId" clId="{3EBBFEB4-7E60-440A-B139-E25F34F33931}" dt="2026-03-24T13:38:48.641" v="2388" actId="478"/>
          <ac:spMkLst>
            <pc:docMk/>
            <pc:sldMk cId="2103155798" sldId="268"/>
            <ac:spMk id="79" creationId="{00000000-0000-0000-0000-000000000000}"/>
          </ac:spMkLst>
        </pc:spChg>
        <pc:spChg chg="mod">
          <ac:chgData name="Zied Belhocine" userId="200cc0e2b299676e" providerId="LiveId" clId="{3EBBFEB4-7E60-440A-B139-E25F34F33931}" dt="2026-03-26T11:14:13.099" v="4359" actId="6549"/>
          <ac:spMkLst>
            <pc:docMk/>
            <pc:sldMk cId="2103155798" sldId="268"/>
            <ac:spMk id="81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4T13:49:05.639" v="2682" actId="478"/>
          <ac:picMkLst>
            <pc:docMk/>
            <pc:sldMk cId="2103155798" sldId="268"/>
            <ac:picMk id="3" creationId="{57260433-DF79-E3B4-9692-864140D92651}"/>
          </ac:picMkLst>
        </pc:picChg>
        <pc:picChg chg="add del mod">
          <ac:chgData name="Zied Belhocine" userId="200cc0e2b299676e" providerId="LiveId" clId="{3EBBFEB4-7E60-440A-B139-E25F34F33931}" dt="2026-03-24T13:57:50.670" v="2838" actId="478"/>
          <ac:picMkLst>
            <pc:docMk/>
            <pc:sldMk cId="2103155798" sldId="268"/>
            <ac:picMk id="8" creationId="{857F8127-155E-A21E-BA91-330885EC1898}"/>
          </ac:picMkLst>
        </pc:picChg>
        <pc:picChg chg="add mod">
          <ac:chgData name="Zied Belhocine" userId="200cc0e2b299676e" providerId="LiveId" clId="{3EBBFEB4-7E60-440A-B139-E25F34F33931}" dt="2026-03-26T12:33:13.120" v="5112" actId="14100"/>
          <ac:picMkLst>
            <pc:docMk/>
            <pc:sldMk cId="2103155798" sldId="268"/>
            <ac:picMk id="10" creationId="{D50B4971-E1C5-0A28-C313-698C6F8BE15A}"/>
          </ac:picMkLst>
        </pc:picChg>
      </pc:sldChg>
      <pc:sldChg chg="addSp delSp modSp add mod ord">
        <pc:chgData name="Zied Belhocine" userId="200cc0e2b299676e" providerId="LiveId" clId="{3EBBFEB4-7E60-440A-B139-E25F34F33931}" dt="2026-03-26T12:30:00.629" v="4907" actId="20577"/>
        <pc:sldMkLst>
          <pc:docMk/>
          <pc:sldMk cId="3553647534" sldId="269"/>
        </pc:sldMkLst>
        <pc:spChg chg="add del">
          <ac:chgData name="Zied Belhocine" userId="200cc0e2b299676e" providerId="LiveId" clId="{3EBBFEB4-7E60-440A-B139-E25F34F33931}" dt="2026-03-23T17:11:00.080" v="1757" actId="478"/>
          <ac:spMkLst>
            <pc:docMk/>
            <pc:sldMk cId="3553647534" sldId="269"/>
            <ac:spMk id="4" creationId="{54EE6DDB-6C4B-9AC5-A847-6328BF28566B}"/>
          </ac:spMkLst>
        </pc:spChg>
        <pc:spChg chg="add del mod">
          <ac:chgData name="Zied Belhocine" userId="200cc0e2b299676e" providerId="LiveId" clId="{3EBBFEB4-7E60-440A-B139-E25F34F33931}" dt="2026-03-23T17:11:00.080" v="1757" actId="478"/>
          <ac:spMkLst>
            <pc:docMk/>
            <pc:sldMk cId="3553647534" sldId="269"/>
            <ac:spMk id="5" creationId="{DA64595A-0B02-1714-6344-9915D4B15ECF}"/>
          </ac:spMkLst>
        </pc:spChg>
        <pc:spChg chg="add mod">
          <ac:chgData name="Zied Belhocine" userId="200cc0e2b299676e" providerId="LiveId" clId="{3EBBFEB4-7E60-440A-B139-E25F34F33931}" dt="2026-03-26T12:30:00.629" v="4907" actId="20577"/>
          <ac:spMkLst>
            <pc:docMk/>
            <pc:sldMk cId="3553647534" sldId="269"/>
            <ac:spMk id="11" creationId="{D02EC48F-D110-D43F-0A82-AB1A789FA2B5}"/>
          </ac:spMkLst>
        </pc:spChg>
        <pc:spChg chg="add del mod">
          <ac:chgData name="Zied Belhocine" userId="200cc0e2b299676e" providerId="LiveId" clId="{3EBBFEB4-7E60-440A-B139-E25F34F33931}" dt="2026-03-24T13:51:55.027" v="2702" actId="478"/>
          <ac:spMkLst>
            <pc:docMk/>
            <pc:sldMk cId="3553647534" sldId="269"/>
            <ac:spMk id="15" creationId="{EECE4997-D9B7-B2EA-EE97-C083645F45CC}"/>
          </ac:spMkLst>
        </pc:spChg>
        <pc:spChg chg="del mod">
          <ac:chgData name="Zied Belhocine" userId="200cc0e2b299676e" providerId="LiveId" clId="{3EBBFEB4-7E60-440A-B139-E25F34F33931}" dt="2026-03-24T13:51:53.020" v="2701" actId="478"/>
          <ac:spMkLst>
            <pc:docMk/>
            <pc:sldMk cId="3553647534" sldId="269"/>
            <ac:spMk id="79" creationId="{00000000-0000-0000-0000-000000000000}"/>
          </ac:spMkLst>
        </pc:spChg>
        <pc:spChg chg="mod">
          <ac:chgData name="Zied Belhocine" userId="200cc0e2b299676e" providerId="LiveId" clId="{3EBBFEB4-7E60-440A-B139-E25F34F33931}" dt="2026-03-26T11:14:37.654" v="4370" actId="20577"/>
          <ac:spMkLst>
            <pc:docMk/>
            <pc:sldMk cId="3553647534" sldId="269"/>
            <ac:spMk id="81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4T13:30:26.803" v="2001" actId="478"/>
          <ac:picMkLst>
            <pc:docMk/>
            <pc:sldMk cId="3553647534" sldId="269"/>
            <ac:picMk id="2" creationId="{661EB8A8-DA2D-D4FA-3A46-22E25A60ABCF}"/>
          </ac:picMkLst>
        </pc:picChg>
        <pc:picChg chg="add del mod">
          <ac:chgData name="Zied Belhocine" userId="200cc0e2b299676e" providerId="LiveId" clId="{3EBBFEB4-7E60-440A-B139-E25F34F33931}" dt="2026-03-23T17:11:00.777" v="1758" actId="478"/>
          <ac:picMkLst>
            <pc:docMk/>
            <pc:sldMk cId="3553647534" sldId="269"/>
            <ac:picMk id="3" creationId="{E9C6EE84-E35A-94BF-B8F7-8C5CA267A438}"/>
          </ac:picMkLst>
        </pc:picChg>
        <pc:picChg chg="add del mod">
          <ac:chgData name="Zied Belhocine" userId="200cc0e2b299676e" providerId="LiveId" clId="{3EBBFEB4-7E60-440A-B139-E25F34F33931}" dt="2026-03-24T13:30:25.933" v="2000" actId="478"/>
          <ac:picMkLst>
            <pc:docMk/>
            <pc:sldMk cId="3553647534" sldId="269"/>
            <ac:picMk id="6" creationId="{C5AF7605-7341-C969-611C-A7344B05B792}"/>
          </ac:picMkLst>
        </pc:picChg>
        <pc:picChg chg="add del mod">
          <ac:chgData name="Zied Belhocine" userId="200cc0e2b299676e" providerId="LiveId" clId="{3EBBFEB4-7E60-440A-B139-E25F34F33931}" dt="2026-03-24T13:30:18.852" v="1995" actId="478"/>
          <ac:picMkLst>
            <pc:docMk/>
            <pc:sldMk cId="3553647534" sldId="269"/>
            <ac:picMk id="8" creationId="{C0C3C8E2-6644-780C-569E-AEDDCFC53716}"/>
          </ac:picMkLst>
        </pc:picChg>
        <pc:picChg chg="add del mod">
          <ac:chgData name="Zied Belhocine" userId="200cc0e2b299676e" providerId="LiveId" clId="{3EBBFEB4-7E60-440A-B139-E25F34F33931}" dt="2026-03-24T13:51:43.342" v="2697" actId="478"/>
          <ac:picMkLst>
            <pc:docMk/>
            <pc:sldMk cId="3553647534" sldId="269"/>
            <ac:picMk id="10" creationId="{2AB7FC10-FC9C-C9F5-2996-A9895F812054}"/>
          </ac:picMkLst>
        </pc:picChg>
        <pc:picChg chg="add del mod">
          <ac:chgData name="Zied Belhocine" userId="200cc0e2b299676e" providerId="LiveId" clId="{3EBBFEB4-7E60-440A-B139-E25F34F33931}" dt="2026-03-24T13:54:38.518" v="2825" actId="478"/>
          <ac:picMkLst>
            <pc:docMk/>
            <pc:sldMk cId="3553647534" sldId="269"/>
            <ac:picMk id="13" creationId="{280A0152-4491-7D9A-52AC-3018AEA6F4DD}"/>
          </ac:picMkLst>
        </pc:picChg>
        <pc:picChg chg="add mod">
          <ac:chgData name="Zied Belhocine" userId="200cc0e2b299676e" providerId="LiveId" clId="{3EBBFEB4-7E60-440A-B139-E25F34F33931}" dt="2026-03-24T13:54:42.175" v="2827" actId="14100"/>
          <ac:picMkLst>
            <pc:docMk/>
            <pc:sldMk cId="3553647534" sldId="269"/>
            <ac:picMk id="17" creationId="{C2FA2CAB-7C33-9950-37C2-02E2A11238C9}"/>
          </ac:picMkLst>
        </pc:picChg>
      </pc:sldChg>
      <pc:sldChg chg="addSp delSp modSp add mod ord">
        <pc:chgData name="Zied Belhocine" userId="200cc0e2b299676e" providerId="LiveId" clId="{3EBBFEB4-7E60-440A-B139-E25F34F33931}" dt="2026-03-26T11:07:42.657" v="4211" actId="1038"/>
        <pc:sldMkLst>
          <pc:docMk/>
          <pc:sldMk cId="1453166610" sldId="270"/>
        </pc:sldMkLst>
        <pc:spChg chg="del mod">
          <ac:chgData name="Zied Belhocine" userId="200cc0e2b299676e" providerId="LiveId" clId="{3EBBFEB4-7E60-440A-B139-E25F34F33931}" dt="2026-03-20T15:10:46.918" v="515" actId="478"/>
          <ac:spMkLst>
            <pc:docMk/>
            <pc:sldMk cId="1453166610" sldId="270"/>
            <ac:spMk id="3" creationId="{326C2488-E6F3-F8DF-BAE3-86F62BE6F959}"/>
          </ac:spMkLst>
        </pc:spChg>
        <pc:spChg chg="add mod">
          <ac:chgData name="Zied Belhocine" userId="200cc0e2b299676e" providerId="LiveId" clId="{3EBBFEB4-7E60-440A-B139-E25F34F33931}" dt="2026-03-26T11:07:42.657" v="4211" actId="1038"/>
          <ac:spMkLst>
            <pc:docMk/>
            <pc:sldMk cId="1453166610" sldId="270"/>
            <ac:spMk id="7" creationId="{81581660-1ED8-510D-CB85-F10406F394A2}"/>
          </ac:spMkLst>
        </pc:spChg>
        <pc:spChg chg="add mod">
          <ac:chgData name="Zied Belhocine" userId="200cc0e2b299676e" providerId="LiveId" clId="{3EBBFEB4-7E60-440A-B139-E25F34F33931}" dt="2026-03-20T15:10:59.246" v="536" actId="20577"/>
          <ac:spMkLst>
            <pc:docMk/>
            <pc:sldMk cId="1453166610" sldId="270"/>
            <ac:spMk id="10" creationId="{4D9C0234-700C-58FA-B4AB-CAFFDFBB96AA}"/>
          </ac:spMkLst>
        </pc:spChg>
        <pc:picChg chg="add del mod">
          <ac:chgData name="Zied Belhocine" userId="200cc0e2b299676e" providerId="LiveId" clId="{3EBBFEB4-7E60-440A-B139-E25F34F33931}" dt="2026-03-20T15:08:06.150" v="471" actId="478"/>
          <ac:picMkLst>
            <pc:docMk/>
            <pc:sldMk cId="1453166610" sldId="270"/>
            <ac:picMk id="2" creationId="{05389991-D0D8-5B3A-971C-A71DF104A122}"/>
          </ac:picMkLst>
        </pc:picChg>
        <pc:picChg chg="add mod">
          <ac:chgData name="Zied Belhocine" userId="200cc0e2b299676e" providerId="LiveId" clId="{3EBBFEB4-7E60-440A-B139-E25F34F33931}" dt="2026-03-23T16:17:08.464" v="1446" actId="1076"/>
          <ac:picMkLst>
            <pc:docMk/>
            <pc:sldMk cId="1453166610" sldId="270"/>
            <ac:picMk id="5" creationId="{FC05C9C2-60BE-4F3D-E096-E295C2CFBC88}"/>
          </ac:picMkLst>
        </pc:picChg>
        <pc:picChg chg="add mod">
          <ac:chgData name="Zied Belhocine" userId="200cc0e2b299676e" providerId="LiveId" clId="{3EBBFEB4-7E60-440A-B139-E25F34F33931}" dt="2026-03-20T15:08:32.224" v="479" actId="1076"/>
          <ac:picMkLst>
            <pc:docMk/>
            <pc:sldMk cId="1453166610" sldId="270"/>
            <ac:picMk id="6" creationId="{577E4098-AD20-4F76-F1EB-51AF1C3EFDCA}"/>
          </ac:picMkLst>
        </pc:picChg>
        <pc:picChg chg="add mod">
          <ac:chgData name="Zied Belhocine" userId="200cc0e2b299676e" providerId="LiveId" clId="{3EBBFEB4-7E60-440A-B139-E25F34F33931}" dt="2026-03-20T16:48:23.491" v="1007" actId="1076"/>
          <ac:picMkLst>
            <pc:docMk/>
            <pc:sldMk cId="1453166610" sldId="270"/>
            <ac:picMk id="9" creationId="{BB2F4211-0415-22F7-E66E-5A14B5FFDFCC}"/>
          </ac:picMkLst>
        </pc:picChg>
        <pc:picChg chg="add del mod">
          <ac:chgData name="Zied Belhocine" userId="200cc0e2b299676e" providerId="LiveId" clId="{3EBBFEB4-7E60-440A-B139-E25F34F33931}" dt="2026-03-20T16:47:56.492" v="999" actId="478"/>
          <ac:picMkLst>
            <pc:docMk/>
            <pc:sldMk cId="1453166610" sldId="270"/>
            <ac:picMk id="12" creationId="{0D381797-294E-1EEE-5D3E-544FEBC9EFD6}"/>
          </ac:picMkLst>
        </pc:picChg>
        <pc:picChg chg="add mod">
          <ac:chgData name="Zied Belhocine" userId="200cc0e2b299676e" providerId="LiveId" clId="{3EBBFEB4-7E60-440A-B139-E25F34F33931}" dt="2026-03-20T16:48:04.362" v="1001" actId="14100"/>
          <ac:picMkLst>
            <pc:docMk/>
            <pc:sldMk cId="1453166610" sldId="270"/>
            <ac:picMk id="14" creationId="{000BEE93-B657-482E-FCE9-92F0D18BC6BC}"/>
          </ac:picMkLst>
        </pc:picChg>
        <pc:picChg chg="add mod">
          <ac:chgData name="Zied Belhocine" userId="200cc0e2b299676e" providerId="LiveId" clId="{3EBBFEB4-7E60-440A-B139-E25F34F33931}" dt="2026-03-20T16:48:26.531" v="1017" actId="1035"/>
          <ac:picMkLst>
            <pc:docMk/>
            <pc:sldMk cId="1453166610" sldId="270"/>
            <ac:picMk id="16" creationId="{3288CA1C-A3B1-F4FB-A628-17DF7F246C7F}"/>
          </ac:picMkLst>
        </pc:picChg>
      </pc:sldChg>
      <pc:sldChg chg="modSp add del mod">
        <pc:chgData name="Zied Belhocine" userId="200cc0e2b299676e" providerId="LiveId" clId="{3EBBFEB4-7E60-440A-B139-E25F34F33931}" dt="2026-03-20T10:14:51.812" v="211" actId="47"/>
        <pc:sldMkLst>
          <pc:docMk/>
          <pc:sldMk cId="2109791182" sldId="270"/>
        </pc:sldMkLst>
        <pc:spChg chg="mod">
          <ac:chgData name="Zied Belhocine" userId="200cc0e2b299676e" providerId="LiveId" clId="{3EBBFEB4-7E60-440A-B139-E25F34F33931}" dt="2026-03-18T14:50:07.282" v="49" actId="20577"/>
          <ac:spMkLst>
            <pc:docMk/>
            <pc:sldMk cId="2109791182" sldId="270"/>
            <ac:spMk id="90" creationId="{00000000-0000-0000-0000-000000000000}"/>
          </ac:spMkLst>
        </pc:spChg>
      </pc:sldChg>
      <pc:sldChg chg="modSp add del mod">
        <pc:chgData name="Zied Belhocine" userId="200cc0e2b299676e" providerId="LiveId" clId="{3EBBFEB4-7E60-440A-B139-E25F34F33931}" dt="2026-03-20T10:14:54.176" v="212" actId="47"/>
        <pc:sldMkLst>
          <pc:docMk/>
          <pc:sldMk cId="946393196" sldId="271"/>
        </pc:sldMkLst>
        <pc:spChg chg="mod">
          <ac:chgData name="Zied Belhocine" userId="200cc0e2b299676e" providerId="LiveId" clId="{3EBBFEB4-7E60-440A-B139-E25F34F33931}" dt="2026-03-18T14:50:12.525" v="50" actId="20577"/>
          <ac:spMkLst>
            <pc:docMk/>
            <pc:sldMk cId="946393196" sldId="271"/>
            <ac:spMk id="90" creationId="{00000000-0000-0000-0000-000000000000}"/>
          </ac:spMkLst>
        </pc:spChg>
      </pc:sldChg>
      <pc:sldChg chg="addSp delSp modSp add mod">
        <pc:chgData name="Zied Belhocine" userId="200cc0e2b299676e" providerId="LiveId" clId="{3EBBFEB4-7E60-440A-B139-E25F34F33931}" dt="2026-03-26T11:41:15.565" v="4616" actId="478"/>
        <pc:sldMkLst>
          <pc:docMk/>
          <pc:sldMk cId="1097158325" sldId="271"/>
        </pc:sldMkLst>
        <pc:spChg chg="add mod">
          <ac:chgData name="Zied Belhocine" userId="200cc0e2b299676e" providerId="LiveId" clId="{3EBBFEB4-7E60-440A-B139-E25F34F33931}" dt="2026-03-26T11:06:54.822" v="4198" actId="14100"/>
          <ac:spMkLst>
            <pc:docMk/>
            <pc:sldMk cId="1097158325" sldId="271"/>
            <ac:spMk id="2" creationId="{89D8C4D1-7594-19F1-146B-4F7843E394EB}"/>
          </ac:spMkLst>
        </pc:spChg>
        <pc:spChg chg="del">
          <ac:chgData name="Zied Belhocine" userId="200cc0e2b299676e" providerId="LiveId" clId="{3EBBFEB4-7E60-440A-B139-E25F34F33931}" dt="2026-03-20T15:16:16.712" v="539" actId="478"/>
          <ac:spMkLst>
            <pc:docMk/>
            <pc:sldMk cId="1097158325" sldId="271"/>
            <ac:spMk id="3" creationId="{326C2488-E6F3-F8DF-BAE3-86F62BE6F959}"/>
          </ac:spMkLst>
        </pc:spChg>
        <pc:spChg chg="add del mod">
          <ac:chgData name="Zied Belhocine" userId="200cc0e2b299676e" providerId="LiveId" clId="{3EBBFEB4-7E60-440A-B139-E25F34F33931}" dt="2026-03-26T11:41:15.565" v="4616" actId="478"/>
          <ac:spMkLst>
            <pc:docMk/>
            <pc:sldMk cId="1097158325" sldId="271"/>
            <ac:spMk id="4" creationId="{8C4A4117-4829-2076-775E-EBF1D112E19B}"/>
          </ac:spMkLst>
        </pc:spChg>
        <pc:spChg chg="add mod">
          <ac:chgData name="Zied Belhocine" userId="200cc0e2b299676e" providerId="LiveId" clId="{3EBBFEB4-7E60-440A-B139-E25F34F33931}" dt="2026-03-20T15:16:47.488" v="558" actId="20577"/>
          <ac:spMkLst>
            <pc:docMk/>
            <pc:sldMk cId="1097158325" sldId="271"/>
            <ac:spMk id="5" creationId="{53731E5F-84F9-118A-57FF-AA4F9D6DEEBC}"/>
          </ac:spMkLst>
        </pc:spChg>
        <pc:spChg chg="add mod">
          <ac:chgData name="Zied Belhocine" userId="200cc0e2b299676e" providerId="LiveId" clId="{3EBBFEB4-7E60-440A-B139-E25F34F33931}" dt="2026-03-20T15:21:33.564" v="611" actId="1076"/>
          <ac:spMkLst>
            <pc:docMk/>
            <pc:sldMk cId="1097158325" sldId="271"/>
            <ac:spMk id="11" creationId="{470E35E4-CA49-CE50-C679-997C53FEE6C5}"/>
          </ac:spMkLst>
        </pc:spChg>
        <pc:picChg chg="add del mod">
          <ac:chgData name="Zied Belhocine" userId="200cc0e2b299676e" providerId="LiveId" clId="{3EBBFEB4-7E60-440A-B139-E25F34F33931}" dt="2026-03-20T15:19:59.086" v="597" actId="478"/>
          <ac:picMkLst>
            <pc:docMk/>
            <pc:sldMk cId="1097158325" sldId="271"/>
            <ac:picMk id="2" creationId="{F147F64E-F869-6C05-D0C1-3D98CB562EA1}"/>
          </ac:picMkLst>
        </pc:picChg>
        <pc:picChg chg="add mod ord">
          <ac:chgData name="Zied Belhocine" userId="200cc0e2b299676e" providerId="LiveId" clId="{3EBBFEB4-7E60-440A-B139-E25F34F33931}" dt="2026-03-23T16:55:03.417" v="1724" actId="1076"/>
          <ac:picMkLst>
            <pc:docMk/>
            <pc:sldMk cId="1097158325" sldId="271"/>
            <ac:picMk id="3" creationId="{D152884E-66D1-D55C-452E-8AB4A91A1E90}"/>
          </ac:picMkLst>
        </pc:picChg>
        <pc:picChg chg="add del mod">
          <ac:chgData name="Zied Belhocine" userId="200cc0e2b299676e" providerId="LiveId" clId="{3EBBFEB4-7E60-440A-B139-E25F34F33931}" dt="2026-03-20T15:19:59.086" v="597" actId="478"/>
          <ac:picMkLst>
            <pc:docMk/>
            <pc:sldMk cId="1097158325" sldId="271"/>
            <ac:picMk id="4" creationId="{E8D01F04-F18C-8CE5-E4DD-C12CA6AF7A8D}"/>
          </ac:picMkLst>
        </pc:picChg>
        <pc:picChg chg="add mod">
          <ac:chgData name="Zied Belhocine" userId="200cc0e2b299676e" providerId="LiveId" clId="{3EBBFEB4-7E60-440A-B139-E25F34F33931}" dt="2026-03-20T15:19:26.784" v="569" actId="1076"/>
          <ac:picMkLst>
            <pc:docMk/>
            <pc:sldMk cId="1097158325" sldId="271"/>
            <ac:picMk id="6" creationId="{36C5056E-A96E-8C32-945D-68CA5EBE4BDE}"/>
          </ac:picMkLst>
        </pc:picChg>
        <pc:picChg chg="add mod">
          <ac:chgData name="Zied Belhocine" userId="200cc0e2b299676e" providerId="LiveId" clId="{3EBBFEB4-7E60-440A-B139-E25F34F33931}" dt="2026-03-20T15:20:06.777" v="601" actId="1076"/>
          <ac:picMkLst>
            <pc:docMk/>
            <pc:sldMk cId="1097158325" sldId="271"/>
            <ac:picMk id="8" creationId="{C9CBA3BD-6ECC-49A0-5875-28D5A4DE8EBF}"/>
          </ac:picMkLst>
        </pc:picChg>
        <pc:picChg chg="add del mod">
          <ac:chgData name="Zied Belhocine" userId="200cc0e2b299676e" providerId="LiveId" clId="{3EBBFEB4-7E60-440A-B139-E25F34F33931}" dt="2026-03-23T16:53:15.961" v="1706" actId="478"/>
          <ac:picMkLst>
            <pc:docMk/>
            <pc:sldMk cId="1097158325" sldId="271"/>
            <ac:picMk id="10" creationId="{4F213B07-3F09-DEAB-E99F-564D6068520C}"/>
          </ac:picMkLst>
        </pc:picChg>
      </pc:sldChg>
      <pc:sldChg chg="addSp delSp modSp add del mod">
        <pc:chgData name="Zied Belhocine" userId="200cc0e2b299676e" providerId="LiveId" clId="{3EBBFEB4-7E60-440A-B139-E25F34F33931}" dt="2026-03-20T16:53:47.541" v="1295" actId="47"/>
        <pc:sldMkLst>
          <pc:docMk/>
          <pc:sldMk cId="1322783857" sldId="272"/>
        </pc:sldMkLst>
        <pc:spChg chg="mod">
          <ac:chgData name="Zied Belhocine" userId="200cc0e2b299676e" providerId="LiveId" clId="{3EBBFEB4-7E60-440A-B139-E25F34F33931}" dt="2026-03-20T15:39:23.757" v="768" actId="20577"/>
          <ac:spMkLst>
            <pc:docMk/>
            <pc:sldMk cId="1322783857" sldId="272"/>
            <ac:spMk id="5" creationId="{53731E5F-84F9-118A-57FF-AA4F9D6DEEBC}"/>
          </ac:spMkLst>
        </pc:spChg>
        <pc:spChg chg="del">
          <ac:chgData name="Zied Belhocine" userId="200cc0e2b299676e" providerId="LiveId" clId="{3EBBFEB4-7E60-440A-B139-E25F34F33931}" dt="2026-03-20T15:24:45.148" v="634" actId="478"/>
          <ac:spMkLst>
            <pc:docMk/>
            <pc:sldMk cId="1322783857" sldId="272"/>
            <ac:spMk id="11" creationId="{470E35E4-CA49-CE50-C679-997C53FEE6C5}"/>
          </ac:spMkLst>
        </pc:spChg>
        <pc:picChg chg="add mod">
          <ac:chgData name="Zied Belhocine" userId="200cc0e2b299676e" providerId="LiveId" clId="{3EBBFEB4-7E60-440A-B139-E25F34F33931}" dt="2026-03-20T16:50:53.477" v="1289" actId="1076"/>
          <ac:picMkLst>
            <pc:docMk/>
            <pc:sldMk cId="1322783857" sldId="272"/>
            <ac:picMk id="3" creationId="{DE852F93-D188-CE6F-7B23-C42552E72E7C}"/>
          </ac:picMkLst>
        </pc:picChg>
        <pc:picChg chg="del mod">
          <ac:chgData name="Zied Belhocine" userId="200cc0e2b299676e" providerId="LiveId" clId="{3EBBFEB4-7E60-440A-B139-E25F34F33931}" dt="2026-03-20T15:41:26.219" v="774" actId="478"/>
          <ac:picMkLst>
            <pc:docMk/>
            <pc:sldMk cId="1322783857" sldId="272"/>
            <ac:picMk id="6" creationId="{36C5056E-A96E-8C32-945D-68CA5EBE4BDE}"/>
          </ac:picMkLst>
        </pc:picChg>
        <pc:picChg chg="add del mod">
          <ac:chgData name="Zied Belhocine" userId="200cc0e2b299676e" providerId="LiveId" clId="{3EBBFEB4-7E60-440A-B139-E25F34F33931}" dt="2026-03-20T15:45:36.539" v="815" actId="478"/>
          <ac:picMkLst>
            <pc:docMk/>
            <pc:sldMk cId="1322783857" sldId="272"/>
            <ac:picMk id="7" creationId="{AFC2F156-0075-34B2-9508-4AD9B5C9323E}"/>
          </ac:picMkLst>
        </pc:picChg>
        <pc:picChg chg="del">
          <ac:chgData name="Zied Belhocine" userId="200cc0e2b299676e" providerId="LiveId" clId="{3EBBFEB4-7E60-440A-B139-E25F34F33931}" dt="2026-03-20T15:24:27.425" v="620" actId="478"/>
          <ac:picMkLst>
            <pc:docMk/>
            <pc:sldMk cId="1322783857" sldId="272"/>
            <ac:picMk id="8" creationId="{C9CBA3BD-6ECC-49A0-5875-28D5A4DE8EBF}"/>
          </ac:picMkLst>
        </pc:picChg>
        <pc:picChg chg="del mod">
          <ac:chgData name="Zied Belhocine" userId="200cc0e2b299676e" providerId="LiveId" clId="{3EBBFEB4-7E60-440A-B139-E25F34F33931}" dt="2026-03-20T15:41:26.729" v="775" actId="478"/>
          <ac:picMkLst>
            <pc:docMk/>
            <pc:sldMk cId="1322783857" sldId="272"/>
            <ac:picMk id="10" creationId="{4F213B07-3F09-DEAB-E99F-564D6068520C}"/>
          </ac:picMkLst>
        </pc:picChg>
        <pc:picChg chg="add del mod">
          <ac:chgData name="Zied Belhocine" userId="200cc0e2b299676e" providerId="LiveId" clId="{3EBBFEB4-7E60-440A-B139-E25F34F33931}" dt="2026-03-20T16:50:59.879" v="1291" actId="478"/>
          <ac:picMkLst>
            <pc:docMk/>
            <pc:sldMk cId="1322783857" sldId="272"/>
            <ac:picMk id="12" creationId="{FCDE7EF8-6D40-7A08-63FF-282B5F6824BE}"/>
          </ac:picMkLst>
        </pc:picChg>
        <pc:picChg chg="add del mod">
          <ac:chgData name="Zied Belhocine" userId="200cc0e2b299676e" providerId="LiveId" clId="{3EBBFEB4-7E60-440A-B139-E25F34F33931}" dt="2026-03-20T16:51:06.519" v="1293" actId="478"/>
          <ac:picMkLst>
            <pc:docMk/>
            <pc:sldMk cId="1322783857" sldId="272"/>
            <ac:picMk id="14" creationId="{6E27B0D6-6EE9-9390-D9E1-4FCABCB71CFD}"/>
          </ac:picMkLst>
        </pc:picChg>
        <pc:picChg chg="add mod">
          <ac:chgData name="Zied Belhocine" userId="200cc0e2b299676e" providerId="LiveId" clId="{3EBBFEB4-7E60-440A-B139-E25F34F33931}" dt="2026-03-20T16:50:56.509" v="1290" actId="571"/>
          <ac:picMkLst>
            <pc:docMk/>
            <pc:sldMk cId="1322783857" sldId="272"/>
            <ac:picMk id="15" creationId="{E5EC1F36-4067-2F44-CD69-E596B9F44933}"/>
          </ac:picMkLst>
        </pc:picChg>
        <pc:picChg chg="add mod">
          <ac:chgData name="Zied Belhocine" userId="200cc0e2b299676e" providerId="LiveId" clId="{3EBBFEB4-7E60-440A-B139-E25F34F33931}" dt="2026-03-20T16:51:08.118" v="1294" actId="1076"/>
          <ac:picMkLst>
            <pc:docMk/>
            <pc:sldMk cId="1322783857" sldId="272"/>
            <ac:picMk id="16" creationId="{2E231645-4CC4-E950-0C5E-09145DBEC8B3}"/>
          </ac:picMkLst>
        </pc:picChg>
      </pc:sldChg>
      <pc:sldChg chg="modSp add del mod">
        <pc:chgData name="Zied Belhocine" userId="200cc0e2b299676e" providerId="LiveId" clId="{3EBBFEB4-7E60-440A-B139-E25F34F33931}" dt="2026-03-20T15:23:49.089" v="613" actId="47"/>
        <pc:sldMkLst>
          <pc:docMk/>
          <pc:sldMk cId="3506159217" sldId="272"/>
        </pc:sldMkLst>
        <pc:spChg chg="mod">
          <ac:chgData name="Zied Belhocine" userId="200cc0e2b299676e" providerId="LiveId" clId="{3EBBFEB4-7E60-440A-B139-E25F34F33931}" dt="2026-03-20T14:31:41.828" v="323" actId="20577"/>
          <ac:spMkLst>
            <pc:docMk/>
            <pc:sldMk cId="3506159217" sldId="272"/>
            <ac:spMk id="3" creationId="{326C2488-E6F3-F8DF-BAE3-86F62BE6F959}"/>
          </ac:spMkLst>
        </pc:spChg>
      </pc:sldChg>
      <pc:sldChg chg="add del">
        <pc:chgData name="Zied Belhocine" userId="200cc0e2b299676e" providerId="LiveId" clId="{3EBBFEB4-7E60-440A-B139-E25F34F33931}" dt="2026-03-20T15:24:54.623" v="635" actId="47"/>
        <pc:sldMkLst>
          <pc:docMk/>
          <pc:sldMk cId="2061604741" sldId="273"/>
        </pc:sldMkLst>
      </pc:sldChg>
      <pc:sldChg chg="add del">
        <pc:chgData name="Zied Belhocine" userId="200cc0e2b299676e" providerId="LiveId" clId="{3EBBFEB4-7E60-440A-B139-E25F34F33931}" dt="2026-03-20T16:54:42.358" v="1296" actId="47"/>
        <pc:sldMkLst>
          <pc:docMk/>
          <pc:sldMk cId="4166526494" sldId="273"/>
        </pc:sldMkLst>
      </pc:sldChg>
      <pc:sldChg chg="add del">
        <pc:chgData name="Zied Belhocine" userId="200cc0e2b299676e" providerId="LiveId" clId="{3EBBFEB4-7E60-440A-B139-E25F34F33931}" dt="2026-03-20T15:24:56.976" v="636" actId="47"/>
        <pc:sldMkLst>
          <pc:docMk/>
          <pc:sldMk cId="3063570610" sldId="274"/>
        </pc:sldMkLst>
      </pc:sldChg>
      <pc:sldChg chg="modSp add del mod">
        <pc:chgData name="Zied Belhocine" userId="200cc0e2b299676e" providerId="LiveId" clId="{3EBBFEB4-7E60-440A-B139-E25F34F33931}" dt="2026-03-20T16:55:44.749" v="1297" actId="47"/>
        <pc:sldMkLst>
          <pc:docMk/>
          <pc:sldMk cId="3569203294" sldId="274"/>
        </pc:sldMkLst>
        <pc:picChg chg="mod">
          <ac:chgData name="Zied Belhocine" userId="200cc0e2b299676e" providerId="LiveId" clId="{3EBBFEB4-7E60-440A-B139-E25F34F33931}" dt="2026-03-20T15:40:52.578" v="773" actId="1036"/>
          <ac:picMkLst>
            <pc:docMk/>
            <pc:sldMk cId="3569203294" sldId="274"/>
            <ac:picMk id="7" creationId="{AFC2F156-0075-34B2-9508-4AD9B5C9323E}"/>
          </ac:picMkLst>
        </pc:picChg>
      </pc:sldChg>
      <pc:sldChg chg="addSp delSp modSp add mod">
        <pc:chgData name="Zied Belhocine" userId="200cc0e2b299676e" providerId="LiveId" clId="{3EBBFEB4-7E60-440A-B139-E25F34F33931}" dt="2026-03-23T16:53:54.362" v="1723" actId="1076"/>
        <pc:sldMkLst>
          <pc:docMk/>
          <pc:sldMk cId="2143973887" sldId="275"/>
        </pc:sldMkLst>
        <pc:spChg chg="add mod">
          <ac:chgData name="Zied Belhocine" userId="200cc0e2b299676e" providerId="LiveId" clId="{3EBBFEB4-7E60-440A-B139-E25F34F33931}" dt="2026-03-20T15:50:12.580" v="915" actId="20577"/>
          <ac:spMkLst>
            <pc:docMk/>
            <pc:sldMk cId="2143973887" sldId="275"/>
            <ac:spMk id="13" creationId="{3EF3C3C4-1047-1280-1EC2-A02AC2301356}"/>
          </ac:spMkLst>
        </pc:spChg>
        <pc:spChg chg="add mod">
          <ac:chgData name="Zied Belhocine" userId="200cc0e2b299676e" providerId="LiveId" clId="{3EBBFEB4-7E60-440A-B139-E25F34F33931}" dt="2026-03-20T15:50:14.639" v="916" actId="20577"/>
          <ac:spMkLst>
            <pc:docMk/>
            <pc:sldMk cId="2143973887" sldId="275"/>
            <ac:spMk id="15" creationId="{190FB9CA-C36B-63A4-4D74-EA27410A19FB}"/>
          </ac:spMkLst>
        </pc:spChg>
        <pc:spChg chg="add mod">
          <ac:chgData name="Zied Belhocine" userId="200cc0e2b299676e" providerId="LiveId" clId="{3EBBFEB4-7E60-440A-B139-E25F34F33931}" dt="2026-03-20T15:52:49.578" v="956" actId="1076"/>
          <ac:spMkLst>
            <pc:docMk/>
            <pc:sldMk cId="2143973887" sldId="275"/>
            <ac:spMk id="16" creationId="{EC33982A-A8CA-AF1E-8173-767808F683C0}"/>
          </ac:spMkLst>
        </pc:spChg>
        <pc:spChg chg="add mod">
          <ac:chgData name="Zied Belhocine" userId="200cc0e2b299676e" providerId="LiveId" clId="{3EBBFEB4-7E60-440A-B139-E25F34F33931}" dt="2026-03-20T15:50:53.155" v="929" actId="20577"/>
          <ac:spMkLst>
            <pc:docMk/>
            <pc:sldMk cId="2143973887" sldId="275"/>
            <ac:spMk id="17" creationId="{E3B233B1-4BCC-06CC-9D76-6FB2471CF7B5}"/>
          </ac:spMkLst>
        </pc:spChg>
        <pc:spChg chg="add mod">
          <ac:chgData name="Zied Belhocine" userId="200cc0e2b299676e" providerId="LiveId" clId="{3EBBFEB4-7E60-440A-B139-E25F34F33931}" dt="2026-03-20T15:50:28.076" v="922" actId="20577"/>
          <ac:spMkLst>
            <pc:docMk/>
            <pc:sldMk cId="2143973887" sldId="275"/>
            <ac:spMk id="18" creationId="{4915CE7B-86AB-E549-D299-D8918F991908}"/>
          </ac:spMkLst>
        </pc:spChg>
        <pc:picChg chg="mod">
          <ac:chgData name="Zied Belhocine" userId="200cc0e2b299676e" providerId="LiveId" clId="{3EBBFEB4-7E60-440A-B139-E25F34F33931}" dt="2026-03-20T15:49:25.014" v="899" actId="1038"/>
          <ac:picMkLst>
            <pc:docMk/>
            <pc:sldMk cId="2143973887" sldId="275"/>
            <ac:picMk id="3" creationId="{DE852F93-D188-CE6F-7B23-C42552E72E7C}"/>
          </ac:picMkLst>
        </pc:picChg>
        <pc:picChg chg="add mod">
          <ac:chgData name="Zied Belhocine" userId="200cc0e2b299676e" providerId="LiveId" clId="{3EBBFEB4-7E60-440A-B139-E25F34F33931}" dt="2026-03-20T15:49:04.673" v="870" actId="14100"/>
          <ac:picMkLst>
            <pc:docMk/>
            <pc:sldMk cId="2143973887" sldId="275"/>
            <ac:picMk id="4" creationId="{2F37D4B6-CBD1-841B-5D73-C94CEF7C01CF}"/>
          </ac:picMkLst>
        </pc:picChg>
        <pc:picChg chg="add mod ord">
          <ac:chgData name="Zied Belhocine" userId="200cc0e2b299676e" providerId="LiveId" clId="{3EBBFEB4-7E60-440A-B139-E25F34F33931}" dt="2026-03-23T16:53:54.362" v="1723" actId="1076"/>
          <ac:picMkLst>
            <pc:docMk/>
            <pc:sldMk cId="2143973887" sldId="275"/>
            <ac:picMk id="6" creationId="{9EA9736C-551C-786E-EA56-4FABFD1C1CB1}"/>
          </ac:picMkLst>
        </pc:picChg>
        <pc:picChg chg="add del mod">
          <ac:chgData name="Zied Belhocine" userId="200cc0e2b299676e" providerId="LiveId" clId="{3EBBFEB4-7E60-440A-B139-E25F34F33931}" dt="2026-03-23T16:53:46.955" v="1712" actId="478"/>
          <ac:picMkLst>
            <pc:docMk/>
            <pc:sldMk cId="2143973887" sldId="275"/>
            <ac:picMk id="7" creationId="{0AFF08C9-200B-E950-10F4-09EEA52B1946}"/>
          </ac:picMkLst>
        </pc:picChg>
        <pc:picChg chg="add mod">
          <ac:chgData name="Zied Belhocine" userId="200cc0e2b299676e" providerId="LiveId" clId="{3EBBFEB4-7E60-440A-B139-E25F34F33931}" dt="2026-03-20T15:49:38.140" v="903" actId="1076"/>
          <ac:picMkLst>
            <pc:docMk/>
            <pc:sldMk cId="2143973887" sldId="275"/>
            <ac:picMk id="9" creationId="{35DD6B89-CC29-15C0-5BA2-B38CE0D6EDEC}"/>
          </ac:picMkLst>
        </pc:picChg>
        <pc:picChg chg="add mod">
          <ac:chgData name="Zied Belhocine" userId="200cc0e2b299676e" providerId="LiveId" clId="{3EBBFEB4-7E60-440A-B139-E25F34F33931}" dt="2026-03-23T16:53:51.261" v="1721" actId="1035"/>
          <ac:picMkLst>
            <pc:docMk/>
            <pc:sldMk cId="2143973887" sldId="275"/>
            <ac:picMk id="11" creationId="{225BF21B-087A-DBAE-C3F6-BE46BA9C960B}"/>
          </ac:picMkLst>
        </pc:picChg>
        <pc:picChg chg="mod">
          <ac:chgData name="Zied Belhocine" userId="200cc0e2b299676e" providerId="LiveId" clId="{3EBBFEB4-7E60-440A-B139-E25F34F33931}" dt="2026-03-20T15:52:45.698" v="955" actId="1076"/>
          <ac:picMkLst>
            <pc:docMk/>
            <pc:sldMk cId="2143973887" sldId="275"/>
            <ac:picMk id="12" creationId="{FCDE7EF8-6D40-7A08-63FF-282B5F6824BE}"/>
          </ac:picMkLst>
        </pc:picChg>
        <pc:picChg chg="del">
          <ac:chgData name="Zied Belhocine" userId="200cc0e2b299676e" providerId="LiveId" clId="{3EBBFEB4-7E60-440A-B139-E25F34F33931}" dt="2026-03-20T15:46:01.606" v="821" actId="478"/>
          <ac:picMkLst>
            <pc:docMk/>
            <pc:sldMk cId="2143973887" sldId="275"/>
            <ac:picMk id="14" creationId="{6E27B0D6-6EE9-9390-D9E1-4FCABCB71CFD}"/>
          </ac:picMkLst>
        </pc:picChg>
      </pc:sldChg>
      <pc:sldChg chg="addSp delSp modSp add mod">
        <pc:chgData name="Zied Belhocine" userId="200cc0e2b299676e" providerId="LiveId" clId="{3EBBFEB4-7E60-440A-B139-E25F34F33931}" dt="2026-03-20T15:52:16.809" v="954" actId="478"/>
        <pc:sldMkLst>
          <pc:docMk/>
          <pc:sldMk cId="3431231488" sldId="276"/>
        </pc:sldMkLst>
        <pc:spChg chg="del">
          <ac:chgData name="Zied Belhocine" userId="200cc0e2b299676e" providerId="LiveId" clId="{3EBBFEB4-7E60-440A-B139-E25F34F33931}" dt="2026-03-20T15:52:11.447" v="950" actId="478"/>
          <ac:spMkLst>
            <pc:docMk/>
            <pc:sldMk cId="3431231488" sldId="276"/>
            <ac:spMk id="13" creationId="{3EF3C3C4-1047-1280-1EC2-A02AC2301356}"/>
          </ac:spMkLst>
        </pc:spChg>
        <pc:spChg chg="del mod">
          <ac:chgData name="Zied Belhocine" userId="200cc0e2b299676e" providerId="LiveId" clId="{3EBBFEB4-7E60-440A-B139-E25F34F33931}" dt="2026-03-20T15:52:12.249" v="951" actId="478"/>
          <ac:spMkLst>
            <pc:docMk/>
            <pc:sldMk cId="3431231488" sldId="276"/>
            <ac:spMk id="15" creationId="{190FB9CA-C36B-63A4-4D74-EA27410A19FB}"/>
          </ac:spMkLst>
        </pc:spChg>
        <pc:spChg chg="del mod">
          <ac:chgData name="Zied Belhocine" userId="200cc0e2b299676e" providerId="LiveId" clId="{3EBBFEB4-7E60-440A-B139-E25F34F33931}" dt="2026-03-20T15:52:16.809" v="954" actId="478"/>
          <ac:spMkLst>
            <pc:docMk/>
            <pc:sldMk cId="3431231488" sldId="276"/>
            <ac:spMk id="16" creationId="{EC33982A-A8CA-AF1E-8173-767808F683C0}"/>
          </ac:spMkLst>
        </pc:spChg>
        <pc:spChg chg="del">
          <ac:chgData name="Zied Belhocine" userId="200cc0e2b299676e" providerId="LiveId" clId="{3EBBFEB4-7E60-440A-B139-E25F34F33931}" dt="2026-03-20T15:52:15.392" v="953" actId="478"/>
          <ac:spMkLst>
            <pc:docMk/>
            <pc:sldMk cId="3431231488" sldId="276"/>
            <ac:spMk id="17" creationId="{E3B233B1-4BCC-06CC-9D76-6FB2471CF7B5}"/>
          </ac:spMkLst>
        </pc:spChg>
        <pc:spChg chg="del mod">
          <ac:chgData name="Zied Belhocine" userId="200cc0e2b299676e" providerId="LiveId" clId="{3EBBFEB4-7E60-440A-B139-E25F34F33931}" dt="2026-03-20T15:52:14.063" v="952" actId="478"/>
          <ac:spMkLst>
            <pc:docMk/>
            <pc:sldMk cId="3431231488" sldId="276"/>
            <ac:spMk id="18" creationId="{4915CE7B-86AB-E549-D299-D8918F991908}"/>
          </ac:spMkLst>
        </pc:spChg>
        <pc:picChg chg="del">
          <ac:chgData name="Zied Belhocine" userId="200cc0e2b299676e" providerId="LiveId" clId="{3EBBFEB4-7E60-440A-B139-E25F34F33931}" dt="2026-03-20T15:51:19.413" v="931" actId="478"/>
          <ac:picMkLst>
            <pc:docMk/>
            <pc:sldMk cId="3431231488" sldId="276"/>
            <ac:picMk id="3" creationId="{DE852F93-D188-CE6F-7B23-C42552E72E7C}"/>
          </ac:picMkLst>
        </pc:picChg>
        <pc:picChg chg="del">
          <ac:chgData name="Zied Belhocine" userId="200cc0e2b299676e" providerId="LiveId" clId="{3EBBFEB4-7E60-440A-B139-E25F34F33931}" dt="2026-03-20T15:51:21.514" v="936" actId="478"/>
          <ac:picMkLst>
            <pc:docMk/>
            <pc:sldMk cId="3431231488" sldId="276"/>
            <ac:picMk id="4" creationId="{2F37D4B6-CBD1-841B-5D73-C94CEF7C01CF}"/>
          </ac:picMkLst>
        </pc:picChg>
        <pc:picChg chg="add mod">
          <ac:chgData name="Zied Belhocine" userId="200cc0e2b299676e" providerId="LiveId" clId="{3EBBFEB4-7E60-440A-B139-E25F34F33931}" dt="2026-03-20T15:51:43.471" v="944" actId="1076"/>
          <ac:picMkLst>
            <pc:docMk/>
            <pc:sldMk cId="3431231488" sldId="276"/>
            <ac:picMk id="6" creationId="{5B144E86-6825-E6B8-1FDD-ECBBED31BC83}"/>
          </ac:picMkLst>
        </pc:picChg>
        <pc:picChg chg="del mod">
          <ac:chgData name="Zied Belhocine" userId="200cc0e2b299676e" providerId="LiveId" clId="{3EBBFEB4-7E60-440A-B139-E25F34F33931}" dt="2026-03-20T15:51:19.901" v="933" actId="478"/>
          <ac:picMkLst>
            <pc:docMk/>
            <pc:sldMk cId="3431231488" sldId="276"/>
            <ac:picMk id="7" creationId="{0AFF08C9-200B-E950-10F4-09EEA52B1946}"/>
          </ac:picMkLst>
        </pc:picChg>
        <pc:picChg chg="del">
          <ac:chgData name="Zied Belhocine" userId="200cc0e2b299676e" providerId="LiveId" clId="{3EBBFEB4-7E60-440A-B139-E25F34F33931}" dt="2026-03-20T15:51:20.946" v="935" actId="478"/>
          <ac:picMkLst>
            <pc:docMk/>
            <pc:sldMk cId="3431231488" sldId="276"/>
            <ac:picMk id="9" creationId="{35DD6B89-CC29-15C0-5BA2-B38CE0D6EDEC}"/>
          </ac:picMkLst>
        </pc:picChg>
        <pc:picChg chg="add mod">
          <ac:chgData name="Zied Belhocine" userId="200cc0e2b299676e" providerId="LiveId" clId="{3EBBFEB4-7E60-440A-B139-E25F34F33931}" dt="2026-03-20T15:52:04.498" v="949" actId="1076"/>
          <ac:picMkLst>
            <pc:docMk/>
            <pc:sldMk cId="3431231488" sldId="276"/>
            <ac:picMk id="10" creationId="{603E4AFC-2146-D144-BECA-8EB598D5A64D}"/>
          </ac:picMkLst>
        </pc:picChg>
        <pc:picChg chg="del">
          <ac:chgData name="Zied Belhocine" userId="200cc0e2b299676e" providerId="LiveId" clId="{3EBBFEB4-7E60-440A-B139-E25F34F33931}" dt="2026-03-20T15:51:20.492" v="934" actId="478"/>
          <ac:picMkLst>
            <pc:docMk/>
            <pc:sldMk cId="3431231488" sldId="276"/>
            <ac:picMk id="11" creationId="{225BF21B-087A-DBAE-C3F6-BE46BA9C960B}"/>
          </ac:picMkLst>
        </pc:picChg>
        <pc:picChg chg="del">
          <ac:chgData name="Zied Belhocine" userId="200cc0e2b299676e" providerId="LiveId" clId="{3EBBFEB4-7E60-440A-B139-E25F34F33931}" dt="2026-03-20T15:51:22.122" v="937" actId="478"/>
          <ac:picMkLst>
            <pc:docMk/>
            <pc:sldMk cId="3431231488" sldId="276"/>
            <ac:picMk id="12" creationId="{FCDE7EF8-6D40-7A08-63FF-282B5F6824BE}"/>
          </ac:picMkLst>
        </pc:picChg>
      </pc:sldChg>
      <pc:sldChg chg="addSp delSp modSp add mod modNotesTx">
        <pc:chgData name="Zied Belhocine" userId="200cc0e2b299676e" providerId="LiveId" clId="{3EBBFEB4-7E60-440A-B139-E25F34F33931}" dt="2026-03-26T14:27:05.240" v="5750" actId="1076"/>
        <pc:sldMkLst>
          <pc:docMk/>
          <pc:sldMk cId="1338593057" sldId="277"/>
        </pc:sldMkLst>
        <pc:spChg chg="add mod">
          <ac:chgData name="Zied Belhocine" userId="200cc0e2b299676e" providerId="LiveId" clId="{3EBBFEB4-7E60-440A-B139-E25F34F33931}" dt="2026-03-26T11:06:27.679" v="4195" actId="14100"/>
          <ac:spMkLst>
            <pc:docMk/>
            <pc:sldMk cId="1338593057" sldId="277"/>
            <ac:spMk id="16" creationId="{DC498F15-7D54-96D9-CFE5-04F2B6CCE474}"/>
          </ac:spMkLst>
        </pc:spChg>
        <pc:picChg chg="del">
          <ac:chgData name="Zied Belhocine" userId="200cc0e2b299676e" providerId="LiveId" clId="{3EBBFEB4-7E60-440A-B139-E25F34F33931}" dt="2026-03-20T16:35:26.728" v="958" actId="478"/>
          <ac:picMkLst>
            <pc:docMk/>
            <pc:sldMk cId="1338593057" sldId="277"/>
            <ac:picMk id="3" creationId="{DE852F93-D188-CE6F-7B23-C42552E72E7C}"/>
          </ac:picMkLst>
        </pc:picChg>
        <pc:picChg chg="add mod">
          <ac:chgData name="Zied Belhocine" userId="200cc0e2b299676e" providerId="LiveId" clId="{3EBBFEB4-7E60-440A-B139-E25F34F33931}" dt="2026-03-20T16:56:32.717" v="1307" actId="1076"/>
          <ac:picMkLst>
            <pc:docMk/>
            <pc:sldMk cId="1338593057" sldId="277"/>
            <ac:picMk id="4" creationId="{12C07189-D95C-746E-9998-9064ADB2E94C}"/>
          </ac:picMkLst>
        </pc:picChg>
        <pc:picChg chg="del">
          <ac:chgData name="Zied Belhocine" userId="200cc0e2b299676e" providerId="LiveId" clId="{3EBBFEB4-7E60-440A-B139-E25F34F33931}" dt="2026-03-20T16:55:51.094" v="1298" actId="478"/>
          <ac:picMkLst>
            <pc:docMk/>
            <pc:sldMk cId="1338593057" sldId="277"/>
            <ac:picMk id="6" creationId="{36C5056E-A96E-8C32-945D-68CA5EBE4BDE}"/>
          </ac:picMkLst>
        </pc:picChg>
        <pc:picChg chg="del">
          <ac:chgData name="Zied Belhocine" userId="200cc0e2b299676e" providerId="LiveId" clId="{3EBBFEB4-7E60-440A-B139-E25F34F33931}" dt="2026-03-20T16:35:27.303" v="959" actId="478"/>
          <ac:picMkLst>
            <pc:docMk/>
            <pc:sldMk cId="1338593057" sldId="277"/>
            <ac:picMk id="7" creationId="{AFC2F156-0075-34B2-9508-4AD9B5C9323E}"/>
          </ac:picMkLst>
        </pc:picChg>
        <pc:picChg chg="add mod">
          <ac:chgData name="Zied Belhocine" userId="200cc0e2b299676e" providerId="LiveId" clId="{3EBBFEB4-7E60-440A-B139-E25F34F33931}" dt="2026-03-20T16:56:18.790" v="1306" actId="1076"/>
          <ac:picMkLst>
            <pc:docMk/>
            <pc:sldMk cId="1338593057" sldId="277"/>
            <ac:picMk id="9" creationId="{2DBD46D2-C0CA-E2D0-C9A3-9A82620C0D86}"/>
          </ac:picMkLst>
        </pc:picChg>
        <pc:picChg chg="del">
          <ac:chgData name="Zied Belhocine" userId="200cc0e2b299676e" providerId="LiveId" clId="{3EBBFEB4-7E60-440A-B139-E25F34F33931}" dt="2026-03-20T16:55:51.716" v="1299" actId="478"/>
          <ac:picMkLst>
            <pc:docMk/>
            <pc:sldMk cId="1338593057" sldId="277"/>
            <ac:picMk id="10" creationId="{4F213B07-3F09-DEAB-E99F-564D6068520C}"/>
          </ac:picMkLst>
        </pc:picChg>
        <pc:picChg chg="del">
          <ac:chgData name="Zied Belhocine" userId="200cc0e2b299676e" providerId="LiveId" clId="{3EBBFEB4-7E60-440A-B139-E25F34F33931}" dt="2026-03-20T16:35:27.858" v="960" actId="478"/>
          <ac:picMkLst>
            <pc:docMk/>
            <pc:sldMk cId="1338593057" sldId="277"/>
            <ac:picMk id="12" creationId="{FCDE7EF8-6D40-7A08-63FF-282B5F6824BE}"/>
          </ac:picMkLst>
        </pc:picChg>
        <pc:picChg chg="add del mod">
          <ac:chgData name="Zied Belhocine" userId="200cc0e2b299676e" providerId="LiveId" clId="{3EBBFEB4-7E60-440A-B139-E25F34F33931}" dt="2026-03-20T16:58:45.460" v="1311" actId="478"/>
          <ac:picMkLst>
            <pc:docMk/>
            <pc:sldMk cId="1338593057" sldId="277"/>
            <ac:picMk id="13" creationId="{AB5AAD84-BB83-008A-D9A7-EBC4BF425917}"/>
          </ac:picMkLst>
        </pc:picChg>
        <pc:picChg chg="add mod">
          <ac:chgData name="Zied Belhocine" userId="200cc0e2b299676e" providerId="LiveId" clId="{3EBBFEB4-7E60-440A-B139-E25F34F33931}" dt="2026-03-26T14:27:05.240" v="5750" actId="1076"/>
          <ac:picMkLst>
            <pc:docMk/>
            <pc:sldMk cId="1338593057" sldId="277"/>
            <ac:picMk id="15" creationId="{6899CF21-1DBD-6604-AE03-DE173981C81A}"/>
          </ac:picMkLst>
        </pc:picChg>
        <pc:picChg chg="add mod">
          <ac:chgData name="Zied Belhocine" userId="200cc0e2b299676e" providerId="LiveId" clId="{3EBBFEB4-7E60-440A-B139-E25F34F33931}" dt="2026-03-20T16:58:52.582" v="1314" actId="1076"/>
          <ac:picMkLst>
            <pc:docMk/>
            <pc:sldMk cId="1338593057" sldId="277"/>
            <ac:picMk id="18" creationId="{3E6B82E8-2751-1DDE-A4E3-91AFFFC04BC4}"/>
          </ac:picMkLst>
        </pc:picChg>
      </pc:sldChg>
      <pc:sldChg chg="addSp modSp add mod ord">
        <pc:chgData name="Zied Belhocine" userId="200cc0e2b299676e" providerId="LiveId" clId="{3EBBFEB4-7E60-440A-B139-E25F34F33931}" dt="2026-03-26T12:12:31.528" v="4768" actId="20577"/>
        <pc:sldMkLst>
          <pc:docMk/>
          <pc:sldMk cId="0" sldId="278"/>
        </pc:sldMkLst>
        <pc:spChg chg="add mod">
          <ac:chgData name="Zied Belhocine" userId="200cc0e2b299676e" providerId="LiveId" clId="{3EBBFEB4-7E60-440A-B139-E25F34F33931}" dt="2026-03-26T12:12:31.528" v="4768" actId="20577"/>
          <ac:spMkLst>
            <pc:docMk/>
            <pc:sldMk cId="0" sldId="278"/>
            <ac:spMk id="5" creationId="{3FD6FFF6-B226-1D26-6167-4207E38B9D06}"/>
          </ac:spMkLst>
        </pc:spChg>
        <pc:spChg chg="mod">
          <ac:chgData name="Zied Belhocine" userId="200cc0e2b299676e" providerId="LiveId" clId="{3EBBFEB4-7E60-440A-B139-E25F34F33931}" dt="2026-03-24T13:24:46.847" v="1839" actId="20577"/>
          <ac:spMkLst>
            <pc:docMk/>
            <pc:sldMk cId="0" sldId="278"/>
            <ac:spMk id="79" creationId="{00000000-0000-0000-0000-000000000000}"/>
          </ac:spMkLst>
        </pc:spChg>
        <pc:picChg chg="add mod">
          <ac:chgData name="Zied Belhocine" userId="200cc0e2b299676e" providerId="LiveId" clId="{3EBBFEB4-7E60-440A-B139-E25F34F33931}" dt="2026-03-24T13:24:52.233" v="1842" actId="1076"/>
          <ac:picMkLst>
            <pc:docMk/>
            <pc:sldMk cId="0" sldId="278"/>
            <ac:picMk id="3" creationId="{819843DD-C5FA-35A1-7D94-96E77BBBEE06}"/>
          </ac:picMkLst>
        </pc:picChg>
        <pc:picChg chg="add mod">
          <ac:chgData name="Zied Belhocine" userId="200cc0e2b299676e" providerId="LiveId" clId="{3EBBFEB4-7E60-440A-B139-E25F34F33931}" dt="2026-03-24T13:24:53.188" v="1843" actId="1076"/>
          <ac:picMkLst>
            <pc:docMk/>
            <pc:sldMk cId="0" sldId="278"/>
            <ac:picMk id="4" creationId="{6A31B232-733E-ECAB-DFA9-D89626411242}"/>
          </ac:picMkLst>
        </pc:picChg>
      </pc:sldChg>
      <pc:sldChg chg="modSp new add del mod">
        <pc:chgData name="Zied Belhocine" userId="200cc0e2b299676e" providerId="LiveId" clId="{3EBBFEB4-7E60-440A-B139-E25F34F33931}" dt="2026-03-23T16:27:26.688" v="1697" actId="680"/>
        <pc:sldMkLst>
          <pc:docMk/>
          <pc:sldMk cId="2443512801" sldId="278"/>
        </pc:sldMkLst>
        <pc:spChg chg="mod">
          <ac:chgData name="Zied Belhocine" userId="200cc0e2b299676e" providerId="LiveId" clId="{3EBBFEB4-7E60-440A-B139-E25F34F33931}" dt="2026-03-23T16:27:26.688" v="1697" actId="680"/>
          <ac:spMkLst>
            <pc:docMk/>
            <pc:sldMk cId="2443512801" sldId="278"/>
            <ac:spMk id="2" creationId="{FB22C7B6-36F6-2B62-A3DA-99145ED3ABE7}"/>
          </ac:spMkLst>
        </pc:spChg>
      </pc:sldChg>
      <pc:sldChg chg="addSp delSp modSp add mod">
        <pc:chgData name="Zied Belhocine" userId="200cc0e2b299676e" providerId="LiveId" clId="{3EBBFEB4-7E60-440A-B139-E25F34F33931}" dt="2026-03-26T13:15:24.991" v="5546" actId="20577"/>
        <pc:sldMkLst>
          <pc:docMk/>
          <pc:sldMk cId="2855576767" sldId="279"/>
        </pc:sldMkLst>
        <pc:spChg chg="mod">
          <ac:chgData name="Zied Belhocine" userId="200cc0e2b299676e" providerId="LiveId" clId="{3EBBFEB4-7E60-440A-B139-E25F34F33931}" dt="2026-03-26T13:15:24.991" v="5546" actId="20577"/>
          <ac:spMkLst>
            <pc:docMk/>
            <pc:sldMk cId="2855576767" sldId="279"/>
            <ac:spMk id="6" creationId="{D9868E42-0AEB-B609-8B08-FB2156F53CD0}"/>
          </ac:spMkLst>
        </pc:spChg>
        <pc:spChg chg="mod">
          <ac:chgData name="Zied Belhocine" userId="200cc0e2b299676e" providerId="LiveId" clId="{3EBBFEB4-7E60-440A-B139-E25F34F33931}" dt="2026-03-26T11:14:16.724" v="4362" actId="20577"/>
          <ac:spMkLst>
            <pc:docMk/>
            <pc:sldMk cId="2855576767" sldId="279"/>
            <ac:spMk id="81" creationId="{00000000-0000-0000-0000-000000000000}"/>
          </ac:spMkLst>
        </pc:spChg>
        <pc:picChg chg="del">
          <ac:chgData name="Zied Belhocine" userId="200cc0e2b299676e" providerId="LiveId" clId="{3EBBFEB4-7E60-440A-B139-E25F34F33931}" dt="2026-03-24T13:43:50.264" v="2675" actId="478"/>
          <ac:picMkLst>
            <pc:docMk/>
            <pc:sldMk cId="2855576767" sldId="279"/>
            <ac:picMk id="3" creationId="{57260433-DF79-E3B4-9692-864140D92651}"/>
          </ac:picMkLst>
        </pc:picChg>
        <pc:picChg chg="add del mod">
          <ac:chgData name="Zied Belhocine" userId="200cc0e2b299676e" providerId="LiveId" clId="{3EBBFEB4-7E60-440A-B139-E25F34F33931}" dt="2026-03-26T13:04:45.582" v="5380" actId="478"/>
          <ac:picMkLst>
            <pc:docMk/>
            <pc:sldMk cId="2855576767" sldId="279"/>
            <ac:picMk id="3" creationId="{A4750EBC-8B2C-57C3-00F1-0D98295476B7}"/>
          </ac:picMkLst>
        </pc:picChg>
        <pc:picChg chg="add del mod">
          <ac:chgData name="Zied Belhocine" userId="200cc0e2b299676e" providerId="LiveId" clId="{3EBBFEB4-7E60-440A-B139-E25F34F33931}" dt="2026-03-24T13:46:09.984" v="2678" actId="478"/>
          <ac:picMkLst>
            <pc:docMk/>
            <pc:sldMk cId="2855576767" sldId="279"/>
            <ac:picMk id="4" creationId="{C345FDE1-06BA-3DFB-D56C-69100FB21830}"/>
          </ac:picMkLst>
        </pc:picChg>
        <pc:picChg chg="add mod">
          <ac:chgData name="Zied Belhocine" userId="200cc0e2b299676e" providerId="LiveId" clId="{3EBBFEB4-7E60-440A-B139-E25F34F33931}" dt="2026-03-26T13:05:08.038" v="5385" actId="14100"/>
          <ac:picMkLst>
            <pc:docMk/>
            <pc:sldMk cId="2855576767" sldId="279"/>
            <ac:picMk id="5" creationId="{AC94C3E5-11C6-432F-5901-E9F3E2232EDD}"/>
          </ac:picMkLst>
        </pc:picChg>
        <pc:picChg chg="add del mod">
          <ac:chgData name="Zied Belhocine" userId="200cc0e2b299676e" providerId="LiveId" clId="{3EBBFEB4-7E60-440A-B139-E25F34F33931}" dt="2026-03-26T13:04:49.288" v="5381" actId="478"/>
          <ac:picMkLst>
            <pc:docMk/>
            <pc:sldMk cId="2855576767" sldId="279"/>
            <ac:picMk id="7" creationId="{4B653C35-0BCF-4243-0FD6-7A3151DE9FA0}"/>
          </ac:picMkLst>
        </pc:picChg>
      </pc:sldChg>
      <pc:sldChg chg="modSp new del mod">
        <pc:chgData name="Zied Belhocine" userId="200cc0e2b299676e" providerId="LiveId" clId="{3EBBFEB4-7E60-440A-B139-E25F34F33931}" dt="2026-03-26T11:45:51.017" v="4620" actId="47"/>
        <pc:sldMkLst>
          <pc:docMk/>
          <pc:sldMk cId="1987735861" sldId="280"/>
        </pc:sldMkLst>
        <pc:spChg chg="mod">
          <ac:chgData name="Zied Belhocine" userId="200cc0e2b299676e" providerId="LiveId" clId="{3EBBFEB4-7E60-440A-B139-E25F34F33931}" dt="2026-03-26T11:45:48.154" v="4619" actId="27636"/>
          <ac:spMkLst>
            <pc:docMk/>
            <pc:sldMk cId="1987735861" sldId="280"/>
            <ac:spMk id="2" creationId="{F9A6434A-34E0-7562-FEFD-4CD951159050}"/>
          </ac:spMkLst>
        </pc:spChg>
      </pc:sldChg>
      <pc:sldChg chg="addSp delSp modSp add mod">
        <pc:chgData name="Zied Belhocine" userId="200cc0e2b299676e" providerId="LiveId" clId="{3EBBFEB4-7E60-440A-B139-E25F34F33931}" dt="2026-03-26T13:38:34.047" v="5639" actId="478"/>
        <pc:sldMkLst>
          <pc:docMk/>
          <pc:sldMk cId="1720034806" sldId="281"/>
        </pc:sldMkLst>
        <pc:spChg chg="add del mod">
          <ac:chgData name="Zied Belhocine" userId="200cc0e2b299676e" providerId="LiveId" clId="{3EBBFEB4-7E60-440A-B139-E25F34F33931}" dt="2026-03-26T11:46:07.308" v="4628" actId="478"/>
          <ac:spMkLst>
            <pc:docMk/>
            <pc:sldMk cId="1720034806" sldId="281"/>
            <ac:spMk id="3" creationId="{E25141A0-8879-3C74-9478-E4C0853AA288}"/>
          </ac:spMkLst>
        </pc:spChg>
        <pc:spChg chg="add del">
          <ac:chgData name="Zied Belhocine" userId="200cc0e2b299676e" providerId="LiveId" clId="{3EBBFEB4-7E60-440A-B139-E25F34F33931}" dt="2026-03-26T12:06:20.958" v="4635" actId="22"/>
          <ac:spMkLst>
            <pc:docMk/>
            <pc:sldMk cId="1720034806" sldId="281"/>
            <ac:spMk id="8" creationId="{08A9E5B2-A97A-BE27-1FC9-F92DD034E68B}"/>
          </ac:spMkLst>
        </pc:spChg>
        <pc:spChg chg="add del mod">
          <ac:chgData name="Zied Belhocine" userId="200cc0e2b299676e" providerId="LiveId" clId="{3EBBFEB4-7E60-440A-B139-E25F34F33931}" dt="2026-03-26T13:38:32.291" v="5638" actId="478"/>
          <ac:spMkLst>
            <pc:docMk/>
            <pc:sldMk cId="1720034806" sldId="281"/>
            <ac:spMk id="10" creationId="{E5BA266D-7870-3E60-BF85-9C4076E2D9C8}"/>
          </ac:spMkLst>
        </pc:spChg>
        <pc:spChg chg="del">
          <ac:chgData name="Zied Belhocine" userId="200cc0e2b299676e" providerId="LiveId" clId="{3EBBFEB4-7E60-440A-B139-E25F34F33931}" dt="2026-03-26T11:45:55.114" v="4623" actId="478"/>
          <ac:spMkLst>
            <pc:docMk/>
            <pc:sldMk cId="1720034806" sldId="281"/>
            <ac:spMk id="71" creationId="{00000000-0000-0000-0000-000000000000}"/>
          </ac:spMkLst>
        </pc:spChg>
        <pc:picChg chg="add del mod">
          <ac:chgData name="Zied Belhocine" userId="200cc0e2b299676e" providerId="LiveId" clId="{3EBBFEB4-7E60-440A-B139-E25F34F33931}" dt="2026-03-26T13:38:34.047" v="5639" actId="478"/>
          <ac:picMkLst>
            <pc:docMk/>
            <pc:sldMk cId="1720034806" sldId="281"/>
            <ac:picMk id="5" creationId="{A0863805-80F2-2439-5D5F-B2802A3951CB}"/>
          </ac:picMkLst>
        </pc:picChg>
        <pc:picChg chg="del">
          <ac:chgData name="Zied Belhocine" userId="200cc0e2b299676e" providerId="LiveId" clId="{3EBBFEB4-7E60-440A-B139-E25F34F33931}" dt="2026-03-26T11:45:52.764" v="4621" actId="478"/>
          <ac:picMkLst>
            <pc:docMk/>
            <pc:sldMk cId="1720034806" sldId="281"/>
            <ac:picMk id="7" creationId="{6A77BB2A-FBB3-4AA8-1659-0D8DB565A7DF}"/>
          </ac:picMkLst>
        </pc:picChg>
        <pc:picChg chg="del">
          <ac:chgData name="Zied Belhocine" userId="200cc0e2b299676e" providerId="LiveId" clId="{3EBBFEB4-7E60-440A-B139-E25F34F33931}" dt="2026-03-26T11:45:53.316" v="4622" actId="478"/>
          <ac:picMkLst>
            <pc:docMk/>
            <pc:sldMk cId="1720034806" sldId="281"/>
            <ac:picMk id="9" creationId="{1C6E2AE5-E26F-A964-1C7D-5A9F5A86021D}"/>
          </ac:picMkLst>
        </pc:picChg>
        <pc:picChg chg="add mod">
          <ac:chgData name="Zied Belhocine" userId="200cc0e2b299676e" providerId="LiveId" clId="{3EBBFEB4-7E60-440A-B139-E25F34F33931}" dt="2026-03-26T13:38:29.711" v="5636" actId="1076"/>
          <ac:picMkLst>
            <pc:docMk/>
            <pc:sldMk cId="1720034806" sldId="281"/>
            <ac:picMk id="12" creationId="{E0CBE809-2715-0519-A6D3-D01584959A17}"/>
          </ac:picMkLst>
        </pc:picChg>
      </pc:sldChg>
      <pc:sldChg chg="add del">
        <pc:chgData name="Zied Belhocine" userId="200cc0e2b299676e" providerId="LiveId" clId="{3EBBFEB4-7E60-440A-B139-E25F34F33931}" dt="2026-03-26T12:08:12.272" v="4684" actId="47"/>
        <pc:sldMkLst>
          <pc:docMk/>
          <pc:sldMk cId="1468916790" sldId="282"/>
        </pc:sldMkLst>
      </pc:sldChg>
      <pc:sldChg chg="add del">
        <pc:chgData name="Zied Belhocine" userId="200cc0e2b299676e" providerId="LiveId" clId="{3EBBFEB4-7E60-440A-B139-E25F34F33931}" dt="2026-03-26T14:42:28.710" v="5772" actId="47"/>
        <pc:sldMkLst>
          <pc:docMk/>
          <pc:sldMk cId="1871848148" sldId="282"/>
        </pc:sldMkLst>
      </pc:sldChg>
      <pc:sldChg chg="delSp modSp add mod">
        <pc:chgData name="Zied Belhocine" userId="200cc0e2b299676e" providerId="LiveId" clId="{3EBBFEB4-7E60-440A-B139-E25F34F33931}" dt="2026-03-26T14:42:43.506" v="5783" actId="20577"/>
        <pc:sldMkLst>
          <pc:docMk/>
          <pc:sldMk cId="3114633164" sldId="283"/>
        </pc:sldMkLst>
        <pc:spChg chg="mod">
          <ac:chgData name="Zied Belhocine" userId="200cc0e2b299676e" providerId="LiveId" clId="{3EBBFEB4-7E60-440A-B139-E25F34F33931}" dt="2026-03-26T14:42:43.506" v="5783" actId="20577"/>
          <ac:spMkLst>
            <pc:docMk/>
            <pc:sldMk cId="3114633164" sldId="283"/>
            <ac:spMk id="55" creationId="{00000000-0000-0000-0000-000000000000}"/>
          </ac:spMkLst>
        </pc:spChg>
        <pc:spChg chg="del">
          <ac:chgData name="Zied Belhocine" userId="200cc0e2b299676e" providerId="LiveId" clId="{3EBBFEB4-7E60-440A-B139-E25F34F33931}" dt="2026-03-26T14:42:37.947" v="5773" actId="478"/>
          <ac:spMkLst>
            <pc:docMk/>
            <pc:sldMk cId="3114633164" sldId="283"/>
            <ac:spMk id="56" creationId="{00000000-0000-0000-0000-000000000000}"/>
          </ac:spMkLst>
        </pc:spChg>
        <pc:spChg chg="del">
          <ac:chgData name="Zied Belhocine" userId="200cc0e2b299676e" providerId="LiveId" clId="{3EBBFEB4-7E60-440A-B139-E25F34F33931}" dt="2026-03-26T14:42:38.934" v="5774" actId="478"/>
          <ac:spMkLst>
            <pc:docMk/>
            <pc:sldMk cId="3114633164" sldId="283"/>
            <ac:spMk id="57" creationId="{00000000-0000-0000-0000-000000000000}"/>
          </ac:spMkLst>
        </pc:spChg>
        <pc:spChg chg="del mod">
          <ac:chgData name="Zied Belhocine" userId="200cc0e2b299676e" providerId="LiveId" clId="{3EBBFEB4-7E60-440A-B139-E25F34F33931}" dt="2026-03-26T14:42:39.746" v="5776" actId="478"/>
          <ac:spMkLst>
            <pc:docMk/>
            <pc:sldMk cId="3114633164" sldId="283"/>
            <ac:spMk id="58" creationId="{00000000-0000-0000-0000-000000000000}"/>
          </ac:spMkLst>
        </pc:spChg>
      </pc:sldChg>
    </pc:docChg>
  </pc:docChgLst>
  <pc:docChgLst>
    <pc:chgData name="Zied Belhocine" userId="200cc0e2b299676e" providerId="LiveId" clId="{B5BAC168-FB07-4C1C-A9B5-B51DF3C16A4D}"/>
    <pc:docChg chg="undo redo custSel addSld delSld modSld sldOrd">
      <pc:chgData name="Zied Belhocine" userId="200cc0e2b299676e" providerId="LiveId" clId="{B5BAC168-FB07-4C1C-A9B5-B51DF3C16A4D}" dt="2026-04-16T11:43:44.547" v="2270" actId="1076"/>
      <pc:docMkLst>
        <pc:docMk/>
      </pc:docMkLst>
      <pc:sldChg chg="modSp mod">
        <pc:chgData name="Zied Belhocine" userId="200cc0e2b299676e" providerId="LiveId" clId="{B5BAC168-FB07-4C1C-A9B5-B51DF3C16A4D}" dt="2026-04-08T07:54:58.838" v="20" actId="20577"/>
        <pc:sldMkLst>
          <pc:docMk/>
          <pc:sldMk cId="0" sldId="256"/>
        </pc:sldMkLst>
        <pc:spChg chg="mod">
          <ac:chgData name="Zied Belhocine" userId="200cc0e2b299676e" providerId="LiveId" clId="{B5BAC168-FB07-4C1C-A9B5-B51DF3C16A4D}" dt="2026-04-08T07:54:48.991" v="14" actId="20577"/>
          <ac:spMkLst>
            <pc:docMk/>
            <pc:sldMk cId="0" sldId="256"/>
            <ac:spMk id="55" creationId="{00000000-0000-0000-0000-000000000000}"/>
          </ac:spMkLst>
        </pc:spChg>
        <pc:spChg chg="mod">
          <ac:chgData name="Zied Belhocine" userId="200cc0e2b299676e" providerId="LiveId" clId="{B5BAC168-FB07-4C1C-A9B5-B51DF3C16A4D}" dt="2026-04-08T07:54:58.838" v="20" actId="20577"/>
          <ac:spMkLst>
            <pc:docMk/>
            <pc:sldMk cId="0" sldId="256"/>
            <ac:spMk id="58" creationId="{00000000-0000-0000-0000-000000000000}"/>
          </ac:spMkLst>
        </pc:spChg>
      </pc:sldChg>
      <pc:sldChg chg="addSp delSp modSp mod ord modNotesTx">
        <pc:chgData name="Zied Belhocine" userId="200cc0e2b299676e" providerId="LiveId" clId="{B5BAC168-FB07-4C1C-A9B5-B51DF3C16A4D}" dt="2026-04-16T11:22:22.699" v="2251"/>
        <pc:sldMkLst>
          <pc:docMk/>
          <pc:sldMk cId="0" sldId="257"/>
        </pc:sldMkLst>
        <pc:spChg chg="add mod">
          <ac:chgData name="Zied Belhocine" userId="200cc0e2b299676e" providerId="LiveId" clId="{B5BAC168-FB07-4C1C-A9B5-B51DF3C16A4D}" dt="2026-04-08T07:56:14.445" v="38" actId="207"/>
          <ac:spMkLst>
            <pc:docMk/>
            <pc:sldMk cId="0" sldId="257"/>
            <ac:spMk id="3" creationId="{CD0A4604-8286-DBE5-C177-58DD37A4EFBC}"/>
          </ac:spMkLst>
        </pc:spChg>
        <pc:spChg chg="add del mod">
          <ac:chgData name="Zied Belhocine" userId="200cc0e2b299676e" providerId="LiveId" clId="{B5BAC168-FB07-4C1C-A9B5-B51DF3C16A4D}" dt="2026-04-10T20:59:10.994" v="1899" actId="478"/>
          <ac:spMkLst>
            <pc:docMk/>
            <pc:sldMk cId="0" sldId="257"/>
            <ac:spMk id="7" creationId="{7FC56D4E-DA00-6752-C78B-574CC41C7E70}"/>
          </ac:spMkLst>
        </pc:spChg>
        <pc:spChg chg="del mod">
          <ac:chgData name="Zied Belhocine" userId="200cc0e2b299676e" providerId="LiveId" clId="{B5BAC168-FB07-4C1C-A9B5-B51DF3C16A4D}" dt="2026-04-10T20:59:08.882" v="1898" actId="478"/>
          <ac:spMkLst>
            <pc:docMk/>
            <pc:sldMk cId="0" sldId="257"/>
            <ac:spMk id="63" creationId="{00000000-0000-0000-0000-000000000000}"/>
          </ac:spMkLst>
        </pc:spChg>
        <pc:spChg chg="mod">
          <ac:chgData name="Zied Belhocine" userId="200cc0e2b299676e" providerId="LiveId" clId="{B5BAC168-FB07-4C1C-A9B5-B51DF3C16A4D}" dt="2026-04-16T11:21:51.545" v="2249" actId="20577"/>
          <ac:spMkLst>
            <pc:docMk/>
            <pc:sldMk cId="0" sldId="257"/>
            <ac:spMk id="65" creationId="{00000000-0000-0000-0000-000000000000}"/>
          </ac:spMkLst>
        </pc:spChg>
        <pc:picChg chg="add del mod">
          <ac:chgData name="Zied Belhocine" userId="200cc0e2b299676e" providerId="LiveId" clId="{B5BAC168-FB07-4C1C-A9B5-B51DF3C16A4D}" dt="2026-04-10T20:59:06.857" v="1896" actId="478"/>
          <ac:picMkLst>
            <pc:docMk/>
            <pc:sldMk cId="0" sldId="257"/>
            <ac:picMk id="2" creationId="{C632BD70-32FA-B40B-EEAF-9AA1DAB783E7}"/>
          </ac:picMkLst>
        </pc:picChg>
        <pc:picChg chg="add mod">
          <ac:chgData name="Zied Belhocine" userId="200cc0e2b299676e" providerId="LiveId" clId="{B5BAC168-FB07-4C1C-A9B5-B51DF3C16A4D}" dt="2026-04-10T20:59:05.532" v="1895" actId="1076"/>
          <ac:picMkLst>
            <pc:docMk/>
            <pc:sldMk cId="0" sldId="257"/>
            <ac:picMk id="5" creationId="{6CEA16B9-2A2C-EB30-9C9A-D22E73A3F2B4}"/>
          </ac:picMkLst>
        </pc:picChg>
        <pc:picChg chg="del">
          <ac:chgData name="Zied Belhocine" userId="200cc0e2b299676e" providerId="LiveId" clId="{B5BAC168-FB07-4C1C-A9B5-B51DF3C16A4D}" dt="2026-04-08T07:55:29.667" v="23" actId="478"/>
          <ac:picMkLst>
            <pc:docMk/>
            <pc:sldMk cId="0" sldId="257"/>
            <ac:picMk id="20" creationId="{C85FA2A2-F34A-677E-42C6-ABAB3CFA0369}"/>
          </ac:picMkLst>
        </pc:picChg>
        <pc:picChg chg="del">
          <ac:chgData name="Zied Belhocine" userId="200cc0e2b299676e" providerId="LiveId" clId="{B5BAC168-FB07-4C1C-A9B5-B51DF3C16A4D}" dt="2026-04-08T07:55:30.245" v="24" actId="478"/>
          <ac:picMkLst>
            <pc:docMk/>
            <pc:sldMk cId="0" sldId="257"/>
            <ac:picMk id="21" creationId="{E28848A9-B81D-17AD-83E9-6B9E6322CF17}"/>
          </ac:picMkLst>
        </pc:picChg>
        <pc:picChg chg="del">
          <ac:chgData name="Zied Belhocine" userId="200cc0e2b299676e" providerId="LiveId" clId="{B5BAC168-FB07-4C1C-A9B5-B51DF3C16A4D}" dt="2026-04-08T07:55:31.017" v="25" actId="478"/>
          <ac:picMkLst>
            <pc:docMk/>
            <pc:sldMk cId="0" sldId="257"/>
            <ac:picMk id="1026" creationId="{3C45665D-B1F1-C90F-019D-96B0A3CD0F88}"/>
          </ac:picMkLst>
        </pc:picChg>
        <pc:picChg chg="add mod">
          <ac:chgData name="Zied Belhocine" userId="200cc0e2b299676e" providerId="LiveId" clId="{B5BAC168-FB07-4C1C-A9B5-B51DF3C16A4D}" dt="2026-04-08T07:55:49.708" v="31" actId="1076"/>
          <ac:picMkLst>
            <pc:docMk/>
            <pc:sldMk cId="0" sldId="257"/>
            <ac:picMk id="1028" creationId="{F8739C06-829F-EF13-98FA-3BDCBEA72D6E}"/>
          </ac:picMkLst>
        </pc:picChg>
      </pc:sldChg>
      <pc:sldChg chg="del">
        <pc:chgData name="Zied Belhocine" userId="200cc0e2b299676e" providerId="LiveId" clId="{B5BAC168-FB07-4C1C-A9B5-B51DF3C16A4D}" dt="2026-04-08T07:56:31.758" v="44" actId="47"/>
        <pc:sldMkLst>
          <pc:docMk/>
          <pc:sldMk cId="0" sldId="258"/>
        </pc:sldMkLst>
      </pc:sldChg>
      <pc:sldChg chg="modSp del mod">
        <pc:chgData name="Zied Belhocine" userId="200cc0e2b299676e" providerId="LiveId" clId="{B5BAC168-FB07-4C1C-A9B5-B51DF3C16A4D}" dt="2026-04-08T08:14:04.220" v="267" actId="47"/>
        <pc:sldMkLst>
          <pc:docMk/>
          <pc:sldMk cId="0" sldId="259"/>
        </pc:sldMkLst>
        <pc:picChg chg="mod">
          <ac:chgData name="Zied Belhocine" userId="200cc0e2b299676e" providerId="LiveId" clId="{B5BAC168-FB07-4C1C-A9B5-B51DF3C16A4D}" dt="2026-04-08T08:13:57.733" v="264" actId="1076"/>
          <ac:picMkLst>
            <pc:docMk/>
            <pc:sldMk cId="0" sldId="259"/>
            <ac:picMk id="10" creationId="{9C3EE83E-6679-0E8F-44F5-E32B1A51E85B}"/>
          </ac:picMkLst>
        </pc:picChg>
      </pc:sldChg>
      <pc:sldChg chg="del">
        <pc:chgData name="Zied Belhocine" userId="200cc0e2b299676e" providerId="LiveId" clId="{B5BAC168-FB07-4C1C-A9B5-B51DF3C16A4D}" dt="2026-04-08T08:13:36.621" v="252" actId="47"/>
        <pc:sldMkLst>
          <pc:docMk/>
          <pc:sldMk cId="0" sldId="260"/>
        </pc:sldMkLst>
      </pc:sldChg>
      <pc:sldChg chg="del">
        <pc:chgData name="Zied Belhocine" userId="200cc0e2b299676e" providerId="LiveId" clId="{B5BAC168-FB07-4C1C-A9B5-B51DF3C16A4D}" dt="2026-04-08T08:13:34.320" v="251" actId="47"/>
        <pc:sldMkLst>
          <pc:docMk/>
          <pc:sldMk cId="0" sldId="261"/>
        </pc:sldMkLst>
      </pc:sldChg>
      <pc:sldChg chg="del">
        <pc:chgData name="Zied Belhocine" userId="200cc0e2b299676e" providerId="LiveId" clId="{B5BAC168-FB07-4C1C-A9B5-B51DF3C16A4D}" dt="2026-04-08T08:13:33" v="250" actId="47"/>
        <pc:sldMkLst>
          <pc:docMk/>
          <pc:sldMk cId="0" sldId="262"/>
        </pc:sldMkLst>
      </pc:sldChg>
      <pc:sldChg chg="del">
        <pc:chgData name="Zied Belhocine" userId="200cc0e2b299676e" providerId="LiveId" clId="{B5BAC168-FB07-4C1C-A9B5-B51DF3C16A4D}" dt="2026-04-08T07:56:19.341" v="39" actId="47"/>
        <pc:sldMkLst>
          <pc:docMk/>
          <pc:sldMk cId="3983975120" sldId="263"/>
        </pc:sldMkLst>
      </pc:sldChg>
      <pc:sldChg chg="del">
        <pc:chgData name="Zied Belhocine" userId="200cc0e2b299676e" providerId="LiveId" clId="{B5BAC168-FB07-4C1C-A9B5-B51DF3C16A4D}" dt="2026-04-08T08:14:31.462" v="275" actId="47"/>
        <pc:sldMkLst>
          <pc:docMk/>
          <pc:sldMk cId="1301000834" sldId="264"/>
        </pc:sldMkLst>
      </pc:sldChg>
      <pc:sldChg chg="del">
        <pc:chgData name="Zied Belhocine" userId="200cc0e2b299676e" providerId="LiveId" clId="{B5BAC168-FB07-4C1C-A9B5-B51DF3C16A4D}" dt="2026-04-08T08:14:30.405" v="274" actId="47"/>
        <pc:sldMkLst>
          <pc:docMk/>
          <pc:sldMk cId="3587034192" sldId="266"/>
        </pc:sldMkLst>
      </pc:sldChg>
      <pc:sldChg chg="addSp modSp del mod">
        <pc:chgData name="Zied Belhocine" userId="200cc0e2b299676e" providerId="LiveId" clId="{B5BAC168-FB07-4C1C-A9B5-B51DF3C16A4D}" dt="2026-04-08T08:14:18.967" v="272" actId="47"/>
        <pc:sldMkLst>
          <pc:docMk/>
          <pc:sldMk cId="2103155798" sldId="268"/>
        </pc:sldMkLst>
        <pc:picChg chg="add mod">
          <ac:chgData name="Zied Belhocine" userId="200cc0e2b299676e" providerId="LiveId" clId="{B5BAC168-FB07-4C1C-A9B5-B51DF3C16A4D}" dt="2026-04-08T08:14:12.496" v="269" actId="1076"/>
          <ac:picMkLst>
            <pc:docMk/>
            <pc:sldMk cId="2103155798" sldId="268"/>
            <ac:picMk id="2" creationId="{44F9AC21-539F-7E93-59F7-4564B31CAA7E}"/>
          </ac:picMkLst>
        </pc:picChg>
      </pc:sldChg>
      <pc:sldChg chg="del">
        <pc:chgData name="Zied Belhocine" userId="200cc0e2b299676e" providerId="LiveId" clId="{B5BAC168-FB07-4C1C-A9B5-B51DF3C16A4D}" dt="2026-04-08T08:13:40.598" v="255" actId="47"/>
        <pc:sldMkLst>
          <pc:docMk/>
          <pc:sldMk cId="3553647534" sldId="269"/>
        </pc:sldMkLst>
      </pc:sldChg>
      <pc:sldChg chg="del">
        <pc:chgData name="Zied Belhocine" userId="200cc0e2b299676e" providerId="LiveId" clId="{B5BAC168-FB07-4C1C-A9B5-B51DF3C16A4D}" dt="2026-04-08T07:56:28.324" v="43" actId="47"/>
        <pc:sldMkLst>
          <pc:docMk/>
          <pc:sldMk cId="1453166610" sldId="270"/>
        </pc:sldMkLst>
      </pc:sldChg>
      <pc:sldChg chg="del">
        <pc:chgData name="Zied Belhocine" userId="200cc0e2b299676e" providerId="LiveId" clId="{B5BAC168-FB07-4C1C-A9B5-B51DF3C16A4D}" dt="2026-04-08T07:56:20.412" v="40" actId="47"/>
        <pc:sldMkLst>
          <pc:docMk/>
          <pc:sldMk cId="1097158325" sldId="271"/>
        </pc:sldMkLst>
      </pc:sldChg>
      <pc:sldChg chg="del">
        <pc:chgData name="Zied Belhocine" userId="200cc0e2b299676e" providerId="LiveId" clId="{B5BAC168-FB07-4C1C-A9B5-B51DF3C16A4D}" dt="2026-04-08T07:56:22.987" v="41" actId="47"/>
        <pc:sldMkLst>
          <pc:docMk/>
          <pc:sldMk cId="2143973887" sldId="275"/>
        </pc:sldMkLst>
      </pc:sldChg>
      <pc:sldChg chg="del">
        <pc:chgData name="Zied Belhocine" userId="200cc0e2b299676e" providerId="LiveId" clId="{B5BAC168-FB07-4C1C-A9B5-B51DF3C16A4D}" dt="2026-04-08T07:56:23.950" v="42" actId="47"/>
        <pc:sldMkLst>
          <pc:docMk/>
          <pc:sldMk cId="3431231488" sldId="276"/>
        </pc:sldMkLst>
      </pc:sldChg>
      <pc:sldChg chg="delSp modSp del mod">
        <pc:chgData name="Zied Belhocine" userId="200cc0e2b299676e" providerId="LiveId" clId="{B5BAC168-FB07-4C1C-A9B5-B51DF3C16A4D}" dt="2026-04-10T14:52:12.519" v="1637" actId="47"/>
        <pc:sldMkLst>
          <pc:docMk/>
          <pc:sldMk cId="1338593057" sldId="277"/>
        </pc:sldMkLst>
        <pc:spChg chg="del">
          <ac:chgData name="Zied Belhocine" userId="200cc0e2b299676e" providerId="LiveId" clId="{B5BAC168-FB07-4C1C-A9B5-B51DF3C16A4D}" dt="2026-04-08T08:09:58.977" v="185" actId="478"/>
          <ac:spMkLst>
            <pc:docMk/>
            <pc:sldMk cId="1338593057" sldId="277"/>
            <ac:spMk id="16" creationId="{DC498F15-7D54-96D9-CFE5-04F2B6CCE474}"/>
          </ac:spMkLst>
        </pc:spChg>
        <pc:spChg chg="mod">
          <ac:chgData name="Zied Belhocine" userId="200cc0e2b299676e" providerId="LiveId" clId="{B5BAC168-FB07-4C1C-A9B5-B51DF3C16A4D}" dt="2026-04-08T08:09:54.649" v="183" actId="20577"/>
          <ac:spMkLst>
            <pc:docMk/>
            <pc:sldMk cId="1338593057" sldId="277"/>
            <ac:spMk id="65" creationId="{00000000-0000-0000-0000-000000000000}"/>
          </ac:spMkLst>
        </pc:spChg>
        <pc:picChg chg="del">
          <ac:chgData name="Zied Belhocine" userId="200cc0e2b299676e" providerId="LiveId" clId="{B5BAC168-FB07-4C1C-A9B5-B51DF3C16A4D}" dt="2026-04-08T08:09:58.317" v="184" actId="478"/>
          <ac:picMkLst>
            <pc:docMk/>
            <pc:sldMk cId="1338593057" sldId="277"/>
            <ac:picMk id="4" creationId="{12C07189-D95C-746E-9998-9064ADB2E94C}"/>
          </ac:picMkLst>
        </pc:picChg>
        <pc:picChg chg="del">
          <ac:chgData name="Zied Belhocine" userId="200cc0e2b299676e" providerId="LiveId" clId="{B5BAC168-FB07-4C1C-A9B5-B51DF3C16A4D}" dt="2026-04-08T08:09:59.481" v="186" actId="478"/>
          <ac:picMkLst>
            <pc:docMk/>
            <pc:sldMk cId="1338593057" sldId="277"/>
            <ac:picMk id="9" creationId="{2DBD46D2-C0CA-E2D0-C9A3-9A82620C0D86}"/>
          </ac:picMkLst>
        </pc:picChg>
        <pc:picChg chg="del">
          <ac:chgData name="Zied Belhocine" userId="200cc0e2b299676e" providerId="LiveId" clId="{B5BAC168-FB07-4C1C-A9B5-B51DF3C16A4D}" dt="2026-04-08T08:10:00.465" v="188" actId="478"/>
          <ac:picMkLst>
            <pc:docMk/>
            <pc:sldMk cId="1338593057" sldId="277"/>
            <ac:picMk id="15" creationId="{6899CF21-1DBD-6604-AE03-DE173981C81A}"/>
          </ac:picMkLst>
        </pc:picChg>
        <pc:picChg chg="del">
          <ac:chgData name="Zied Belhocine" userId="200cc0e2b299676e" providerId="LiveId" clId="{B5BAC168-FB07-4C1C-A9B5-B51DF3C16A4D}" dt="2026-04-08T08:09:59.990" v="187" actId="478"/>
          <ac:picMkLst>
            <pc:docMk/>
            <pc:sldMk cId="1338593057" sldId="277"/>
            <ac:picMk id="18" creationId="{3E6B82E8-2751-1DDE-A4E3-91AFFFC04BC4}"/>
          </ac:picMkLst>
        </pc:picChg>
      </pc:sldChg>
      <pc:sldChg chg="del">
        <pc:chgData name="Zied Belhocine" userId="200cc0e2b299676e" providerId="LiveId" clId="{B5BAC168-FB07-4C1C-A9B5-B51DF3C16A4D}" dt="2026-04-08T08:13:39.328" v="254" actId="47"/>
        <pc:sldMkLst>
          <pc:docMk/>
          <pc:sldMk cId="0" sldId="278"/>
        </pc:sldMkLst>
      </pc:sldChg>
      <pc:sldChg chg="del">
        <pc:chgData name="Zied Belhocine" userId="200cc0e2b299676e" providerId="LiveId" clId="{B5BAC168-FB07-4C1C-A9B5-B51DF3C16A4D}" dt="2026-04-08T08:13:37.620" v="253" actId="47"/>
        <pc:sldMkLst>
          <pc:docMk/>
          <pc:sldMk cId="2855576767" sldId="279"/>
        </pc:sldMkLst>
      </pc:sldChg>
      <pc:sldChg chg="del">
        <pc:chgData name="Zied Belhocine" userId="200cc0e2b299676e" providerId="LiveId" clId="{B5BAC168-FB07-4C1C-A9B5-B51DF3C16A4D}" dt="2026-04-08T08:14:29.243" v="273" actId="47"/>
        <pc:sldMkLst>
          <pc:docMk/>
          <pc:sldMk cId="1720034806" sldId="281"/>
        </pc:sldMkLst>
      </pc:sldChg>
      <pc:sldChg chg="addSp delSp modSp add mod ord">
        <pc:chgData name="Zied Belhocine" userId="200cc0e2b299676e" providerId="LiveId" clId="{B5BAC168-FB07-4C1C-A9B5-B51DF3C16A4D}" dt="2026-04-16T10:41:28.642" v="2199" actId="20577"/>
        <pc:sldMkLst>
          <pc:docMk/>
          <pc:sldMk cId="2193839288" sldId="284"/>
        </pc:sldMkLst>
        <pc:spChg chg="del">
          <ac:chgData name="Zied Belhocine" userId="200cc0e2b299676e" providerId="LiveId" clId="{B5BAC168-FB07-4C1C-A9B5-B51DF3C16A4D}" dt="2026-04-08T07:57:16.181" v="66" actId="478"/>
          <ac:spMkLst>
            <pc:docMk/>
            <pc:sldMk cId="2193839288" sldId="284"/>
            <ac:spMk id="3" creationId="{CD0A4604-8286-DBE5-C177-58DD37A4EFBC}"/>
          </ac:spMkLst>
        </pc:spChg>
        <pc:spChg chg="mod">
          <ac:chgData name="Zied Belhocine" userId="200cc0e2b299676e" providerId="LiveId" clId="{B5BAC168-FB07-4C1C-A9B5-B51DF3C16A4D}" dt="2026-04-16T10:41:28.642" v="2199" actId="20577"/>
          <ac:spMkLst>
            <pc:docMk/>
            <pc:sldMk cId="2193839288" sldId="284"/>
            <ac:spMk id="63" creationId="{00000000-0000-0000-0000-000000000000}"/>
          </ac:spMkLst>
        </pc:spChg>
        <pc:spChg chg="mod">
          <ac:chgData name="Zied Belhocine" userId="200cc0e2b299676e" providerId="LiveId" clId="{B5BAC168-FB07-4C1C-A9B5-B51DF3C16A4D}" dt="2026-04-08T07:56:48.470" v="53" actId="20577"/>
          <ac:spMkLst>
            <pc:docMk/>
            <pc:sldMk cId="2193839288" sldId="284"/>
            <ac:spMk id="65" creationId="{00000000-0000-0000-0000-000000000000}"/>
          </ac:spMkLst>
        </pc:spChg>
        <pc:picChg chg="del">
          <ac:chgData name="Zied Belhocine" userId="200cc0e2b299676e" providerId="LiveId" clId="{B5BAC168-FB07-4C1C-A9B5-B51DF3C16A4D}" dt="2026-04-08T07:57:17.599" v="67" actId="478"/>
          <ac:picMkLst>
            <pc:docMk/>
            <pc:sldMk cId="2193839288" sldId="284"/>
            <ac:picMk id="2" creationId="{C632BD70-32FA-B40B-EEAF-9AA1DAB783E7}"/>
          </ac:picMkLst>
        </pc:picChg>
        <pc:picChg chg="add mod">
          <ac:chgData name="Zied Belhocine" userId="200cc0e2b299676e" providerId="LiveId" clId="{B5BAC168-FB07-4C1C-A9B5-B51DF3C16A4D}" dt="2026-04-10T09:03:21.770" v="354"/>
          <ac:picMkLst>
            <pc:docMk/>
            <pc:sldMk cId="2193839288" sldId="284"/>
            <ac:picMk id="3" creationId="{FE59A585-1F9F-258B-232D-D3F29A9FA213}"/>
          </ac:picMkLst>
        </pc:picChg>
        <pc:picChg chg="add del mod">
          <ac:chgData name="Zied Belhocine" userId="200cc0e2b299676e" providerId="LiveId" clId="{B5BAC168-FB07-4C1C-A9B5-B51DF3C16A4D}" dt="2026-04-08T08:07:19.439" v="148" actId="478"/>
          <ac:picMkLst>
            <pc:docMk/>
            <pc:sldMk cId="2193839288" sldId="284"/>
            <ac:picMk id="4" creationId="{6AF3D086-DE86-9FE5-68A0-D21CF6B5CE08}"/>
          </ac:picMkLst>
        </pc:picChg>
        <pc:picChg chg="add del mod">
          <ac:chgData name="Zied Belhocine" userId="200cc0e2b299676e" providerId="LiveId" clId="{B5BAC168-FB07-4C1C-A9B5-B51DF3C16A4D}" dt="2026-04-08T08:08:26.905" v="173" actId="478"/>
          <ac:picMkLst>
            <pc:docMk/>
            <pc:sldMk cId="2193839288" sldId="284"/>
            <ac:picMk id="5" creationId="{8BCA52D9-0834-8070-9EA7-F4FADF2532BF}"/>
          </ac:picMkLst>
        </pc:picChg>
        <pc:picChg chg="del">
          <ac:chgData name="Zied Belhocine" userId="200cc0e2b299676e" providerId="LiveId" clId="{B5BAC168-FB07-4C1C-A9B5-B51DF3C16A4D}" dt="2026-04-08T07:57:14.088" v="65" actId="478"/>
          <ac:picMkLst>
            <pc:docMk/>
            <pc:sldMk cId="2193839288" sldId="284"/>
            <ac:picMk id="1028" creationId="{F8739C06-829F-EF13-98FA-3BDCBEA72D6E}"/>
          </ac:picMkLst>
        </pc:picChg>
      </pc:sldChg>
      <pc:sldChg chg="addSp delSp modSp add mod ord modNotesTx">
        <pc:chgData name="Zied Belhocine" userId="200cc0e2b299676e" providerId="LiveId" clId="{B5BAC168-FB07-4C1C-A9B5-B51DF3C16A4D}" dt="2026-04-14T13:24:00.912" v="2136" actId="14100"/>
        <pc:sldMkLst>
          <pc:docMk/>
          <pc:sldMk cId="537890608" sldId="285"/>
        </pc:sldMkLst>
        <pc:spChg chg="add mod">
          <ac:chgData name="Zied Belhocine" userId="200cc0e2b299676e" providerId="LiveId" clId="{B5BAC168-FB07-4C1C-A9B5-B51DF3C16A4D}" dt="2026-04-14T13:23:24.116" v="2117" actId="1076"/>
          <ac:spMkLst>
            <pc:docMk/>
            <pc:sldMk cId="537890608" sldId="285"/>
            <ac:spMk id="2" creationId="{7B1C298A-DA4A-6946-D774-1BE66477DB09}"/>
          </ac:spMkLst>
        </pc:spChg>
        <pc:spChg chg="del">
          <ac:chgData name="Zied Belhocine" userId="200cc0e2b299676e" providerId="LiveId" clId="{B5BAC168-FB07-4C1C-A9B5-B51DF3C16A4D}" dt="2026-04-08T08:10:13.690" v="222" actId="478"/>
          <ac:spMkLst>
            <pc:docMk/>
            <pc:sldMk cId="537890608" sldId="285"/>
            <ac:spMk id="3" creationId="{CD0A4604-8286-DBE5-C177-58DD37A4EFBC}"/>
          </ac:spMkLst>
        </pc:spChg>
        <pc:spChg chg="add mod">
          <ac:chgData name="Zied Belhocine" userId="200cc0e2b299676e" providerId="LiveId" clId="{B5BAC168-FB07-4C1C-A9B5-B51DF3C16A4D}" dt="2026-04-14T13:23:30.912" v="2120" actId="14100"/>
          <ac:spMkLst>
            <pc:docMk/>
            <pc:sldMk cId="537890608" sldId="285"/>
            <ac:spMk id="4" creationId="{DCA1CE62-9258-57CC-7459-8237E01716C1}"/>
          </ac:spMkLst>
        </pc:spChg>
        <pc:spChg chg="add mod">
          <ac:chgData name="Zied Belhocine" userId="200cc0e2b299676e" providerId="LiveId" clId="{B5BAC168-FB07-4C1C-A9B5-B51DF3C16A4D}" dt="2026-04-14T13:23:44.429" v="2126" actId="14100"/>
          <ac:spMkLst>
            <pc:docMk/>
            <pc:sldMk cId="537890608" sldId="285"/>
            <ac:spMk id="6" creationId="{D80A0F24-A4DF-8711-60B0-5CAEFB69836F}"/>
          </ac:spMkLst>
        </pc:spChg>
        <pc:spChg chg="add mod">
          <ac:chgData name="Zied Belhocine" userId="200cc0e2b299676e" providerId="LiveId" clId="{B5BAC168-FB07-4C1C-A9B5-B51DF3C16A4D}" dt="2026-04-14T13:23:51.841" v="2132" actId="14100"/>
          <ac:spMkLst>
            <pc:docMk/>
            <pc:sldMk cId="537890608" sldId="285"/>
            <ac:spMk id="7" creationId="{A44357CA-4271-CC1B-D74C-421B71DE1BD8}"/>
          </ac:spMkLst>
        </pc:spChg>
        <pc:spChg chg="add mod">
          <ac:chgData name="Zied Belhocine" userId="200cc0e2b299676e" providerId="LiveId" clId="{B5BAC168-FB07-4C1C-A9B5-B51DF3C16A4D}" dt="2026-04-10T14:44:22.396" v="1521" actId="207"/>
          <ac:spMkLst>
            <pc:docMk/>
            <pc:sldMk cId="537890608" sldId="285"/>
            <ac:spMk id="9" creationId="{4A6DC038-1501-461D-B1EA-BB95160929A5}"/>
          </ac:spMkLst>
        </pc:spChg>
        <pc:spChg chg="add mod">
          <ac:chgData name="Zied Belhocine" userId="200cc0e2b299676e" providerId="LiveId" clId="{B5BAC168-FB07-4C1C-A9B5-B51DF3C16A4D}" dt="2026-04-14T13:23:21.113" v="2115" actId="1076"/>
          <ac:spMkLst>
            <pc:docMk/>
            <pc:sldMk cId="537890608" sldId="285"/>
            <ac:spMk id="10" creationId="{5369114E-9F78-067D-1613-F4AA722C3752}"/>
          </ac:spMkLst>
        </pc:spChg>
        <pc:spChg chg="add mod">
          <ac:chgData name="Zied Belhocine" userId="200cc0e2b299676e" providerId="LiveId" clId="{B5BAC168-FB07-4C1C-A9B5-B51DF3C16A4D}" dt="2026-04-10T14:44:30.983" v="1526" actId="14100"/>
          <ac:spMkLst>
            <pc:docMk/>
            <pc:sldMk cId="537890608" sldId="285"/>
            <ac:spMk id="11" creationId="{519488F2-435B-0BE4-BA8F-0ADEB35A61D6}"/>
          </ac:spMkLst>
        </pc:spChg>
        <pc:spChg chg="add mod">
          <ac:chgData name="Zied Belhocine" userId="200cc0e2b299676e" providerId="LiveId" clId="{B5BAC168-FB07-4C1C-A9B5-B51DF3C16A4D}" dt="2026-04-14T13:23:13.096" v="2113" actId="14100"/>
          <ac:spMkLst>
            <pc:docMk/>
            <pc:sldMk cId="537890608" sldId="285"/>
            <ac:spMk id="12" creationId="{5412E1F5-AF77-1871-790F-A98B3C67FF6E}"/>
          </ac:spMkLst>
        </pc:spChg>
        <pc:spChg chg="add mod">
          <ac:chgData name="Zied Belhocine" userId="200cc0e2b299676e" providerId="LiveId" clId="{B5BAC168-FB07-4C1C-A9B5-B51DF3C16A4D}" dt="2026-04-14T13:24:00.912" v="2136" actId="14100"/>
          <ac:spMkLst>
            <pc:docMk/>
            <pc:sldMk cId="537890608" sldId="285"/>
            <ac:spMk id="13" creationId="{BC592AA7-21FF-D512-E55C-2798622A3F20}"/>
          </ac:spMkLst>
        </pc:spChg>
        <pc:spChg chg="del mod">
          <ac:chgData name="Zied Belhocine" userId="200cc0e2b299676e" providerId="LiveId" clId="{B5BAC168-FB07-4C1C-A9B5-B51DF3C16A4D}" dt="2026-04-10T14:15:45.684" v="1304" actId="478"/>
          <ac:spMkLst>
            <pc:docMk/>
            <pc:sldMk cId="537890608" sldId="285"/>
            <ac:spMk id="63" creationId="{00000000-0000-0000-0000-000000000000}"/>
          </ac:spMkLst>
        </pc:spChg>
        <pc:spChg chg="mod">
          <ac:chgData name="Zied Belhocine" userId="200cc0e2b299676e" providerId="LiveId" clId="{B5BAC168-FB07-4C1C-A9B5-B51DF3C16A4D}" dt="2026-04-10T14:24:23.716" v="1442" actId="20577"/>
          <ac:spMkLst>
            <pc:docMk/>
            <pc:sldMk cId="537890608" sldId="285"/>
            <ac:spMk id="65" creationId="{00000000-0000-0000-0000-000000000000}"/>
          </ac:spMkLst>
        </pc:spChg>
        <pc:picChg chg="del">
          <ac:chgData name="Zied Belhocine" userId="200cc0e2b299676e" providerId="LiveId" clId="{B5BAC168-FB07-4C1C-A9B5-B51DF3C16A4D}" dt="2026-04-08T08:10:14.171" v="223" actId="478"/>
          <ac:picMkLst>
            <pc:docMk/>
            <pc:sldMk cId="537890608" sldId="285"/>
            <ac:picMk id="2" creationId="{C632BD70-32FA-B40B-EEAF-9AA1DAB783E7}"/>
          </ac:picMkLst>
        </pc:picChg>
        <pc:picChg chg="add mod">
          <ac:chgData name="Zied Belhocine" userId="200cc0e2b299676e" providerId="LiveId" clId="{B5BAC168-FB07-4C1C-A9B5-B51DF3C16A4D}" dt="2026-04-10T14:16:13.144" v="1318" actId="1076"/>
          <ac:picMkLst>
            <pc:docMk/>
            <pc:sldMk cId="537890608" sldId="285"/>
            <ac:picMk id="3" creationId="{D1221A62-5AFE-4B5B-F7CB-468AEB622AE3}"/>
          </ac:picMkLst>
        </pc:picChg>
        <pc:picChg chg="add mod">
          <ac:chgData name="Zied Belhocine" userId="200cc0e2b299676e" providerId="LiveId" clId="{B5BAC168-FB07-4C1C-A9B5-B51DF3C16A4D}" dt="2026-04-10T14:16:07.389" v="1316" actId="14100"/>
          <ac:picMkLst>
            <pc:docMk/>
            <pc:sldMk cId="537890608" sldId="285"/>
            <ac:picMk id="5" creationId="{09C6C84C-1B71-23DC-9D5C-B50D4E3832AB}"/>
          </ac:picMkLst>
        </pc:picChg>
        <pc:picChg chg="add del mod">
          <ac:chgData name="Zied Belhocine" userId="200cc0e2b299676e" providerId="LiveId" clId="{B5BAC168-FB07-4C1C-A9B5-B51DF3C16A4D}" dt="2026-04-08T08:12:16.947" v="233" actId="478"/>
          <ac:picMkLst>
            <pc:docMk/>
            <pc:sldMk cId="537890608" sldId="285"/>
            <ac:picMk id="5" creationId="{E90CBA4C-9657-93C0-81ED-AB1910C781BB}"/>
          </ac:picMkLst>
        </pc:picChg>
        <pc:picChg chg="add del mod">
          <ac:chgData name="Zied Belhocine" userId="200cc0e2b299676e" providerId="LiveId" clId="{B5BAC168-FB07-4C1C-A9B5-B51DF3C16A4D}" dt="2026-04-10T14:15:03.518" v="1297" actId="478"/>
          <ac:picMkLst>
            <pc:docMk/>
            <pc:sldMk cId="537890608" sldId="285"/>
            <ac:picMk id="7" creationId="{BD631A52-22E6-9B96-1DF8-42281AD4DCCB}"/>
          </ac:picMkLst>
        </pc:picChg>
        <pc:picChg chg="add mod">
          <ac:chgData name="Zied Belhocine" userId="200cc0e2b299676e" providerId="LiveId" clId="{B5BAC168-FB07-4C1C-A9B5-B51DF3C16A4D}" dt="2026-04-10T14:16:01.697" v="1314" actId="14100"/>
          <ac:picMkLst>
            <pc:docMk/>
            <pc:sldMk cId="537890608" sldId="285"/>
            <ac:picMk id="8" creationId="{1DE74FDD-9FC1-8D90-94C0-842D89C57213}"/>
          </ac:picMkLst>
        </pc:picChg>
        <pc:picChg chg="mod">
          <ac:chgData name="Zied Belhocine" userId="200cc0e2b299676e" providerId="LiveId" clId="{B5BAC168-FB07-4C1C-A9B5-B51DF3C16A4D}" dt="2026-04-10T14:16:11.625" v="1317" actId="1076"/>
          <ac:picMkLst>
            <pc:docMk/>
            <pc:sldMk cId="537890608" sldId="285"/>
            <ac:picMk id="1028" creationId="{F8739C06-829F-EF13-98FA-3BDCBEA72D6E}"/>
          </ac:picMkLst>
        </pc:picChg>
      </pc:sldChg>
      <pc:sldChg chg="modSp add del mod">
        <pc:chgData name="Zied Belhocine" userId="200cc0e2b299676e" providerId="LiveId" clId="{B5BAC168-FB07-4C1C-A9B5-B51DF3C16A4D}" dt="2026-04-10T14:52:10.065" v="1636" actId="47"/>
        <pc:sldMkLst>
          <pc:docMk/>
          <pc:sldMk cId="367792126" sldId="286"/>
        </pc:sldMkLst>
        <pc:spChg chg="mod">
          <ac:chgData name="Zied Belhocine" userId="200cc0e2b299676e" providerId="LiveId" clId="{B5BAC168-FB07-4C1C-A9B5-B51DF3C16A4D}" dt="2026-04-08T08:12:53.512" v="243" actId="27636"/>
          <ac:spMkLst>
            <pc:docMk/>
            <pc:sldMk cId="367792126" sldId="286"/>
            <ac:spMk id="65" creationId="{00000000-0000-0000-0000-000000000000}"/>
          </ac:spMkLst>
        </pc:spChg>
      </pc:sldChg>
      <pc:sldChg chg="modSp add del mod ord">
        <pc:chgData name="Zied Belhocine" userId="200cc0e2b299676e" providerId="LiveId" clId="{B5BAC168-FB07-4C1C-A9B5-B51DF3C16A4D}" dt="2026-04-10T14:28:24.874" v="1463" actId="47"/>
        <pc:sldMkLst>
          <pc:docMk/>
          <pc:sldMk cId="21663196" sldId="287"/>
        </pc:sldMkLst>
        <pc:spChg chg="mod">
          <ac:chgData name="Zied Belhocine" userId="200cc0e2b299676e" providerId="LiveId" clId="{B5BAC168-FB07-4C1C-A9B5-B51DF3C16A4D}" dt="2026-04-10T14:23:59.091" v="1427" actId="20577"/>
          <ac:spMkLst>
            <pc:docMk/>
            <pc:sldMk cId="21663196" sldId="287"/>
            <ac:spMk id="65" creationId="{00000000-0000-0000-0000-000000000000}"/>
          </ac:spMkLst>
        </pc:spChg>
      </pc:sldChg>
      <pc:sldChg chg="modSp add del mod">
        <pc:chgData name="Zied Belhocine" userId="200cc0e2b299676e" providerId="LiveId" clId="{B5BAC168-FB07-4C1C-A9B5-B51DF3C16A4D}" dt="2026-04-10T14:52:06.541" v="1635" actId="47"/>
        <pc:sldMkLst>
          <pc:docMk/>
          <pc:sldMk cId="1051281014" sldId="288"/>
        </pc:sldMkLst>
        <pc:spChg chg="mod">
          <ac:chgData name="Zied Belhocine" userId="200cc0e2b299676e" providerId="LiveId" clId="{B5BAC168-FB07-4C1C-A9B5-B51DF3C16A4D}" dt="2026-04-08T08:13:04.984" v="248" actId="20577"/>
          <ac:spMkLst>
            <pc:docMk/>
            <pc:sldMk cId="1051281014" sldId="288"/>
            <ac:spMk id="65" creationId="{00000000-0000-0000-0000-000000000000}"/>
          </ac:spMkLst>
        </pc:spChg>
      </pc:sldChg>
      <pc:sldChg chg="add del">
        <pc:chgData name="Zied Belhocine" userId="200cc0e2b299676e" providerId="LiveId" clId="{B5BAC168-FB07-4C1C-A9B5-B51DF3C16A4D}" dt="2026-04-08T08:13:27.884" v="249" actId="47"/>
        <pc:sldMkLst>
          <pc:docMk/>
          <pc:sldMk cId="2822858599" sldId="289"/>
        </pc:sldMkLst>
      </pc:sldChg>
      <pc:sldChg chg="addSp delSp modSp add del mod">
        <pc:chgData name="Zied Belhocine" userId="200cc0e2b299676e" providerId="LiveId" clId="{B5BAC168-FB07-4C1C-A9B5-B51DF3C16A4D}" dt="2026-04-10T21:00:46.999" v="1916" actId="47"/>
        <pc:sldMkLst>
          <pc:docMk/>
          <pc:sldMk cId="3860048981" sldId="313"/>
        </pc:sldMkLst>
        <pc:spChg chg="mod">
          <ac:chgData name="Zied Belhocine" userId="200cc0e2b299676e" providerId="LiveId" clId="{B5BAC168-FB07-4C1C-A9B5-B51DF3C16A4D}" dt="2026-04-08T08:13:58.087" v="266" actId="27636"/>
          <ac:spMkLst>
            <pc:docMk/>
            <pc:sldMk cId="3860048981" sldId="313"/>
            <ac:spMk id="4" creationId="{CB9D1111-6552-EC50-052B-FC583DC71E78}"/>
          </ac:spMkLst>
        </pc:spChg>
        <pc:picChg chg="add mod">
          <ac:chgData name="Zied Belhocine" userId="200cc0e2b299676e" providerId="LiveId" clId="{B5BAC168-FB07-4C1C-A9B5-B51DF3C16A4D}" dt="2026-04-08T08:59:34.392" v="306" actId="1076"/>
          <ac:picMkLst>
            <pc:docMk/>
            <pc:sldMk cId="3860048981" sldId="313"/>
            <ac:picMk id="5" creationId="{4BE5988D-D08C-CB5C-6B39-F3E82F4B5657}"/>
          </ac:picMkLst>
        </pc:picChg>
        <pc:picChg chg="del mod">
          <ac:chgData name="Zied Belhocine" userId="200cc0e2b299676e" providerId="LiveId" clId="{B5BAC168-FB07-4C1C-A9B5-B51DF3C16A4D}" dt="2026-04-08T08:59:01.006" v="303" actId="478"/>
          <ac:picMkLst>
            <pc:docMk/>
            <pc:sldMk cId="3860048981" sldId="313"/>
            <ac:picMk id="8" creationId="{0711D75A-EFB1-4DAE-93EC-C83FDBB13BA2}"/>
          </ac:picMkLst>
        </pc:picChg>
      </pc:sldChg>
      <pc:sldChg chg="addSp delSp modSp add del mod">
        <pc:chgData name="Zied Belhocine" userId="200cc0e2b299676e" providerId="LiveId" clId="{B5BAC168-FB07-4C1C-A9B5-B51DF3C16A4D}" dt="2026-04-10T21:00:50.032" v="1917" actId="47"/>
        <pc:sldMkLst>
          <pc:docMk/>
          <pc:sldMk cId="2385565709" sldId="314"/>
        </pc:sldMkLst>
        <pc:picChg chg="add del mod">
          <ac:chgData name="Zied Belhocine" userId="200cc0e2b299676e" providerId="LiveId" clId="{B5BAC168-FB07-4C1C-A9B5-B51DF3C16A4D}" dt="2026-04-08T08:21:06.561" v="287" actId="478"/>
          <ac:picMkLst>
            <pc:docMk/>
            <pc:sldMk cId="2385565709" sldId="314"/>
            <ac:picMk id="3" creationId="{8297F7BA-F5EE-0B64-2F90-9F87BEB2A964}"/>
          </ac:picMkLst>
        </pc:picChg>
        <pc:picChg chg="add mod">
          <ac:chgData name="Zied Belhocine" userId="200cc0e2b299676e" providerId="LiveId" clId="{B5BAC168-FB07-4C1C-A9B5-B51DF3C16A4D}" dt="2026-04-10T15:13:54.317" v="1858" actId="1076"/>
          <ac:picMkLst>
            <pc:docMk/>
            <pc:sldMk cId="2385565709" sldId="314"/>
            <ac:picMk id="5" creationId="{5B43693A-0962-3823-D2D2-BBDA866A8B6D}"/>
          </ac:picMkLst>
        </pc:picChg>
        <pc:picChg chg="add del mod">
          <ac:chgData name="Zied Belhocine" userId="200cc0e2b299676e" providerId="LiveId" clId="{B5BAC168-FB07-4C1C-A9B5-B51DF3C16A4D}" dt="2026-04-08T09:00:51.365" v="307" actId="478"/>
          <ac:picMkLst>
            <pc:docMk/>
            <pc:sldMk cId="2385565709" sldId="314"/>
            <ac:picMk id="6" creationId="{432D1082-F579-C12C-E3C6-2F6B24F8545F}"/>
          </ac:picMkLst>
        </pc:picChg>
        <pc:picChg chg="del">
          <ac:chgData name="Zied Belhocine" userId="200cc0e2b299676e" providerId="LiveId" clId="{B5BAC168-FB07-4C1C-A9B5-B51DF3C16A4D}" dt="2026-04-08T08:21:06.113" v="286" actId="478"/>
          <ac:picMkLst>
            <pc:docMk/>
            <pc:sldMk cId="2385565709" sldId="314"/>
            <ac:picMk id="8" creationId="{0711D75A-EFB1-4DAE-93EC-C83FDBB13BA2}"/>
          </ac:picMkLst>
        </pc:picChg>
        <pc:picChg chg="add del mod">
          <ac:chgData name="Zied Belhocine" userId="200cc0e2b299676e" providerId="LiveId" clId="{B5BAC168-FB07-4C1C-A9B5-B51DF3C16A4D}" dt="2026-04-10T15:13:50.251" v="1856" actId="478"/>
          <ac:picMkLst>
            <pc:docMk/>
            <pc:sldMk cId="2385565709" sldId="314"/>
            <ac:picMk id="9" creationId="{64558F7C-B585-6B03-2491-B78E019ABAB3}"/>
          </ac:picMkLst>
        </pc:picChg>
      </pc:sldChg>
      <pc:sldChg chg="addSp delSp modSp new del mod">
        <pc:chgData name="Zied Belhocine" userId="200cc0e2b299676e" providerId="LiveId" clId="{B5BAC168-FB07-4C1C-A9B5-B51DF3C16A4D}" dt="2026-04-10T21:00:51.115" v="1918" actId="47"/>
        <pc:sldMkLst>
          <pc:docMk/>
          <pc:sldMk cId="599308842" sldId="315"/>
        </pc:sldMkLst>
        <pc:picChg chg="add del mod">
          <ac:chgData name="Zied Belhocine" userId="200cc0e2b299676e" providerId="LiveId" clId="{B5BAC168-FB07-4C1C-A9B5-B51DF3C16A4D}" dt="2026-04-08T08:55:16.988" v="292" actId="478"/>
          <ac:picMkLst>
            <pc:docMk/>
            <pc:sldMk cId="599308842" sldId="315"/>
            <ac:picMk id="5" creationId="{E553D1BD-B348-49F9-713C-33DE0E69D176}"/>
          </ac:picMkLst>
        </pc:picChg>
        <pc:picChg chg="add del mod">
          <ac:chgData name="Zied Belhocine" userId="200cc0e2b299676e" providerId="LiveId" clId="{B5BAC168-FB07-4C1C-A9B5-B51DF3C16A4D}" dt="2026-04-08T08:55:33.489" v="297" actId="478"/>
          <ac:picMkLst>
            <pc:docMk/>
            <pc:sldMk cId="599308842" sldId="315"/>
            <ac:picMk id="7" creationId="{5B5EC0C0-8975-4B91-1196-E2E14182B57B}"/>
          </ac:picMkLst>
        </pc:picChg>
        <pc:picChg chg="add mod">
          <ac:chgData name="Zied Belhocine" userId="200cc0e2b299676e" providerId="LiveId" clId="{B5BAC168-FB07-4C1C-A9B5-B51DF3C16A4D}" dt="2026-04-08T08:57:44.197" v="301" actId="14100"/>
          <ac:picMkLst>
            <pc:docMk/>
            <pc:sldMk cId="599308842" sldId="315"/>
            <ac:picMk id="9" creationId="{44640A86-0566-7870-F444-24B27CC434C2}"/>
          </ac:picMkLst>
        </pc:picChg>
      </pc:sldChg>
      <pc:sldChg chg="addSp delSp modSp add mod modNotesTx">
        <pc:chgData name="Zied Belhocine" userId="200cc0e2b299676e" providerId="LiveId" clId="{B5BAC168-FB07-4C1C-A9B5-B51DF3C16A4D}" dt="2026-04-10T14:28:41.139" v="1468" actId="20577"/>
        <pc:sldMkLst>
          <pc:docMk/>
          <pc:sldMk cId="1501078235" sldId="316"/>
        </pc:sldMkLst>
        <pc:spChg chg="add mod">
          <ac:chgData name="Zied Belhocine" userId="200cc0e2b299676e" providerId="LiveId" clId="{B5BAC168-FB07-4C1C-A9B5-B51DF3C16A4D}" dt="2026-04-10T14:11:39.505" v="1285" actId="1076"/>
          <ac:spMkLst>
            <pc:docMk/>
            <pc:sldMk cId="1501078235" sldId="316"/>
            <ac:spMk id="9" creationId="{717421D2-1F62-9CAF-FD7C-248E5560EA4B}"/>
          </ac:spMkLst>
        </pc:spChg>
        <pc:spChg chg="add del mod">
          <ac:chgData name="Zied Belhocine" userId="200cc0e2b299676e" providerId="LiveId" clId="{B5BAC168-FB07-4C1C-A9B5-B51DF3C16A4D}" dt="2026-04-10T14:11:18.557" v="1280" actId="478"/>
          <ac:spMkLst>
            <pc:docMk/>
            <pc:sldMk cId="1501078235" sldId="316"/>
            <ac:spMk id="63" creationId="{00000000-0000-0000-0000-000000000000}"/>
          </ac:spMkLst>
        </pc:spChg>
        <pc:spChg chg="mod">
          <ac:chgData name="Zied Belhocine" userId="200cc0e2b299676e" providerId="LiveId" clId="{B5BAC168-FB07-4C1C-A9B5-B51DF3C16A4D}" dt="2026-04-10T14:11:16.054" v="1279"/>
          <ac:spMkLst>
            <pc:docMk/>
            <pc:sldMk cId="1501078235" sldId="316"/>
            <ac:spMk id="65" creationId="{00000000-0000-0000-0000-000000000000}"/>
          </ac:spMkLst>
        </pc:spChg>
        <pc:picChg chg="del">
          <ac:chgData name="Zied Belhocine" userId="200cc0e2b299676e" providerId="LiveId" clId="{B5BAC168-FB07-4C1C-A9B5-B51DF3C16A4D}" dt="2026-04-10T09:09:36.609" v="685" actId="478"/>
          <ac:picMkLst>
            <pc:docMk/>
            <pc:sldMk cId="1501078235" sldId="316"/>
            <ac:picMk id="3" creationId="{D1221A62-5AFE-4B5B-F7CB-468AEB622AE3}"/>
          </ac:picMkLst>
        </pc:picChg>
        <pc:picChg chg="add mod">
          <ac:chgData name="Zied Belhocine" userId="200cc0e2b299676e" providerId="LiveId" clId="{B5BAC168-FB07-4C1C-A9B5-B51DF3C16A4D}" dt="2026-04-10T14:11:22.731" v="1281" actId="1076"/>
          <ac:picMkLst>
            <pc:docMk/>
            <pc:sldMk cId="1501078235" sldId="316"/>
            <ac:picMk id="4" creationId="{8B7A33D0-12BA-2B45-963C-A86C3FA14CA4}"/>
          </ac:picMkLst>
        </pc:picChg>
        <pc:picChg chg="del">
          <ac:chgData name="Zied Belhocine" userId="200cc0e2b299676e" providerId="LiveId" clId="{B5BAC168-FB07-4C1C-A9B5-B51DF3C16A4D}" dt="2026-04-10T09:09:37.232" v="686" actId="478"/>
          <ac:picMkLst>
            <pc:docMk/>
            <pc:sldMk cId="1501078235" sldId="316"/>
            <ac:picMk id="5" creationId="{09C6C84C-1B71-23DC-9D5C-B50D4E3832AB}"/>
          </ac:picMkLst>
        </pc:picChg>
        <pc:picChg chg="del">
          <ac:chgData name="Zied Belhocine" userId="200cc0e2b299676e" providerId="LiveId" clId="{B5BAC168-FB07-4C1C-A9B5-B51DF3C16A4D}" dt="2026-04-10T09:09:35.869" v="684" actId="478"/>
          <ac:picMkLst>
            <pc:docMk/>
            <pc:sldMk cId="1501078235" sldId="316"/>
            <ac:picMk id="7" creationId="{BD631A52-22E6-9B96-1DF8-42281AD4DCCB}"/>
          </ac:picMkLst>
        </pc:picChg>
        <pc:picChg chg="add mod">
          <ac:chgData name="Zied Belhocine" userId="200cc0e2b299676e" providerId="LiveId" clId="{B5BAC168-FB07-4C1C-A9B5-B51DF3C16A4D}" dt="2026-04-10T14:21:29.234" v="1416" actId="1076"/>
          <ac:picMkLst>
            <pc:docMk/>
            <pc:sldMk cId="1501078235" sldId="316"/>
            <ac:picMk id="8" creationId="{7A550CB2-C0C0-81E6-00E3-C0D48592749D}"/>
          </ac:picMkLst>
        </pc:picChg>
        <pc:picChg chg="add mod">
          <ac:chgData name="Zied Belhocine" userId="200cc0e2b299676e" providerId="LiveId" clId="{B5BAC168-FB07-4C1C-A9B5-B51DF3C16A4D}" dt="2026-04-10T14:17:51.616" v="1358" actId="1076"/>
          <ac:picMkLst>
            <pc:docMk/>
            <pc:sldMk cId="1501078235" sldId="316"/>
            <ac:picMk id="10" creationId="{AC29BA5E-951D-867F-2612-B9079437B70A}"/>
          </ac:picMkLst>
        </pc:picChg>
        <pc:picChg chg="add mod">
          <ac:chgData name="Zied Belhocine" userId="200cc0e2b299676e" providerId="LiveId" clId="{B5BAC168-FB07-4C1C-A9B5-B51DF3C16A4D}" dt="2026-04-10T14:23:01.789" v="1420" actId="1076"/>
          <ac:picMkLst>
            <pc:docMk/>
            <pc:sldMk cId="1501078235" sldId="316"/>
            <ac:picMk id="12" creationId="{7E081287-0F2F-7020-6283-AA7312808583}"/>
          </ac:picMkLst>
        </pc:picChg>
        <pc:picChg chg="del">
          <ac:chgData name="Zied Belhocine" userId="200cc0e2b299676e" providerId="LiveId" clId="{B5BAC168-FB07-4C1C-A9B5-B51DF3C16A4D}" dt="2026-04-10T09:09:37.630" v="687" actId="478"/>
          <ac:picMkLst>
            <pc:docMk/>
            <pc:sldMk cId="1501078235" sldId="316"/>
            <ac:picMk id="1028" creationId="{F8739C06-829F-EF13-98FA-3BDCBEA72D6E}"/>
          </ac:picMkLst>
        </pc:picChg>
      </pc:sldChg>
      <pc:sldChg chg="add del">
        <pc:chgData name="Zied Belhocine" userId="200cc0e2b299676e" providerId="LiveId" clId="{B5BAC168-FB07-4C1C-A9B5-B51DF3C16A4D}" dt="2026-04-10T09:03:05.877" v="349"/>
        <pc:sldMkLst>
          <pc:docMk/>
          <pc:sldMk cId="2627818195" sldId="316"/>
        </pc:sldMkLst>
      </pc:sldChg>
      <pc:sldChg chg="addSp delSp modSp add mod">
        <pc:chgData name="Zied Belhocine" userId="200cc0e2b299676e" providerId="LiveId" clId="{B5BAC168-FB07-4C1C-A9B5-B51DF3C16A4D}" dt="2026-04-16T11:29:19.896" v="2265" actId="14100"/>
        <pc:sldMkLst>
          <pc:docMk/>
          <pc:sldMk cId="239309778" sldId="317"/>
        </pc:sldMkLst>
        <pc:spChg chg="add mod">
          <ac:chgData name="Zied Belhocine" userId="200cc0e2b299676e" providerId="LiveId" clId="{B5BAC168-FB07-4C1C-A9B5-B51DF3C16A4D}" dt="2026-04-10T14:17:10.278" v="1346" actId="1076"/>
          <ac:spMkLst>
            <pc:docMk/>
            <pc:sldMk cId="239309778" sldId="317"/>
            <ac:spMk id="7" creationId="{55125160-590D-8658-40A9-6D94452CD37F}"/>
          </ac:spMkLst>
        </pc:spChg>
        <pc:spChg chg="add mod">
          <ac:chgData name="Zied Belhocine" userId="200cc0e2b299676e" providerId="LiveId" clId="{B5BAC168-FB07-4C1C-A9B5-B51DF3C16A4D}" dt="2026-04-16T11:29:19.896" v="2265" actId="14100"/>
          <ac:spMkLst>
            <pc:docMk/>
            <pc:sldMk cId="239309778" sldId="317"/>
            <ac:spMk id="9" creationId="{19862B4C-45BE-5791-07F1-01EA9DACFB02}"/>
          </ac:spMkLst>
        </pc:spChg>
        <pc:spChg chg="add del mod">
          <ac:chgData name="Zied Belhocine" userId="200cc0e2b299676e" providerId="LiveId" clId="{B5BAC168-FB07-4C1C-A9B5-B51DF3C16A4D}" dt="2026-04-10T14:17:04.690" v="1344" actId="478"/>
          <ac:spMkLst>
            <pc:docMk/>
            <pc:sldMk cId="239309778" sldId="317"/>
            <ac:spMk id="10" creationId="{4991CEEC-093A-B39E-86F4-C3AAB97A9214}"/>
          </ac:spMkLst>
        </pc:spChg>
        <pc:spChg chg="del">
          <ac:chgData name="Zied Belhocine" userId="200cc0e2b299676e" providerId="LiveId" clId="{B5BAC168-FB07-4C1C-A9B5-B51DF3C16A4D}" dt="2026-04-10T14:17:00.466" v="1343" actId="478"/>
          <ac:spMkLst>
            <pc:docMk/>
            <pc:sldMk cId="239309778" sldId="317"/>
            <ac:spMk id="63" creationId="{00000000-0000-0000-0000-000000000000}"/>
          </ac:spMkLst>
        </pc:spChg>
        <pc:spChg chg="mod">
          <ac:chgData name="Zied Belhocine" userId="200cc0e2b299676e" providerId="LiveId" clId="{B5BAC168-FB07-4C1C-A9B5-B51DF3C16A4D}" dt="2026-04-10T14:09:57.525" v="1245" actId="313"/>
          <ac:spMkLst>
            <pc:docMk/>
            <pc:sldMk cId="239309778" sldId="317"/>
            <ac:spMk id="65" creationId="{00000000-0000-0000-0000-000000000000}"/>
          </ac:spMkLst>
        </pc:spChg>
        <pc:picChg chg="add del mod">
          <ac:chgData name="Zied Belhocine" userId="200cc0e2b299676e" providerId="LiveId" clId="{B5BAC168-FB07-4C1C-A9B5-B51DF3C16A4D}" dt="2026-04-16T11:28:51.663" v="2258" actId="478"/>
          <ac:picMkLst>
            <pc:docMk/>
            <pc:sldMk cId="239309778" sldId="317"/>
            <ac:picMk id="3" creationId="{D99FB6CE-CB74-0267-0E5A-E5EF655F23A1}"/>
          </ac:picMkLst>
        </pc:picChg>
        <pc:picChg chg="add mod">
          <ac:chgData name="Zied Belhocine" userId="200cc0e2b299676e" providerId="LiveId" clId="{B5BAC168-FB07-4C1C-A9B5-B51DF3C16A4D}" dt="2026-04-16T11:26:41.680" v="2257" actId="1076"/>
          <ac:picMkLst>
            <pc:docMk/>
            <pc:sldMk cId="239309778" sldId="317"/>
            <ac:picMk id="4" creationId="{853C38D3-6922-36F5-7EC6-1DE3FAF9D004}"/>
          </ac:picMkLst>
        </pc:picChg>
        <pc:picChg chg="del">
          <ac:chgData name="Zied Belhocine" userId="200cc0e2b299676e" providerId="LiveId" clId="{B5BAC168-FB07-4C1C-A9B5-B51DF3C16A4D}" dt="2026-04-10T14:08:21.803" v="1182" actId="478"/>
          <ac:picMkLst>
            <pc:docMk/>
            <pc:sldMk cId="239309778" sldId="317"/>
            <ac:picMk id="4" creationId="{8B7A33D0-12BA-2B45-963C-A86C3FA14CA4}"/>
          </ac:picMkLst>
        </pc:picChg>
        <pc:picChg chg="add mod">
          <ac:chgData name="Zied Belhocine" userId="200cc0e2b299676e" providerId="LiveId" clId="{B5BAC168-FB07-4C1C-A9B5-B51DF3C16A4D}" dt="2026-04-14T13:07:27.915" v="2047" actId="1076"/>
          <ac:picMkLst>
            <pc:docMk/>
            <pc:sldMk cId="239309778" sldId="317"/>
            <ac:picMk id="6" creationId="{988873DA-5458-09A3-FC9D-AF531BB24938}"/>
          </ac:picMkLst>
        </pc:picChg>
        <pc:picChg chg="add mod">
          <ac:chgData name="Zied Belhocine" userId="200cc0e2b299676e" providerId="LiveId" clId="{B5BAC168-FB07-4C1C-A9B5-B51DF3C16A4D}" dt="2026-04-16T11:29:05.936" v="2262" actId="14100"/>
          <ac:picMkLst>
            <pc:docMk/>
            <pc:sldMk cId="239309778" sldId="317"/>
            <ac:picMk id="8" creationId="{6EB9DE2B-9A25-130E-6BF1-4E967DCF63EB}"/>
          </ac:picMkLst>
        </pc:picChg>
        <pc:picChg chg="del">
          <ac:chgData name="Zied Belhocine" userId="200cc0e2b299676e" providerId="LiveId" clId="{B5BAC168-FB07-4C1C-A9B5-B51DF3C16A4D}" dt="2026-04-10T14:07:57.191" v="1177" actId="478"/>
          <ac:picMkLst>
            <pc:docMk/>
            <pc:sldMk cId="239309778" sldId="317"/>
            <ac:picMk id="8" creationId="{7A550CB2-C0C0-81E6-00E3-C0D48592749D}"/>
          </ac:picMkLst>
        </pc:picChg>
        <pc:picChg chg="add del mod">
          <ac:chgData name="Zied Belhocine" userId="200cc0e2b299676e" providerId="LiveId" clId="{B5BAC168-FB07-4C1C-A9B5-B51DF3C16A4D}" dt="2026-04-14T13:07:17.375" v="2045" actId="478"/>
          <ac:picMkLst>
            <pc:docMk/>
            <pc:sldMk cId="239309778" sldId="317"/>
            <ac:picMk id="11" creationId="{8092C778-0E8A-2EE4-A020-2BCB7AB30F35}"/>
          </ac:picMkLst>
        </pc:picChg>
        <pc:picChg chg="add del mod">
          <ac:chgData name="Zied Belhocine" userId="200cc0e2b299676e" providerId="LiveId" clId="{B5BAC168-FB07-4C1C-A9B5-B51DF3C16A4D}" dt="2026-04-10T14:26:24.919" v="1454" actId="478"/>
          <ac:picMkLst>
            <pc:docMk/>
            <pc:sldMk cId="239309778" sldId="317"/>
            <ac:picMk id="13" creationId="{141370B0-6491-E07E-C354-292ABCCD9847}"/>
          </ac:picMkLst>
        </pc:picChg>
        <pc:picChg chg="add del mod">
          <ac:chgData name="Zied Belhocine" userId="200cc0e2b299676e" providerId="LiveId" clId="{B5BAC168-FB07-4C1C-A9B5-B51DF3C16A4D}" dt="2026-04-14T13:07:15.451" v="2044" actId="478"/>
          <ac:picMkLst>
            <pc:docMk/>
            <pc:sldMk cId="239309778" sldId="317"/>
            <ac:picMk id="15" creationId="{CA199DAA-984D-CE8C-BF9E-1AFBD7AFA8A2}"/>
          </ac:picMkLst>
        </pc:picChg>
      </pc:sldChg>
      <pc:sldChg chg="addSp delSp modSp add mod modNotesTx">
        <pc:chgData name="Zied Belhocine" userId="200cc0e2b299676e" providerId="LiveId" clId="{B5BAC168-FB07-4C1C-A9B5-B51DF3C16A4D}" dt="2026-04-10T14:30:00.381" v="1507" actId="20577"/>
        <pc:sldMkLst>
          <pc:docMk/>
          <pc:sldMk cId="3961183830" sldId="318"/>
        </pc:sldMkLst>
        <pc:spChg chg="add del mod">
          <ac:chgData name="Zied Belhocine" userId="200cc0e2b299676e" providerId="LiveId" clId="{B5BAC168-FB07-4C1C-A9B5-B51DF3C16A4D}" dt="2026-04-10T14:10:37.401" v="1252" actId="478"/>
          <ac:spMkLst>
            <pc:docMk/>
            <pc:sldMk cId="3961183830" sldId="318"/>
            <ac:spMk id="6" creationId="{D7302800-7C0A-9091-EDC8-C18CC935E948}"/>
          </ac:spMkLst>
        </pc:spChg>
        <pc:spChg chg="del">
          <ac:chgData name="Zied Belhocine" userId="200cc0e2b299676e" providerId="LiveId" clId="{B5BAC168-FB07-4C1C-A9B5-B51DF3C16A4D}" dt="2026-04-10T14:10:40.076" v="1255" actId="478"/>
          <ac:spMkLst>
            <pc:docMk/>
            <pc:sldMk cId="3961183830" sldId="318"/>
            <ac:spMk id="9" creationId="{717421D2-1F62-9CAF-FD7C-248E5560EA4B}"/>
          </ac:spMkLst>
        </pc:spChg>
        <pc:spChg chg="add del mod">
          <ac:chgData name="Zied Belhocine" userId="200cc0e2b299676e" providerId="LiveId" clId="{B5BAC168-FB07-4C1C-A9B5-B51DF3C16A4D}" dt="2026-04-10T14:16:40.182" v="1337" actId="478"/>
          <ac:spMkLst>
            <pc:docMk/>
            <pc:sldMk cId="3961183830" sldId="318"/>
            <ac:spMk id="63" creationId="{00000000-0000-0000-0000-000000000000}"/>
          </ac:spMkLst>
        </pc:spChg>
        <pc:spChg chg="mod">
          <ac:chgData name="Zied Belhocine" userId="200cc0e2b299676e" providerId="LiveId" clId="{B5BAC168-FB07-4C1C-A9B5-B51DF3C16A4D}" dt="2026-04-10T14:16:37.480" v="1336" actId="20577"/>
          <ac:spMkLst>
            <pc:docMk/>
            <pc:sldMk cId="3961183830" sldId="318"/>
            <ac:spMk id="65" creationId="{00000000-0000-0000-0000-000000000000}"/>
          </ac:spMkLst>
        </pc:spChg>
        <pc:picChg chg="add mod">
          <ac:chgData name="Zied Belhocine" userId="200cc0e2b299676e" providerId="LiveId" clId="{B5BAC168-FB07-4C1C-A9B5-B51DF3C16A4D}" dt="2026-04-10T14:16:51.862" v="1342" actId="1076"/>
          <ac:picMkLst>
            <pc:docMk/>
            <pc:sldMk cId="3961183830" sldId="318"/>
            <ac:picMk id="3" creationId="{E6FC0F21-DFBA-A5E6-7E90-4D13FA400BC8}"/>
          </ac:picMkLst>
        </pc:picChg>
        <pc:picChg chg="del">
          <ac:chgData name="Zied Belhocine" userId="200cc0e2b299676e" providerId="LiveId" clId="{B5BAC168-FB07-4C1C-A9B5-B51DF3C16A4D}" dt="2026-04-10T14:10:39.297" v="1254" actId="478"/>
          <ac:picMkLst>
            <pc:docMk/>
            <pc:sldMk cId="3961183830" sldId="318"/>
            <ac:picMk id="4" creationId="{8B7A33D0-12BA-2B45-963C-A86C3FA14CA4}"/>
          </ac:picMkLst>
        </pc:picChg>
        <pc:picChg chg="del">
          <ac:chgData name="Zied Belhocine" userId="200cc0e2b299676e" providerId="LiveId" clId="{B5BAC168-FB07-4C1C-A9B5-B51DF3C16A4D}" dt="2026-04-10T14:10:41.045" v="1257" actId="478"/>
          <ac:picMkLst>
            <pc:docMk/>
            <pc:sldMk cId="3961183830" sldId="318"/>
            <ac:picMk id="8" creationId="{7A550CB2-C0C0-81E6-00E3-C0D48592749D}"/>
          </ac:picMkLst>
        </pc:picChg>
      </pc:sldChg>
      <pc:sldChg chg="addSp delSp modSp add mod ord">
        <pc:chgData name="Zied Belhocine" userId="200cc0e2b299676e" providerId="LiveId" clId="{B5BAC168-FB07-4C1C-A9B5-B51DF3C16A4D}" dt="2026-04-10T14:33:01.914" v="1514"/>
        <pc:sldMkLst>
          <pc:docMk/>
          <pc:sldMk cId="1172056854" sldId="319"/>
        </pc:sldMkLst>
        <pc:spChg chg="mod">
          <ac:chgData name="Zied Belhocine" userId="200cc0e2b299676e" providerId="LiveId" clId="{B5BAC168-FB07-4C1C-A9B5-B51DF3C16A4D}" dt="2026-04-10T14:18:56.550" v="1364" actId="14100"/>
          <ac:spMkLst>
            <pc:docMk/>
            <pc:sldMk cId="1172056854" sldId="319"/>
            <ac:spMk id="7" creationId="{55125160-590D-8658-40A9-6D94452CD37F}"/>
          </ac:spMkLst>
        </pc:spChg>
        <pc:spChg chg="mod">
          <ac:chgData name="Zied Belhocine" userId="200cc0e2b299676e" providerId="LiveId" clId="{B5BAC168-FB07-4C1C-A9B5-B51DF3C16A4D}" dt="2026-04-10T14:19:14.547" v="1386" actId="20577"/>
          <ac:spMkLst>
            <pc:docMk/>
            <pc:sldMk cId="1172056854" sldId="319"/>
            <ac:spMk id="65" creationId="{00000000-0000-0000-0000-000000000000}"/>
          </ac:spMkLst>
        </pc:spChg>
        <pc:picChg chg="del">
          <ac:chgData name="Zied Belhocine" userId="200cc0e2b299676e" providerId="LiveId" clId="{B5BAC168-FB07-4C1C-A9B5-B51DF3C16A4D}" dt="2026-04-10T14:17:21.141" v="1350" actId="478"/>
          <ac:picMkLst>
            <pc:docMk/>
            <pc:sldMk cId="1172056854" sldId="319"/>
            <ac:picMk id="3" creationId="{D99FB6CE-CB74-0267-0E5A-E5EF655F23A1}"/>
          </ac:picMkLst>
        </pc:picChg>
        <pc:picChg chg="add del mod">
          <ac:chgData name="Zied Belhocine" userId="200cc0e2b299676e" providerId="LiveId" clId="{B5BAC168-FB07-4C1C-A9B5-B51DF3C16A4D}" dt="2026-04-10T14:18:58.214" v="1365" actId="478"/>
          <ac:picMkLst>
            <pc:docMk/>
            <pc:sldMk cId="1172056854" sldId="319"/>
            <ac:picMk id="4" creationId="{C1F89044-3FAE-A601-F5F4-AA2F1AC5DB1E}"/>
          </ac:picMkLst>
        </pc:picChg>
        <pc:picChg chg="del">
          <ac:chgData name="Zied Belhocine" userId="200cc0e2b299676e" providerId="LiveId" clId="{B5BAC168-FB07-4C1C-A9B5-B51DF3C16A4D}" dt="2026-04-10T14:18:46.086" v="1360" actId="478"/>
          <ac:picMkLst>
            <pc:docMk/>
            <pc:sldMk cId="1172056854" sldId="319"/>
            <ac:picMk id="6" creationId="{988873DA-5458-09A3-FC9D-AF531BB24938}"/>
          </ac:picMkLst>
        </pc:picChg>
        <pc:picChg chg="add mod ord">
          <ac:chgData name="Zied Belhocine" userId="200cc0e2b299676e" providerId="LiveId" clId="{B5BAC168-FB07-4C1C-A9B5-B51DF3C16A4D}" dt="2026-04-10T14:18:49.798" v="1362" actId="167"/>
          <ac:picMkLst>
            <pc:docMk/>
            <pc:sldMk cId="1172056854" sldId="319"/>
            <ac:picMk id="8" creationId="{3CFDFB7F-B4F1-2946-6363-A174CA392DE9}"/>
          </ac:picMkLst>
        </pc:picChg>
        <pc:picChg chg="add mod">
          <ac:chgData name="Zied Belhocine" userId="200cc0e2b299676e" providerId="LiveId" clId="{B5BAC168-FB07-4C1C-A9B5-B51DF3C16A4D}" dt="2026-04-10T14:19:05.902" v="1368" actId="1076"/>
          <ac:picMkLst>
            <pc:docMk/>
            <pc:sldMk cId="1172056854" sldId="319"/>
            <ac:picMk id="9" creationId="{8A424C7E-85A5-7588-DF7B-316900D1BBFC}"/>
          </ac:picMkLst>
        </pc:picChg>
        <pc:picChg chg="add mod">
          <ac:chgData name="Zied Belhocine" userId="200cc0e2b299676e" providerId="LiveId" clId="{B5BAC168-FB07-4C1C-A9B5-B51DF3C16A4D}" dt="2026-04-10T14:19:45.944" v="1389" actId="1076"/>
          <ac:picMkLst>
            <pc:docMk/>
            <pc:sldMk cId="1172056854" sldId="319"/>
            <ac:picMk id="11" creationId="{00430DCE-3878-A234-494F-9BD17CB18B63}"/>
          </ac:picMkLst>
        </pc:picChg>
      </pc:sldChg>
      <pc:sldChg chg="addSp delSp modSp add del mod ord">
        <pc:chgData name="Zied Belhocine" userId="200cc0e2b299676e" providerId="LiveId" clId="{B5BAC168-FB07-4C1C-A9B5-B51DF3C16A4D}" dt="2026-04-14T13:56:21.986" v="2164" actId="14100"/>
        <pc:sldMkLst>
          <pc:docMk/>
          <pc:sldMk cId="3333938031" sldId="320"/>
        </pc:sldMkLst>
        <pc:spChg chg="del">
          <ac:chgData name="Zied Belhocine" userId="200cc0e2b299676e" providerId="LiveId" clId="{B5BAC168-FB07-4C1C-A9B5-B51DF3C16A4D}" dt="2026-04-14T13:02:53.814" v="1944" actId="478"/>
          <ac:spMkLst>
            <pc:docMk/>
            <pc:sldMk cId="3333938031" sldId="320"/>
            <ac:spMk id="7" creationId="{55125160-590D-8658-40A9-6D94452CD37F}"/>
          </ac:spMkLst>
        </pc:spChg>
        <pc:spChg chg="add mod">
          <ac:chgData name="Zied Belhocine" userId="200cc0e2b299676e" providerId="LiveId" clId="{B5BAC168-FB07-4C1C-A9B5-B51DF3C16A4D}" dt="2026-04-14T13:21:54.314" v="2109" actId="14100"/>
          <ac:spMkLst>
            <pc:docMk/>
            <pc:sldMk cId="3333938031" sldId="320"/>
            <ac:spMk id="8" creationId="{07C34C50-ADDC-B952-7EB3-D82414E37593}"/>
          </ac:spMkLst>
        </pc:spChg>
        <pc:spChg chg="add mod">
          <ac:chgData name="Zied Belhocine" userId="200cc0e2b299676e" providerId="LiveId" clId="{B5BAC168-FB07-4C1C-A9B5-B51DF3C16A4D}" dt="2026-04-14T13:56:21.986" v="2164" actId="14100"/>
          <ac:spMkLst>
            <pc:docMk/>
            <pc:sldMk cId="3333938031" sldId="320"/>
            <ac:spMk id="13" creationId="{4DB4D3BE-8B27-3AA6-673F-041A50A96607}"/>
          </ac:spMkLst>
        </pc:spChg>
        <pc:spChg chg="mod">
          <ac:chgData name="Zied Belhocine" userId="200cc0e2b299676e" providerId="LiveId" clId="{B5BAC168-FB07-4C1C-A9B5-B51DF3C16A4D}" dt="2026-04-14T13:02:49.943" v="1941" actId="20577"/>
          <ac:spMkLst>
            <pc:docMk/>
            <pc:sldMk cId="3333938031" sldId="320"/>
            <ac:spMk id="65" creationId="{00000000-0000-0000-0000-000000000000}"/>
          </ac:spMkLst>
        </pc:spChg>
        <pc:picChg chg="add mod">
          <ac:chgData name="Zied Belhocine" userId="200cc0e2b299676e" providerId="LiveId" clId="{B5BAC168-FB07-4C1C-A9B5-B51DF3C16A4D}" dt="2026-04-14T13:21:23.546" v="2099" actId="1036"/>
          <ac:picMkLst>
            <pc:docMk/>
            <pc:sldMk cId="3333938031" sldId="320"/>
            <ac:picMk id="3" creationId="{A7CA62B1-647B-5781-EE78-9341A15AE5CC}"/>
          </ac:picMkLst>
        </pc:picChg>
        <pc:picChg chg="add del">
          <ac:chgData name="Zied Belhocine" userId="200cc0e2b299676e" providerId="LiveId" clId="{B5BAC168-FB07-4C1C-A9B5-B51DF3C16A4D}" dt="2026-04-14T13:03:36.682" v="1947" actId="21"/>
          <ac:picMkLst>
            <pc:docMk/>
            <pc:sldMk cId="3333938031" sldId="320"/>
            <ac:picMk id="3" creationId="{FD288E5C-589B-A267-2EC3-5EC186D9CFFD}"/>
          </ac:picMkLst>
        </pc:picChg>
        <pc:picChg chg="add mod">
          <ac:chgData name="Zied Belhocine" userId="200cc0e2b299676e" providerId="LiveId" clId="{B5BAC168-FB07-4C1C-A9B5-B51DF3C16A4D}" dt="2026-04-14T13:21:23.546" v="2099" actId="1036"/>
          <ac:picMkLst>
            <pc:docMk/>
            <pc:sldMk cId="3333938031" sldId="320"/>
            <ac:picMk id="5" creationId="{0C7C86E3-7ED6-847C-1D0D-C0E8435B20AB}"/>
          </ac:picMkLst>
        </pc:picChg>
        <pc:picChg chg="add mod">
          <ac:chgData name="Zied Belhocine" userId="200cc0e2b299676e" providerId="LiveId" clId="{B5BAC168-FB07-4C1C-A9B5-B51DF3C16A4D}" dt="2026-04-14T13:21:46.296" v="2105" actId="1076"/>
          <ac:picMkLst>
            <pc:docMk/>
            <pc:sldMk cId="3333938031" sldId="320"/>
            <ac:picMk id="7" creationId="{6C3E9E87-60C1-D764-578B-EC1D564B4976}"/>
          </ac:picMkLst>
        </pc:picChg>
        <pc:picChg chg="del">
          <ac:chgData name="Zied Belhocine" userId="200cc0e2b299676e" providerId="LiveId" clId="{B5BAC168-FB07-4C1C-A9B5-B51DF3C16A4D}" dt="2026-04-14T13:02:52.897" v="1943" actId="478"/>
          <ac:picMkLst>
            <pc:docMk/>
            <pc:sldMk cId="3333938031" sldId="320"/>
            <ac:picMk id="8" creationId="{3CFDFB7F-B4F1-2946-6363-A174CA392DE9}"/>
          </ac:picMkLst>
        </pc:picChg>
        <pc:picChg chg="del">
          <ac:chgData name="Zied Belhocine" userId="200cc0e2b299676e" providerId="LiveId" clId="{B5BAC168-FB07-4C1C-A9B5-B51DF3C16A4D}" dt="2026-04-14T13:02:54.337" v="1945" actId="478"/>
          <ac:picMkLst>
            <pc:docMk/>
            <pc:sldMk cId="3333938031" sldId="320"/>
            <ac:picMk id="9" creationId="{8A424C7E-85A5-7588-DF7B-316900D1BBFC}"/>
          </ac:picMkLst>
        </pc:picChg>
        <pc:picChg chg="add mod">
          <ac:chgData name="Zied Belhocine" userId="200cc0e2b299676e" providerId="LiveId" clId="{B5BAC168-FB07-4C1C-A9B5-B51DF3C16A4D}" dt="2026-04-14T13:55:43.515" v="2157" actId="1076"/>
          <ac:picMkLst>
            <pc:docMk/>
            <pc:sldMk cId="3333938031" sldId="320"/>
            <ac:picMk id="10" creationId="{AEEC33A7-35F3-CCA5-3856-1462B83F464E}"/>
          </ac:picMkLst>
        </pc:picChg>
        <pc:picChg chg="del">
          <ac:chgData name="Zied Belhocine" userId="200cc0e2b299676e" providerId="LiveId" clId="{B5BAC168-FB07-4C1C-A9B5-B51DF3C16A4D}" dt="2026-04-14T13:02:52.306" v="1942" actId="478"/>
          <ac:picMkLst>
            <pc:docMk/>
            <pc:sldMk cId="3333938031" sldId="320"/>
            <ac:picMk id="11" creationId="{00430DCE-3878-A234-494F-9BD17CB18B63}"/>
          </ac:picMkLst>
        </pc:picChg>
        <pc:picChg chg="add mod">
          <ac:chgData name="Zied Belhocine" userId="200cc0e2b299676e" providerId="LiveId" clId="{B5BAC168-FB07-4C1C-A9B5-B51DF3C16A4D}" dt="2026-04-14T13:56:09.058" v="2161" actId="1076"/>
          <ac:picMkLst>
            <pc:docMk/>
            <pc:sldMk cId="3333938031" sldId="320"/>
            <ac:picMk id="12" creationId="{4B859A25-0531-A980-C735-ADEAD7B2DF82}"/>
          </ac:picMkLst>
        </pc:picChg>
      </pc:sldChg>
      <pc:sldChg chg="addSp delSp modSp add mod ord">
        <pc:chgData name="Zied Belhocine" userId="200cc0e2b299676e" providerId="LiveId" clId="{B5BAC168-FB07-4C1C-A9B5-B51DF3C16A4D}" dt="2026-04-14T13:09:45.090" v="2064" actId="20577"/>
        <pc:sldMkLst>
          <pc:docMk/>
          <pc:sldMk cId="3944395979" sldId="321"/>
        </pc:sldMkLst>
        <pc:spChg chg="del">
          <ac:chgData name="Zied Belhocine" userId="200cc0e2b299676e" providerId="LiveId" clId="{B5BAC168-FB07-4C1C-A9B5-B51DF3C16A4D}" dt="2026-04-14T13:03:39.812" v="1950" actId="478"/>
          <ac:spMkLst>
            <pc:docMk/>
            <pc:sldMk cId="3944395979" sldId="321"/>
            <ac:spMk id="7" creationId="{55125160-590D-8658-40A9-6D94452CD37F}"/>
          </ac:spMkLst>
        </pc:spChg>
        <pc:spChg chg="mod">
          <ac:chgData name="Zied Belhocine" userId="200cc0e2b299676e" providerId="LiveId" clId="{B5BAC168-FB07-4C1C-A9B5-B51DF3C16A4D}" dt="2026-04-14T13:09:45.090" v="2064" actId="20577"/>
          <ac:spMkLst>
            <pc:docMk/>
            <pc:sldMk cId="3944395979" sldId="321"/>
            <ac:spMk id="65" creationId="{00000000-0000-0000-0000-000000000000}"/>
          </ac:spMkLst>
        </pc:spChg>
        <pc:picChg chg="add mod">
          <ac:chgData name="Zied Belhocine" userId="200cc0e2b299676e" providerId="LiveId" clId="{B5BAC168-FB07-4C1C-A9B5-B51DF3C16A4D}" dt="2026-04-14T13:03:44.565" v="1955" actId="1076"/>
          <ac:picMkLst>
            <pc:docMk/>
            <pc:sldMk cId="3944395979" sldId="321"/>
            <ac:picMk id="3" creationId="{FD288E5C-589B-A267-2EC3-5EC186D9CFFD}"/>
          </ac:picMkLst>
        </pc:picChg>
        <pc:picChg chg="add mod">
          <ac:chgData name="Zied Belhocine" userId="200cc0e2b299676e" providerId="LiveId" clId="{B5BAC168-FB07-4C1C-A9B5-B51DF3C16A4D}" dt="2026-04-14T13:04:06.020" v="1958" actId="1076"/>
          <ac:picMkLst>
            <pc:docMk/>
            <pc:sldMk cId="3944395979" sldId="321"/>
            <ac:picMk id="4" creationId="{6994FB06-2839-24B6-EE23-A765C925B149}"/>
          </ac:picMkLst>
        </pc:picChg>
        <pc:picChg chg="del">
          <ac:chgData name="Zied Belhocine" userId="200cc0e2b299676e" providerId="LiveId" clId="{B5BAC168-FB07-4C1C-A9B5-B51DF3C16A4D}" dt="2026-04-14T13:03:39.115" v="1949" actId="478"/>
          <ac:picMkLst>
            <pc:docMk/>
            <pc:sldMk cId="3944395979" sldId="321"/>
            <ac:picMk id="8" creationId="{3CFDFB7F-B4F1-2946-6363-A174CA392DE9}"/>
          </ac:picMkLst>
        </pc:picChg>
        <pc:picChg chg="del">
          <ac:chgData name="Zied Belhocine" userId="200cc0e2b299676e" providerId="LiveId" clId="{B5BAC168-FB07-4C1C-A9B5-B51DF3C16A4D}" dt="2026-04-14T13:03:40.269" v="1951" actId="478"/>
          <ac:picMkLst>
            <pc:docMk/>
            <pc:sldMk cId="3944395979" sldId="321"/>
            <ac:picMk id="9" creationId="{8A424C7E-85A5-7588-DF7B-316900D1BBFC}"/>
          </ac:picMkLst>
        </pc:picChg>
        <pc:picChg chg="del">
          <ac:chgData name="Zied Belhocine" userId="200cc0e2b299676e" providerId="LiveId" clId="{B5BAC168-FB07-4C1C-A9B5-B51DF3C16A4D}" dt="2026-04-14T13:03:40.892" v="1952" actId="478"/>
          <ac:picMkLst>
            <pc:docMk/>
            <pc:sldMk cId="3944395979" sldId="321"/>
            <ac:picMk id="11" creationId="{00430DCE-3878-A234-494F-9BD17CB18B63}"/>
          </ac:picMkLst>
        </pc:picChg>
      </pc:sldChg>
      <pc:sldChg chg="modSp add del mod ord">
        <pc:chgData name="Zied Belhocine" userId="200cc0e2b299676e" providerId="LiveId" clId="{B5BAC168-FB07-4C1C-A9B5-B51DF3C16A4D}" dt="2026-04-10T14:43:37.945" v="1517" actId="47"/>
        <pc:sldMkLst>
          <pc:docMk/>
          <pc:sldMk cId="2412472363" sldId="322"/>
        </pc:sldMkLst>
        <pc:spChg chg="mod">
          <ac:chgData name="Zied Belhocine" userId="200cc0e2b299676e" providerId="LiveId" clId="{B5BAC168-FB07-4C1C-A9B5-B51DF3C16A4D}" dt="2026-04-10T14:32:48.831" v="1512" actId="1076"/>
          <ac:spMkLst>
            <pc:docMk/>
            <pc:sldMk cId="2412472363" sldId="322"/>
            <ac:spMk id="65" creationId="{00000000-0000-0000-0000-000000000000}"/>
          </ac:spMkLst>
        </pc:spChg>
      </pc:sldChg>
      <pc:sldChg chg="addSp delSp modSp new del mod ord">
        <pc:chgData name="Zied Belhocine" userId="200cc0e2b299676e" providerId="LiveId" clId="{B5BAC168-FB07-4C1C-A9B5-B51DF3C16A4D}" dt="2026-04-10T14:59:54.464" v="1810" actId="47"/>
        <pc:sldMkLst>
          <pc:docMk/>
          <pc:sldMk cId="3606212465" sldId="322"/>
        </pc:sldMkLst>
        <pc:spChg chg="mod">
          <ac:chgData name="Zied Belhocine" userId="200cc0e2b299676e" providerId="LiveId" clId="{B5BAC168-FB07-4C1C-A9B5-B51DF3C16A4D}" dt="2026-04-10T14:47:54.535" v="1556" actId="20577"/>
          <ac:spMkLst>
            <pc:docMk/>
            <pc:sldMk cId="3606212465" sldId="322"/>
            <ac:spMk id="2" creationId="{C4626F67-7F7D-4E9B-A31C-23B95A39D7B7}"/>
          </ac:spMkLst>
        </pc:spChg>
        <pc:spChg chg="del">
          <ac:chgData name="Zied Belhocine" userId="200cc0e2b299676e" providerId="LiveId" clId="{B5BAC168-FB07-4C1C-A9B5-B51DF3C16A4D}" dt="2026-04-10T14:46:46.024" v="1540"/>
          <ac:spMkLst>
            <pc:docMk/>
            <pc:sldMk cId="3606212465" sldId="322"/>
            <ac:spMk id="3" creationId="{2B3A90C3-C09C-DA86-F877-9405F4A66472}"/>
          </ac:spMkLst>
        </pc:spChg>
        <pc:spChg chg="add mod">
          <ac:chgData name="Zied Belhocine" userId="200cc0e2b299676e" providerId="LiveId" clId="{B5BAC168-FB07-4C1C-A9B5-B51DF3C16A4D}" dt="2026-04-10T14:47:48.054" v="1547" actId="5793"/>
          <ac:spMkLst>
            <pc:docMk/>
            <pc:sldMk cId="3606212465" sldId="322"/>
            <ac:spMk id="4" creationId="{57867116-6021-ADAB-45E6-38441CA72165}"/>
          </ac:spMkLst>
        </pc:spChg>
        <pc:picChg chg="add mod">
          <ac:chgData name="Zied Belhocine" userId="200cc0e2b299676e" providerId="LiveId" clId="{B5BAC168-FB07-4C1C-A9B5-B51DF3C16A4D}" dt="2026-04-10T14:53:13.070" v="1648" actId="1076"/>
          <ac:picMkLst>
            <pc:docMk/>
            <pc:sldMk cId="3606212465" sldId="322"/>
            <ac:picMk id="5" creationId="{B16742FF-7CAA-0F1E-D1B6-FAEFD8DAD86F}"/>
          </ac:picMkLst>
        </pc:picChg>
      </pc:sldChg>
      <pc:sldChg chg="addSp delSp modSp add mod">
        <pc:chgData name="Zied Belhocine" userId="200cc0e2b299676e" providerId="LiveId" clId="{B5BAC168-FB07-4C1C-A9B5-B51DF3C16A4D}" dt="2026-04-14T13:06:37.574" v="2040" actId="14100"/>
        <pc:sldMkLst>
          <pc:docMk/>
          <pc:sldMk cId="3965472411" sldId="323"/>
        </pc:sldMkLst>
        <pc:spChg chg="mod ord">
          <ac:chgData name="Zied Belhocine" userId="200cc0e2b299676e" providerId="LiveId" clId="{B5BAC168-FB07-4C1C-A9B5-B51DF3C16A4D}" dt="2026-04-14T13:06:37.574" v="2040" actId="14100"/>
          <ac:spMkLst>
            <pc:docMk/>
            <pc:sldMk cId="3965472411" sldId="323"/>
            <ac:spMk id="7" creationId="{55125160-590D-8658-40A9-6D94452CD37F}"/>
          </ac:spMkLst>
        </pc:spChg>
        <pc:spChg chg="mod">
          <ac:chgData name="Zied Belhocine" userId="200cc0e2b299676e" providerId="LiveId" clId="{B5BAC168-FB07-4C1C-A9B5-B51DF3C16A4D}" dt="2026-04-10T15:00:05.796" v="1832" actId="27636"/>
          <ac:spMkLst>
            <pc:docMk/>
            <pc:sldMk cId="3965472411" sldId="323"/>
            <ac:spMk id="65" creationId="{00000000-0000-0000-0000-000000000000}"/>
          </ac:spMkLst>
        </pc:spChg>
        <pc:picChg chg="add del mod">
          <ac:chgData name="Zied Belhocine" userId="200cc0e2b299676e" providerId="LiveId" clId="{B5BAC168-FB07-4C1C-A9B5-B51DF3C16A4D}" dt="2026-04-14T13:05:56.700" v="2027" actId="478"/>
          <ac:picMkLst>
            <pc:docMk/>
            <pc:sldMk cId="3965472411" sldId="323"/>
            <ac:picMk id="2" creationId="{D4D13D7F-78E3-3164-26D1-8DDC2C1F0206}"/>
          </ac:picMkLst>
        </pc:picChg>
        <pc:picChg chg="del">
          <ac:chgData name="Zied Belhocine" userId="200cc0e2b299676e" providerId="LiveId" clId="{B5BAC168-FB07-4C1C-A9B5-B51DF3C16A4D}" dt="2026-04-10T14:49:14.361" v="1606" actId="478"/>
          <ac:picMkLst>
            <pc:docMk/>
            <pc:sldMk cId="3965472411" sldId="323"/>
            <ac:picMk id="3" creationId="{D99FB6CE-CB74-0267-0E5A-E5EF655F23A1}"/>
          </ac:picMkLst>
        </pc:picChg>
        <pc:picChg chg="add mod ord">
          <ac:chgData name="Zied Belhocine" userId="200cc0e2b299676e" providerId="LiveId" clId="{B5BAC168-FB07-4C1C-A9B5-B51DF3C16A4D}" dt="2026-04-14T13:06:33.756" v="2039" actId="167"/>
          <ac:picMkLst>
            <pc:docMk/>
            <pc:sldMk cId="3965472411" sldId="323"/>
            <ac:picMk id="4" creationId="{D2DB0713-DA14-EB63-311B-5DDFED242069}"/>
          </ac:picMkLst>
        </pc:picChg>
        <pc:picChg chg="add del mod">
          <ac:chgData name="Zied Belhocine" userId="200cc0e2b299676e" providerId="LiveId" clId="{B5BAC168-FB07-4C1C-A9B5-B51DF3C16A4D}" dt="2026-04-14T13:06:19.452" v="2034" actId="478"/>
          <ac:picMkLst>
            <pc:docMk/>
            <pc:sldMk cId="3965472411" sldId="323"/>
            <ac:picMk id="5" creationId="{889BA0A5-E8D9-DFFE-CB01-5E85345AD33D}"/>
          </ac:picMkLst>
        </pc:picChg>
        <pc:picChg chg="del">
          <ac:chgData name="Zied Belhocine" userId="200cc0e2b299676e" providerId="LiveId" clId="{B5BAC168-FB07-4C1C-A9B5-B51DF3C16A4D}" dt="2026-04-10T14:49:12.712" v="1604" actId="478"/>
          <ac:picMkLst>
            <pc:docMk/>
            <pc:sldMk cId="3965472411" sldId="323"/>
            <ac:picMk id="6" creationId="{988873DA-5458-09A3-FC9D-AF531BB24938}"/>
          </ac:picMkLst>
        </pc:picChg>
        <pc:picChg chg="add del mod">
          <ac:chgData name="Zied Belhocine" userId="200cc0e2b299676e" providerId="LiveId" clId="{B5BAC168-FB07-4C1C-A9B5-B51DF3C16A4D}" dt="2026-04-14T13:04:38.646" v="2018" actId="478"/>
          <ac:picMkLst>
            <pc:docMk/>
            <pc:sldMk cId="3965472411" sldId="323"/>
            <ac:picMk id="8" creationId="{F3C75CBC-A157-201D-9611-E7916164BE2C}"/>
          </ac:picMkLst>
        </pc:picChg>
        <pc:picChg chg="add mod">
          <ac:chgData name="Zied Belhocine" userId="200cc0e2b299676e" providerId="LiveId" clId="{B5BAC168-FB07-4C1C-A9B5-B51DF3C16A4D}" dt="2026-04-14T13:06:23.055" v="2036" actId="1076"/>
          <ac:picMkLst>
            <pc:docMk/>
            <pc:sldMk cId="3965472411" sldId="323"/>
            <ac:picMk id="9" creationId="{07453993-F81D-4909-8925-A04A4C881E09}"/>
          </ac:picMkLst>
        </pc:picChg>
        <pc:picChg chg="mod">
          <ac:chgData name="Zied Belhocine" userId="200cc0e2b299676e" providerId="LiveId" clId="{B5BAC168-FB07-4C1C-A9B5-B51DF3C16A4D}" dt="2026-04-10T14:49:41.357" v="1620" actId="1076"/>
          <ac:picMkLst>
            <pc:docMk/>
            <pc:sldMk cId="3965472411" sldId="323"/>
            <ac:picMk id="11" creationId="{8092C778-0E8A-2EE4-A020-2BCB7AB30F35}"/>
          </ac:picMkLst>
        </pc:picChg>
        <pc:picChg chg="del mod">
          <ac:chgData name="Zied Belhocine" userId="200cc0e2b299676e" providerId="LiveId" clId="{B5BAC168-FB07-4C1C-A9B5-B51DF3C16A4D}" dt="2026-04-10T14:49:44.734" v="1622" actId="478"/>
          <ac:picMkLst>
            <pc:docMk/>
            <pc:sldMk cId="3965472411" sldId="323"/>
            <ac:picMk id="15" creationId="{CA199DAA-984D-CE8C-BF9E-1AFBD7AFA8A2}"/>
          </ac:picMkLst>
        </pc:picChg>
      </pc:sldChg>
      <pc:sldChg chg="addSp delSp modSp add del mod">
        <pc:chgData name="Zied Belhocine" userId="200cc0e2b299676e" providerId="LiveId" clId="{B5BAC168-FB07-4C1C-A9B5-B51DF3C16A4D}" dt="2026-04-14T13:05:25.227" v="2024" actId="47"/>
        <pc:sldMkLst>
          <pc:docMk/>
          <pc:sldMk cId="169677533" sldId="324"/>
        </pc:sldMkLst>
        <pc:spChg chg="mod">
          <ac:chgData name="Zied Belhocine" userId="200cc0e2b299676e" providerId="LiveId" clId="{B5BAC168-FB07-4C1C-A9B5-B51DF3C16A4D}" dt="2026-04-10T14:51:01.003" v="1633" actId="14100"/>
          <ac:spMkLst>
            <pc:docMk/>
            <pc:sldMk cId="169677533" sldId="324"/>
            <ac:spMk id="7" creationId="{55125160-590D-8658-40A9-6D94452CD37F}"/>
          </ac:spMkLst>
        </pc:spChg>
        <pc:picChg chg="add mod">
          <ac:chgData name="Zied Belhocine" userId="200cc0e2b299676e" providerId="LiveId" clId="{B5BAC168-FB07-4C1C-A9B5-B51DF3C16A4D}" dt="2026-04-10T14:50:46.306" v="1626" actId="1076"/>
          <ac:picMkLst>
            <pc:docMk/>
            <pc:sldMk cId="169677533" sldId="324"/>
            <ac:picMk id="3" creationId="{335762FB-FBFF-5AFB-969D-5E51894D0CD2}"/>
          </ac:picMkLst>
        </pc:picChg>
        <pc:picChg chg="mod">
          <ac:chgData name="Zied Belhocine" userId="200cc0e2b299676e" providerId="LiveId" clId="{B5BAC168-FB07-4C1C-A9B5-B51DF3C16A4D}" dt="2026-04-10T14:50:49.643" v="1627" actId="14100"/>
          <ac:picMkLst>
            <pc:docMk/>
            <pc:sldMk cId="169677533" sldId="324"/>
            <ac:picMk id="8" creationId="{3CFDFB7F-B4F1-2946-6363-A174CA392DE9}"/>
          </ac:picMkLst>
        </pc:picChg>
        <pc:picChg chg="mod">
          <ac:chgData name="Zied Belhocine" userId="200cc0e2b299676e" providerId="LiveId" clId="{B5BAC168-FB07-4C1C-A9B5-B51DF3C16A4D}" dt="2026-04-10T14:51:03.059" v="1634" actId="1076"/>
          <ac:picMkLst>
            <pc:docMk/>
            <pc:sldMk cId="169677533" sldId="324"/>
            <ac:picMk id="9" creationId="{8A424C7E-85A5-7588-DF7B-316900D1BBFC}"/>
          </ac:picMkLst>
        </pc:picChg>
        <pc:picChg chg="del">
          <ac:chgData name="Zied Belhocine" userId="200cc0e2b299676e" providerId="LiveId" clId="{B5BAC168-FB07-4C1C-A9B5-B51DF3C16A4D}" dt="2026-04-10T14:50:39.205" v="1623" actId="478"/>
          <ac:picMkLst>
            <pc:docMk/>
            <pc:sldMk cId="169677533" sldId="324"/>
            <ac:picMk id="11" creationId="{00430DCE-3878-A234-494F-9BD17CB18B63}"/>
          </ac:picMkLst>
        </pc:picChg>
      </pc:sldChg>
      <pc:sldChg chg="delSp modSp add del mod">
        <pc:chgData name="Zied Belhocine" userId="200cc0e2b299676e" providerId="LiveId" clId="{B5BAC168-FB07-4C1C-A9B5-B51DF3C16A4D}" dt="2026-04-14T13:02:44.866" v="1939" actId="47"/>
        <pc:sldMkLst>
          <pc:docMk/>
          <pc:sldMk cId="3211922578" sldId="325"/>
        </pc:sldMkLst>
        <pc:spChg chg="del">
          <ac:chgData name="Zied Belhocine" userId="200cc0e2b299676e" providerId="LiveId" clId="{B5BAC168-FB07-4C1C-A9B5-B51DF3C16A4D}" dt="2026-04-10T14:52:29.225" v="1642" actId="478"/>
          <ac:spMkLst>
            <pc:docMk/>
            <pc:sldMk cId="3211922578" sldId="325"/>
            <ac:spMk id="7" creationId="{55125160-590D-8658-40A9-6D94452CD37F}"/>
          </ac:spMkLst>
        </pc:spChg>
        <pc:picChg chg="del mod">
          <ac:chgData name="Zied Belhocine" userId="200cc0e2b299676e" providerId="LiveId" clId="{B5BAC168-FB07-4C1C-A9B5-B51DF3C16A4D}" dt="2026-04-10T14:52:28.365" v="1641" actId="478"/>
          <ac:picMkLst>
            <pc:docMk/>
            <pc:sldMk cId="3211922578" sldId="325"/>
            <ac:picMk id="8" creationId="{3CFDFB7F-B4F1-2946-6363-A174CA392DE9}"/>
          </ac:picMkLst>
        </pc:picChg>
        <pc:picChg chg="del">
          <ac:chgData name="Zied Belhocine" userId="200cc0e2b299676e" providerId="LiveId" clId="{B5BAC168-FB07-4C1C-A9B5-B51DF3C16A4D}" dt="2026-04-10T14:52:29.627" v="1643" actId="478"/>
          <ac:picMkLst>
            <pc:docMk/>
            <pc:sldMk cId="3211922578" sldId="325"/>
            <ac:picMk id="9" creationId="{8A424C7E-85A5-7588-DF7B-316900D1BBFC}"/>
          </ac:picMkLst>
        </pc:picChg>
        <pc:picChg chg="del">
          <ac:chgData name="Zied Belhocine" userId="200cc0e2b299676e" providerId="LiveId" clId="{B5BAC168-FB07-4C1C-A9B5-B51DF3C16A4D}" dt="2026-04-10T14:52:27.794" v="1639" actId="478"/>
          <ac:picMkLst>
            <pc:docMk/>
            <pc:sldMk cId="3211922578" sldId="325"/>
            <ac:picMk id="11" creationId="{00430DCE-3878-A234-494F-9BD17CB18B63}"/>
          </ac:picMkLst>
        </pc:picChg>
      </pc:sldChg>
      <pc:sldChg chg="addSp delSp modSp add mod ord">
        <pc:chgData name="Zied Belhocine" userId="200cc0e2b299676e" providerId="LiveId" clId="{B5BAC168-FB07-4C1C-A9B5-B51DF3C16A4D}" dt="2026-04-16T11:22:55.790" v="2255"/>
        <pc:sldMkLst>
          <pc:docMk/>
          <pc:sldMk cId="3336552957" sldId="326"/>
        </pc:sldMkLst>
        <pc:spChg chg="add mod">
          <ac:chgData name="Zied Belhocine" userId="200cc0e2b299676e" providerId="LiveId" clId="{B5BAC168-FB07-4C1C-A9B5-B51DF3C16A4D}" dt="2026-04-10T14:56:14.275" v="1702" actId="207"/>
          <ac:spMkLst>
            <pc:docMk/>
            <pc:sldMk cId="3336552957" sldId="326"/>
            <ac:spMk id="6" creationId="{8B06429E-08D2-FBEA-4A0A-7BCF472BC90C}"/>
          </ac:spMkLst>
        </pc:spChg>
        <pc:spChg chg="add mod">
          <ac:chgData name="Zied Belhocine" userId="200cc0e2b299676e" providerId="LiveId" clId="{B5BAC168-FB07-4C1C-A9B5-B51DF3C16A4D}" dt="2026-04-10T14:59:07.467" v="1809" actId="20577"/>
          <ac:spMkLst>
            <pc:docMk/>
            <pc:sldMk cId="3336552957" sldId="326"/>
            <ac:spMk id="9" creationId="{21A48941-27E8-8A5C-DA2E-145B633C386B}"/>
          </ac:spMkLst>
        </pc:spChg>
        <pc:spChg chg="mod">
          <ac:chgData name="Zied Belhocine" userId="200cc0e2b299676e" providerId="LiveId" clId="{B5BAC168-FB07-4C1C-A9B5-B51DF3C16A4D}" dt="2026-04-14T13:01:13.491" v="1934" actId="20577"/>
          <ac:spMkLst>
            <pc:docMk/>
            <pc:sldMk cId="3336552957" sldId="326"/>
            <ac:spMk id="65" creationId="{00000000-0000-0000-0000-000000000000}"/>
          </ac:spMkLst>
        </pc:spChg>
        <pc:picChg chg="add mod">
          <ac:chgData name="Zied Belhocine" userId="200cc0e2b299676e" providerId="LiveId" clId="{B5BAC168-FB07-4C1C-A9B5-B51DF3C16A4D}" dt="2026-04-10T14:53:53.966" v="1692" actId="1076"/>
          <ac:picMkLst>
            <pc:docMk/>
            <pc:sldMk cId="3336552957" sldId="326"/>
            <ac:picMk id="2" creationId="{884D71AB-0E48-6B3B-EE9D-CBE2C161A524}"/>
          </ac:picMkLst>
        </pc:picChg>
        <pc:picChg chg="del mod">
          <ac:chgData name="Zied Belhocine" userId="200cc0e2b299676e" providerId="LiveId" clId="{B5BAC168-FB07-4C1C-A9B5-B51DF3C16A4D}" dt="2026-04-10T14:53:25.429" v="1651" actId="478"/>
          <ac:picMkLst>
            <pc:docMk/>
            <pc:sldMk cId="3336552957" sldId="326"/>
            <ac:picMk id="3" creationId="{E6FC0F21-DFBA-A5E6-7E90-4D13FA400BC8}"/>
          </ac:picMkLst>
        </pc:picChg>
        <pc:picChg chg="add mod">
          <ac:chgData name="Zied Belhocine" userId="200cc0e2b299676e" providerId="LiveId" clId="{B5BAC168-FB07-4C1C-A9B5-B51DF3C16A4D}" dt="2026-04-10T14:55:36.987" v="1696" actId="1076"/>
          <ac:picMkLst>
            <pc:docMk/>
            <pc:sldMk cId="3336552957" sldId="326"/>
            <ac:picMk id="5" creationId="{2DBAA28D-142F-1BB9-AD7B-F1E770BB79E5}"/>
          </ac:picMkLst>
        </pc:picChg>
        <pc:picChg chg="add mod">
          <ac:chgData name="Zied Belhocine" userId="200cc0e2b299676e" providerId="LiveId" clId="{B5BAC168-FB07-4C1C-A9B5-B51DF3C16A4D}" dt="2026-04-10T14:57:51.617" v="1706" actId="1076"/>
          <ac:picMkLst>
            <pc:docMk/>
            <pc:sldMk cId="3336552957" sldId="326"/>
            <ac:picMk id="8" creationId="{CBAD8EAF-6CB3-25D4-264E-95895DFA5437}"/>
          </ac:picMkLst>
        </pc:picChg>
      </pc:sldChg>
      <pc:sldChg chg="addSp delSp modSp add mod ord">
        <pc:chgData name="Zied Belhocine" userId="200cc0e2b299676e" providerId="LiveId" clId="{B5BAC168-FB07-4C1C-A9B5-B51DF3C16A4D}" dt="2026-04-16T11:43:44.547" v="2270" actId="1076"/>
        <pc:sldMkLst>
          <pc:docMk/>
          <pc:sldMk cId="3281952679" sldId="327"/>
        </pc:sldMkLst>
        <pc:spChg chg="mod">
          <ac:chgData name="Zied Belhocine" userId="200cc0e2b299676e" providerId="LiveId" clId="{B5BAC168-FB07-4C1C-A9B5-B51DF3C16A4D}" dt="2026-04-14T13:08:19.436" v="2056" actId="1076"/>
          <ac:spMkLst>
            <pc:docMk/>
            <pc:sldMk cId="3281952679" sldId="327"/>
            <ac:spMk id="7" creationId="{55125160-590D-8658-40A9-6D94452CD37F}"/>
          </ac:spMkLst>
        </pc:spChg>
        <pc:picChg chg="add mod ord">
          <ac:chgData name="Zied Belhocine" userId="200cc0e2b299676e" providerId="LiveId" clId="{B5BAC168-FB07-4C1C-A9B5-B51DF3C16A4D}" dt="2026-04-14T13:08:17.096" v="2055" actId="14100"/>
          <ac:picMkLst>
            <pc:docMk/>
            <pc:sldMk cId="3281952679" sldId="327"/>
            <ac:picMk id="3" creationId="{060F96A4-DA9A-A32E-40F8-31DEF567FF58}"/>
          </ac:picMkLst>
        </pc:picChg>
        <pc:picChg chg="add del mod">
          <ac:chgData name="Zied Belhocine" userId="200cc0e2b299676e" providerId="LiveId" clId="{B5BAC168-FB07-4C1C-A9B5-B51DF3C16A4D}" dt="2026-04-16T11:43:39.605" v="2267" actId="478"/>
          <ac:picMkLst>
            <pc:docMk/>
            <pc:sldMk cId="3281952679" sldId="327"/>
            <ac:picMk id="4" creationId="{A215A552-0DAE-2379-3FAF-3CA3B576AA96}"/>
          </ac:picMkLst>
        </pc:picChg>
        <pc:picChg chg="del">
          <ac:chgData name="Zied Belhocine" userId="200cc0e2b299676e" providerId="LiveId" clId="{B5BAC168-FB07-4C1C-A9B5-B51DF3C16A4D}" dt="2026-04-10T15:01:33.953" v="1841" actId="478"/>
          <ac:picMkLst>
            <pc:docMk/>
            <pc:sldMk cId="3281952679" sldId="327"/>
            <ac:picMk id="4" creationId="{D2DB0713-DA14-EB63-311B-5DDFED242069}"/>
          </ac:picMkLst>
        </pc:picChg>
        <pc:picChg chg="add mod">
          <ac:chgData name="Zied Belhocine" userId="200cc0e2b299676e" providerId="LiveId" clId="{B5BAC168-FB07-4C1C-A9B5-B51DF3C16A4D}" dt="2026-04-16T11:43:44.547" v="2270" actId="1076"/>
          <ac:picMkLst>
            <pc:docMk/>
            <pc:sldMk cId="3281952679" sldId="327"/>
            <ac:picMk id="5" creationId="{92521641-8BAC-2680-B0D5-F14A71FA0CF7}"/>
          </ac:picMkLst>
        </pc:picChg>
        <pc:picChg chg="del">
          <ac:chgData name="Zied Belhocine" userId="200cc0e2b299676e" providerId="LiveId" clId="{B5BAC168-FB07-4C1C-A9B5-B51DF3C16A4D}" dt="2026-04-10T15:01:46.843" v="1847" actId="478"/>
          <ac:picMkLst>
            <pc:docMk/>
            <pc:sldMk cId="3281952679" sldId="327"/>
            <ac:picMk id="8" creationId="{F3C75CBC-A157-201D-9611-E7916164BE2C}"/>
          </ac:picMkLst>
        </pc:picChg>
      </pc:sldChg>
      <pc:sldChg chg="addSp delSp modSp add del mod ord">
        <pc:chgData name="Zied Belhocine" userId="200cc0e2b299676e" providerId="LiveId" clId="{B5BAC168-FB07-4C1C-A9B5-B51DF3C16A4D}" dt="2026-04-14T13:08:37.910" v="2058" actId="47"/>
        <pc:sldMkLst>
          <pc:docMk/>
          <pc:sldMk cId="1960231185" sldId="328"/>
        </pc:sldMkLst>
        <pc:picChg chg="del">
          <ac:chgData name="Zied Belhocine" userId="200cc0e2b299676e" providerId="LiveId" clId="{B5BAC168-FB07-4C1C-A9B5-B51DF3C16A4D}" dt="2026-04-10T15:02:54.305" v="1851" actId="478"/>
          <ac:picMkLst>
            <pc:docMk/>
            <pc:sldMk cId="1960231185" sldId="328"/>
            <ac:picMk id="3" creationId="{335762FB-FBFF-5AFB-969D-5E51894D0CD2}"/>
          </ac:picMkLst>
        </pc:picChg>
        <pc:picChg chg="add mod">
          <ac:chgData name="Zied Belhocine" userId="200cc0e2b299676e" providerId="LiveId" clId="{B5BAC168-FB07-4C1C-A9B5-B51DF3C16A4D}" dt="2026-04-10T15:02:58.465" v="1854" actId="1076"/>
          <ac:picMkLst>
            <pc:docMk/>
            <pc:sldMk cId="1960231185" sldId="328"/>
            <ac:picMk id="4" creationId="{9DE3A9A3-06F4-A62D-A891-8E76C2B53721}"/>
          </ac:picMkLst>
        </pc:picChg>
      </pc:sldChg>
      <pc:sldChg chg="addSp delSp modSp add mod">
        <pc:chgData name="Zied Belhocine" userId="200cc0e2b299676e" providerId="LiveId" clId="{B5BAC168-FB07-4C1C-A9B5-B51DF3C16A4D}" dt="2026-04-16T11:06:12.576" v="2225" actId="478"/>
        <pc:sldMkLst>
          <pc:docMk/>
          <pc:sldMk cId="837742384" sldId="329"/>
        </pc:sldMkLst>
        <pc:spChg chg="del">
          <ac:chgData name="Zied Belhocine" userId="200cc0e2b299676e" providerId="LiveId" clId="{B5BAC168-FB07-4C1C-A9B5-B51DF3C16A4D}" dt="2026-04-10T15:14:12.124" v="1866" actId="478"/>
          <ac:spMkLst>
            <pc:docMk/>
            <pc:sldMk cId="837742384" sldId="329"/>
            <ac:spMk id="3" creationId="{CD0A4604-8286-DBE5-C177-58DD37A4EFBC}"/>
          </ac:spMkLst>
        </pc:spChg>
        <pc:spChg chg="add del mod">
          <ac:chgData name="Zied Belhocine" userId="200cc0e2b299676e" providerId="LiveId" clId="{B5BAC168-FB07-4C1C-A9B5-B51DF3C16A4D}" dt="2026-04-10T15:14:10.917" v="1864" actId="478"/>
          <ac:spMkLst>
            <pc:docMk/>
            <pc:sldMk cId="837742384" sldId="329"/>
            <ac:spMk id="6" creationId="{4CD94ADE-DFD9-BC17-E889-571055159C42}"/>
          </ac:spMkLst>
        </pc:spChg>
        <pc:spChg chg="del">
          <ac:chgData name="Zied Belhocine" userId="200cc0e2b299676e" providerId="LiveId" clId="{B5BAC168-FB07-4C1C-A9B5-B51DF3C16A4D}" dt="2026-04-10T15:14:07.294" v="1862" actId="478"/>
          <ac:spMkLst>
            <pc:docMk/>
            <pc:sldMk cId="837742384" sldId="329"/>
            <ac:spMk id="63" creationId="{00000000-0000-0000-0000-000000000000}"/>
          </ac:spMkLst>
        </pc:spChg>
        <pc:spChg chg="mod">
          <ac:chgData name="Zied Belhocine" userId="200cc0e2b299676e" providerId="LiveId" clId="{B5BAC168-FB07-4C1C-A9B5-B51DF3C16A4D}" dt="2026-04-10T15:14:18.860" v="1868" actId="14100"/>
          <ac:spMkLst>
            <pc:docMk/>
            <pc:sldMk cId="837742384" sldId="329"/>
            <ac:spMk id="64" creationId="{00000000-0000-0000-0000-000000000000}"/>
          </ac:spMkLst>
        </pc:spChg>
        <pc:spChg chg="mod">
          <ac:chgData name="Zied Belhocine" userId="200cc0e2b299676e" providerId="LiveId" clId="{B5BAC168-FB07-4C1C-A9B5-B51DF3C16A4D}" dt="2026-04-10T21:00:36.795" v="1912" actId="20577"/>
          <ac:spMkLst>
            <pc:docMk/>
            <pc:sldMk cId="837742384" sldId="329"/>
            <ac:spMk id="65" creationId="{00000000-0000-0000-0000-000000000000}"/>
          </ac:spMkLst>
        </pc:spChg>
        <pc:spChg chg="del">
          <ac:chgData name="Zied Belhocine" userId="200cc0e2b299676e" providerId="LiveId" clId="{B5BAC168-FB07-4C1C-A9B5-B51DF3C16A4D}" dt="2026-04-10T15:14:20.845" v="1869" actId="478"/>
          <ac:spMkLst>
            <pc:docMk/>
            <pc:sldMk cId="837742384" sldId="329"/>
            <ac:spMk id="66" creationId="{00000000-0000-0000-0000-000000000000}"/>
          </ac:spMkLst>
        </pc:spChg>
        <pc:picChg chg="del">
          <ac:chgData name="Zied Belhocine" userId="200cc0e2b299676e" providerId="LiveId" clId="{B5BAC168-FB07-4C1C-A9B5-B51DF3C16A4D}" dt="2026-04-10T15:14:05.537" v="1861" actId="478"/>
          <ac:picMkLst>
            <pc:docMk/>
            <pc:sldMk cId="837742384" sldId="329"/>
            <ac:picMk id="2" creationId="{C632BD70-32FA-B40B-EEAF-9AA1DAB783E7}"/>
          </ac:picMkLst>
        </pc:picChg>
        <pc:picChg chg="add del mod">
          <ac:chgData name="Zied Belhocine" userId="200cc0e2b299676e" providerId="LiveId" clId="{B5BAC168-FB07-4C1C-A9B5-B51DF3C16A4D}" dt="2026-04-14T16:09:35.107" v="2167" actId="478"/>
          <ac:picMkLst>
            <pc:docMk/>
            <pc:sldMk cId="837742384" sldId="329"/>
            <ac:picMk id="3" creationId="{0112BF23-5035-10DD-BC5F-2FB1EFD5ED26}"/>
          </ac:picMkLst>
        </pc:picChg>
        <pc:picChg chg="add del mod ord">
          <ac:chgData name="Zied Belhocine" userId="200cc0e2b299676e" providerId="LiveId" clId="{B5BAC168-FB07-4C1C-A9B5-B51DF3C16A4D}" dt="2026-04-16T11:05:51.161" v="2216" actId="22"/>
          <ac:picMkLst>
            <pc:docMk/>
            <pc:sldMk cId="837742384" sldId="329"/>
            <ac:picMk id="3" creationId="{DC03AF0C-35AE-FEE2-C9C0-20AAC93BEA7F}"/>
          </ac:picMkLst>
        </pc:picChg>
        <pc:picChg chg="add del">
          <ac:chgData name="Zied Belhocine" userId="200cc0e2b299676e" providerId="LiveId" clId="{B5BAC168-FB07-4C1C-A9B5-B51DF3C16A4D}" dt="2026-04-14T16:09:33.509" v="2166" actId="478"/>
          <ac:picMkLst>
            <pc:docMk/>
            <pc:sldMk cId="837742384" sldId="329"/>
            <ac:picMk id="4" creationId="{3DED0792-13E1-81D2-26C5-37877468849B}"/>
          </ac:picMkLst>
        </pc:picChg>
        <pc:picChg chg="add del mod">
          <ac:chgData name="Zied Belhocine" userId="200cc0e2b299676e" providerId="LiveId" clId="{B5BAC168-FB07-4C1C-A9B5-B51DF3C16A4D}" dt="2026-04-10T21:00:32.679" v="1910" actId="478"/>
          <ac:picMkLst>
            <pc:docMk/>
            <pc:sldMk cId="837742384" sldId="329"/>
            <ac:picMk id="4" creationId="{E5B82E46-C0A1-0635-F172-81F589760503}"/>
          </ac:picMkLst>
        </pc:picChg>
        <pc:picChg chg="add mod ord">
          <ac:chgData name="Zied Belhocine" userId="200cc0e2b299676e" providerId="LiveId" clId="{B5BAC168-FB07-4C1C-A9B5-B51DF3C16A4D}" dt="2026-04-16T11:06:11.522" v="2224" actId="167"/>
          <ac:picMkLst>
            <pc:docMk/>
            <pc:sldMk cId="837742384" sldId="329"/>
            <ac:picMk id="5" creationId="{DBC14810-009F-A7D3-774F-4B90F0D80CE1}"/>
          </ac:picMkLst>
        </pc:picChg>
        <pc:picChg chg="add del mod">
          <ac:chgData name="Zied Belhocine" userId="200cc0e2b299676e" providerId="LiveId" clId="{B5BAC168-FB07-4C1C-A9B5-B51DF3C16A4D}" dt="2026-04-16T11:06:12.576" v="2225" actId="478"/>
          <ac:picMkLst>
            <pc:docMk/>
            <pc:sldMk cId="837742384" sldId="329"/>
            <ac:picMk id="6" creationId="{84978609-BC65-1DF6-E3E9-90FA1F0C9182}"/>
          </ac:picMkLst>
        </pc:picChg>
        <pc:picChg chg="del">
          <ac:chgData name="Zied Belhocine" userId="200cc0e2b299676e" providerId="LiveId" clId="{B5BAC168-FB07-4C1C-A9B5-B51DF3C16A4D}" dt="2026-04-10T15:14:11.600" v="1865" actId="478"/>
          <ac:picMkLst>
            <pc:docMk/>
            <pc:sldMk cId="837742384" sldId="329"/>
            <ac:picMk id="1028" creationId="{F8739C06-829F-EF13-98FA-3BDCBEA72D6E}"/>
          </ac:picMkLst>
        </pc:picChg>
      </pc:sldChg>
      <pc:sldChg chg="addSp delSp modSp add mod ord">
        <pc:chgData name="Zied Belhocine" userId="200cc0e2b299676e" providerId="LiveId" clId="{B5BAC168-FB07-4C1C-A9B5-B51DF3C16A4D}" dt="2026-04-16T11:06:27.988" v="2226" actId="14826"/>
        <pc:sldMkLst>
          <pc:docMk/>
          <pc:sldMk cId="2422185219" sldId="330"/>
        </pc:sldMkLst>
        <pc:picChg chg="del">
          <ac:chgData name="Zied Belhocine" userId="200cc0e2b299676e" providerId="LiveId" clId="{B5BAC168-FB07-4C1C-A9B5-B51DF3C16A4D}" dt="2026-04-10T21:01:03.636" v="1921" actId="478"/>
          <ac:picMkLst>
            <pc:docMk/>
            <pc:sldMk cId="2422185219" sldId="330"/>
            <ac:picMk id="3" creationId="{0112BF23-5035-10DD-BC5F-2FB1EFD5ED26}"/>
          </ac:picMkLst>
        </pc:picChg>
        <pc:picChg chg="add mod">
          <ac:chgData name="Zied Belhocine" userId="200cc0e2b299676e" providerId="LiveId" clId="{B5BAC168-FB07-4C1C-A9B5-B51DF3C16A4D}" dt="2026-04-16T11:06:27.988" v="2226" actId="14826"/>
          <ac:picMkLst>
            <pc:docMk/>
            <pc:sldMk cId="2422185219" sldId="330"/>
            <ac:picMk id="3" creationId="{CA8C3D6C-89E6-2489-A1DF-04AE66B47B28}"/>
          </ac:picMkLst>
        </pc:picChg>
        <pc:picChg chg="add del">
          <ac:chgData name="Zied Belhocine" userId="200cc0e2b299676e" providerId="LiveId" clId="{B5BAC168-FB07-4C1C-A9B5-B51DF3C16A4D}" dt="2026-04-16T11:05:51.594" v="2217" actId="22"/>
          <ac:picMkLst>
            <pc:docMk/>
            <pc:sldMk cId="2422185219" sldId="330"/>
            <ac:picMk id="4" creationId="{2AA650A3-D761-D19C-84DB-D47946902F97}"/>
          </ac:picMkLst>
        </pc:picChg>
        <pc:picChg chg="add del mod">
          <ac:chgData name="Zied Belhocine" userId="200cc0e2b299676e" providerId="LiveId" clId="{B5BAC168-FB07-4C1C-A9B5-B51DF3C16A4D}" dt="2026-04-14T16:10:53.035" v="2172" actId="478"/>
          <ac:picMkLst>
            <pc:docMk/>
            <pc:sldMk cId="2422185219" sldId="330"/>
            <ac:picMk id="4" creationId="{AD539992-DC8E-2C50-7787-C0E786E98E8C}"/>
          </ac:picMkLst>
        </pc:picChg>
      </pc:sldChg>
      <pc:sldChg chg="addSp delSp modSp add mod ord">
        <pc:chgData name="Zied Belhocine" userId="200cc0e2b299676e" providerId="LiveId" clId="{B5BAC168-FB07-4C1C-A9B5-B51DF3C16A4D}" dt="2026-04-16T11:11:02.524" v="2234"/>
        <pc:sldMkLst>
          <pc:docMk/>
          <pc:sldMk cId="1881443002" sldId="331"/>
        </pc:sldMkLst>
        <pc:picChg chg="del">
          <ac:chgData name="Zied Belhocine" userId="200cc0e2b299676e" providerId="LiveId" clId="{B5BAC168-FB07-4C1C-A9B5-B51DF3C16A4D}" dt="2026-04-10T21:01:19.251" v="1928" actId="478"/>
          <ac:picMkLst>
            <pc:docMk/>
            <pc:sldMk cId="1881443002" sldId="331"/>
            <ac:picMk id="3" creationId="{0112BF23-5035-10DD-BC5F-2FB1EFD5ED26}"/>
          </ac:picMkLst>
        </pc:picChg>
        <pc:picChg chg="add mod">
          <ac:chgData name="Zied Belhocine" userId="200cc0e2b299676e" providerId="LiveId" clId="{B5BAC168-FB07-4C1C-A9B5-B51DF3C16A4D}" dt="2026-04-16T11:10:47.675" v="2232" actId="14826"/>
          <ac:picMkLst>
            <pc:docMk/>
            <pc:sldMk cId="1881443002" sldId="331"/>
            <ac:picMk id="3" creationId="{56024ADA-5AE7-F960-15EA-6EF672B09E31}"/>
          </ac:picMkLst>
        </pc:picChg>
        <pc:picChg chg="add del mod">
          <ac:chgData name="Zied Belhocine" userId="200cc0e2b299676e" providerId="LiveId" clId="{B5BAC168-FB07-4C1C-A9B5-B51DF3C16A4D}" dt="2026-04-14T16:12:32.720" v="2176" actId="478"/>
          <ac:picMkLst>
            <pc:docMk/>
            <pc:sldMk cId="1881443002" sldId="331"/>
            <ac:picMk id="4" creationId="{FA684507-DE8F-283D-567A-DA2906D92F7A}"/>
          </ac:picMkLst>
        </pc:picChg>
      </pc:sldChg>
      <pc:sldChg chg="new del">
        <pc:chgData name="Zied Belhocine" userId="200cc0e2b299676e" providerId="LiveId" clId="{B5BAC168-FB07-4C1C-A9B5-B51DF3C16A4D}" dt="2026-04-16T11:07:32.779" v="2231" actId="680"/>
        <pc:sldMkLst>
          <pc:docMk/>
          <pc:sldMk cId="1786374766" sldId="332"/>
        </pc:sldMkLst>
      </pc:sldChg>
      <pc:sldChg chg="new del">
        <pc:chgData name="Zied Belhocine" userId="200cc0e2b299676e" providerId="LiveId" clId="{B5BAC168-FB07-4C1C-A9B5-B51DF3C16A4D}" dt="2026-04-16T11:15:26.992" v="2236" actId="47"/>
        <pc:sldMkLst>
          <pc:docMk/>
          <pc:sldMk cId="1866229887" sldId="332"/>
        </pc:sldMkLst>
      </pc:sldChg>
      <pc:sldMasterChg chg="delSldLayout">
        <pc:chgData name="Zied Belhocine" userId="200cc0e2b299676e" providerId="LiveId" clId="{B5BAC168-FB07-4C1C-A9B5-B51DF3C16A4D}" dt="2026-04-10T21:00:51.115" v="1918" actId="47"/>
        <pc:sldMasterMkLst>
          <pc:docMk/>
          <pc:sldMasterMk cId="0" sldId="2147483648"/>
        </pc:sldMasterMkLst>
        <pc:sldLayoutChg chg="del">
          <pc:chgData name="Zied Belhocine" userId="200cc0e2b299676e" providerId="LiveId" clId="{B5BAC168-FB07-4C1C-A9B5-B51DF3C16A4D}" dt="2026-04-10T21:00:51.115" v="1918" actId="47"/>
          <pc:sldLayoutMkLst>
            <pc:docMk/>
            <pc:sldMasterMk cId="0" sldId="2147483648"/>
            <pc:sldLayoutMk cId="1945825863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 err="1"/>
              <a:t>Erp</a:t>
            </a:r>
            <a:r>
              <a:rPr lang="fr-FR" dirty="0"/>
              <a:t> (Entreprise ressource planning = donne les infos sur les produits : ici prix / stocks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Une extraction du site web </a:t>
            </a:r>
            <a:r>
              <a:rPr lang="fr-FR" dirty="0" err="1"/>
              <a:t>wordpress</a:t>
            </a:r>
            <a:r>
              <a:rPr lang="fr-FR" dirty="0"/>
              <a:t>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Pb les deux tables ne se parlent pas car elles ont des id articles différents : </a:t>
            </a:r>
            <a:r>
              <a:rPr lang="fr-FR" dirty="0" err="1"/>
              <a:t>sku_idproduit</a:t>
            </a:r>
            <a:r>
              <a:rPr lang="fr-FR" dirty="0"/>
              <a:t> (stock </a:t>
            </a:r>
            <a:r>
              <a:rPr lang="fr-FR" dirty="0" err="1"/>
              <a:t>keeping</a:t>
            </a:r>
            <a:r>
              <a:rPr lang="fr-FR" dirty="0"/>
              <a:t> unit)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Besoin table de liaison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2812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On crée un DB sur </a:t>
            </a:r>
            <a:r>
              <a:rPr lang="fr-FR" dirty="0" err="1"/>
              <a:t>snowflake</a:t>
            </a:r>
            <a:r>
              <a:rPr lang="fr-FR" dirty="0"/>
              <a:t> et on y intègre les tables ‘brutes’ dans un dossier ‘</a:t>
            </a:r>
            <a:r>
              <a:rPr lang="fr-FR" dirty="0" err="1"/>
              <a:t>raw</a:t>
            </a:r>
            <a:r>
              <a:rPr lang="fr-FR" dirty="0"/>
              <a:t>’.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On remarque plusieurs choses qu’on aimerait modifier sur nos données 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-</a:t>
            </a:r>
            <a:r>
              <a:rPr lang="fr-FR" dirty="0" err="1"/>
              <a:t>user_id</a:t>
            </a:r>
            <a:r>
              <a:rPr lang="fr-FR" dirty="0"/>
              <a:t> pas homogène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-</a:t>
            </a:r>
            <a:r>
              <a:rPr lang="fr-FR" dirty="0" err="1"/>
              <a:t>path_categ</a:t>
            </a:r>
            <a:r>
              <a:rPr lang="fr-FR" dirty="0"/>
              <a:t> tjrs « DATA »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-on aimerait contrôler que les attributs des colonnes </a:t>
            </a:r>
            <a:r>
              <a:rPr lang="fr-FR" dirty="0" err="1"/>
              <a:t>age</a:t>
            </a:r>
            <a:r>
              <a:rPr lang="fr-FR" dirty="0"/>
              <a:t> / </a:t>
            </a:r>
            <a:r>
              <a:rPr lang="fr-FR" dirty="0" err="1"/>
              <a:t>gender</a:t>
            </a:r>
            <a:r>
              <a:rPr lang="fr-FR" dirty="0"/>
              <a:t> / </a:t>
            </a:r>
            <a:r>
              <a:rPr lang="fr-FR" dirty="0" err="1"/>
              <a:t>region</a:t>
            </a:r>
            <a:r>
              <a:rPr lang="fr-FR" dirty="0"/>
              <a:t> et </a:t>
            </a:r>
            <a:r>
              <a:rPr lang="fr-FR" dirty="0" err="1"/>
              <a:t>year</a:t>
            </a:r>
            <a:r>
              <a:rPr lang="fr-FR" dirty="0"/>
              <a:t> </a:t>
            </a:r>
            <a:r>
              <a:rPr lang="fr-FR" dirty="0" err="1"/>
              <a:t>path</a:t>
            </a:r>
            <a:r>
              <a:rPr lang="fr-FR" dirty="0"/>
              <a:t> sont tous valides.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Pour cela on va utiliser DBT.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les variables pertinentes pour l’analyse sociodémographique : </a:t>
            </a:r>
          </a:p>
        </p:txBody>
      </p:sp>
    </p:spTree>
    <p:extLst>
      <p:ext uri="{BB962C8B-B14F-4D97-AF65-F5344CB8AC3E}">
        <p14:creationId xmlns:p14="http://schemas.microsoft.com/office/powerpoint/2010/main" val="2326713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Après avoir crée notre </a:t>
            </a:r>
            <a:r>
              <a:rPr lang="fr-FR" dirty="0" err="1"/>
              <a:t>env</a:t>
            </a:r>
            <a:r>
              <a:rPr lang="fr-FR" dirty="0"/>
              <a:t> sur </a:t>
            </a:r>
            <a:r>
              <a:rPr lang="fr-FR" dirty="0" err="1"/>
              <a:t>dbt</a:t>
            </a:r>
            <a:r>
              <a:rPr lang="fr-FR" dirty="0"/>
              <a:t> on peux lui dire où trouver nos données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r>
              <a:rPr lang="fr-FR" dirty="0"/>
              <a:t>Utilisez des noms explicites :</a:t>
            </a:r>
            <a:r>
              <a:rPr lang="fr-FR" dirty="0" err="1"/>
              <a:t>ecommerce,marketing,finance</a:t>
            </a:r>
            <a:r>
              <a:rPr lang="fr-FR" dirty="0"/>
              <a:t>: privilégiez des noms représentant des domaines métier.</a:t>
            </a:r>
          </a:p>
          <a:p>
            <a:r>
              <a:rPr lang="fr-FR" dirty="0"/>
              <a:t>Groupez vos sources dans un fichier YAML dédié : évitez de mélanger sources et modèles dans un même fichier.</a:t>
            </a:r>
          </a:p>
          <a:p>
            <a:r>
              <a:rPr lang="fr-FR" dirty="0"/>
              <a:t>Restez cohérent dans vos schémas : si vos données brutes sont toutes dans un </a:t>
            </a:r>
            <a:r>
              <a:rPr lang="fr-FR" dirty="0" err="1"/>
              <a:t>schémaRAW</a:t>
            </a:r>
            <a:r>
              <a:rPr lang="fr-FR" dirty="0"/>
              <a:t>, déclarez-le une seule fois.</a:t>
            </a:r>
          </a:p>
          <a:p>
            <a:r>
              <a:rPr lang="fr-FR" dirty="0"/>
              <a:t>Déclarez seulement les tables dont vous avez réellement besoin : </a:t>
            </a:r>
            <a:r>
              <a:rPr lang="fr-FR" dirty="0" err="1"/>
              <a:t>dbt</a:t>
            </a:r>
            <a:r>
              <a:rPr lang="fr-FR" dirty="0"/>
              <a:t> n’est pas un catalogue complet : chaque source déclarée doit servir à un modèle.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1040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Un </a:t>
            </a:r>
            <a:r>
              <a:rPr lang="fr-FR" b="1" dirty="0"/>
              <a:t>modèle </a:t>
            </a:r>
            <a:r>
              <a:rPr lang="fr-FR" b="1" dirty="0" err="1"/>
              <a:t>dbt</a:t>
            </a:r>
            <a:r>
              <a:rPr lang="fr-FR" dirty="0"/>
              <a:t> est </a:t>
            </a:r>
            <a:r>
              <a:rPr lang="fr-FR" b="1" dirty="0"/>
              <a:t>un fichier SQL</a:t>
            </a:r>
            <a:r>
              <a:rPr lang="fr-FR" dirty="0"/>
              <a:t>, enregistré dans votre projet, que </a:t>
            </a:r>
            <a:r>
              <a:rPr lang="fr-FR" dirty="0" err="1"/>
              <a:t>dbt</a:t>
            </a:r>
            <a:r>
              <a:rPr lang="fr-FR" dirty="0"/>
              <a:t> va exécuter pour créer une </a:t>
            </a:r>
            <a:r>
              <a:rPr lang="fr-FR" b="1" dirty="0"/>
              <a:t>table</a:t>
            </a:r>
            <a:r>
              <a:rPr lang="fr-FR" dirty="0"/>
              <a:t> ou une </a:t>
            </a:r>
            <a:r>
              <a:rPr lang="fr-FR" b="1" dirty="0"/>
              <a:t>vue</a:t>
            </a:r>
            <a:r>
              <a:rPr lang="fr-FR" dirty="0"/>
              <a:t> dans votre data </a:t>
            </a:r>
            <a:r>
              <a:rPr lang="fr-FR" dirty="0" err="1"/>
              <a:t>warehouse</a:t>
            </a:r>
            <a:r>
              <a:rPr lang="fr-FR" dirty="0"/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i="1" dirty="0" err="1"/>
              <a:t>Staging</a:t>
            </a:r>
            <a:r>
              <a:rPr lang="fr-FR" i="1" dirty="0"/>
              <a:t>  </a:t>
            </a:r>
            <a:r>
              <a:rPr lang="fr-FR" dirty="0"/>
              <a:t>C’est la </a:t>
            </a:r>
            <a:r>
              <a:rPr lang="fr-FR" b="1" dirty="0"/>
              <a:t>version propre et standardisée</a:t>
            </a:r>
            <a:r>
              <a:rPr lang="fr-FR" dirty="0"/>
              <a:t> des données brutes.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 err="1"/>
              <a:t>Intermediate</a:t>
            </a:r>
            <a:r>
              <a:rPr lang="fr-FR" dirty="0"/>
              <a:t> On commence à </a:t>
            </a:r>
            <a:r>
              <a:rPr lang="fr-FR" b="1" dirty="0"/>
              <a:t>combiner les données</a:t>
            </a:r>
            <a:r>
              <a:rPr lang="fr-FR" dirty="0"/>
              <a:t>, à calculer des métriques intermédiaires et à préparer des structures plus riches.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Couche </a:t>
            </a:r>
            <a:r>
              <a:rPr lang="fr-FR" i="1" dirty="0" err="1"/>
              <a:t>marts</a:t>
            </a:r>
            <a:r>
              <a:rPr lang="fr-FR" i="1" dirty="0"/>
              <a:t> : </a:t>
            </a:r>
            <a:r>
              <a:rPr lang="fr-FR" dirty="0"/>
              <a:t>Ce sont les </a:t>
            </a:r>
            <a:r>
              <a:rPr lang="fr-FR" b="1" dirty="0"/>
              <a:t>modèles finaux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9972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Un </a:t>
            </a:r>
            <a:r>
              <a:rPr lang="fr-FR" b="1" dirty="0"/>
              <a:t>modèle </a:t>
            </a:r>
            <a:r>
              <a:rPr lang="fr-FR" b="1" dirty="0" err="1"/>
              <a:t>dbt</a:t>
            </a:r>
            <a:r>
              <a:rPr lang="fr-FR" dirty="0"/>
              <a:t> est </a:t>
            </a:r>
            <a:r>
              <a:rPr lang="fr-FR" b="1" dirty="0"/>
              <a:t>un fichier SQL</a:t>
            </a:r>
            <a:r>
              <a:rPr lang="fr-FR" dirty="0"/>
              <a:t>, enregistré dans votre projet, que </a:t>
            </a:r>
            <a:r>
              <a:rPr lang="fr-FR" dirty="0" err="1"/>
              <a:t>dbt</a:t>
            </a:r>
            <a:r>
              <a:rPr lang="fr-FR" dirty="0"/>
              <a:t> va exécuter pour créer une </a:t>
            </a:r>
            <a:r>
              <a:rPr lang="fr-FR" b="1" dirty="0"/>
              <a:t>table</a:t>
            </a:r>
            <a:r>
              <a:rPr lang="fr-FR" dirty="0"/>
              <a:t> ou une </a:t>
            </a:r>
            <a:r>
              <a:rPr lang="fr-FR" b="1" dirty="0"/>
              <a:t>vue</a:t>
            </a:r>
            <a:r>
              <a:rPr lang="fr-FR" dirty="0"/>
              <a:t> dans votre data </a:t>
            </a:r>
            <a:r>
              <a:rPr lang="fr-FR" dirty="0" err="1"/>
              <a:t>warehouse</a:t>
            </a:r>
            <a:r>
              <a:rPr lang="fr-FR" dirty="0"/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i="1" dirty="0" err="1"/>
              <a:t>Staging</a:t>
            </a:r>
            <a:r>
              <a:rPr lang="fr-FR" i="1" dirty="0"/>
              <a:t>  </a:t>
            </a:r>
            <a:r>
              <a:rPr lang="fr-FR" dirty="0"/>
              <a:t>C’est la </a:t>
            </a:r>
            <a:r>
              <a:rPr lang="fr-FR" b="1" dirty="0"/>
              <a:t>version propre et standardisée</a:t>
            </a:r>
            <a:r>
              <a:rPr lang="fr-FR" dirty="0"/>
              <a:t> des données brutes.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 err="1"/>
              <a:t>Intermediate</a:t>
            </a:r>
            <a:r>
              <a:rPr lang="fr-FR" dirty="0"/>
              <a:t> On commence à </a:t>
            </a:r>
            <a:r>
              <a:rPr lang="fr-FR" b="1" dirty="0"/>
              <a:t>combiner les données</a:t>
            </a:r>
            <a:r>
              <a:rPr lang="fr-FR" dirty="0"/>
              <a:t>, à calculer des métriques intermédiaires et à préparer des structures plus riches.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Couche </a:t>
            </a:r>
            <a:r>
              <a:rPr lang="fr-FR" i="1" dirty="0" err="1"/>
              <a:t>marts</a:t>
            </a:r>
            <a:r>
              <a:rPr lang="fr-FR" i="1" dirty="0"/>
              <a:t> : </a:t>
            </a:r>
            <a:r>
              <a:rPr lang="fr-FR" dirty="0"/>
              <a:t>Ce sont les </a:t>
            </a:r>
            <a:r>
              <a:rPr lang="fr-FR" b="1" dirty="0"/>
              <a:t>modèles finaux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2918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Après avoir crée notre </a:t>
            </a:r>
            <a:r>
              <a:rPr lang="fr-FR" dirty="0" err="1"/>
              <a:t>env</a:t>
            </a:r>
            <a:r>
              <a:rPr lang="fr-FR" dirty="0"/>
              <a:t> sur </a:t>
            </a:r>
            <a:r>
              <a:rPr lang="fr-FR" dirty="0" err="1"/>
              <a:t>dbt</a:t>
            </a:r>
            <a:r>
              <a:rPr lang="fr-FR" dirty="0"/>
              <a:t> on peux lui dire où trouver nos données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r>
              <a:rPr lang="fr-FR" dirty="0"/>
              <a:t>Utilisez des noms explicites :</a:t>
            </a:r>
            <a:r>
              <a:rPr lang="fr-FR" dirty="0" err="1"/>
              <a:t>ecommerce,marketing,finance</a:t>
            </a:r>
            <a:r>
              <a:rPr lang="fr-FR" dirty="0"/>
              <a:t>: privilégiez des noms représentant des domaines métier.</a:t>
            </a:r>
          </a:p>
          <a:p>
            <a:r>
              <a:rPr lang="fr-FR" dirty="0"/>
              <a:t>Groupez vos sources dans un fichier YAML dédié : évitez de mélanger sources et modèles dans un même fichier.</a:t>
            </a:r>
          </a:p>
          <a:p>
            <a:r>
              <a:rPr lang="fr-FR" dirty="0"/>
              <a:t>Restez cohérent dans vos schémas : si vos données brutes sont toutes dans un </a:t>
            </a:r>
            <a:r>
              <a:rPr lang="fr-FR" dirty="0" err="1"/>
              <a:t>schémaRAW</a:t>
            </a:r>
            <a:r>
              <a:rPr lang="fr-FR" dirty="0"/>
              <a:t>, déclarez-le une seule fois.</a:t>
            </a:r>
          </a:p>
          <a:p>
            <a:r>
              <a:rPr lang="fr-FR" dirty="0"/>
              <a:t>Déclarez seulement les tables dont vous avez réellement besoin : </a:t>
            </a:r>
            <a:r>
              <a:rPr lang="fr-FR" dirty="0" err="1"/>
              <a:t>dbt</a:t>
            </a:r>
            <a:r>
              <a:rPr lang="fr-FR" dirty="0"/>
              <a:t> n’est pas un catalogue complet : chaque source déclarée doit servir à un modèle.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531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Après avoir crée notre </a:t>
            </a:r>
            <a:r>
              <a:rPr lang="fr-FR" dirty="0" err="1"/>
              <a:t>env</a:t>
            </a:r>
            <a:r>
              <a:rPr lang="fr-FR" dirty="0"/>
              <a:t> sur </a:t>
            </a:r>
            <a:r>
              <a:rPr lang="fr-FR" dirty="0" err="1"/>
              <a:t>dbt</a:t>
            </a:r>
            <a:r>
              <a:rPr lang="fr-FR" dirty="0"/>
              <a:t> on peux lui dire où trouver nos données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r>
              <a:rPr lang="fr-FR" dirty="0"/>
              <a:t>Utilisez des noms explicites :</a:t>
            </a:r>
            <a:r>
              <a:rPr lang="fr-FR" dirty="0" err="1"/>
              <a:t>ecommerce,marketing,finance</a:t>
            </a:r>
            <a:r>
              <a:rPr lang="fr-FR" dirty="0"/>
              <a:t>: privilégiez des noms représentant des domaines métier.</a:t>
            </a:r>
          </a:p>
          <a:p>
            <a:r>
              <a:rPr lang="fr-FR" dirty="0"/>
              <a:t>Groupez vos sources dans un fichier YAML dédié : évitez de mélanger sources et modèles dans un même fichier.</a:t>
            </a:r>
          </a:p>
          <a:p>
            <a:r>
              <a:rPr lang="fr-FR" dirty="0"/>
              <a:t>Restez cohérent dans vos schémas : si vos données brutes sont toutes dans un </a:t>
            </a:r>
            <a:r>
              <a:rPr lang="fr-FR" dirty="0" err="1"/>
              <a:t>schémaRAW</a:t>
            </a:r>
            <a:r>
              <a:rPr lang="fr-FR" dirty="0"/>
              <a:t>, déclarez-le une seule fois.</a:t>
            </a:r>
          </a:p>
          <a:p>
            <a:r>
              <a:rPr lang="fr-FR" dirty="0"/>
              <a:t>Déclarez seulement les tables dont vous avez réellement besoin : </a:t>
            </a:r>
            <a:r>
              <a:rPr lang="fr-FR" dirty="0" err="1"/>
              <a:t>dbt</a:t>
            </a:r>
            <a:r>
              <a:rPr lang="fr-FR" dirty="0"/>
              <a:t> n’est pas un catalogue complet : chaque source déclarée doit servir à un modèle.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8837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Après avoir crée notre </a:t>
            </a:r>
            <a:r>
              <a:rPr lang="fr-FR" dirty="0" err="1"/>
              <a:t>env</a:t>
            </a:r>
            <a:r>
              <a:rPr lang="fr-FR" dirty="0"/>
              <a:t> sur </a:t>
            </a:r>
            <a:r>
              <a:rPr lang="fr-FR" dirty="0" err="1"/>
              <a:t>dbt</a:t>
            </a:r>
            <a:r>
              <a:rPr lang="fr-FR" dirty="0"/>
              <a:t> on peux lui dire où trouver nos données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r>
              <a:rPr lang="fr-FR" dirty="0"/>
              <a:t>Utilisez des noms explicites :</a:t>
            </a:r>
            <a:r>
              <a:rPr lang="fr-FR" dirty="0" err="1"/>
              <a:t>ecommerce,marketing,finance</a:t>
            </a:r>
            <a:r>
              <a:rPr lang="fr-FR" dirty="0"/>
              <a:t>: privilégiez des noms représentant des domaines métier.</a:t>
            </a:r>
          </a:p>
          <a:p>
            <a:r>
              <a:rPr lang="fr-FR" dirty="0"/>
              <a:t>Groupez vos sources dans un fichier YAML dédié : évitez de mélanger sources et modèles dans un même fichier.</a:t>
            </a:r>
          </a:p>
          <a:p>
            <a:r>
              <a:rPr lang="fr-FR" dirty="0"/>
              <a:t>Restez cohérent dans vos schémas : si vos données brutes sont toutes dans un </a:t>
            </a:r>
            <a:r>
              <a:rPr lang="fr-FR" dirty="0" err="1"/>
              <a:t>schémaRAW</a:t>
            </a:r>
            <a:r>
              <a:rPr lang="fr-FR" dirty="0"/>
              <a:t>, déclarez-le une seule fois.</a:t>
            </a:r>
          </a:p>
          <a:p>
            <a:r>
              <a:rPr lang="fr-FR" dirty="0"/>
              <a:t>Déclarez seulement les tables dont vous avez réellement besoin : </a:t>
            </a:r>
            <a:r>
              <a:rPr lang="fr-FR" dirty="0" err="1"/>
              <a:t>dbt</a:t>
            </a:r>
            <a:r>
              <a:rPr lang="fr-FR" dirty="0"/>
              <a:t> n’est pas un catalogue complet : chaque source déclarée doit servir à un modèle.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2726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Après avoir crée notre </a:t>
            </a:r>
            <a:r>
              <a:rPr lang="fr-FR" dirty="0" err="1"/>
              <a:t>env</a:t>
            </a:r>
            <a:r>
              <a:rPr lang="fr-FR" dirty="0"/>
              <a:t> sur </a:t>
            </a:r>
            <a:r>
              <a:rPr lang="fr-FR" dirty="0" err="1"/>
              <a:t>dbt</a:t>
            </a:r>
            <a:r>
              <a:rPr lang="fr-FR" dirty="0"/>
              <a:t> on peux lui dire où trouver nos données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r>
              <a:rPr lang="fr-FR" dirty="0"/>
              <a:t>Utilisez des noms explicites :</a:t>
            </a:r>
            <a:r>
              <a:rPr lang="fr-FR" dirty="0" err="1"/>
              <a:t>ecommerce,marketing,finance</a:t>
            </a:r>
            <a:r>
              <a:rPr lang="fr-FR" dirty="0"/>
              <a:t>: privilégiez des noms représentant des domaines métier.</a:t>
            </a:r>
          </a:p>
          <a:p>
            <a:r>
              <a:rPr lang="fr-FR" dirty="0"/>
              <a:t>Groupez vos sources dans un fichier YAML dédié : évitez de mélanger sources et modèles dans un même fichier.</a:t>
            </a:r>
          </a:p>
          <a:p>
            <a:r>
              <a:rPr lang="fr-FR" dirty="0"/>
              <a:t>Restez cohérent dans vos schémas : si vos données brutes sont toutes dans un </a:t>
            </a:r>
            <a:r>
              <a:rPr lang="fr-FR" dirty="0" err="1"/>
              <a:t>schémaRAW</a:t>
            </a:r>
            <a:r>
              <a:rPr lang="fr-FR" dirty="0"/>
              <a:t>, déclarez-le une seule fois.</a:t>
            </a:r>
          </a:p>
          <a:p>
            <a:r>
              <a:rPr lang="fr-FR" dirty="0"/>
              <a:t>Déclarez seulement les tables dont vous avez réellement besoin : </a:t>
            </a:r>
            <a:r>
              <a:rPr lang="fr-FR" dirty="0" err="1"/>
              <a:t>dbt</a:t>
            </a:r>
            <a:r>
              <a:rPr lang="fr-FR" dirty="0"/>
              <a:t> n’est pas un catalogue complet : chaque source déclarée doit servir à un modèle.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8340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Après avoir crée notre </a:t>
            </a:r>
            <a:r>
              <a:rPr lang="fr-FR" dirty="0" err="1"/>
              <a:t>env</a:t>
            </a:r>
            <a:r>
              <a:rPr lang="fr-FR" dirty="0"/>
              <a:t> sur </a:t>
            </a:r>
            <a:r>
              <a:rPr lang="fr-FR" dirty="0" err="1"/>
              <a:t>dbt</a:t>
            </a:r>
            <a:r>
              <a:rPr lang="fr-FR" dirty="0"/>
              <a:t> on peux lui dire où trouver nos données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r>
              <a:rPr lang="fr-FR" dirty="0"/>
              <a:t>Utilisez des noms explicites :</a:t>
            </a:r>
            <a:r>
              <a:rPr lang="fr-FR" dirty="0" err="1"/>
              <a:t>ecommerce,marketing,finance</a:t>
            </a:r>
            <a:r>
              <a:rPr lang="fr-FR" dirty="0"/>
              <a:t>: privilégiez des noms représentant des domaines métier.</a:t>
            </a:r>
          </a:p>
          <a:p>
            <a:r>
              <a:rPr lang="fr-FR" dirty="0"/>
              <a:t>Groupez vos sources dans un fichier YAML dédié : évitez de mélanger sources et modèles dans un même fichier.</a:t>
            </a:r>
          </a:p>
          <a:p>
            <a:r>
              <a:rPr lang="fr-FR" dirty="0"/>
              <a:t>Restez cohérent dans vos schémas : si vos données brutes sont toutes dans un </a:t>
            </a:r>
            <a:r>
              <a:rPr lang="fr-FR" dirty="0" err="1"/>
              <a:t>schémaRAW</a:t>
            </a:r>
            <a:r>
              <a:rPr lang="fr-FR" dirty="0"/>
              <a:t>, déclarez-le une seule fois.</a:t>
            </a:r>
          </a:p>
          <a:p>
            <a:r>
              <a:rPr lang="fr-FR" dirty="0"/>
              <a:t>Déclarez seulement les tables dont vous avez réellement besoin : </a:t>
            </a:r>
            <a:r>
              <a:rPr lang="fr-FR" dirty="0" err="1"/>
              <a:t>dbt</a:t>
            </a:r>
            <a:r>
              <a:rPr lang="fr-FR" dirty="0"/>
              <a:t> n’est pas un catalogue complet : chaque source déclarée doit servir à un modèle.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5561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Après avoir crée notre </a:t>
            </a:r>
            <a:r>
              <a:rPr lang="fr-FR" dirty="0" err="1"/>
              <a:t>env</a:t>
            </a:r>
            <a:r>
              <a:rPr lang="fr-FR" dirty="0"/>
              <a:t> sur </a:t>
            </a:r>
            <a:r>
              <a:rPr lang="fr-FR" dirty="0" err="1"/>
              <a:t>dbt</a:t>
            </a:r>
            <a:r>
              <a:rPr lang="fr-FR" dirty="0"/>
              <a:t> on peux lui dire où trouver nos données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r>
              <a:rPr lang="fr-FR" dirty="0"/>
              <a:t>Utilisez des noms explicites :</a:t>
            </a:r>
            <a:r>
              <a:rPr lang="fr-FR" dirty="0" err="1"/>
              <a:t>ecommerce,marketing,finance</a:t>
            </a:r>
            <a:r>
              <a:rPr lang="fr-FR" dirty="0"/>
              <a:t>: privilégiez des noms représentant des domaines métier.</a:t>
            </a:r>
          </a:p>
          <a:p>
            <a:r>
              <a:rPr lang="fr-FR" dirty="0"/>
              <a:t>Groupez vos sources dans un fichier YAML dédié : évitez de mélanger sources et modèles dans un même fichier.</a:t>
            </a:r>
          </a:p>
          <a:p>
            <a:r>
              <a:rPr lang="fr-FR" dirty="0"/>
              <a:t>Restez cohérent dans vos schémas : si vos données brutes sont toutes dans un </a:t>
            </a:r>
            <a:r>
              <a:rPr lang="fr-FR" dirty="0" err="1"/>
              <a:t>schémaRAW</a:t>
            </a:r>
            <a:r>
              <a:rPr lang="fr-FR" dirty="0"/>
              <a:t>, déclarez-le une seule fois.</a:t>
            </a:r>
          </a:p>
          <a:p>
            <a:r>
              <a:rPr lang="fr-FR" dirty="0"/>
              <a:t>Déclarez seulement les tables dont vous avez réellement besoin : </a:t>
            </a:r>
            <a:r>
              <a:rPr lang="fr-FR" dirty="0" err="1"/>
              <a:t>dbt</a:t>
            </a:r>
            <a:r>
              <a:rPr lang="fr-FR" dirty="0"/>
              <a:t> n’est pas un catalogue complet : chaque source déclarée doit servir à un modèle.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3914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Le DAG permet de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visualiser les dépendances entre modèles,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identifier l’ordre d’exécution,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repérer rapidement les impacts d’un changement dans un modèle,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comprendre la structure globale de votre pipeline.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00224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67114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870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8148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5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fr-FR" sz="52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volution du profil sociodémographique des étudiants Data d'</a:t>
            </a:r>
            <a:r>
              <a:rPr lang="fr-FR" sz="5200" b="0" i="0" u="none" strike="noStrike" cap="none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OpenClassrooms</a:t>
            </a:r>
            <a:endParaRPr lang="fr-FR"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Belhocine Zied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Analyst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/04/2026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252483" y="1473600"/>
            <a:ext cx="4688007" cy="3507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r>
              <a:rPr lang="fr-FR" sz="11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Nous souhaitons réaliser une analyse rétrospective du profil sociodémographique des étudiants du parcours Data :</a:t>
            </a:r>
          </a:p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endParaRPr lang="fr-FR" sz="1100" b="1" dirty="0">
              <a:solidFill>
                <a:srgbClr val="004D40"/>
              </a:solidFill>
              <a:latin typeface="Montserrat"/>
              <a:sym typeface="Montserrat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</a:ext>
              </a:extLst>
            </a:endParaRPr>
          </a:p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r>
              <a:rPr lang="fr-FR" sz="11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Grâce aux données internes déjà collectées, nous allons utiliser </a:t>
            </a:r>
            <a:r>
              <a:rPr lang="fr-FR" sz="11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DBT pour :</a:t>
            </a:r>
          </a:p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endParaRPr lang="fr-FR" sz="1100" b="1" dirty="0">
              <a:solidFill>
                <a:srgbClr val="004D40"/>
              </a:solidFill>
              <a:latin typeface="Montserrat"/>
              <a:sym typeface="Montserrat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</a:ext>
              </a:extLst>
            </a:endParaRPr>
          </a:p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r>
              <a:rPr lang="fr-FR" sz="11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– Vérifier la qualité des données et leur conformité RGPD.</a:t>
            </a:r>
          </a:p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endParaRPr lang="fr-FR" sz="1100" b="1" dirty="0">
              <a:solidFill>
                <a:srgbClr val="004D40"/>
              </a:solidFill>
              <a:latin typeface="Montserrat"/>
              <a:sym typeface="Montserrat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</a:ext>
              </a:extLst>
            </a:endParaRPr>
          </a:p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r>
              <a:rPr lang="fr-FR" sz="11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– Structurer les tables nécessaires à </a:t>
            </a:r>
            <a:r>
              <a:rPr lang="fr-FR" sz="1100" b="1" dirty="0" err="1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lʼanalyse</a:t>
            </a:r>
            <a:r>
              <a:rPr lang="fr-FR" sz="11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.</a:t>
            </a:r>
          </a:p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endParaRPr lang="fr-FR" sz="1100" b="1" dirty="0">
              <a:solidFill>
                <a:srgbClr val="004D40"/>
              </a:solidFill>
              <a:latin typeface="Montserrat"/>
              <a:sym typeface="Montserrat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</a:ext>
              </a:extLst>
            </a:endParaRPr>
          </a:p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r>
              <a:rPr lang="fr-FR" sz="11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–</a:t>
            </a:r>
            <a:r>
              <a:rPr lang="fr-FR" sz="11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 Documenter et tester notre pipeline.</a:t>
            </a:r>
            <a:endParaRPr lang="fr-FR" sz="1100" b="1" dirty="0">
              <a:solidFill>
                <a:srgbClr val="004D40"/>
              </a:solidFill>
              <a:latin typeface="Montserrat"/>
              <a:sym typeface="Montserrat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</a:ext>
              </a:extLst>
            </a:endParaRPr>
          </a:p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endParaRPr lang="fr-FR" sz="1100" b="1" dirty="0">
              <a:solidFill>
                <a:srgbClr val="004D40"/>
              </a:solidFill>
              <a:latin typeface="Montserrat"/>
              <a:sym typeface="Montserrat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</a:ext>
              </a:extLst>
            </a:endParaRPr>
          </a:p>
          <a:p>
            <a:pPr marL="0" indent="0">
              <a:lnSpc>
                <a:spcPct val="120000"/>
              </a:lnSpc>
              <a:buClr>
                <a:srgbClr val="000000"/>
              </a:buClr>
              <a:buSzPts val="2500"/>
              <a:buNone/>
            </a:pPr>
            <a:r>
              <a:rPr lang="fr-FR" sz="11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– Intégrer des données publiques issues de </a:t>
            </a:r>
            <a:r>
              <a:rPr lang="fr-FR" sz="1100" b="1" dirty="0" err="1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lʼINSEE</a:t>
            </a:r>
            <a:r>
              <a:rPr lang="fr-FR" sz="1100" b="1" dirty="0">
                <a:solidFill>
                  <a:srgbClr val="004D40"/>
                </a:solidFill>
                <a:latin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 afin de contextualiser nos résultats.</a:t>
            </a: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Contexte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CA52D9-0834-8070-9EA7-F4FADF253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055" y="2000317"/>
            <a:ext cx="4399945" cy="230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39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Chargement et Présentation du </a:t>
            </a:r>
            <a:r>
              <a:rPr lang="fr-FR" sz="2500" b="0" i="0" u="none" strike="noStrike" cap="none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Dataset</a:t>
            </a: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 &amp; RGPD</a:t>
            </a: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8" name="Picture 4" descr="Logo Data Openclassrooms">
            <a:extLst>
              <a:ext uri="{FF2B5EF4-FFF2-40B4-BE49-F238E27FC236}">
                <a16:creationId xmlns:a16="http://schemas.microsoft.com/office/drawing/2014/main" id="{F8739C06-829F-EF13-98FA-3BDCBEA72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90" y="1555011"/>
            <a:ext cx="852545" cy="843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 descr="Une image contenant Graphique, Bleu électrique, logo, Police&#10;&#10;Le contenu généré par l’IA peut être incorrect.">
            <a:extLst>
              <a:ext uri="{FF2B5EF4-FFF2-40B4-BE49-F238E27FC236}">
                <a16:creationId xmlns:a16="http://schemas.microsoft.com/office/drawing/2014/main" id="{D1221A62-5AFE-4B5B-F7CB-468AEB622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89" y="2571750"/>
            <a:ext cx="852545" cy="79054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9C6C84C-1B71-23DC-9D5C-B50D4E383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05" y="3541534"/>
            <a:ext cx="1840385" cy="52688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DE74FDD-9FC1-8D90-94C0-842D89C57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4875" y="1904658"/>
            <a:ext cx="7621865" cy="24946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A6DC038-1501-461D-B1EA-BB95160929A5}"/>
              </a:ext>
            </a:extLst>
          </p:cNvPr>
          <p:cNvSpPr/>
          <p:nvPr/>
        </p:nvSpPr>
        <p:spPr>
          <a:xfrm>
            <a:off x="4612043" y="1904658"/>
            <a:ext cx="569557" cy="249463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69114E-9F78-067D-1613-F4AA722C3752}"/>
              </a:ext>
            </a:extLst>
          </p:cNvPr>
          <p:cNvSpPr/>
          <p:nvPr/>
        </p:nvSpPr>
        <p:spPr>
          <a:xfrm>
            <a:off x="5698722" y="1904658"/>
            <a:ext cx="569557" cy="249463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9488F2-435B-0BE4-BA8F-0ADEB35A61D6}"/>
              </a:ext>
            </a:extLst>
          </p:cNvPr>
          <p:cNvSpPr/>
          <p:nvPr/>
        </p:nvSpPr>
        <p:spPr>
          <a:xfrm>
            <a:off x="6639625" y="1904658"/>
            <a:ext cx="1003624" cy="249463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12E1F5-AF77-1871-790F-A98B3C67FF6E}"/>
              </a:ext>
            </a:extLst>
          </p:cNvPr>
          <p:cNvSpPr/>
          <p:nvPr/>
        </p:nvSpPr>
        <p:spPr>
          <a:xfrm>
            <a:off x="1713856" y="1904658"/>
            <a:ext cx="1003623" cy="2566699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C298A-DA4A-6946-D774-1BE66477DB09}"/>
              </a:ext>
            </a:extLst>
          </p:cNvPr>
          <p:cNvSpPr/>
          <p:nvPr/>
        </p:nvSpPr>
        <p:spPr>
          <a:xfrm>
            <a:off x="8490966" y="1904658"/>
            <a:ext cx="569557" cy="2494630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A1CE62-9258-57CC-7459-8237E01716C1}"/>
              </a:ext>
            </a:extLst>
          </p:cNvPr>
          <p:cNvSpPr/>
          <p:nvPr/>
        </p:nvSpPr>
        <p:spPr>
          <a:xfrm>
            <a:off x="3172884" y="1904658"/>
            <a:ext cx="919566" cy="2566699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A0F24-A4DF-8711-60B0-5CAEFB69836F}"/>
              </a:ext>
            </a:extLst>
          </p:cNvPr>
          <p:cNvSpPr/>
          <p:nvPr/>
        </p:nvSpPr>
        <p:spPr>
          <a:xfrm>
            <a:off x="5698723" y="2387906"/>
            <a:ext cx="569556" cy="295659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57CA-4271-CC1B-D74C-421B71DE1BD8}"/>
              </a:ext>
            </a:extLst>
          </p:cNvPr>
          <p:cNvSpPr/>
          <p:nvPr/>
        </p:nvSpPr>
        <p:spPr>
          <a:xfrm>
            <a:off x="5698723" y="3940466"/>
            <a:ext cx="569556" cy="458822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592AA7-21FF-D512-E55C-2798622A3F20}"/>
              </a:ext>
            </a:extLst>
          </p:cNvPr>
          <p:cNvSpPr/>
          <p:nvPr/>
        </p:nvSpPr>
        <p:spPr>
          <a:xfrm>
            <a:off x="5700493" y="3637723"/>
            <a:ext cx="569556" cy="145774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7890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Sourcing</a:t>
            </a: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 des données sur DBT</a:t>
            </a: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B7A33D0-12BA-2B45-963C-A86C3FA14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" y="1586869"/>
            <a:ext cx="3019846" cy="86689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A550CB2-C0C0-81E6-00E3-C0D485927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889" y="1488534"/>
            <a:ext cx="5714476" cy="21664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17421D2-1F62-9CAF-FD7C-248E5560EA4B}"/>
              </a:ext>
            </a:extLst>
          </p:cNvPr>
          <p:cNvSpPr/>
          <p:nvPr/>
        </p:nvSpPr>
        <p:spPr>
          <a:xfrm>
            <a:off x="225287" y="2194218"/>
            <a:ext cx="1133061" cy="25537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C29BA5E-951D-867F-2612-B9079437B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40" y="2689736"/>
            <a:ext cx="1265208" cy="44779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E081287-0F2F-7020-6283-AA73128085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9889" y="3851635"/>
            <a:ext cx="4894120" cy="107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78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Enrichir nos </a:t>
            </a: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données</a:t>
            </a: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 grâce à l’INSEE</a:t>
            </a: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2" descr="INSEE - Monnaie (37)">
            <a:extLst>
              <a:ext uri="{FF2B5EF4-FFF2-40B4-BE49-F238E27FC236}">
                <a16:creationId xmlns:a16="http://schemas.microsoft.com/office/drawing/2014/main" id="{884D71AB-0E48-6B3B-EE9D-CBE2C161A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532" y="107990"/>
            <a:ext cx="1174219" cy="117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DBAA28D-142F-1BB9-AD7B-F1E770BB7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532" y="1511469"/>
            <a:ext cx="5668121" cy="926958"/>
          </a:xfrm>
          <a:prstGeom prst="rect">
            <a:avLst/>
          </a:prstGeom>
        </p:spPr>
      </p:pic>
      <p:sp>
        <p:nvSpPr>
          <p:cNvPr id="6" name="Flèche : bas 5">
            <a:extLst>
              <a:ext uri="{FF2B5EF4-FFF2-40B4-BE49-F238E27FC236}">
                <a16:creationId xmlns:a16="http://schemas.microsoft.com/office/drawing/2014/main" id="{8B06429E-08D2-FBEA-4A0A-7BCF472BC90C}"/>
              </a:ext>
            </a:extLst>
          </p:cNvPr>
          <p:cNvSpPr/>
          <p:nvPr/>
        </p:nvSpPr>
        <p:spPr>
          <a:xfrm>
            <a:off x="4322386" y="2559696"/>
            <a:ext cx="173206" cy="488304"/>
          </a:xfrm>
          <a:prstGeom prst="downArrow">
            <a:avLst/>
          </a:prstGeom>
          <a:solidFill>
            <a:srgbClr val="004D4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BAD8EAF-6CB3-25D4-264E-95895DFA5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430" y="3136624"/>
            <a:ext cx="5389911" cy="1775635"/>
          </a:xfrm>
          <a:prstGeom prst="rect">
            <a:avLst/>
          </a:prstGeom>
        </p:spPr>
      </p:pic>
      <p:sp>
        <p:nvSpPr>
          <p:cNvPr id="9" name="Google Shape;65;p4">
            <a:extLst>
              <a:ext uri="{FF2B5EF4-FFF2-40B4-BE49-F238E27FC236}">
                <a16:creationId xmlns:a16="http://schemas.microsoft.com/office/drawing/2014/main" id="{21A48941-27E8-8A5C-DA2E-145B633C386B}"/>
              </a:ext>
            </a:extLst>
          </p:cNvPr>
          <p:cNvSpPr txBox="1"/>
          <p:nvPr/>
        </p:nvSpPr>
        <p:spPr>
          <a:xfrm>
            <a:off x="4702202" y="2580116"/>
            <a:ext cx="2627451" cy="488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004D40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Transformer en csv exploitable pour pouvoi</a:t>
            </a:r>
            <a:r>
              <a:rPr lang="fr-FR" sz="2500" dirty="0">
                <a:solidFill>
                  <a:srgbClr val="004D40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r le charger sur </a:t>
            </a:r>
            <a:r>
              <a:rPr lang="fr-FR" sz="2500" dirty="0" err="1">
                <a:solidFill>
                  <a:srgbClr val="004D40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Snowflake</a:t>
            </a:r>
            <a:r>
              <a:rPr lang="fr-FR" sz="2500" dirty="0">
                <a:solidFill>
                  <a:srgbClr val="004D40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.</a:t>
            </a:r>
            <a:endParaRPr lang="fr-FR" sz="2500" b="0" i="0" u="none" strike="noStrike" cap="none" dirty="0">
              <a:solidFill>
                <a:srgbClr val="004D40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</a:ext>
              </a:extLst>
            </a:endParaRPr>
          </a:p>
        </p:txBody>
      </p:sp>
    </p:spTree>
    <p:extLst>
      <p:ext uri="{BB962C8B-B14F-4D97-AF65-F5344CB8AC3E}">
        <p14:creationId xmlns:p14="http://schemas.microsoft.com/office/powerpoint/2010/main" val="333655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Que faire de nos données ?</a:t>
            </a: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6FC0F21-DFBA-A5E6-7E90-4D13FA400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40" y="1664390"/>
            <a:ext cx="8352217" cy="270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83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Modification de la table « raw » en « staging »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88873DA-5458-09A3-FC9D-AF531BB24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25" y="1558612"/>
            <a:ext cx="1893571" cy="24184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125160-590D-8658-40A9-6D94452CD37F}"/>
              </a:ext>
            </a:extLst>
          </p:cNvPr>
          <p:cNvSpPr/>
          <p:nvPr/>
        </p:nvSpPr>
        <p:spPr>
          <a:xfrm>
            <a:off x="224541" y="2941983"/>
            <a:ext cx="881270" cy="12367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53C38D3-6922-36F5-7EC6-1DE3FAF9D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76" y="4284022"/>
            <a:ext cx="8002117" cy="66684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EB9DE2B-9A25-130E-6BF1-4E967DCF6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7210" y="1533367"/>
            <a:ext cx="4836840" cy="24184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9862B4C-45BE-5791-07F1-01EA9DACFB02}"/>
              </a:ext>
            </a:extLst>
          </p:cNvPr>
          <p:cNvSpPr/>
          <p:nvPr/>
        </p:nvSpPr>
        <p:spPr>
          <a:xfrm>
            <a:off x="4709424" y="1573511"/>
            <a:ext cx="2088042" cy="148923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309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3CFDFB7F-B4F1-2946-6363-A174CA392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92" y="1694058"/>
            <a:ext cx="2086266" cy="2448267"/>
          </a:xfrm>
          <a:prstGeom prst="rect">
            <a:avLst/>
          </a:prstGeom>
        </p:spPr>
      </p:pic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Aperçu du résultat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125160-590D-8658-40A9-6D94452CD37F}"/>
              </a:ext>
            </a:extLst>
          </p:cNvPr>
          <p:cNvSpPr/>
          <p:nvPr/>
        </p:nvSpPr>
        <p:spPr>
          <a:xfrm>
            <a:off x="454889" y="3916018"/>
            <a:ext cx="1327527" cy="23413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Graphique, Bleu électrique, logo, Police&#10;&#10;Le contenu généré par l’IA peut être incorrect.">
            <a:extLst>
              <a:ext uri="{FF2B5EF4-FFF2-40B4-BE49-F238E27FC236}">
                <a16:creationId xmlns:a16="http://schemas.microsoft.com/office/drawing/2014/main" id="{8A424C7E-85A5-7588-DF7B-316900D1B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043" y="4346556"/>
            <a:ext cx="560630" cy="51985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0430DCE-3878-A234-494F-9BD17CB18B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887" y="1694058"/>
            <a:ext cx="6685722" cy="256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56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75646" y="31076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Mise en 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place des test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7CA62B1-647B-5781-EE78-9341A15AE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15" y="1917522"/>
            <a:ext cx="3724482" cy="77266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C7C86E3-7ED6-847C-1D0D-C0E8435B2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16" y="2690186"/>
            <a:ext cx="2158323" cy="84813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C3E9E87-60C1-D764-578B-EC1D564B4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556" y="1718562"/>
            <a:ext cx="2960827" cy="1771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C34C50-ADDC-B952-7EB3-D82414E37593}"/>
              </a:ext>
            </a:extLst>
          </p:cNvPr>
          <p:cNvSpPr/>
          <p:nvPr/>
        </p:nvSpPr>
        <p:spPr>
          <a:xfrm>
            <a:off x="2440632" y="1718562"/>
            <a:ext cx="653751" cy="177143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EEC33A7-35F3-CCA5-3856-1462B83F46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525" y="3591659"/>
            <a:ext cx="6162261" cy="143866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B859A25-0531-A980-C735-ADEAD7B2DF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5524" y="1825059"/>
            <a:ext cx="4767051" cy="149338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DB4D3BE-8B27-3AA6-673F-041A50A96607}"/>
              </a:ext>
            </a:extLst>
          </p:cNvPr>
          <p:cNvSpPr/>
          <p:nvPr/>
        </p:nvSpPr>
        <p:spPr>
          <a:xfrm>
            <a:off x="6218003" y="1895705"/>
            <a:ext cx="1494762" cy="177143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3938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2DB0713-DA14-EB63-311B-5DDFED242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28" y="2356100"/>
            <a:ext cx="4848951" cy="1794050"/>
          </a:xfrm>
          <a:prstGeom prst="rect">
            <a:avLst/>
          </a:prstGeom>
        </p:spPr>
      </p:pic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09607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Création des tables intermédiaires - exemple du genre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092C778-0E8A-2EE4-A020-2BCB7AB30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80" y="1525864"/>
            <a:ext cx="1139118" cy="4031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125160-590D-8658-40A9-6D94452CD37F}"/>
              </a:ext>
            </a:extLst>
          </p:cNvPr>
          <p:cNvSpPr/>
          <p:nvPr/>
        </p:nvSpPr>
        <p:spPr>
          <a:xfrm>
            <a:off x="2891206" y="2356100"/>
            <a:ext cx="978429" cy="21565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7453993-F81D-4909-8925-A04A4C881E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7844" y="2153478"/>
            <a:ext cx="3932428" cy="234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472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60F96A4-DA9A-A32E-40F8-31DEF567F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3" y="2252557"/>
            <a:ext cx="4072057" cy="1897593"/>
          </a:xfrm>
          <a:prstGeom prst="rect">
            <a:avLst/>
          </a:prstGeom>
        </p:spPr>
      </p:pic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09607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Création des tables intermédiaires - exemple du genre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092C778-0E8A-2EE4-A020-2BCB7AB30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80" y="1525864"/>
            <a:ext cx="1139118" cy="4031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125160-590D-8658-40A9-6D94452CD37F}"/>
              </a:ext>
            </a:extLst>
          </p:cNvPr>
          <p:cNvSpPr/>
          <p:nvPr/>
        </p:nvSpPr>
        <p:spPr>
          <a:xfrm>
            <a:off x="3009914" y="2276293"/>
            <a:ext cx="939233" cy="13853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2521641-8BAC-2680-B0D5-F14A71FA0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2011" y="2276293"/>
            <a:ext cx="4662027" cy="171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52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Création du marts_gender et table finale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D288E5C-589B-A267-2EC3-5EC186D9C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74" y="2195826"/>
            <a:ext cx="3191404" cy="195432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994FB06-2839-24B6-EE23-A765C925B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175" y="1727450"/>
            <a:ext cx="5747937" cy="282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95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DAG (</a:t>
            </a:r>
            <a:r>
              <a:rPr lang="fr-FR" sz="2500" b="0" i="0" u="none" strike="noStrike" cap="none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Directed</a:t>
            </a: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 </a:t>
            </a:r>
            <a:r>
              <a:rPr lang="fr-FR" sz="2500" b="0" i="0" u="none" strike="noStrike" cap="none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Acyclic</a:t>
            </a: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 Graph )</a:t>
            </a:r>
            <a:endParaRPr lang="fr-FR"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8" name="Picture 4" descr="Logo Data Openclassrooms">
            <a:extLst>
              <a:ext uri="{FF2B5EF4-FFF2-40B4-BE49-F238E27FC236}">
                <a16:creationId xmlns:a16="http://schemas.microsoft.com/office/drawing/2014/main" id="{F8739C06-829F-EF13-98FA-3BDCBEA72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525" y="2231409"/>
            <a:ext cx="2398639" cy="2373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roix 2">
            <a:extLst>
              <a:ext uri="{FF2B5EF4-FFF2-40B4-BE49-F238E27FC236}">
                <a16:creationId xmlns:a16="http://schemas.microsoft.com/office/drawing/2014/main" id="{CD0A4604-8286-DBE5-C177-58DD37A4EFBC}"/>
              </a:ext>
            </a:extLst>
          </p:cNvPr>
          <p:cNvSpPr/>
          <p:nvPr/>
        </p:nvSpPr>
        <p:spPr>
          <a:xfrm>
            <a:off x="4114800" y="2871573"/>
            <a:ext cx="914400" cy="914400"/>
          </a:xfrm>
          <a:prstGeom prst="plus">
            <a:avLst/>
          </a:prstGeom>
          <a:solidFill>
            <a:srgbClr val="004D4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CEA16B9-2A2C-EB30-9C9A-D22E73A3F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326" y="1127150"/>
            <a:ext cx="6594035" cy="37906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99335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Résultats et analyses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A8C3D6C-89E6-2489-A1DF-04AE66B47B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0295" y="1269045"/>
            <a:ext cx="7063409" cy="344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185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99335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Résultats et analyses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6024ADA-5AE7-F960-15EA-6EF672B09E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1513" y="1198551"/>
            <a:ext cx="7162800" cy="329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43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BC14810-009F-A7D3-774F-4B90F0D80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90" y="1330599"/>
            <a:ext cx="6948819" cy="3294237"/>
          </a:xfrm>
          <a:prstGeom prst="rect">
            <a:avLst/>
          </a:prstGeom>
        </p:spPr>
      </p:pic>
      <p:sp>
        <p:nvSpPr>
          <p:cNvPr id="64" name="Google Shape;64;p4"/>
          <p:cNvSpPr/>
          <p:nvPr/>
        </p:nvSpPr>
        <p:spPr>
          <a:xfrm>
            <a:off x="0" y="0"/>
            <a:ext cx="9144000" cy="99335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Résultats et analyses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837742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Merci !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1463316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3424</TotalTime>
  <Words>1187</Words>
  <Application>Microsoft Office PowerPoint</Application>
  <PresentationFormat>Affichage à l'écran (16:9)</PresentationFormat>
  <Paragraphs>114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Montserrat</vt:lpstr>
      <vt:lpstr>Arial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Zied Belhocine</cp:lastModifiedBy>
  <cp:revision>1</cp:revision>
  <dcterms:modified xsi:type="dcterms:W3CDTF">2026-04-16T13:31:40Z</dcterms:modified>
</cp:coreProperties>
</file>