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ed Belhocine" userId="200cc0e2b299676e" providerId="LiveId" clId="{3EBBFEB4-7E60-440A-B139-E25F34F33931}"/>
    <pc:docChg chg="modSld">
      <pc:chgData name="Zied Belhocine" userId="200cc0e2b299676e" providerId="LiveId" clId="{3EBBFEB4-7E60-440A-B139-E25F34F33931}" dt="2026-03-11T12:37:09.708" v="10" actId="13926"/>
      <pc:docMkLst>
        <pc:docMk/>
      </pc:docMkLst>
      <pc:sldChg chg="modSp mod">
        <pc:chgData name="Zied Belhocine" userId="200cc0e2b299676e" providerId="LiveId" clId="{3EBBFEB4-7E60-440A-B139-E25F34F33931}" dt="2026-03-11T12:36:57.389" v="5" actId="13926"/>
        <pc:sldMkLst>
          <pc:docMk/>
          <pc:sldMk cId="0" sldId="257"/>
        </pc:sldMkLst>
        <pc:spChg chg="mod">
          <ac:chgData name="Zied Belhocine" userId="200cc0e2b299676e" providerId="LiveId" clId="{3EBBFEB4-7E60-440A-B139-E25F34F33931}" dt="2026-03-11T12:36:57.389" v="5" actId="13926"/>
          <ac:spMkLst>
            <pc:docMk/>
            <pc:sldMk cId="0" sldId="257"/>
            <ac:spMk id="63" creationId="{00000000-0000-0000-0000-000000000000}"/>
          </ac:spMkLst>
        </pc:spChg>
      </pc:sldChg>
      <pc:sldChg chg="modSp mod">
        <pc:chgData name="Zied Belhocine" userId="200cc0e2b299676e" providerId="LiveId" clId="{3EBBFEB4-7E60-440A-B139-E25F34F33931}" dt="2026-03-11T12:37:09.708" v="10" actId="13926"/>
        <pc:sldMkLst>
          <pc:docMk/>
          <pc:sldMk cId="0" sldId="258"/>
        </pc:sldMkLst>
        <pc:spChg chg="mod">
          <ac:chgData name="Zied Belhocine" userId="200cc0e2b299676e" providerId="LiveId" clId="{3EBBFEB4-7E60-440A-B139-E25F34F33931}" dt="2026-03-11T12:37:09.708" v="10" actId="13926"/>
          <ac:spMkLst>
            <pc:docMk/>
            <pc:sldMk cId="0" sldId="258"/>
            <ac:spMk id="7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52150" y="1851250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52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[Nom du projet]</a:t>
            </a:r>
            <a:endParaRPr sz="52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[</a:t>
            </a:r>
            <a:r>
              <a:rPr lang="fr"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Nom de l’étudiant</a:t>
            </a:r>
            <a:r>
              <a:rPr lang="fr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2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[</a:t>
            </a:r>
            <a:r>
              <a:rPr lang="fr"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Cursus</a:t>
            </a:r>
            <a:r>
              <a:rPr lang="fr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2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[</a:t>
            </a:r>
            <a:r>
              <a:rPr lang="fr"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Date de la présentation</a:t>
            </a:r>
            <a:r>
              <a:rPr lang="fr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2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895525" y="1674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Datasets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Caractéristiques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Traitement réalisés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"/>
              <a:buChar char="○"/>
            </a:pPr>
            <a:r>
              <a:rPr lang="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Nettoyages des données</a:t>
            </a:r>
            <a:endParaRPr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"/>
              <a:buChar char="○"/>
            </a:pPr>
            <a:r>
              <a:rPr lang="fr" sz="1800" i="1" dirty="0">
                <a:solidFill>
                  <a:srgbClr val="999999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Features engineering ????</a:t>
            </a:r>
            <a:endParaRPr sz="1800" i="1" dirty="0">
              <a:solidFill>
                <a:srgbClr val="999999"/>
              </a:solidFill>
              <a:highlight>
                <a:srgbClr val="FFFF00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Remarques éventuelles, pièges ou difficultés rencontrées 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623400" y="1462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Choix des attributs ???</a:t>
            </a:r>
            <a:endParaRPr i="1" dirty="0">
              <a:solidFill>
                <a:srgbClr val="999999"/>
              </a:solidFill>
              <a:highlight>
                <a:srgbClr val="FFFF00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Clés utilisés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Vigilances particulières au cours du traitements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Difficultés ou pièges rencontrés</a:t>
            </a:r>
            <a:endParaRPr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6709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Méthodes statistiques employés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Graphique avec commentaire des résultats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Limites éventuelles de l’analyse 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6709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Méthodes statistiques employés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Graphique avec commentaire des résultats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Limites éventuelles de l’analyse </a:t>
            </a: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i="1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3f9e8f1567_0_7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Qu’est-ce qui s’est bien passé pour vous dans ce travail de nettoyage ?</a:t>
            </a:r>
            <a:endParaRPr i="1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Qu’est-ce que vous avez trouvé le plus difficile ?</a:t>
            </a:r>
            <a:endParaRPr i="1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Sur quelles tâches est-ce que vous pensez avoir besoin de plus d'entraînement ?</a:t>
            </a:r>
            <a:endParaRPr i="1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146</Words>
  <Application>Microsoft Office PowerPoint</Application>
  <PresentationFormat>Affichage à l'écran (16:9)</PresentationFormat>
  <Paragraphs>30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Montserrat</vt:lpstr>
      <vt:lpstr>Arial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Zied Belhocine</cp:lastModifiedBy>
  <cp:revision>1</cp:revision>
  <dcterms:modified xsi:type="dcterms:W3CDTF">2026-03-11T20:24:28Z</dcterms:modified>
</cp:coreProperties>
</file>