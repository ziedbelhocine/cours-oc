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77">
          <p15:clr>
            <a:srgbClr val="A4A3A4"/>
          </p15:clr>
        </p15:guide>
        <p15:guide id="2" pos="2721">
          <p15:clr>
            <a:srgbClr val="A4A3A4"/>
          </p15:clr>
        </p15:guide>
        <p15:guide id="3" pos="2438">
          <p15:clr>
            <a:srgbClr val="9AA0A6"/>
          </p15:clr>
        </p15:guide>
        <p15:guide id="4" pos="416">
          <p15:clr>
            <a:srgbClr val="9AA0A6"/>
          </p15:clr>
        </p15:guide>
        <p15:guide id="5" pos="1191">
          <p15:clr>
            <a:srgbClr val="9AA0A6"/>
          </p15:clr>
        </p15:guide>
        <p15:guide id="6" pos="638">
          <p15:clr>
            <a:srgbClr val="9AA0A6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ohyEog1akfKJRRdWquyApPmpA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7" d="100"/>
          <a:sy n="207" d="100"/>
        </p:scale>
        <p:origin x="150" y="168"/>
      </p:cViewPr>
      <p:guideLst>
        <p:guide orient="horz" pos="1077"/>
        <p:guide pos="2721"/>
        <p:guide pos="2438"/>
        <p:guide pos="416"/>
        <p:guide pos="1191"/>
        <p:guide pos="6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3f9e8f15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g13f9e8f15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3f9e8f1567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13f9e8f1567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652150" y="1851250"/>
            <a:ext cx="7983300" cy="8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2500"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" sz="5200" b="0" i="0" u="none" strike="noStrike" cap="none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[Nom du projet]</a:t>
            </a:r>
            <a:endParaRPr sz="5200" b="0" i="0" u="none" strike="noStrike" cap="none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" name="Google Shape;56;p1"/>
          <p:cNvSpPr txBox="1"/>
          <p:nvPr/>
        </p:nvSpPr>
        <p:spPr>
          <a:xfrm>
            <a:off x="4968964" y="3582148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[</a:t>
            </a:r>
            <a:r>
              <a:rPr lang="fr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Nom de l’étudiant</a:t>
            </a: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2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4968964" y="3975103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[</a:t>
            </a:r>
            <a:r>
              <a:rPr lang="fr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Cursus</a:t>
            </a: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2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4968964" y="4368058"/>
            <a:ext cx="3807680" cy="534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[</a:t>
            </a:r>
            <a:r>
              <a:rPr lang="fr"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Date de la présentation</a:t>
            </a:r>
            <a:r>
              <a:rPr lang="fr" sz="2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]</a:t>
            </a:r>
            <a:endParaRPr sz="280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"/>
          <p:cNvSpPr txBox="1">
            <a:spLocks noGrp="1"/>
          </p:cNvSpPr>
          <p:nvPr>
            <p:ph type="body" idx="1"/>
          </p:nvPr>
        </p:nvSpPr>
        <p:spPr>
          <a:xfrm>
            <a:off x="895525" y="16745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Datasets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Caractéristiques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Traitement réalisés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Montserrat"/>
              <a:buChar char="○"/>
            </a:pPr>
            <a:r>
              <a:rPr lang="fr" sz="1800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Nettoyages des données</a:t>
            </a:r>
            <a:endParaRPr sz="1800"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Montserrat"/>
              <a:buChar char="○"/>
            </a:pPr>
            <a:r>
              <a:rPr lang="fr" sz="1800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Features engineering</a:t>
            </a:r>
            <a:endParaRPr sz="1800"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Remarques éventuelles, pièges ou difficultés rencontrées 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B6D7A8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Analyses </a:t>
            </a:r>
            <a:r>
              <a:rPr lang="fr" sz="25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"/>
                  </a:ext>
                </a:extLst>
              </a:rPr>
              <a:t>Exploratoires</a:t>
            </a:r>
            <a:r>
              <a:rPr lang="fr" sz="2500" b="0" i="0" u="none" strike="noStrike" cap="none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 des Données </a:t>
            </a:r>
            <a:endParaRPr sz="2500" b="0" i="0" u="none" strike="noStrike" cap="none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body" idx="1"/>
          </p:nvPr>
        </p:nvSpPr>
        <p:spPr>
          <a:xfrm>
            <a:off x="623400" y="14627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Choix des attributs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Clés utilisés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Vigilances particulières au cours du traitements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Difficultés ou pièges rencontrés</a:t>
            </a:r>
            <a:endParaRPr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</a:pPr>
            <a:endParaRPr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Fusion ou consolidations des données</a:t>
            </a:r>
            <a:endParaRPr sz="2500" b="0" i="0" u="none" strike="noStrike" cap="none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"/>
          <p:cNvSpPr txBox="1">
            <a:spLocks noGrp="1"/>
          </p:cNvSpPr>
          <p:nvPr>
            <p:ph type="body" idx="1"/>
          </p:nvPr>
        </p:nvSpPr>
        <p:spPr>
          <a:xfrm>
            <a:off x="557279" y="1528607"/>
            <a:ext cx="6709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Méthodes statistiques employés</a:t>
            </a:r>
            <a:endParaRPr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Graphique avec commentaire des résultats</a:t>
            </a:r>
            <a:endParaRPr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Limites éventuelles de l’analyse </a:t>
            </a:r>
            <a:endParaRPr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univariées du prix</a:t>
            </a:r>
            <a:endParaRPr sz="2500" b="0" i="0" u="none" strike="noStrike" cap="none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"/>
          <p:cNvSpPr/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7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b="0" i="0" u="none" strike="noStrike" cap="none" dirty="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Analyses complémentaires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 dirty="0">
                <a:solidFill>
                  <a:srgbClr val="F3F3F3"/>
                </a:solidFill>
                <a:latin typeface="Montserrat"/>
                <a:sym typeface="Montserrat"/>
              </a:rPr>
              <a:t>CA, quantités, stocks, taux de marge et correlations</a:t>
            </a:r>
            <a:endParaRPr dirty="0"/>
          </a:p>
        </p:txBody>
      </p:sp>
      <p:sp>
        <p:nvSpPr>
          <p:cNvPr id="89" name="Google Shape;89;p7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7"/>
          <p:cNvSpPr txBox="1">
            <a:spLocks noGrp="1"/>
          </p:cNvSpPr>
          <p:nvPr>
            <p:ph type="body" idx="1"/>
          </p:nvPr>
        </p:nvSpPr>
        <p:spPr>
          <a:xfrm>
            <a:off x="557279" y="1528607"/>
            <a:ext cx="6709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Méthodes statistiques employés</a:t>
            </a:r>
            <a:endParaRPr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Graphique avec commentaire des résultats</a:t>
            </a:r>
            <a:endParaRPr i="1" dirty="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 dirty="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Limites éventuelles de l’analyse </a:t>
            </a:r>
            <a:endParaRPr dirty="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3f9e8f1567_0_0"/>
          <p:cNvSpPr/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13f9e8f1567_0_0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Actions pour la suite</a:t>
            </a:r>
            <a:endParaRPr/>
          </a:p>
        </p:txBody>
      </p:sp>
      <p:sp>
        <p:nvSpPr>
          <p:cNvPr id="97" name="Google Shape;97;g13f9e8f1567_0_0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g13f9e8f1567_0_0"/>
          <p:cNvSpPr txBox="1">
            <a:spLocks noGrp="1"/>
          </p:cNvSpPr>
          <p:nvPr>
            <p:ph type="body" idx="1"/>
          </p:nvPr>
        </p:nvSpPr>
        <p:spPr>
          <a:xfrm>
            <a:off x="557274" y="1528600"/>
            <a:ext cx="831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3f9e8f1567_0_7"/>
          <p:cNvSpPr/>
          <p:nvPr/>
        </p:nvSpPr>
        <p:spPr>
          <a:xfrm>
            <a:off x="0" y="0"/>
            <a:ext cx="9144000" cy="1390200"/>
          </a:xfrm>
          <a:prstGeom prst="rect">
            <a:avLst/>
          </a:prstGeom>
          <a:solidFill>
            <a:srgbClr val="004D4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g13f9e8f1567_0_7"/>
          <p:cNvSpPr txBox="1"/>
          <p:nvPr/>
        </p:nvSpPr>
        <p:spPr>
          <a:xfrm>
            <a:off x="895525" y="33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fr" sz="25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Point sur les compétences apprises</a:t>
            </a:r>
            <a:endParaRPr/>
          </a:p>
        </p:txBody>
      </p:sp>
      <p:sp>
        <p:nvSpPr>
          <p:cNvPr id="105" name="Google Shape;105;g13f9e8f1567_0_7"/>
          <p:cNvSpPr/>
          <p:nvPr/>
        </p:nvSpPr>
        <p:spPr>
          <a:xfrm>
            <a:off x="1012175" y="993350"/>
            <a:ext cx="452700" cy="50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13f9e8f1567_0_7"/>
          <p:cNvSpPr txBox="1">
            <a:spLocks noGrp="1"/>
          </p:cNvSpPr>
          <p:nvPr>
            <p:ph type="body" idx="1"/>
          </p:nvPr>
        </p:nvSpPr>
        <p:spPr>
          <a:xfrm>
            <a:off x="557274" y="1528600"/>
            <a:ext cx="8316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Qu’est-ce qui s’est bien passé pour vous dans ce travail de nettoyage ?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Qu’est-ce que vous avez trouvé le plus difficile ?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800"/>
              <a:buFont typeface="Montserrat"/>
              <a:buChar char="●"/>
            </a:pPr>
            <a:r>
              <a:rPr lang="fr" i="1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Sur quelles tâches est-ce que vous pensez avoir besoin de plus d'entraînement ?</a:t>
            </a:r>
            <a:endParaRPr i="1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</Words>
  <Application>Microsoft Office PowerPoint</Application>
  <PresentationFormat>Affichage à l'écran (16:9)</PresentationFormat>
  <Paragraphs>30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Montserrat</vt:lpstr>
      <vt:lpstr>Simple Light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JeY jEy</cp:lastModifiedBy>
  <cp:revision>1</cp:revision>
  <dcterms:modified xsi:type="dcterms:W3CDTF">2023-10-12T07:33:00Z</dcterms:modified>
</cp:coreProperties>
</file>