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3" r:id="rId4"/>
    <p:sldId id="271" r:id="rId5"/>
    <p:sldId id="275" r:id="rId6"/>
    <p:sldId id="276" r:id="rId7"/>
    <p:sldId id="277" r:id="rId8"/>
    <p:sldId id="270" r:id="rId9"/>
    <p:sldId id="264" r:id="rId10"/>
    <p:sldId id="258" r:id="rId11"/>
    <p:sldId id="266" r:id="rId12"/>
    <p:sldId id="281" r:id="rId13"/>
    <p:sldId id="278" r:id="rId14"/>
    <p:sldId id="269" r:id="rId15"/>
    <p:sldId id="259" r:id="rId16"/>
    <p:sldId id="268" r:id="rId17"/>
    <p:sldId id="279" r:id="rId18"/>
    <p:sldId id="260" r:id="rId19"/>
    <p:sldId id="261" r:id="rId20"/>
    <p:sldId id="262" r:id="rId21"/>
    <p:sldId id="283" r:id="rId22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D40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616" autoAdjust="0"/>
  </p:normalViewPr>
  <p:slideViewPr>
    <p:cSldViewPr snapToGrid="0">
      <p:cViewPr varScale="1">
        <p:scale>
          <a:sx n="140" d="100"/>
          <a:sy n="140" d="100"/>
        </p:scale>
        <p:origin x="774" y="108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ed Belhocine" userId="200cc0e2b299676e" providerId="LiveId" clId="{3EBBFEB4-7E60-440A-B139-E25F34F33931}"/>
    <pc:docChg chg="undo redo custSel addSld delSld modSld sldOrd">
      <pc:chgData name="Zied Belhocine" userId="200cc0e2b299676e" providerId="LiveId" clId="{3EBBFEB4-7E60-440A-B139-E25F34F33931}" dt="2026-03-26T14:42:43.506" v="5783" actId="20577"/>
      <pc:docMkLst>
        <pc:docMk/>
      </pc:docMkLst>
      <pc:sldChg chg="modSp mod">
        <pc:chgData name="Zied Belhocine" userId="200cc0e2b299676e" providerId="LiveId" clId="{3EBBFEB4-7E60-440A-B139-E25F34F33931}" dt="2026-03-26T10:52:19.414" v="4017" actId="20577"/>
        <pc:sldMkLst>
          <pc:docMk/>
          <pc:sldMk cId="0" sldId="256"/>
        </pc:sldMkLst>
        <pc:spChg chg="mod">
          <ac:chgData name="Zied Belhocine" userId="200cc0e2b299676e" providerId="LiveId" clId="{3EBBFEB4-7E60-440A-B139-E25F34F33931}" dt="2026-03-18T14:51:55.609" v="60" actId="20577"/>
          <ac:spMkLst>
            <pc:docMk/>
            <pc:sldMk cId="0" sldId="256"/>
            <ac:spMk id="55" creationId="{00000000-0000-0000-0000-000000000000}"/>
          </ac:spMkLst>
        </pc:spChg>
        <pc:spChg chg="mod">
          <ac:chgData name="Zied Belhocine" userId="200cc0e2b299676e" providerId="LiveId" clId="{3EBBFEB4-7E60-440A-B139-E25F34F33931}" dt="2026-03-18T14:52:08.110" v="77" actId="20577"/>
          <ac:spMkLst>
            <pc:docMk/>
            <pc:sldMk cId="0" sldId="256"/>
            <ac:spMk id="56" creationId="{00000000-0000-0000-0000-000000000000}"/>
          </ac:spMkLst>
        </pc:spChg>
        <pc:spChg chg="mod">
          <ac:chgData name="Zied Belhocine" userId="200cc0e2b299676e" providerId="LiveId" clId="{3EBBFEB4-7E60-440A-B139-E25F34F33931}" dt="2026-03-18T14:52:16.454" v="95" actId="20577"/>
          <ac:spMkLst>
            <pc:docMk/>
            <pc:sldMk cId="0" sldId="256"/>
            <ac:spMk id="57" creationId="{00000000-0000-0000-0000-000000000000}"/>
          </ac:spMkLst>
        </pc:spChg>
        <pc:spChg chg="mod">
          <ac:chgData name="Zied Belhocine" userId="200cc0e2b299676e" providerId="LiveId" clId="{3EBBFEB4-7E60-440A-B139-E25F34F33931}" dt="2026-03-26T10:52:19.414" v="4017" actId="20577"/>
          <ac:spMkLst>
            <pc:docMk/>
            <pc:sldMk cId="0" sldId="256"/>
            <ac:spMk id="58" creationId="{00000000-0000-0000-0000-000000000000}"/>
          </ac:spMkLst>
        </pc:spChg>
      </pc:sldChg>
      <pc:sldChg chg="addSp delSp modSp mod modNotesTx">
        <pc:chgData name="Zied Belhocine" userId="200cc0e2b299676e" providerId="LiveId" clId="{3EBBFEB4-7E60-440A-B139-E25F34F33931}" dt="2026-03-26T13:19:28.542" v="5568" actId="20577"/>
        <pc:sldMkLst>
          <pc:docMk/>
          <pc:sldMk cId="0" sldId="257"/>
        </pc:sldMkLst>
        <pc:spChg chg="add del mod">
          <ac:chgData name="Zied Belhocine" userId="200cc0e2b299676e" providerId="LiveId" clId="{3EBBFEB4-7E60-440A-B139-E25F34F33931}" dt="2026-03-20T09:42:59.363" v="167" actId="478"/>
          <ac:spMkLst>
            <pc:docMk/>
            <pc:sldMk cId="0" sldId="257"/>
            <ac:spMk id="8" creationId="{D6814559-AC09-A073-B976-0D79C293DFAA}"/>
          </ac:spMkLst>
        </pc:spChg>
        <pc:spChg chg="add del mod">
          <ac:chgData name="Zied Belhocine" userId="200cc0e2b299676e" providerId="LiveId" clId="{3EBBFEB4-7E60-440A-B139-E25F34F33931}" dt="2026-03-20T09:43:11.753" v="170" actId="478"/>
          <ac:spMkLst>
            <pc:docMk/>
            <pc:sldMk cId="0" sldId="257"/>
            <ac:spMk id="9" creationId="{BDA9F34F-FB43-2B47-9A2D-DC8A472F54A2}"/>
          </ac:spMkLst>
        </pc:spChg>
        <pc:spChg chg="add del mod">
          <ac:chgData name="Zied Belhocine" userId="200cc0e2b299676e" providerId="LiveId" clId="{3EBBFEB4-7E60-440A-B139-E25F34F33931}" dt="2026-03-20T09:43:13.320" v="171" actId="478"/>
          <ac:spMkLst>
            <pc:docMk/>
            <pc:sldMk cId="0" sldId="257"/>
            <ac:spMk id="10" creationId="{AE8B99F9-C24A-8CBA-386F-46D23E80145C}"/>
          </ac:spMkLst>
        </pc:spChg>
        <pc:spChg chg="add del mod">
          <ac:chgData name="Zied Belhocine" userId="200cc0e2b299676e" providerId="LiveId" clId="{3EBBFEB4-7E60-440A-B139-E25F34F33931}" dt="2026-03-20T10:11:15.254" v="209" actId="478"/>
          <ac:spMkLst>
            <pc:docMk/>
            <pc:sldMk cId="0" sldId="257"/>
            <ac:spMk id="11" creationId="{35484538-E684-5EB7-616B-EFE07FB7E9C6}"/>
          </ac:spMkLst>
        </pc:spChg>
        <pc:spChg chg="add del mod">
          <ac:chgData name="Zied Belhocine" userId="200cc0e2b299676e" providerId="LiveId" clId="{3EBBFEB4-7E60-440A-B139-E25F34F33931}" dt="2026-03-20T10:11:13.874" v="208" actId="478"/>
          <ac:spMkLst>
            <pc:docMk/>
            <pc:sldMk cId="0" sldId="257"/>
            <ac:spMk id="16" creationId="{29951221-CCF2-4C0C-FAA0-8D50A2DE8D98}"/>
          </ac:spMkLst>
        </pc:spChg>
        <pc:spChg chg="add del mod">
          <ac:chgData name="Zied Belhocine" userId="200cc0e2b299676e" providerId="LiveId" clId="{3EBBFEB4-7E60-440A-B139-E25F34F33931}" dt="2026-03-20T14:28:15.618" v="292" actId="113"/>
          <ac:spMkLst>
            <pc:docMk/>
            <pc:sldMk cId="0" sldId="257"/>
            <ac:spMk id="63" creationId="{00000000-0000-0000-0000-000000000000}"/>
          </ac:spMkLst>
        </pc:spChg>
        <pc:spChg chg="mod">
          <ac:chgData name="Zied Belhocine" userId="200cc0e2b299676e" providerId="LiveId" clId="{3EBBFEB4-7E60-440A-B139-E25F34F33931}" dt="2026-03-20T14:27:34.490" v="239" actId="1076"/>
          <ac:spMkLst>
            <pc:docMk/>
            <pc:sldMk cId="0" sldId="257"/>
            <ac:spMk id="65" creationId="{00000000-0000-0000-0000-000000000000}"/>
          </ac:spMkLst>
        </pc:spChg>
        <pc:picChg chg="add del mod">
          <ac:chgData name="Zied Belhocine" userId="200cc0e2b299676e" providerId="LiveId" clId="{3EBBFEB4-7E60-440A-B139-E25F34F33931}" dt="2026-03-20T14:23:03.064" v="228" actId="478"/>
          <ac:picMkLst>
            <pc:docMk/>
            <pc:sldMk cId="0" sldId="257"/>
            <ac:picMk id="3" creationId="{BBB52B33-FD9C-1116-8FEC-DD86A9C1F147}"/>
          </ac:picMkLst>
        </pc:picChg>
        <pc:picChg chg="add del mod">
          <ac:chgData name="Zied Belhocine" userId="200cc0e2b299676e" providerId="LiveId" clId="{3EBBFEB4-7E60-440A-B139-E25F34F33931}" dt="2026-03-20T14:22:31.599" v="221" actId="21"/>
          <ac:picMkLst>
            <pc:docMk/>
            <pc:sldMk cId="0" sldId="257"/>
            <ac:picMk id="5" creationId="{C3BF7A50-F719-68EB-375F-8037B487F83E}"/>
          </ac:picMkLst>
        </pc:picChg>
        <pc:picChg chg="add del mod">
          <ac:chgData name="Zied Belhocine" userId="200cc0e2b299676e" providerId="LiveId" clId="{3EBBFEB4-7E60-440A-B139-E25F34F33931}" dt="2026-03-20T14:22:31.599" v="221" actId="21"/>
          <ac:picMkLst>
            <pc:docMk/>
            <pc:sldMk cId="0" sldId="257"/>
            <ac:picMk id="7" creationId="{4F690169-DDB3-D0F4-ECD1-4DE8B4D47178}"/>
          </ac:picMkLst>
        </pc:picChg>
        <pc:picChg chg="add del mod">
          <ac:chgData name="Zied Belhocine" userId="200cc0e2b299676e" providerId="LiveId" clId="{3EBBFEB4-7E60-440A-B139-E25F34F33931}" dt="2026-03-20T14:23:02.640" v="227" actId="478"/>
          <ac:picMkLst>
            <pc:docMk/>
            <pc:sldMk cId="0" sldId="257"/>
            <ac:picMk id="13" creationId="{7A525BE4-FCDC-42BE-6B78-F86AC5959ADA}"/>
          </ac:picMkLst>
        </pc:picChg>
        <pc:picChg chg="add del mod">
          <ac:chgData name="Zied Belhocine" userId="200cc0e2b299676e" providerId="LiveId" clId="{3EBBFEB4-7E60-440A-B139-E25F34F33931}" dt="2026-03-20T14:22:31.599" v="221" actId="21"/>
          <ac:picMkLst>
            <pc:docMk/>
            <pc:sldMk cId="0" sldId="257"/>
            <ac:picMk id="17" creationId="{DA486D9B-F822-FF9F-B092-B398EC916801}"/>
          </ac:picMkLst>
        </pc:picChg>
        <pc:picChg chg="add del mod">
          <ac:chgData name="Zied Belhocine" userId="200cc0e2b299676e" providerId="LiveId" clId="{3EBBFEB4-7E60-440A-B139-E25F34F33931}" dt="2026-03-20T14:22:31.599" v="221" actId="21"/>
          <ac:picMkLst>
            <pc:docMk/>
            <pc:sldMk cId="0" sldId="257"/>
            <ac:picMk id="18" creationId="{144D77FC-ACB1-7DB8-EC62-C065CDECA417}"/>
          </ac:picMkLst>
        </pc:picChg>
        <pc:picChg chg="add mod">
          <ac:chgData name="Zied Belhocine" userId="200cc0e2b299676e" providerId="LiveId" clId="{3EBBFEB4-7E60-440A-B139-E25F34F33931}" dt="2026-03-20T14:25:05.407" v="231" actId="1076"/>
          <ac:picMkLst>
            <pc:docMk/>
            <pc:sldMk cId="0" sldId="257"/>
            <ac:picMk id="20" creationId="{C85FA2A2-F34A-677E-42C6-ABAB3CFA0369}"/>
          </ac:picMkLst>
        </pc:picChg>
        <pc:picChg chg="add mod">
          <ac:chgData name="Zied Belhocine" userId="200cc0e2b299676e" providerId="LiveId" clId="{3EBBFEB4-7E60-440A-B139-E25F34F33931}" dt="2026-03-20T14:26:20.912" v="234" actId="1076"/>
          <ac:picMkLst>
            <pc:docMk/>
            <pc:sldMk cId="0" sldId="257"/>
            <ac:picMk id="21" creationId="{E28848A9-B81D-17AD-83E9-6B9E6322CF17}"/>
          </ac:picMkLst>
        </pc:picChg>
        <pc:picChg chg="add mod">
          <ac:chgData name="Zied Belhocine" userId="200cc0e2b299676e" providerId="LiveId" clId="{3EBBFEB4-7E60-440A-B139-E25F34F33931}" dt="2026-03-20T10:29:20.740" v="218" actId="1076"/>
          <ac:picMkLst>
            <pc:docMk/>
            <pc:sldMk cId="0" sldId="257"/>
            <ac:picMk id="1026" creationId="{3C45665D-B1F1-C90F-019D-96B0A3CD0F88}"/>
          </ac:picMkLst>
        </pc:picChg>
        <pc:cxnChg chg="add del mod">
          <ac:chgData name="Zied Belhocine" userId="200cc0e2b299676e" providerId="LiveId" clId="{3EBBFEB4-7E60-440A-B139-E25F34F33931}" dt="2026-03-20T10:11:12.652" v="207" actId="478"/>
          <ac:cxnSpMkLst>
            <pc:docMk/>
            <pc:sldMk cId="0" sldId="257"/>
            <ac:cxnSpMk id="15" creationId="{905F6D42-1B80-7FD3-B0DF-6BFE658E9789}"/>
          </ac:cxnSpMkLst>
        </pc:cxnChg>
      </pc:sldChg>
      <pc:sldChg chg="addSp delSp modSp mod">
        <pc:chgData name="Zied Belhocine" userId="200cc0e2b299676e" providerId="LiveId" clId="{3EBBFEB4-7E60-440A-B139-E25F34F33931}" dt="2026-03-26T13:33:35.954" v="5631" actId="20577"/>
        <pc:sldMkLst>
          <pc:docMk/>
          <pc:sldMk cId="0" sldId="258"/>
        </pc:sldMkLst>
        <pc:spChg chg="add mod">
          <ac:chgData name="Zied Belhocine" userId="200cc0e2b299676e" providerId="LiveId" clId="{3EBBFEB4-7E60-440A-B139-E25F34F33931}" dt="2026-03-23T16:24:33.062" v="1689" actId="1038"/>
          <ac:spMkLst>
            <pc:docMk/>
            <pc:sldMk cId="0" sldId="258"/>
            <ac:spMk id="5" creationId="{97096B67-6984-47F5-5453-AD015CA480C8}"/>
          </ac:spMkLst>
        </pc:spChg>
        <pc:spChg chg="add mod">
          <ac:chgData name="Zied Belhocine" userId="200cc0e2b299676e" providerId="LiveId" clId="{3EBBFEB4-7E60-440A-B139-E25F34F33931}" dt="2026-03-23T16:24:33.062" v="1689" actId="1038"/>
          <ac:spMkLst>
            <pc:docMk/>
            <pc:sldMk cId="0" sldId="258"/>
            <ac:spMk id="6" creationId="{F99F1D7B-2590-7643-1058-10AB6F86DC0C}"/>
          </ac:spMkLst>
        </pc:spChg>
        <pc:spChg chg="add mod">
          <ac:chgData name="Zied Belhocine" userId="200cc0e2b299676e" providerId="LiveId" clId="{3EBBFEB4-7E60-440A-B139-E25F34F33931}" dt="2026-03-23T16:24:33.062" v="1689" actId="1038"/>
          <ac:spMkLst>
            <pc:docMk/>
            <pc:sldMk cId="0" sldId="258"/>
            <ac:spMk id="7" creationId="{B5046D20-D323-A0D8-5442-BBC76643C865}"/>
          </ac:spMkLst>
        </pc:spChg>
        <pc:spChg chg="add mod">
          <ac:chgData name="Zied Belhocine" userId="200cc0e2b299676e" providerId="LiveId" clId="{3EBBFEB4-7E60-440A-B139-E25F34F33931}" dt="2026-03-23T16:24:33.062" v="1689" actId="1038"/>
          <ac:spMkLst>
            <pc:docMk/>
            <pc:sldMk cId="0" sldId="258"/>
            <ac:spMk id="8" creationId="{95694F21-F45D-0A7F-35CF-048B8C74898A}"/>
          </ac:spMkLst>
        </pc:spChg>
        <pc:spChg chg="add mod">
          <ac:chgData name="Zied Belhocine" userId="200cc0e2b299676e" providerId="LiveId" clId="{3EBBFEB4-7E60-440A-B139-E25F34F33931}" dt="2026-03-23T16:23:23.410" v="1537" actId="767"/>
          <ac:spMkLst>
            <pc:docMk/>
            <pc:sldMk cId="0" sldId="258"/>
            <ac:spMk id="15" creationId="{35D1DF5E-BC63-BD42-C612-834D1162FE52}"/>
          </ac:spMkLst>
        </pc:spChg>
        <pc:spChg chg="mod">
          <ac:chgData name="Zied Belhocine" userId="200cc0e2b299676e" providerId="LiveId" clId="{3EBBFEB4-7E60-440A-B139-E25F34F33931}" dt="2026-03-26T13:33:35.954" v="5631" actId="20577"/>
          <ac:spMkLst>
            <pc:docMk/>
            <pc:sldMk cId="0" sldId="258"/>
            <ac:spMk id="71" creationId="{00000000-0000-0000-0000-000000000000}"/>
          </ac:spMkLst>
        </pc:spChg>
        <pc:picChg chg="add mod">
          <ac:chgData name="Zied Belhocine" userId="200cc0e2b299676e" providerId="LiveId" clId="{3EBBFEB4-7E60-440A-B139-E25F34F33931}" dt="2026-03-23T16:24:33.062" v="1689" actId="1038"/>
          <ac:picMkLst>
            <pc:docMk/>
            <pc:sldMk cId="0" sldId="258"/>
            <ac:picMk id="2" creationId="{DC45EBB6-63BB-BFB4-C2E9-60F2B15E8369}"/>
          </ac:picMkLst>
        </pc:picChg>
        <pc:picChg chg="add del mod">
          <ac:chgData name="Zied Belhocine" userId="200cc0e2b299676e" providerId="LiveId" clId="{3EBBFEB4-7E60-440A-B139-E25F34F33931}" dt="2026-03-23T16:55:16.429" v="1730" actId="478"/>
          <ac:picMkLst>
            <pc:docMk/>
            <pc:sldMk cId="0" sldId="258"/>
            <ac:picMk id="3" creationId="{6E105C2E-F2C8-32F4-9696-5F15750B50A7}"/>
          </ac:picMkLst>
        </pc:picChg>
        <pc:picChg chg="add mod">
          <ac:chgData name="Zied Belhocine" userId="200cc0e2b299676e" providerId="LiveId" clId="{3EBBFEB4-7E60-440A-B139-E25F34F33931}" dt="2026-03-23T16:24:33.062" v="1689" actId="1038"/>
          <ac:picMkLst>
            <pc:docMk/>
            <pc:sldMk cId="0" sldId="258"/>
            <ac:picMk id="4" creationId="{F4696287-A89D-8434-2016-FC6B42E360AF}"/>
          </ac:picMkLst>
        </pc:picChg>
        <pc:picChg chg="add mod ord">
          <ac:chgData name="Zied Belhocine" userId="200cc0e2b299676e" providerId="LiveId" clId="{3EBBFEB4-7E60-440A-B139-E25F34F33931}" dt="2026-03-23T16:55:18.894" v="1734" actId="1035"/>
          <ac:picMkLst>
            <pc:docMk/>
            <pc:sldMk cId="0" sldId="258"/>
            <ac:picMk id="16" creationId="{44940CC9-32CE-CF8F-74A3-B3B0CE48449B}"/>
          </ac:picMkLst>
        </pc:picChg>
        <pc:cxnChg chg="add mod">
          <ac:chgData name="Zied Belhocine" userId="200cc0e2b299676e" providerId="LiveId" clId="{3EBBFEB4-7E60-440A-B139-E25F34F33931}" dt="2026-03-23T16:24:33.062" v="1689" actId="1038"/>
          <ac:cxnSpMkLst>
            <pc:docMk/>
            <pc:sldMk cId="0" sldId="258"/>
            <ac:cxnSpMk id="10" creationId="{28489561-FC01-287E-800F-3B50C807A56C}"/>
          </ac:cxnSpMkLst>
        </pc:cxnChg>
        <pc:cxnChg chg="add mod">
          <ac:chgData name="Zied Belhocine" userId="200cc0e2b299676e" providerId="LiveId" clId="{3EBBFEB4-7E60-440A-B139-E25F34F33931}" dt="2026-03-23T16:24:33.062" v="1689" actId="1038"/>
          <ac:cxnSpMkLst>
            <pc:docMk/>
            <pc:sldMk cId="0" sldId="258"/>
            <ac:cxnSpMk id="12" creationId="{6FBA4CEA-BDD2-85DC-4EED-917C932761A6}"/>
          </ac:cxnSpMkLst>
        </pc:cxnChg>
      </pc:sldChg>
      <pc:sldChg chg="addSp delSp modSp mod">
        <pc:chgData name="Zied Belhocine" userId="200cc0e2b299676e" providerId="LiveId" clId="{3EBBFEB4-7E60-440A-B139-E25F34F33931}" dt="2026-03-26T11:14:20.591" v="4366" actId="20577"/>
        <pc:sldMkLst>
          <pc:docMk/>
          <pc:sldMk cId="0" sldId="259"/>
        </pc:sldMkLst>
        <pc:spChg chg="add mod">
          <ac:chgData name="Zied Belhocine" userId="200cc0e2b299676e" providerId="LiveId" clId="{3EBBFEB4-7E60-440A-B139-E25F34F33931}" dt="2026-03-25T07:23:37.279" v="4005" actId="20577"/>
          <ac:spMkLst>
            <pc:docMk/>
            <pc:sldMk cId="0" sldId="259"/>
            <ac:spMk id="4" creationId="{36D760E0-3CB2-A87C-2FAD-F5054A40AFDE}"/>
          </ac:spMkLst>
        </pc:spChg>
        <pc:spChg chg="add del mod">
          <ac:chgData name="Zied Belhocine" userId="200cc0e2b299676e" providerId="LiveId" clId="{3EBBFEB4-7E60-440A-B139-E25F34F33931}" dt="2026-03-24T13:50:35.570" v="2693" actId="478"/>
          <ac:spMkLst>
            <pc:docMk/>
            <pc:sldMk cId="0" sldId="259"/>
            <ac:spMk id="8" creationId="{3CAE49CF-E809-0BB5-B6E2-AE1A5AF7CFA7}"/>
          </ac:spMkLst>
        </pc:spChg>
        <pc:spChg chg="del mod">
          <ac:chgData name="Zied Belhocine" userId="200cc0e2b299676e" providerId="LiveId" clId="{3EBBFEB4-7E60-440A-B139-E25F34F33931}" dt="2026-03-24T13:50:31.635" v="2692" actId="478"/>
          <ac:spMkLst>
            <pc:docMk/>
            <pc:sldMk cId="0" sldId="259"/>
            <ac:spMk id="79" creationId="{00000000-0000-0000-0000-000000000000}"/>
          </ac:spMkLst>
        </pc:spChg>
        <pc:spChg chg="mod">
          <ac:chgData name="Zied Belhocine" userId="200cc0e2b299676e" providerId="LiveId" clId="{3EBBFEB4-7E60-440A-B139-E25F34F33931}" dt="2026-03-26T11:14:20.591" v="4366" actId="20577"/>
          <ac:spMkLst>
            <pc:docMk/>
            <pc:sldMk cId="0" sldId="259"/>
            <ac:spMk id="81" creationId="{00000000-0000-0000-0000-000000000000}"/>
          </ac:spMkLst>
        </pc:spChg>
        <pc:picChg chg="add del mod">
          <ac:chgData name="Zied Belhocine" userId="200cc0e2b299676e" providerId="LiveId" clId="{3EBBFEB4-7E60-440A-B139-E25F34F33931}" dt="2026-03-24T13:50:20.591" v="2689" actId="478"/>
          <ac:picMkLst>
            <pc:docMk/>
            <pc:sldMk cId="0" sldId="259"/>
            <ac:picMk id="3" creationId="{8A219962-535B-B0E7-AD06-AF6BC83C386B}"/>
          </ac:picMkLst>
        </pc:picChg>
        <pc:picChg chg="add del mod">
          <ac:chgData name="Zied Belhocine" userId="200cc0e2b299676e" providerId="LiveId" clId="{3EBBFEB4-7E60-440A-B139-E25F34F33931}" dt="2026-03-24T13:56:54.058" v="2828" actId="478"/>
          <ac:picMkLst>
            <pc:docMk/>
            <pc:sldMk cId="0" sldId="259"/>
            <ac:picMk id="6" creationId="{1F128904-1024-280B-2655-C2B03422DB3F}"/>
          </ac:picMkLst>
        </pc:picChg>
        <pc:picChg chg="add mod">
          <ac:chgData name="Zied Belhocine" userId="200cc0e2b299676e" providerId="LiveId" clId="{3EBBFEB4-7E60-440A-B139-E25F34F33931}" dt="2026-03-24T13:57:02.719" v="2832" actId="14100"/>
          <ac:picMkLst>
            <pc:docMk/>
            <pc:sldMk cId="0" sldId="259"/>
            <ac:picMk id="10" creationId="{9C3EE83E-6679-0E8F-44F5-E32B1A51E85B}"/>
          </ac:picMkLst>
        </pc:picChg>
      </pc:sldChg>
      <pc:sldChg chg="addSp delSp modSp add del mod ord">
        <pc:chgData name="Zied Belhocine" userId="200cc0e2b299676e" providerId="LiveId" clId="{3EBBFEB4-7E60-440A-B139-E25F34F33931}" dt="2026-03-26T11:14:00.063" v="4354" actId="20577"/>
        <pc:sldMkLst>
          <pc:docMk/>
          <pc:sldMk cId="0" sldId="260"/>
        </pc:sldMkLst>
        <pc:spChg chg="add mod">
          <ac:chgData name="Zied Belhocine" userId="200cc0e2b299676e" providerId="LiveId" clId="{3EBBFEB4-7E60-440A-B139-E25F34F33931}" dt="2026-03-24T14:10:40.051" v="3330" actId="20577"/>
          <ac:spMkLst>
            <pc:docMk/>
            <pc:sldMk cId="0" sldId="260"/>
            <ac:spMk id="5" creationId="{2BE69BB0-AE7E-062C-349A-0BC320925ACC}"/>
          </ac:spMkLst>
        </pc:spChg>
        <pc:spChg chg="mod">
          <ac:chgData name="Zied Belhocine" userId="200cc0e2b299676e" providerId="LiveId" clId="{3EBBFEB4-7E60-440A-B139-E25F34F33931}" dt="2026-03-24T14:05:24.062" v="3124" actId="1076"/>
          <ac:spMkLst>
            <pc:docMk/>
            <pc:sldMk cId="0" sldId="260"/>
            <ac:spMk id="87" creationId="{00000000-0000-0000-0000-000000000000}"/>
          </ac:spMkLst>
        </pc:spChg>
        <pc:spChg chg="mod">
          <ac:chgData name="Zied Belhocine" userId="200cc0e2b299676e" providerId="LiveId" clId="{3EBBFEB4-7E60-440A-B139-E25F34F33931}" dt="2026-03-26T11:14:00.063" v="4354" actId="20577"/>
          <ac:spMkLst>
            <pc:docMk/>
            <pc:sldMk cId="0" sldId="260"/>
            <ac:spMk id="88" creationId="{00000000-0000-0000-0000-000000000000}"/>
          </ac:spMkLst>
        </pc:spChg>
        <pc:spChg chg="del mod">
          <ac:chgData name="Zied Belhocine" userId="200cc0e2b299676e" providerId="LiveId" clId="{3EBBFEB4-7E60-440A-B139-E25F34F33931}" dt="2026-03-24T14:05:20.628" v="3122" actId="478"/>
          <ac:spMkLst>
            <pc:docMk/>
            <pc:sldMk cId="0" sldId="260"/>
            <ac:spMk id="90" creationId="{00000000-0000-0000-0000-000000000000}"/>
          </ac:spMkLst>
        </pc:spChg>
        <pc:picChg chg="add del mod">
          <ac:chgData name="Zied Belhocine" userId="200cc0e2b299676e" providerId="LiveId" clId="{3EBBFEB4-7E60-440A-B139-E25F34F33931}" dt="2026-03-24T14:09:46.868" v="3246" actId="478"/>
          <ac:picMkLst>
            <pc:docMk/>
            <pc:sldMk cId="0" sldId="260"/>
            <ac:picMk id="3" creationId="{073B6BAA-55A9-606A-EB56-832C333B0A68}"/>
          </ac:picMkLst>
        </pc:picChg>
        <pc:picChg chg="add del mod">
          <ac:chgData name="Zied Belhocine" userId="200cc0e2b299676e" providerId="LiveId" clId="{3EBBFEB4-7E60-440A-B139-E25F34F33931}" dt="2026-03-24T14:09:47.472" v="3247" actId="478"/>
          <ac:picMkLst>
            <pc:docMk/>
            <pc:sldMk cId="0" sldId="260"/>
            <ac:picMk id="7" creationId="{A313D1BE-A186-AD37-F24A-107473F8881F}"/>
          </ac:picMkLst>
        </pc:picChg>
        <pc:picChg chg="add del mod">
          <ac:chgData name="Zied Belhocine" userId="200cc0e2b299676e" providerId="LiveId" clId="{3EBBFEB4-7E60-440A-B139-E25F34F33931}" dt="2026-03-24T14:09:48.848" v="3250" actId="22"/>
          <ac:picMkLst>
            <pc:docMk/>
            <pc:sldMk cId="0" sldId="260"/>
            <ac:picMk id="9" creationId="{9116C661-7467-CBC3-DB2B-ED31F9A4977F}"/>
          </ac:picMkLst>
        </pc:picChg>
      </pc:sldChg>
      <pc:sldChg chg="addSp delSp modSp mod">
        <pc:chgData name="Zied Belhocine" userId="200cc0e2b299676e" providerId="LiveId" clId="{3EBBFEB4-7E60-440A-B139-E25F34F33931}" dt="2026-03-26T14:40:59.643" v="5769" actId="20577"/>
        <pc:sldMkLst>
          <pc:docMk/>
          <pc:sldMk cId="0" sldId="261"/>
        </pc:sldMkLst>
        <pc:spChg chg="add mod">
          <ac:chgData name="Zied Belhocine" userId="200cc0e2b299676e" providerId="LiveId" clId="{3EBBFEB4-7E60-440A-B139-E25F34F33931}" dt="2026-03-26T14:40:59.643" v="5769" actId="20577"/>
          <ac:spMkLst>
            <pc:docMk/>
            <pc:sldMk cId="0" sldId="261"/>
            <ac:spMk id="2" creationId="{473E2C19-96EE-614D-42C2-32C218CC5242}"/>
          </ac:spMkLst>
        </pc:spChg>
        <pc:spChg chg="del mod">
          <ac:chgData name="Zied Belhocine" userId="200cc0e2b299676e" providerId="LiveId" clId="{3EBBFEB4-7E60-440A-B139-E25F34F33931}" dt="2026-03-24T14:00:23.931" v="2847" actId="478"/>
          <ac:spMkLst>
            <pc:docMk/>
            <pc:sldMk cId="0" sldId="261"/>
            <ac:spMk id="98" creationId="{00000000-0000-0000-0000-000000000000}"/>
          </ac:spMkLst>
        </pc:spChg>
      </pc:sldChg>
      <pc:sldChg chg="modSp mod">
        <pc:chgData name="Zied Belhocine" userId="200cc0e2b299676e" providerId="LiveId" clId="{3EBBFEB4-7E60-440A-B139-E25F34F33931}" dt="2026-03-26T11:17:22.623" v="4458" actId="20577"/>
        <pc:sldMkLst>
          <pc:docMk/>
          <pc:sldMk cId="0" sldId="262"/>
        </pc:sldMkLst>
        <pc:spChg chg="mod">
          <ac:chgData name="Zied Belhocine" userId="200cc0e2b299676e" providerId="LiveId" clId="{3EBBFEB4-7E60-440A-B139-E25F34F33931}" dt="2026-03-26T11:17:22.623" v="4458" actId="20577"/>
          <ac:spMkLst>
            <pc:docMk/>
            <pc:sldMk cId="0" sldId="262"/>
            <ac:spMk id="106" creationId="{00000000-0000-0000-0000-000000000000}"/>
          </ac:spMkLst>
        </pc:spChg>
      </pc:sldChg>
      <pc:sldChg chg="addSp delSp modSp add mod modNotesTx">
        <pc:chgData name="Zied Belhocine" userId="200cc0e2b299676e" providerId="LiveId" clId="{3EBBFEB4-7E60-440A-B139-E25F34F33931}" dt="2026-03-26T14:21:56.255" v="5747" actId="1076"/>
        <pc:sldMkLst>
          <pc:docMk/>
          <pc:sldMk cId="3983975120" sldId="263"/>
        </pc:sldMkLst>
        <pc:spChg chg="add mod">
          <ac:chgData name="Zied Belhocine" userId="200cc0e2b299676e" providerId="LiveId" clId="{3EBBFEB4-7E60-440A-B139-E25F34F33931}" dt="2026-03-20T15:10:32.269" v="512" actId="20577"/>
          <ac:spMkLst>
            <pc:docMk/>
            <pc:sldMk cId="3983975120" sldId="263"/>
            <ac:spMk id="3" creationId="{326C2488-E6F3-F8DF-BAE3-86F62BE6F959}"/>
          </ac:spMkLst>
        </pc:spChg>
        <pc:spChg chg="add del">
          <ac:chgData name="Zied Belhocine" userId="200cc0e2b299676e" providerId="LiveId" clId="{3EBBFEB4-7E60-440A-B139-E25F34F33931}" dt="2026-03-26T13:48:22.798" v="5724" actId="22"/>
          <ac:spMkLst>
            <pc:docMk/>
            <pc:sldMk cId="3983975120" sldId="263"/>
            <ac:spMk id="4" creationId="{7CF48E27-0881-1CDA-856C-602C19D4C6BD}"/>
          </ac:spMkLst>
        </pc:spChg>
        <pc:spChg chg="add del mod">
          <ac:chgData name="Zied Belhocine" userId="200cc0e2b299676e" providerId="LiveId" clId="{3EBBFEB4-7E60-440A-B139-E25F34F33931}" dt="2026-03-20T14:53:48.948" v="374"/>
          <ac:spMkLst>
            <pc:docMk/>
            <pc:sldMk cId="3983975120" sldId="263"/>
            <ac:spMk id="6" creationId="{16648781-247A-C7E2-4918-91913AECBAB3}"/>
          </ac:spMkLst>
        </pc:spChg>
        <pc:spChg chg="del mod">
          <ac:chgData name="Zied Belhocine" userId="200cc0e2b299676e" providerId="LiveId" clId="{3EBBFEB4-7E60-440A-B139-E25F34F33931}" dt="2026-03-20T14:30:50.776" v="307" actId="478"/>
          <ac:spMkLst>
            <pc:docMk/>
            <pc:sldMk cId="3983975120" sldId="263"/>
            <ac:spMk id="63" creationId="{00000000-0000-0000-0000-000000000000}"/>
          </ac:spMkLst>
        </pc:spChg>
        <pc:spChg chg="mod">
          <ac:chgData name="Zied Belhocine" userId="200cc0e2b299676e" providerId="LiveId" clId="{3EBBFEB4-7E60-440A-B139-E25F34F33931}" dt="2026-03-20T14:31:16.838" v="318" actId="27636"/>
          <ac:spMkLst>
            <pc:docMk/>
            <pc:sldMk cId="3983975120" sldId="263"/>
            <ac:spMk id="65" creationId="{00000000-0000-0000-0000-000000000000}"/>
          </ac:spMkLst>
        </pc:spChg>
        <pc:spChg chg="del">
          <ac:chgData name="Zied Belhocine" userId="200cc0e2b299676e" providerId="LiveId" clId="{3EBBFEB4-7E60-440A-B139-E25F34F33931}" dt="2026-03-20T14:31:18.783" v="319" actId="478"/>
          <ac:spMkLst>
            <pc:docMk/>
            <pc:sldMk cId="3983975120" sldId="263"/>
            <ac:spMk id="66" creationId="{00000000-0000-0000-0000-000000000000}"/>
          </ac:spMkLst>
        </pc:spChg>
        <pc:picChg chg="add del mod">
          <ac:chgData name="Zied Belhocine" userId="200cc0e2b299676e" providerId="LiveId" clId="{3EBBFEB4-7E60-440A-B139-E25F34F33931}" dt="2026-03-20T14:54:09.595" v="377" actId="478"/>
          <ac:picMkLst>
            <pc:docMk/>
            <pc:sldMk cId="3983975120" sldId="263"/>
            <ac:picMk id="4" creationId="{F840DCA8-1CC6-6882-4F85-D5151F1F5EC8}"/>
          </ac:picMkLst>
        </pc:picChg>
        <pc:picChg chg="add mod">
          <ac:chgData name="Zied Belhocine" userId="200cc0e2b299676e" providerId="LiveId" clId="{3EBBFEB4-7E60-440A-B139-E25F34F33931}" dt="2026-03-20T14:59:49.727" v="429" actId="1076"/>
          <ac:picMkLst>
            <pc:docMk/>
            <pc:sldMk cId="3983975120" sldId="263"/>
            <ac:picMk id="5" creationId="{A6D99D40-1696-C8F6-0857-A7A7E878EA44}"/>
          </ac:picMkLst>
        </pc:picChg>
        <pc:picChg chg="add del mod">
          <ac:chgData name="Zied Belhocine" userId="200cc0e2b299676e" providerId="LiveId" clId="{3EBBFEB4-7E60-440A-B139-E25F34F33931}" dt="2026-03-26T13:49:18.575" v="5732" actId="478"/>
          <ac:picMkLst>
            <pc:docMk/>
            <pc:sldMk cId="3983975120" sldId="263"/>
            <ac:picMk id="7" creationId="{9434DE52-A72B-0536-9B38-9DFB3D4BB76D}"/>
          </ac:picMkLst>
        </pc:picChg>
        <pc:picChg chg="add del mod">
          <ac:chgData name="Zied Belhocine" userId="200cc0e2b299676e" providerId="LiveId" clId="{3EBBFEB4-7E60-440A-B139-E25F34F33931}" dt="2026-03-20T14:59:28.432" v="424" actId="478"/>
          <ac:picMkLst>
            <pc:docMk/>
            <pc:sldMk cId="3983975120" sldId="263"/>
            <ac:picMk id="8" creationId="{D21E7388-184C-A8C2-0101-B5272688F95D}"/>
          </ac:picMkLst>
        </pc:picChg>
        <pc:picChg chg="add mod">
          <ac:chgData name="Zied Belhocine" userId="200cc0e2b299676e" providerId="LiveId" clId="{3EBBFEB4-7E60-440A-B139-E25F34F33931}" dt="2026-03-26T14:21:56.255" v="5747" actId="1076"/>
          <ac:picMkLst>
            <pc:docMk/>
            <pc:sldMk cId="3983975120" sldId="263"/>
            <ac:picMk id="9" creationId="{531179FC-60DC-B0BE-9015-2266EC8402BF}"/>
          </ac:picMkLst>
        </pc:picChg>
        <pc:picChg chg="add del mod">
          <ac:chgData name="Zied Belhocine" userId="200cc0e2b299676e" providerId="LiveId" clId="{3EBBFEB4-7E60-440A-B139-E25F34F33931}" dt="2026-03-20T14:59:28.432" v="424" actId="478"/>
          <ac:picMkLst>
            <pc:docMk/>
            <pc:sldMk cId="3983975120" sldId="263"/>
            <ac:picMk id="10" creationId="{8F59C344-3D66-7AA0-1680-F5D70E277192}"/>
          </ac:picMkLst>
        </pc:picChg>
        <pc:picChg chg="add del mod">
          <ac:chgData name="Zied Belhocine" userId="200cc0e2b299676e" providerId="LiveId" clId="{3EBBFEB4-7E60-440A-B139-E25F34F33931}" dt="2026-03-20T14:59:28.432" v="424" actId="478"/>
          <ac:picMkLst>
            <pc:docMk/>
            <pc:sldMk cId="3983975120" sldId="263"/>
            <ac:picMk id="12" creationId="{1AFCD6FD-DB3A-71D0-1B44-8469026556A9}"/>
          </ac:picMkLst>
        </pc:picChg>
        <pc:picChg chg="add del mod">
          <ac:chgData name="Zied Belhocine" userId="200cc0e2b299676e" providerId="LiveId" clId="{3EBBFEB4-7E60-440A-B139-E25F34F33931}" dt="2026-03-20T14:59:28.432" v="424" actId="478"/>
          <ac:picMkLst>
            <pc:docMk/>
            <pc:sldMk cId="3983975120" sldId="263"/>
            <ac:picMk id="14" creationId="{468D47B0-59AB-5664-7DA2-2544F8B76BCF}"/>
          </ac:picMkLst>
        </pc:picChg>
        <pc:picChg chg="add mod">
          <ac:chgData name="Zied Belhocine" userId="200cc0e2b299676e" providerId="LiveId" clId="{3EBBFEB4-7E60-440A-B139-E25F34F33931}" dt="2026-03-26T13:44:00.169" v="5655" actId="1035"/>
          <ac:picMkLst>
            <pc:docMk/>
            <pc:sldMk cId="3983975120" sldId="263"/>
            <ac:picMk id="15" creationId="{5859421B-FA96-EEB2-80BD-E020E6514ABB}"/>
          </ac:picMkLst>
        </pc:picChg>
        <pc:picChg chg="add mod">
          <ac:chgData name="Zied Belhocine" userId="200cc0e2b299676e" providerId="LiveId" clId="{3EBBFEB4-7E60-440A-B139-E25F34F33931}" dt="2026-03-26T14:21:52.244" v="5745" actId="1076"/>
          <ac:picMkLst>
            <pc:docMk/>
            <pc:sldMk cId="3983975120" sldId="263"/>
            <ac:picMk id="16" creationId="{0602BB57-A632-8ED0-5D1F-3AF194142536}"/>
          </ac:picMkLst>
        </pc:picChg>
        <pc:picChg chg="add del mod">
          <ac:chgData name="Zied Belhocine" userId="200cc0e2b299676e" providerId="LiveId" clId="{3EBBFEB4-7E60-440A-B139-E25F34F33931}" dt="2026-03-20T15:07:10.954" v="466" actId="478"/>
          <ac:picMkLst>
            <pc:docMk/>
            <pc:sldMk cId="3983975120" sldId="263"/>
            <ac:picMk id="17" creationId="{7B2C98F9-16D8-C8DD-55D0-C58275932CDD}"/>
          </ac:picMkLst>
        </pc:picChg>
        <pc:picChg chg="add del mod">
          <ac:chgData name="Zied Belhocine" userId="200cc0e2b299676e" providerId="LiveId" clId="{3EBBFEB4-7E60-440A-B139-E25F34F33931}" dt="2026-03-26T14:21:49.850" v="5744" actId="478"/>
          <ac:picMkLst>
            <pc:docMk/>
            <pc:sldMk cId="3983975120" sldId="263"/>
            <ac:picMk id="18" creationId="{2D0F8729-6B31-8273-CA2C-7546B20E0FE6}"/>
          </ac:picMkLst>
        </pc:picChg>
        <pc:picChg chg="add mod">
          <ac:chgData name="Zied Belhocine" userId="200cc0e2b299676e" providerId="LiveId" clId="{3EBBFEB4-7E60-440A-B139-E25F34F33931}" dt="2026-03-20T15:00:03.175" v="431" actId="1076"/>
          <ac:picMkLst>
            <pc:docMk/>
            <pc:sldMk cId="3983975120" sldId="263"/>
            <ac:picMk id="19" creationId="{779101F3-EF73-96C5-0B37-9BCF2E52B201}"/>
          </ac:picMkLst>
        </pc:picChg>
        <pc:picChg chg="add mod">
          <ac:chgData name="Zied Belhocine" userId="200cc0e2b299676e" providerId="LiveId" clId="{3EBBFEB4-7E60-440A-B139-E25F34F33931}" dt="2026-03-26T14:21:53.873" v="5746" actId="1076"/>
          <ac:picMkLst>
            <pc:docMk/>
            <pc:sldMk cId="3983975120" sldId="263"/>
            <ac:picMk id="21" creationId="{42D72227-D7A1-2F6E-36B0-A022B7E2D4A1}"/>
          </ac:picMkLst>
        </pc:picChg>
      </pc:sldChg>
      <pc:sldChg chg="modSp add mod">
        <pc:chgData name="Zied Belhocine" userId="200cc0e2b299676e" providerId="LiveId" clId="{3EBBFEB4-7E60-440A-B139-E25F34F33931}" dt="2026-03-26T11:09:45.869" v="4353" actId="20577"/>
        <pc:sldMkLst>
          <pc:docMk/>
          <pc:sldMk cId="1301000834" sldId="264"/>
        </pc:sldMkLst>
        <pc:spChg chg="mod">
          <ac:chgData name="Zied Belhocine" userId="200cc0e2b299676e" providerId="LiveId" clId="{3EBBFEB4-7E60-440A-B139-E25F34F33931}" dt="2026-03-26T11:09:45.869" v="4353" actId="20577"/>
          <ac:spMkLst>
            <pc:docMk/>
            <pc:sldMk cId="1301000834" sldId="264"/>
            <ac:spMk id="63" creationId="{00000000-0000-0000-0000-000000000000}"/>
          </ac:spMkLst>
        </pc:spChg>
      </pc:sldChg>
      <pc:sldChg chg="add del">
        <pc:chgData name="Zied Belhocine" userId="200cc0e2b299676e" providerId="LiveId" clId="{3EBBFEB4-7E60-440A-B139-E25F34F33931}" dt="2026-03-18T14:48:34.152" v="19" actId="47"/>
        <pc:sldMkLst>
          <pc:docMk/>
          <pc:sldMk cId="917670355" sldId="265"/>
        </pc:sldMkLst>
      </pc:sldChg>
      <pc:sldChg chg="addSp delSp modSp add del mod ord">
        <pc:chgData name="Zied Belhocine" userId="200cc0e2b299676e" providerId="LiveId" clId="{3EBBFEB4-7E60-440A-B139-E25F34F33931}" dt="2026-03-26T13:33:42.540" v="5632" actId="47"/>
        <pc:sldMkLst>
          <pc:docMk/>
          <pc:sldMk cId="3109505518" sldId="265"/>
        </pc:sldMkLst>
        <pc:spChg chg="mod">
          <ac:chgData name="Zied Belhocine" userId="200cc0e2b299676e" providerId="LiveId" clId="{3EBBFEB4-7E60-440A-B139-E25F34F33931}" dt="2026-03-23T16:19:30.388" v="1500" actId="20577"/>
          <ac:spMkLst>
            <pc:docMk/>
            <pc:sldMk cId="3109505518" sldId="265"/>
            <ac:spMk id="71" creationId="{00000000-0000-0000-0000-000000000000}"/>
          </ac:spMkLst>
        </pc:spChg>
        <pc:picChg chg="add mod">
          <ac:chgData name="Zied Belhocine" userId="200cc0e2b299676e" providerId="LiveId" clId="{3EBBFEB4-7E60-440A-B139-E25F34F33931}" dt="2026-03-23T16:16:51.454" v="1443" actId="1076"/>
          <ac:picMkLst>
            <pc:docMk/>
            <pc:sldMk cId="3109505518" sldId="265"/>
            <ac:picMk id="2" creationId="{88DFF7DF-E80A-2997-44B1-F38F1F991EE7}"/>
          </ac:picMkLst>
        </pc:picChg>
        <pc:picChg chg="add mod">
          <ac:chgData name="Zied Belhocine" userId="200cc0e2b299676e" providerId="LiveId" clId="{3EBBFEB4-7E60-440A-B139-E25F34F33931}" dt="2026-03-23T16:16:50.031" v="1442" actId="1076"/>
          <ac:picMkLst>
            <pc:docMk/>
            <pc:sldMk cId="3109505518" sldId="265"/>
            <ac:picMk id="3" creationId="{89C2372B-D3B7-A785-70A3-1B08B13D5FC0}"/>
          </ac:picMkLst>
        </pc:picChg>
        <pc:picChg chg="add mod">
          <ac:chgData name="Zied Belhocine" userId="200cc0e2b299676e" providerId="LiveId" clId="{3EBBFEB4-7E60-440A-B139-E25F34F33931}" dt="2026-03-23T16:55:09.798" v="1726" actId="1076"/>
          <ac:picMkLst>
            <pc:docMk/>
            <pc:sldMk cId="3109505518" sldId="265"/>
            <ac:picMk id="4" creationId="{FE604841-59CD-629B-D7A2-993F35B272C2}"/>
          </ac:picMkLst>
        </pc:picChg>
        <pc:picChg chg="add del mod">
          <ac:chgData name="Zied Belhocine" userId="200cc0e2b299676e" providerId="LiveId" clId="{3EBBFEB4-7E60-440A-B139-E25F34F33931}" dt="2026-03-23T16:16:45.362" v="1439" actId="478"/>
          <ac:picMkLst>
            <pc:docMk/>
            <pc:sldMk cId="3109505518" sldId="265"/>
            <ac:picMk id="5" creationId="{C3BF7A50-F719-68EB-375F-8037B487F83E}"/>
          </ac:picMkLst>
        </pc:picChg>
        <pc:picChg chg="add del mod">
          <ac:chgData name="Zied Belhocine" userId="200cc0e2b299676e" providerId="LiveId" clId="{3EBBFEB4-7E60-440A-B139-E25F34F33931}" dt="2026-03-23T16:16:48.125" v="1441" actId="478"/>
          <ac:picMkLst>
            <pc:docMk/>
            <pc:sldMk cId="3109505518" sldId="265"/>
            <ac:picMk id="7" creationId="{4F690169-DDB3-D0F4-ECD1-4DE8B4D47178}"/>
          </ac:picMkLst>
        </pc:picChg>
        <pc:picChg chg="add mod">
          <ac:chgData name="Zied Belhocine" userId="200cc0e2b299676e" providerId="LiveId" clId="{3EBBFEB4-7E60-440A-B139-E25F34F33931}" dt="2026-03-20T14:22:55.293" v="226" actId="1076"/>
          <ac:picMkLst>
            <pc:docMk/>
            <pc:sldMk cId="3109505518" sldId="265"/>
            <ac:picMk id="17" creationId="{DA486D9B-F822-FF9F-B092-B398EC916801}"/>
          </ac:picMkLst>
        </pc:picChg>
        <pc:picChg chg="add del mod">
          <ac:chgData name="Zied Belhocine" userId="200cc0e2b299676e" providerId="LiveId" clId="{3EBBFEB4-7E60-440A-B139-E25F34F33931}" dt="2026-03-20T15:08:10.278" v="472" actId="478"/>
          <ac:picMkLst>
            <pc:docMk/>
            <pc:sldMk cId="3109505518" sldId="265"/>
            <ac:picMk id="18" creationId="{144D77FC-ACB1-7DB8-EC62-C065CDECA417}"/>
          </ac:picMkLst>
        </pc:picChg>
      </pc:sldChg>
      <pc:sldChg chg="addSp delSp modSp add mod">
        <pc:chgData name="Zied Belhocine" userId="200cc0e2b299676e" providerId="LiveId" clId="{3EBBFEB4-7E60-440A-B139-E25F34F33931}" dt="2026-03-26T13:51:18.197" v="5743" actId="14100"/>
        <pc:sldMkLst>
          <pc:docMk/>
          <pc:sldMk cId="3587034192" sldId="266"/>
        </pc:sldMkLst>
        <pc:spChg chg="add del mod">
          <ac:chgData name="Zied Belhocine" userId="200cc0e2b299676e" providerId="LiveId" clId="{3EBBFEB4-7E60-440A-B139-E25F34F33931}" dt="2026-03-26T11:46:02.454" v="4627" actId="478"/>
          <ac:spMkLst>
            <pc:docMk/>
            <pc:sldMk cId="3587034192" sldId="266"/>
            <ac:spMk id="3" creationId="{44AB35B1-9A8C-315D-518B-32DD4666BC78}"/>
          </ac:spMkLst>
        </pc:spChg>
        <pc:spChg chg="add mod">
          <ac:chgData name="Zied Belhocine" userId="200cc0e2b299676e" providerId="LiveId" clId="{3EBBFEB4-7E60-440A-B139-E25F34F33931}" dt="2026-03-26T13:51:18.197" v="5743" actId="14100"/>
          <ac:spMkLst>
            <pc:docMk/>
            <pc:sldMk cId="3587034192" sldId="266"/>
            <ac:spMk id="4" creationId="{0C0D3477-C1F8-0119-DB67-F1D356CD0B10}"/>
          </ac:spMkLst>
        </pc:spChg>
        <pc:spChg chg="del mod">
          <ac:chgData name="Zied Belhocine" userId="200cc0e2b299676e" providerId="LiveId" clId="{3EBBFEB4-7E60-440A-B139-E25F34F33931}" dt="2026-03-26T11:45:56.945" v="4624" actId="478"/>
          <ac:spMkLst>
            <pc:docMk/>
            <pc:sldMk cId="3587034192" sldId="266"/>
            <ac:spMk id="71" creationId="{00000000-0000-0000-0000-000000000000}"/>
          </ac:spMkLst>
        </pc:spChg>
        <pc:spChg chg="add del">
          <ac:chgData name="Zied Belhocine" userId="200cc0e2b299676e" providerId="LiveId" clId="{3EBBFEB4-7E60-440A-B139-E25F34F33931}" dt="2026-03-26T11:45:59.014" v="4626" actId="478"/>
          <ac:spMkLst>
            <pc:docMk/>
            <pc:sldMk cId="3587034192" sldId="266"/>
            <ac:spMk id="72" creationId="{00000000-0000-0000-0000-000000000000}"/>
          </ac:spMkLst>
        </pc:spChg>
        <pc:picChg chg="add del mod">
          <ac:chgData name="Zied Belhocine" userId="200cc0e2b299676e" providerId="LiveId" clId="{3EBBFEB4-7E60-440A-B139-E25F34F33931}" dt="2026-03-23T16:57:19.411" v="1740" actId="478"/>
          <ac:picMkLst>
            <pc:docMk/>
            <pc:sldMk cId="3587034192" sldId="266"/>
            <ac:picMk id="3" creationId="{2D124EB5-1676-2514-334D-54BFAAFFD1F1}"/>
          </ac:picMkLst>
        </pc:picChg>
        <pc:picChg chg="add del mod">
          <ac:chgData name="Zied Belhocine" userId="200cc0e2b299676e" providerId="LiveId" clId="{3EBBFEB4-7E60-440A-B139-E25F34F33931}" dt="2026-03-23T16:57:37.485" v="1745" actId="478"/>
          <ac:picMkLst>
            <pc:docMk/>
            <pc:sldMk cId="3587034192" sldId="266"/>
            <ac:picMk id="5" creationId="{A802F506-1E6C-CE31-582D-4FC51FBF329A}"/>
          </ac:picMkLst>
        </pc:picChg>
        <pc:picChg chg="add del mod">
          <ac:chgData name="Zied Belhocine" userId="200cc0e2b299676e" providerId="LiveId" clId="{3EBBFEB4-7E60-440A-B139-E25F34F33931}" dt="2026-03-20T14:22:50.455" v="224" actId="21"/>
          <ac:picMkLst>
            <pc:docMk/>
            <pc:sldMk cId="3587034192" sldId="266"/>
            <ac:picMk id="5" creationId="{C3BF7A50-F719-68EB-375F-8037B487F83E}"/>
          </ac:picMkLst>
        </pc:picChg>
        <pc:picChg chg="add mod">
          <ac:chgData name="Zied Belhocine" userId="200cc0e2b299676e" providerId="LiveId" clId="{3EBBFEB4-7E60-440A-B139-E25F34F33931}" dt="2026-03-26T13:51:13.182" v="5742" actId="14100"/>
          <ac:picMkLst>
            <pc:docMk/>
            <pc:sldMk cId="3587034192" sldId="266"/>
            <ac:picMk id="6" creationId="{CF842DE8-995B-1715-690D-B0B4C448C183}"/>
          </ac:picMkLst>
        </pc:picChg>
        <pc:picChg chg="add del mod">
          <ac:chgData name="Zied Belhocine" userId="200cc0e2b299676e" providerId="LiveId" clId="{3EBBFEB4-7E60-440A-B139-E25F34F33931}" dt="2026-03-20T14:22:50.455" v="224" actId="21"/>
          <ac:picMkLst>
            <pc:docMk/>
            <pc:sldMk cId="3587034192" sldId="266"/>
            <ac:picMk id="7" creationId="{4F690169-DDB3-D0F4-ECD1-4DE8B4D47178}"/>
          </ac:picMkLst>
        </pc:picChg>
        <pc:picChg chg="add del mod ord">
          <ac:chgData name="Zied Belhocine" userId="200cc0e2b299676e" providerId="LiveId" clId="{3EBBFEB4-7E60-440A-B139-E25F34F33931}" dt="2026-03-26T13:51:07.032" v="5738" actId="478"/>
          <ac:picMkLst>
            <pc:docMk/>
            <pc:sldMk cId="3587034192" sldId="266"/>
            <ac:picMk id="7" creationId="{6A77BB2A-FBB3-4AA8-1659-0D8DB565A7DF}"/>
          </ac:picMkLst>
        </pc:picChg>
        <pc:picChg chg="add mod ord">
          <ac:chgData name="Zied Belhocine" userId="200cc0e2b299676e" providerId="LiveId" clId="{3EBBFEB4-7E60-440A-B139-E25F34F33931}" dt="2026-03-23T16:57:41.582" v="1746" actId="14100"/>
          <ac:picMkLst>
            <pc:docMk/>
            <pc:sldMk cId="3587034192" sldId="266"/>
            <ac:picMk id="9" creationId="{1C6E2AE5-E26F-A964-1C7D-5A9F5A86021D}"/>
          </ac:picMkLst>
        </pc:picChg>
        <pc:picChg chg="add del mod">
          <ac:chgData name="Zied Belhocine" userId="200cc0e2b299676e" providerId="LiveId" clId="{3EBBFEB4-7E60-440A-B139-E25F34F33931}" dt="2026-03-20T14:22:50.455" v="224" actId="21"/>
          <ac:picMkLst>
            <pc:docMk/>
            <pc:sldMk cId="3587034192" sldId="266"/>
            <ac:picMk id="17" creationId="{DA486D9B-F822-FF9F-B092-B398EC916801}"/>
          </ac:picMkLst>
        </pc:picChg>
        <pc:picChg chg="add del mod">
          <ac:chgData name="Zied Belhocine" userId="200cc0e2b299676e" providerId="LiveId" clId="{3EBBFEB4-7E60-440A-B139-E25F34F33931}" dt="2026-03-20T14:22:50.455" v="224" actId="21"/>
          <ac:picMkLst>
            <pc:docMk/>
            <pc:sldMk cId="3587034192" sldId="266"/>
            <ac:picMk id="18" creationId="{144D77FC-ACB1-7DB8-EC62-C065CDECA417}"/>
          </ac:picMkLst>
        </pc:picChg>
      </pc:sldChg>
      <pc:sldChg chg="modSp add del mod">
        <pc:chgData name="Zied Belhocine" userId="200cc0e2b299676e" providerId="LiveId" clId="{3EBBFEB4-7E60-440A-B139-E25F34F33931}" dt="2026-03-23T16:27:29.710" v="1698" actId="47"/>
        <pc:sldMkLst>
          <pc:docMk/>
          <pc:sldMk cId="2471099932" sldId="267"/>
        </pc:sldMkLst>
        <pc:spChg chg="mod">
          <ac:chgData name="Zied Belhocine" userId="200cc0e2b299676e" providerId="LiveId" clId="{3EBBFEB4-7E60-440A-B139-E25F34F33931}" dt="2026-03-18T14:49:10.490" v="32" actId="20577"/>
          <ac:spMkLst>
            <pc:docMk/>
            <pc:sldMk cId="2471099932" sldId="267"/>
            <ac:spMk id="71" creationId="{00000000-0000-0000-0000-000000000000}"/>
          </ac:spMkLst>
        </pc:spChg>
      </pc:sldChg>
      <pc:sldChg chg="addSp delSp modSp add mod modNotesTx">
        <pc:chgData name="Zied Belhocine" userId="200cc0e2b299676e" providerId="LiveId" clId="{3EBBFEB4-7E60-440A-B139-E25F34F33931}" dt="2026-03-26T12:34:33.553" v="5279" actId="20577"/>
        <pc:sldMkLst>
          <pc:docMk/>
          <pc:sldMk cId="2103155798" sldId="268"/>
        </pc:sldMkLst>
        <pc:spChg chg="add del mod">
          <ac:chgData name="Zied Belhocine" userId="200cc0e2b299676e" providerId="LiveId" clId="{3EBBFEB4-7E60-440A-B139-E25F34F33931}" dt="2026-03-24T13:39:45.626" v="2454" actId="478"/>
          <ac:spMkLst>
            <pc:docMk/>
            <pc:sldMk cId="2103155798" sldId="268"/>
            <ac:spMk id="5" creationId="{E2C23ECA-97B0-A69A-423F-51C2A15DC7CE}"/>
          </ac:spMkLst>
        </pc:spChg>
        <pc:spChg chg="add mod ord">
          <ac:chgData name="Zied Belhocine" userId="200cc0e2b299676e" providerId="LiveId" clId="{3EBBFEB4-7E60-440A-B139-E25F34F33931}" dt="2026-03-26T12:34:33.553" v="5279" actId="20577"/>
          <ac:spMkLst>
            <pc:docMk/>
            <pc:sldMk cId="2103155798" sldId="268"/>
            <ac:spMk id="6" creationId="{D9868E42-0AEB-B609-8B08-FB2156F53CD0}"/>
          </ac:spMkLst>
        </pc:spChg>
        <pc:spChg chg="del mod">
          <ac:chgData name="Zied Belhocine" userId="200cc0e2b299676e" providerId="LiveId" clId="{3EBBFEB4-7E60-440A-B139-E25F34F33931}" dt="2026-03-24T13:38:48.641" v="2388" actId="478"/>
          <ac:spMkLst>
            <pc:docMk/>
            <pc:sldMk cId="2103155798" sldId="268"/>
            <ac:spMk id="79" creationId="{00000000-0000-0000-0000-000000000000}"/>
          </ac:spMkLst>
        </pc:spChg>
        <pc:spChg chg="mod">
          <ac:chgData name="Zied Belhocine" userId="200cc0e2b299676e" providerId="LiveId" clId="{3EBBFEB4-7E60-440A-B139-E25F34F33931}" dt="2026-03-26T11:14:13.099" v="4359" actId="6549"/>
          <ac:spMkLst>
            <pc:docMk/>
            <pc:sldMk cId="2103155798" sldId="268"/>
            <ac:spMk id="81" creationId="{00000000-0000-0000-0000-000000000000}"/>
          </ac:spMkLst>
        </pc:spChg>
        <pc:picChg chg="add del mod">
          <ac:chgData name="Zied Belhocine" userId="200cc0e2b299676e" providerId="LiveId" clId="{3EBBFEB4-7E60-440A-B139-E25F34F33931}" dt="2026-03-24T13:49:05.639" v="2682" actId="478"/>
          <ac:picMkLst>
            <pc:docMk/>
            <pc:sldMk cId="2103155798" sldId="268"/>
            <ac:picMk id="3" creationId="{57260433-DF79-E3B4-9692-864140D92651}"/>
          </ac:picMkLst>
        </pc:picChg>
        <pc:picChg chg="add del mod">
          <ac:chgData name="Zied Belhocine" userId="200cc0e2b299676e" providerId="LiveId" clId="{3EBBFEB4-7E60-440A-B139-E25F34F33931}" dt="2026-03-24T13:57:50.670" v="2838" actId="478"/>
          <ac:picMkLst>
            <pc:docMk/>
            <pc:sldMk cId="2103155798" sldId="268"/>
            <ac:picMk id="8" creationId="{857F8127-155E-A21E-BA91-330885EC1898}"/>
          </ac:picMkLst>
        </pc:picChg>
        <pc:picChg chg="add mod">
          <ac:chgData name="Zied Belhocine" userId="200cc0e2b299676e" providerId="LiveId" clId="{3EBBFEB4-7E60-440A-B139-E25F34F33931}" dt="2026-03-26T12:33:13.120" v="5112" actId="14100"/>
          <ac:picMkLst>
            <pc:docMk/>
            <pc:sldMk cId="2103155798" sldId="268"/>
            <ac:picMk id="10" creationId="{D50B4971-E1C5-0A28-C313-698C6F8BE15A}"/>
          </ac:picMkLst>
        </pc:picChg>
      </pc:sldChg>
      <pc:sldChg chg="addSp delSp modSp add mod ord">
        <pc:chgData name="Zied Belhocine" userId="200cc0e2b299676e" providerId="LiveId" clId="{3EBBFEB4-7E60-440A-B139-E25F34F33931}" dt="2026-03-26T12:30:00.629" v="4907" actId="20577"/>
        <pc:sldMkLst>
          <pc:docMk/>
          <pc:sldMk cId="3553647534" sldId="269"/>
        </pc:sldMkLst>
        <pc:spChg chg="add del">
          <ac:chgData name="Zied Belhocine" userId="200cc0e2b299676e" providerId="LiveId" clId="{3EBBFEB4-7E60-440A-B139-E25F34F33931}" dt="2026-03-23T17:11:00.080" v="1757" actId="478"/>
          <ac:spMkLst>
            <pc:docMk/>
            <pc:sldMk cId="3553647534" sldId="269"/>
            <ac:spMk id="4" creationId="{54EE6DDB-6C4B-9AC5-A847-6328BF28566B}"/>
          </ac:spMkLst>
        </pc:spChg>
        <pc:spChg chg="add del mod">
          <ac:chgData name="Zied Belhocine" userId="200cc0e2b299676e" providerId="LiveId" clId="{3EBBFEB4-7E60-440A-B139-E25F34F33931}" dt="2026-03-23T17:11:00.080" v="1757" actId="478"/>
          <ac:spMkLst>
            <pc:docMk/>
            <pc:sldMk cId="3553647534" sldId="269"/>
            <ac:spMk id="5" creationId="{DA64595A-0B02-1714-6344-9915D4B15ECF}"/>
          </ac:spMkLst>
        </pc:spChg>
        <pc:spChg chg="add mod">
          <ac:chgData name="Zied Belhocine" userId="200cc0e2b299676e" providerId="LiveId" clId="{3EBBFEB4-7E60-440A-B139-E25F34F33931}" dt="2026-03-26T12:30:00.629" v="4907" actId="20577"/>
          <ac:spMkLst>
            <pc:docMk/>
            <pc:sldMk cId="3553647534" sldId="269"/>
            <ac:spMk id="11" creationId="{D02EC48F-D110-D43F-0A82-AB1A789FA2B5}"/>
          </ac:spMkLst>
        </pc:spChg>
        <pc:spChg chg="add del mod">
          <ac:chgData name="Zied Belhocine" userId="200cc0e2b299676e" providerId="LiveId" clId="{3EBBFEB4-7E60-440A-B139-E25F34F33931}" dt="2026-03-24T13:51:55.027" v="2702" actId="478"/>
          <ac:spMkLst>
            <pc:docMk/>
            <pc:sldMk cId="3553647534" sldId="269"/>
            <ac:spMk id="15" creationId="{EECE4997-D9B7-B2EA-EE97-C083645F45CC}"/>
          </ac:spMkLst>
        </pc:spChg>
        <pc:spChg chg="del mod">
          <ac:chgData name="Zied Belhocine" userId="200cc0e2b299676e" providerId="LiveId" clId="{3EBBFEB4-7E60-440A-B139-E25F34F33931}" dt="2026-03-24T13:51:53.020" v="2701" actId="478"/>
          <ac:spMkLst>
            <pc:docMk/>
            <pc:sldMk cId="3553647534" sldId="269"/>
            <ac:spMk id="79" creationId="{00000000-0000-0000-0000-000000000000}"/>
          </ac:spMkLst>
        </pc:spChg>
        <pc:spChg chg="mod">
          <ac:chgData name="Zied Belhocine" userId="200cc0e2b299676e" providerId="LiveId" clId="{3EBBFEB4-7E60-440A-B139-E25F34F33931}" dt="2026-03-26T11:14:37.654" v="4370" actId="20577"/>
          <ac:spMkLst>
            <pc:docMk/>
            <pc:sldMk cId="3553647534" sldId="269"/>
            <ac:spMk id="81" creationId="{00000000-0000-0000-0000-000000000000}"/>
          </ac:spMkLst>
        </pc:spChg>
        <pc:picChg chg="add del mod">
          <ac:chgData name="Zied Belhocine" userId="200cc0e2b299676e" providerId="LiveId" clId="{3EBBFEB4-7E60-440A-B139-E25F34F33931}" dt="2026-03-24T13:30:26.803" v="2001" actId="478"/>
          <ac:picMkLst>
            <pc:docMk/>
            <pc:sldMk cId="3553647534" sldId="269"/>
            <ac:picMk id="2" creationId="{661EB8A8-DA2D-D4FA-3A46-22E25A60ABCF}"/>
          </ac:picMkLst>
        </pc:picChg>
        <pc:picChg chg="add del mod">
          <ac:chgData name="Zied Belhocine" userId="200cc0e2b299676e" providerId="LiveId" clId="{3EBBFEB4-7E60-440A-B139-E25F34F33931}" dt="2026-03-23T17:11:00.777" v="1758" actId="478"/>
          <ac:picMkLst>
            <pc:docMk/>
            <pc:sldMk cId="3553647534" sldId="269"/>
            <ac:picMk id="3" creationId="{E9C6EE84-E35A-94BF-B8F7-8C5CA267A438}"/>
          </ac:picMkLst>
        </pc:picChg>
        <pc:picChg chg="add del mod">
          <ac:chgData name="Zied Belhocine" userId="200cc0e2b299676e" providerId="LiveId" clId="{3EBBFEB4-7E60-440A-B139-E25F34F33931}" dt="2026-03-24T13:30:25.933" v="2000" actId="478"/>
          <ac:picMkLst>
            <pc:docMk/>
            <pc:sldMk cId="3553647534" sldId="269"/>
            <ac:picMk id="6" creationId="{C5AF7605-7341-C969-611C-A7344B05B792}"/>
          </ac:picMkLst>
        </pc:picChg>
        <pc:picChg chg="add del mod">
          <ac:chgData name="Zied Belhocine" userId="200cc0e2b299676e" providerId="LiveId" clId="{3EBBFEB4-7E60-440A-B139-E25F34F33931}" dt="2026-03-24T13:30:18.852" v="1995" actId="478"/>
          <ac:picMkLst>
            <pc:docMk/>
            <pc:sldMk cId="3553647534" sldId="269"/>
            <ac:picMk id="8" creationId="{C0C3C8E2-6644-780C-569E-AEDDCFC53716}"/>
          </ac:picMkLst>
        </pc:picChg>
        <pc:picChg chg="add del mod">
          <ac:chgData name="Zied Belhocine" userId="200cc0e2b299676e" providerId="LiveId" clId="{3EBBFEB4-7E60-440A-B139-E25F34F33931}" dt="2026-03-24T13:51:43.342" v="2697" actId="478"/>
          <ac:picMkLst>
            <pc:docMk/>
            <pc:sldMk cId="3553647534" sldId="269"/>
            <ac:picMk id="10" creationId="{2AB7FC10-FC9C-C9F5-2996-A9895F812054}"/>
          </ac:picMkLst>
        </pc:picChg>
        <pc:picChg chg="add del mod">
          <ac:chgData name="Zied Belhocine" userId="200cc0e2b299676e" providerId="LiveId" clId="{3EBBFEB4-7E60-440A-B139-E25F34F33931}" dt="2026-03-24T13:54:38.518" v="2825" actId="478"/>
          <ac:picMkLst>
            <pc:docMk/>
            <pc:sldMk cId="3553647534" sldId="269"/>
            <ac:picMk id="13" creationId="{280A0152-4491-7D9A-52AC-3018AEA6F4DD}"/>
          </ac:picMkLst>
        </pc:picChg>
        <pc:picChg chg="add mod">
          <ac:chgData name="Zied Belhocine" userId="200cc0e2b299676e" providerId="LiveId" clId="{3EBBFEB4-7E60-440A-B139-E25F34F33931}" dt="2026-03-24T13:54:42.175" v="2827" actId="14100"/>
          <ac:picMkLst>
            <pc:docMk/>
            <pc:sldMk cId="3553647534" sldId="269"/>
            <ac:picMk id="17" creationId="{C2FA2CAB-7C33-9950-37C2-02E2A11238C9}"/>
          </ac:picMkLst>
        </pc:picChg>
      </pc:sldChg>
      <pc:sldChg chg="addSp delSp modSp add mod ord">
        <pc:chgData name="Zied Belhocine" userId="200cc0e2b299676e" providerId="LiveId" clId="{3EBBFEB4-7E60-440A-B139-E25F34F33931}" dt="2026-03-26T11:07:42.657" v="4211" actId="1038"/>
        <pc:sldMkLst>
          <pc:docMk/>
          <pc:sldMk cId="1453166610" sldId="270"/>
        </pc:sldMkLst>
        <pc:spChg chg="del mod">
          <ac:chgData name="Zied Belhocine" userId="200cc0e2b299676e" providerId="LiveId" clId="{3EBBFEB4-7E60-440A-B139-E25F34F33931}" dt="2026-03-20T15:10:46.918" v="515" actId="478"/>
          <ac:spMkLst>
            <pc:docMk/>
            <pc:sldMk cId="1453166610" sldId="270"/>
            <ac:spMk id="3" creationId="{326C2488-E6F3-F8DF-BAE3-86F62BE6F959}"/>
          </ac:spMkLst>
        </pc:spChg>
        <pc:spChg chg="add mod">
          <ac:chgData name="Zied Belhocine" userId="200cc0e2b299676e" providerId="LiveId" clId="{3EBBFEB4-7E60-440A-B139-E25F34F33931}" dt="2026-03-26T11:07:42.657" v="4211" actId="1038"/>
          <ac:spMkLst>
            <pc:docMk/>
            <pc:sldMk cId="1453166610" sldId="270"/>
            <ac:spMk id="7" creationId="{81581660-1ED8-510D-CB85-F10406F394A2}"/>
          </ac:spMkLst>
        </pc:spChg>
        <pc:spChg chg="add mod">
          <ac:chgData name="Zied Belhocine" userId="200cc0e2b299676e" providerId="LiveId" clId="{3EBBFEB4-7E60-440A-B139-E25F34F33931}" dt="2026-03-20T15:10:59.246" v="536" actId="20577"/>
          <ac:spMkLst>
            <pc:docMk/>
            <pc:sldMk cId="1453166610" sldId="270"/>
            <ac:spMk id="10" creationId="{4D9C0234-700C-58FA-B4AB-CAFFDFBB96AA}"/>
          </ac:spMkLst>
        </pc:spChg>
        <pc:picChg chg="add del mod">
          <ac:chgData name="Zied Belhocine" userId="200cc0e2b299676e" providerId="LiveId" clId="{3EBBFEB4-7E60-440A-B139-E25F34F33931}" dt="2026-03-20T15:08:06.150" v="471" actId="478"/>
          <ac:picMkLst>
            <pc:docMk/>
            <pc:sldMk cId="1453166610" sldId="270"/>
            <ac:picMk id="2" creationId="{05389991-D0D8-5B3A-971C-A71DF104A122}"/>
          </ac:picMkLst>
        </pc:picChg>
        <pc:picChg chg="add mod">
          <ac:chgData name="Zied Belhocine" userId="200cc0e2b299676e" providerId="LiveId" clId="{3EBBFEB4-7E60-440A-B139-E25F34F33931}" dt="2026-03-23T16:17:08.464" v="1446" actId="1076"/>
          <ac:picMkLst>
            <pc:docMk/>
            <pc:sldMk cId="1453166610" sldId="270"/>
            <ac:picMk id="5" creationId="{FC05C9C2-60BE-4F3D-E096-E295C2CFBC88}"/>
          </ac:picMkLst>
        </pc:picChg>
        <pc:picChg chg="add mod">
          <ac:chgData name="Zied Belhocine" userId="200cc0e2b299676e" providerId="LiveId" clId="{3EBBFEB4-7E60-440A-B139-E25F34F33931}" dt="2026-03-20T15:08:32.224" v="479" actId="1076"/>
          <ac:picMkLst>
            <pc:docMk/>
            <pc:sldMk cId="1453166610" sldId="270"/>
            <ac:picMk id="6" creationId="{577E4098-AD20-4F76-F1EB-51AF1C3EFDCA}"/>
          </ac:picMkLst>
        </pc:picChg>
        <pc:picChg chg="add mod">
          <ac:chgData name="Zied Belhocine" userId="200cc0e2b299676e" providerId="LiveId" clId="{3EBBFEB4-7E60-440A-B139-E25F34F33931}" dt="2026-03-20T16:48:23.491" v="1007" actId="1076"/>
          <ac:picMkLst>
            <pc:docMk/>
            <pc:sldMk cId="1453166610" sldId="270"/>
            <ac:picMk id="9" creationId="{BB2F4211-0415-22F7-E66E-5A14B5FFDFCC}"/>
          </ac:picMkLst>
        </pc:picChg>
        <pc:picChg chg="add del mod">
          <ac:chgData name="Zied Belhocine" userId="200cc0e2b299676e" providerId="LiveId" clId="{3EBBFEB4-7E60-440A-B139-E25F34F33931}" dt="2026-03-20T16:47:56.492" v="999" actId="478"/>
          <ac:picMkLst>
            <pc:docMk/>
            <pc:sldMk cId="1453166610" sldId="270"/>
            <ac:picMk id="12" creationId="{0D381797-294E-1EEE-5D3E-544FEBC9EFD6}"/>
          </ac:picMkLst>
        </pc:picChg>
        <pc:picChg chg="add mod">
          <ac:chgData name="Zied Belhocine" userId="200cc0e2b299676e" providerId="LiveId" clId="{3EBBFEB4-7E60-440A-B139-E25F34F33931}" dt="2026-03-20T16:48:04.362" v="1001" actId="14100"/>
          <ac:picMkLst>
            <pc:docMk/>
            <pc:sldMk cId="1453166610" sldId="270"/>
            <ac:picMk id="14" creationId="{000BEE93-B657-482E-FCE9-92F0D18BC6BC}"/>
          </ac:picMkLst>
        </pc:picChg>
        <pc:picChg chg="add mod">
          <ac:chgData name="Zied Belhocine" userId="200cc0e2b299676e" providerId="LiveId" clId="{3EBBFEB4-7E60-440A-B139-E25F34F33931}" dt="2026-03-20T16:48:26.531" v="1017" actId="1035"/>
          <ac:picMkLst>
            <pc:docMk/>
            <pc:sldMk cId="1453166610" sldId="270"/>
            <ac:picMk id="16" creationId="{3288CA1C-A3B1-F4FB-A628-17DF7F246C7F}"/>
          </ac:picMkLst>
        </pc:picChg>
      </pc:sldChg>
      <pc:sldChg chg="modSp add del mod">
        <pc:chgData name="Zied Belhocine" userId="200cc0e2b299676e" providerId="LiveId" clId="{3EBBFEB4-7E60-440A-B139-E25F34F33931}" dt="2026-03-20T10:14:51.812" v="211" actId="47"/>
        <pc:sldMkLst>
          <pc:docMk/>
          <pc:sldMk cId="2109791182" sldId="270"/>
        </pc:sldMkLst>
        <pc:spChg chg="mod">
          <ac:chgData name="Zied Belhocine" userId="200cc0e2b299676e" providerId="LiveId" clId="{3EBBFEB4-7E60-440A-B139-E25F34F33931}" dt="2026-03-18T14:50:07.282" v="49" actId="20577"/>
          <ac:spMkLst>
            <pc:docMk/>
            <pc:sldMk cId="2109791182" sldId="270"/>
            <ac:spMk id="90" creationId="{00000000-0000-0000-0000-000000000000}"/>
          </ac:spMkLst>
        </pc:spChg>
      </pc:sldChg>
      <pc:sldChg chg="modSp add del mod">
        <pc:chgData name="Zied Belhocine" userId="200cc0e2b299676e" providerId="LiveId" clId="{3EBBFEB4-7E60-440A-B139-E25F34F33931}" dt="2026-03-20T10:14:54.176" v="212" actId="47"/>
        <pc:sldMkLst>
          <pc:docMk/>
          <pc:sldMk cId="946393196" sldId="271"/>
        </pc:sldMkLst>
        <pc:spChg chg="mod">
          <ac:chgData name="Zied Belhocine" userId="200cc0e2b299676e" providerId="LiveId" clId="{3EBBFEB4-7E60-440A-B139-E25F34F33931}" dt="2026-03-18T14:50:12.525" v="50" actId="20577"/>
          <ac:spMkLst>
            <pc:docMk/>
            <pc:sldMk cId="946393196" sldId="271"/>
            <ac:spMk id="90" creationId="{00000000-0000-0000-0000-000000000000}"/>
          </ac:spMkLst>
        </pc:spChg>
      </pc:sldChg>
      <pc:sldChg chg="addSp delSp modSp add mod">
        <pc:chgData name="Zied Belhocine" userId="200cc0e2b299676e" providerId="LiveId" clId="{3EBBFEB4-7E60-440A-B139-E25F34F33931}" dt="2026-03-26T11:41:15.565" v="4616" actId="478"/>
        <pc:sldMkLst>
          <pc:docMk/>
          <pc:sldMk cId="1097158325" sldId="271"/>
        </pc:sldMkLst>
        <pc:spChg chg="add mod">
          <ac:chgData name="Zied Belhocine" userId="200cc0e2b299676e" providerId="LiveId" clId="{3EBBFEB4-7E60-440A-B139-E25F34F33931}" dt="2026-03-26T11:06:54.822" v="4198" actId="14100"/>
          <ac:spMkLst>
            <pc:docMk/>
            <pc:sldMk cId="1097158325" sldId="271"/>
            <ac:spMk id="2" creationId="{89D8C4D1-7594-19F1-146B-4F7843E394EB}"/>
          </ac:spMkLst>
        </pc:spChg>
        <pc:spChg chg="del">
          <ac:chgData name="Zied Belhocine" userId="200cc0e2b299676e" providerId="LiveId" clId="{3EBBFEB4-7E60-440A-B139-E25F34F33931}" dt="2026-03-20T15:16:16.712" v="539" actId="478"/>
          <ac:spMkLst>
            <pc:docMk/>
            <pc:sldMk cId="1097158325" sldId="271"/>
            <ac:spMk id="3" creationId="{326C2488-E6F3-F8DF-BAE3-86F62BE6F959}"/>
          </ac:spMkLst>
        </pc:spChg>
        <pc:spChg chg="add del mod">
          <ac:chgData name="Zied Belhocine" userId="200cc0e2b299676e" providerId="LiveId" clId="{3EBBFEB4-7E60-440A-B139-E25F34F33931}" dt="2026-03-26T11:41:15.565" v="4616" actId="478"/>
          <ac:spMkLst>
            <pc:docMk/>
            <pc:sldMk cId="1097158325" sldId="271"/>
            <ac:spMk id="4" creationId="{8C4A4117-4829-2076-775E-EBF1D112E19B}"/>
          </ac:spMkLst>
        </pc:spChg>
        <pc:spChg chg="add mod">
          <ac:chgData name="Zied Belhocine" userId="200cc0e2b299676e" providerId="LiveId" clId="{3EBBFEB4-7E60-440A-B139-E25F34F33931}" dt="2026-03-20T15:16:47.488" v="558" actId="20577"/>
          <ac:spMkLst>
            <pc:docMk/>
            <pc:sldMk cId="1097158325" sldId="271"/>
            <ac:spMk id="5" creationId="{53731E5F-84F9-118A-57FF-AA4F9D6DEEBC}"/>
          </ac:spMkLst>
        </pc:spChg>
        <pc:spChg chg="add mod">
          <ac:chgData name="Zied Belhocine" userId="200cc0e2b299676e" providerId="LiveId" clId="{3EBBFEB4-7E60-440A-B139-E25F34F33931}" dt="2026-03-20T15:21:33.564" v="611" actId="1076"/>
          <ac:spMkLst>
            <pc:docMk/>
            <pc:sldMk cId="1097158325" sldId="271"/>
            <ac:spMk id="11" creationId="{470E35E4-CA49-CE50-C679-997C53FEE6C5}"/>
          </ac:spMkLst>
        </pc:spChg>
        <pc:picChg chg="add del mod">
          <ac:chgData name="Zied Belhocine" userId="200cc0e2b299676e" providerId="LiveId" clId="{3EBBFEB4-7E60-440A-B139-E25F34F33931}" dt="2026-03-20T15:19:59.086" v="597" actId="478"/>
          <ac:picMkLst>
            <pc:docMk/>
            <pc:sldMk cId="1097158325" sldId="271"/>
            <ac:picMk id="2" creationId="{F147F64E-F869-6C05-D0C1-3D98CB562EA1}"/>
          </ac:picMkLst>
        </pc:picChg>
        <pc:picChg chg="add mod ord">
          <ac:chgData name="Zied Belhocine" userId="200cc0e2b299676e" providerId="LiveId" clId="{3EBBFEB4-7E60-440A-B139-E25F34F33931}" dt="2026-03-23T16:55:03.417" v="1724" actId="1076"/>
          <ac:picMkLst>
            <pc:docMk/>
            <pc:sldMk cId="1097158325" sldId="271"/>
            <ac:picMk id="3" creationId="{D152884E-66D1-D55C-452E-8AB4A91A1E90}"/>
          </ac:picMkLst>
        </pc:picChg>
        <pc:picChg chg="add del mod">
          <ac:chgData name="Zied Belhocine" userId="200cc0e2b299676e" providerId="LiveId" clId="{3EBBFEB4-7E60-440A-B139-E25F34F33931}" dt="2026-03-20T15:19:59.086" v="597" actId="478"/>
          <ac:picMkLst>
            <pc:docMk/>
            <pc:sldMk cId="1097158325" sldId="271"/>
            <ac:picMk id="4" creationId="{E8D01F04-F18C-8CE5-E4DD-C12CA6AF7A8D}"/>
          </ac:picMkLst>
        </pc:picChg>
        <pc:picChg chg="add mod">
          <ac:chgData name="Zied Belhocine" userId="200cc0e2b299676e" providerId="LiveId" clId="{3EBBFEB4-7E60-440A-B139-E25F34F33931}" dt="2026-03-20T15:19:26.784" v="569" actId="1076"/>
          <ac:picMkLst>
            <pc:docMk/>
            <pc:sldMk cId="1097158325" sldId="271"/>
            <ac:picMk id="6" creationId="{36C5056E-A96E-8C32-945D-68CA5EBE4BDE}"/>
          </ac:picMkLst>
        </pc:picChg>
        <pc:picChg chg="add mod">
          <ac:chgData name="Zied Belhocine" userId="200cc0e2b299676e" providerId="LiveId" clId="{3EBBFEB4-7E60-440A-B139-E25F34F33931}" dt="2026-03-20T15:20:06.777" v="601" actId="1076"/>
          <ac:picMkLst>
            <pc:docMk/>
            <pc:sldMk cId="1097158325" sldId="271"/>
            <ac:picMk id="8" creationId="{C9CBA3BD-6ECC-49A0-5875-28D5A4DE8EBF}"/>
          </ac:picMkLst>
        </pc:picChg>
        <pc:picChg chg="add del mod">
          <ac:chgData name="Zied Belhocine" userId="200cc0e2b299676e" providerId="LiveId" clId="{3EBBFEB4-7E60-440A-B139-E25F34F33931}" dt="2026-03-23T16:53:15.961" v="1706" actId="478"/>
          <ac:picMkLst>
            <pc:docMk/>
            <pc:sldMk cId="1097158325" sldId="271"/>
            <ac:picMk id="10" creationId="{4F213B07-3F09-DEAB-E99F-564D6068520C}"/>
          </ac:picMkLst>
        </pc:picChg>
      </pc:sldChg>
      <pc:sldChg chg="addSp delSp modSp add del mod">
        <pc:chgData name="Zied Belhocine" userId="200cc0e2b299676e" providerId="LiveId" clId="{3EBBFEB4-7E60-440A-B139-E25F34F33931}" dt="2026-03-20T16:53:47.541" v="1295" actId="47"/>
        <pc:sldMkLst>
          <pc:docMk/>
          <pc:sldMk cId="1322783857" sldId="272"/>
        </pc:sldMkLst>
        <pc:spChg chg="mod">
          <ac:chgData name="Zied Belhocine" userId="200cc0e2b299676e" providerId="LiveId" clId="{3EBBFEB4-7E60-440A-B139-E25F34F33931}" dt="2026-03-20T15:39:23.757" v="768" actId="20577"/>
          <ac:spMkLst>
            <pc:docMk/>
            <pc:sldMk cId="1322783857" sldId="272"/>
            <ac:spMk id="5" creationId="{53731E5F-84F9-118A-57FF-AA4F9D6DEEBC}"/>
          </ac:spMkLst>
        </pc:spChg>
        <pc:spChg chg="del">
          <ac:chgData name="Zied Belhocine" userId="200cc0e2b299676e" providerId="LiveId" clId="{3EBBFEB4-7E60-440A-B139-E25F34F33931}" dt="2026-03-20T15:24:45.148" v="634" actId="478"/>
          <ac:spMkLst>
            <pc:docMk/>
            <pc:sldMk cId="1322783857" sldId="272"/>
            <ac:spMk id="11" creationId="{470E35E4-CA49-CE50-C679-997C53FEE6C5}"/>
          </ac:spMkLst>
        </pc:spChg>
        <pc:picChg chg="add mod">
          <ac:chgData name="Zied Belhocine" userId="200cc0e2b299676e" providerId="LiveId" clId="{3EBBFEB4-7E60-440A-B139-E25F34F33931}" dt="2026-03-20T16:50:53.477" v="1289" actId="1076"/>
          <ac:picMkLst>
            <pc:docMk/>
            <pc:sldMk cId="1322783857" sldId="272"/>
            <ac:picMk id="3" creationId="{DE852F93-D188-CE6F-7B23-C42552E72E7C}"/>
          </ac:picMkLst>
        </pc:picChg>
        <pc:picChg chg="del mod">
          <ac:chgData name="Zied Belhocine" userId="200cc0e2b299676e" providerId="LiveId" clId="{3EBBFEB4-7E60-440A-B139-E25F34F33931}" dt="2026-03-20T15:41:26.219" v="774" actId="478"/>
          <ac:picMkLst>
            <pc:docMk/>
            <pc:sldMk cId="1322783857" sldId="272"/>
            <ac:picMk id="6" creationId="{36C5056E-A96E-8C32-945D-68CA5EBE4BDE}"/>
          </ac:picMkLst>
        </pc:picChg>
        <pc:picChg chg="add del mod">
          <ac:chgData name="Zied Belhocine" userId="200cc0e2b299676e" providerId="LiveId" clId="{3EBBFEB4-7E60-440A-B139-E25F34F33931}" dt="2026-03-20T15:45:36.539" v="815" actId="478"/>
          <ac:picMkLst>
            <pc:docMk/>
            <pc:sldMk cId="1322783857" sldId="272"/>
            <ac:picMk id="7" creationId="{AFC2F156-0075-34B2-9508-4AD9B5C9323E}"/>
          </ac:picMkLst>
        </pc:picChg>
        <pc:picChg chg="del">
          <ac:chgData name="Zied Belhocine" userId="200cc0e2b299676e" providerId="LiveId" clId="{3EBBFEB4-7E60-440A-B139-E25F34F33931}" dt="2026-03-20T15:24:27.425" v="620" actId="478"/>
          <ac:picMkLst>
            <pc:docMk/>
            <pc:sldMk cId="1322783857" sldId="272"/>
            <ac:picMk id="8" creationId="{C9CBA3BD-6ECC-49A0-5875-28D5A4DE8EBF}"/>
          </ac:picMkLst>
        </pc:picChg>
        <pc:picChg chg="del mod">
          <ac:chgData name="Zied Belhocine" userId="200cc0e2b299676e" providerId="LiveId" clId="{3EBBFEB4-7E60-440A-B139-E25F34F33931}" dt="2026-03-20T15:41:26.729" v="775" actId="478"/>
          <ac:picMkLst>
            <pc:docMk/>
            <pc:sldMk cId="1322783857" sldId="272"/>
            <ac:picMk id="10" creationId="{4F213B07-3F09-DEAB-E99F-564D6068520C}"/>
          </ac:picMkLst>
        </pc:picChg>
        <pc:picChg chg="add del mod">
          <ac:chgData name="Zied Belhocine" userId="200cc0e2b299676e" providerId="LiveId" clId="{3EBBFEB4-7E60-440A-B139-E25F34F33931}" dt="2026-03-20T16:50:59.879" v="1291" actId="478"/>
          <ac:picMkLst>
            <pc:docMk/>
            <pc:sldMk cId="1322783857" sldId="272"/>
            <ac:picMk id="12" creationId="{FCDE7EF8-6D40-7A08-63FF-282B5F6824BE}"/>
          </ac:picMkLst>
        </pc:picChg>
        <pc:picChg chg="add del mod">
          <ac:chgData name="Zied Belhocine" userId="200cc0e2b299676e" providerId="LiveId" clId="{3EBBFEB4-7E60-440A-B139-E25F34F33931}" dt="2026-03-20T16:51:06.519" v="1293" actId="478"/>
          <ac:picMkLst>
            <pc:docMk/>
            <pc:sldMk cId="1322783857" sldId="272"/>
            <ac:picMk id="14" creationId="{6E27B0D6-6EE9-9390-D9E1-4FCABCB71CFD}"/>
          </ac:picMkLst>
        </pc:picChg>
        <pc:picChg chg="add mod">
          <ac:chgData name="Zied Belhocine" userId="200cc0e2b299676e" providerId="LiveId" clId="{3EBBFEB4-7E60-440A-B139-E25F34F33931}" dt="2026-03-20T16:50:56.509" v="1290" actId="571"/>
          <ac:picMkLst>
            <pc:docMk/>
            <pc:sldMk cId="1322783857" sldId="272"/>
            <ac:picMk id="15" creationId="{E5EC1F36-4067-2F44-CD69-E596B9F44933}"/>
          </ac:picMkLst>
        </pc:picChg>
        <pc:picChg chg="add mod">
          <ac:chgData name="Zied Belhocine" userId="200cc0e2b299676e" providerId="LiveId" clId="{3EBBFEB4-7E60-440A-B139-E25F34F33931}" dt="2026-03-20T16:51:08.118" v="1294" actId="1076"/>
          <ac:picMkLst>
            <pc:docMk/>
            <pc:sldMk cId="1322783857" sldId="272"/>
            <ac:picMk id="16" creationId="{2E231645-4CC4-E950-0C5E-09145DBEC8B3}"/>
          </ac:picMkLst>
        </pc:picChg>
      </pc:sldChg>
      <pc:sldChg chg="modSp add del mod">
        <pc:chgData name="Zied Belhocine" userId="200cc0e2b299676e" providerId="LiveId" clId="{3EBBFEB4-7E60-440A-B139-E25F34F33931}" dt="2026-03-20T15:23:49.089" v="613" actId="47"/>
        <pc:sldMkLst>
          <pc:docMk/>
          <pc:sldMk cId="3506159217" sldId="272"/>
        </pc:sldMkLst>
        <pc:spChg chg="mod">
          <ac:chgData name="Zied Belhocine" userId="200cc0e2b299676e" providerId="LiveId" clId="{3EBBFEB4-7E60-440A-B139-E25F34F33931}" dt="2026-03-20T14:31:41.828" v="323" actId="20577"/>
          <ac:spMkLst>
            <pc:docMk/>
            <pc:sldMk cId="3506159217" sldId="272"/>
            <ac:spMk id="3" creationId="{326C2488-E6F3-F8DF-BAE3-86F62BE6F959}"/>
          </ac:spMkLst>
        </pc:spChg>
      </pc:sldChg>
      <pc:sldChg chg="add del">
        <pc:chgData name="Zied Belhocine" userId="200cc0e2b299676e" providerId="LiveId" clId="{3EBBFEB4-7E60-440A-B139-E25F34F33931}" dt="2026-03-20T15:24:54.623" v="635" actId="47"/>
        <pc:sldMkLst>
          <pc:docMk/>
          <pc:sldMk cId="2061604741" sldId="273"/>
        </pc:sldMkLst>
      </pc:sldChg>
      <pc:sldChg chg="add del">
        <pc:chgData name="Zied Belhocine" userId="200cc0e2b299676e" providerId="LiveId" clId="{3EBBFEB4-7E60-440A-B139-E25F34F33931}" dt="2026-03-20T16:54:42.358" v="1296" actId="47"/>
        <pc:sldMkLst>
          <pc:docMk/>
          <pc:sldMk cId="4166526494" sldId="273"/>
        </pc:sldMkLst>
      </pc:sldChg>
      <pc:sldChg chg="add del">
        <pc:chgData name="Zied Belhocine" userId="200cc0e2b299676e" providerId="LiveId" clId="{3EBBFEB4-7E60-440A-B139-E25F34F33931}" dt="2026-03-20T15:24:56.976" v="636" actId="47"/>
        <pc:sldMkLst>
          <pc:docMk/>
          <pc:sldMk cId="3063570610" sldId="274"/>
        </pc:sldMkLst>
      </pc:sldChg>
      <pc:sldChg chg="modSp add del mod">
        <pc:chgData name="Zied Belhocine" userId="200cc0e2b299676e" providerId="LiveId" clId="{3EBBFEB4-7E60-440A-B139-E25F34F33931}" dt="2026-03-20T16:55:44.749" v="1297" actId="47"/>
        <pc:sldMkLst>
          <pc:docMk/>
          <pc:sldMk cId="3569203294" sldId="274"/>
        </pc:sldMkLst>
        <pc:picChg chg="mod">
          <ac:chgData name="Zied Belhocine" userId="200cc0e2b299676e" providerId="LiveId" clId="{3EBBFEB4-7E60-440A-B139-E25F34F33931}" dt="2026-03-20T15:40:52.578" v="773" actId="1036"/>
          <ac:picMkLst>
            <pc:docMk/>
            <pc:sldMk cId="3569203294" sldId="274"/>
            <ac:picMk id="7" creationId="{AFC2F156-0075-34B2-9508-4AD9B5C9323E}"/>
          </ac:picMkLst>
        </pc:picChg>
      </pc:sldChg>
      <pc:sldChg chg="addSp delSp modSp add mod">
        <pc:chgData name="Zied Belhocine" userId="200cc0e2b299676e" providerId="LiveId" clId="{3EBBFEB4-7E60-440A-B139-E25F34F33931}" dt="2026-03-23T16:53:54.362" v="1723" actId="1076"/>
        <pc:sldMkLst>
          <pc:docMk/>
          <pc:sldMk cId="2143973887" sldId="275"/>
        </pc:sldMkLst>
        <pc:spChg chg="add mod">
          <ac:chgData name="Zied Belhocine" userId="200cc0e2b299676e" providerId="LiveId" clId="{3EBBFEB4-7E60-440A-B139-E25F34F33931}" dt="2026-03-20T15:50:12.580" v="915" actId="20577"/>
          <ac:spMkLst>
            <pc:docMk/>
            <pc:sldMk cId="2143973887" sldId="275"/>
            <ac:spMk id="13" creationId="{3EF3C3C4-1047-1280-1EC2-A02AC2301356}"/>
          </ac:spMkLst>
        </pc:spChg>
        <pc:spChg chg="add mod">
          <ac:chgData name="Zied Belhocine" userId="200cc0e2b299676e" providerId="LiveId" clId="{3EBBFEB4-7E60-440A-B139-E25F34F33931}" dt="2026-03-20T15:50:14.639" v="916" actId="20577"/>
          <ac:spMkLst>
            <pc:docMk/>
            <pc:sldMk cId="2143973887" sldId="275"/>
            <ac:spMk id="15" creationId="{190FB9CA-C36B-63A4-4D74-EA27410A19FB}"/>
          </ac:spMkLst>
        </pc:spChg>
        <pc:spChg chg="add mod">
          <ac:chgData name="Zied Belhocine" userId="200cc0e2b299676e" providerId="LiveId" clId="{3EBBFEB4-7E60-440A-B139-E25F34F33931}" dt="2026-03-20T15:52:49.578" v="956" actId="1076"/>
          <ac:spMkLst>
            <pc:docMk/>
            <pc:sldMk cId="2143973887" sldId="275"/>
            <ac:spMk id="16" creationId="{EC33982A-A8CA-AF1E-8173-767808F683C0}"/>
          </ac:spMkLst>
        </pc:spChg>
        <pc:spChg chg="add mod">
          <ac:chgData name="Zied Belhocine" userId="200cc0e2b299676e" providerId="LiveId" clId="{3EBBFEB4-7E60-440A-B139-E25F34F33931}" dt="2026-03-20T15:50:53.155" v="929" actId="20577"/>
          <ac:spMkLst>
            <pc:docMk/>
            <pc:sldMk cId="2143973887" sldId="275"/>
            <ac:spMk id="17" creationId="{E3B233B1-4BCC-06CC-9D76-6FB2471CF7B5}"/>
          </ac:spMkLst>
        </pc:spChg>
        <pc:spChg chg="add mod">
          <ac:chgData name="Zied Belhocine" userId="200cc0e2b299676e" providerId="LiveId" clId="{3EBBFEB4-7E60-440A-B139-E25F34F33931}" dt="2026-03-20T15:50:28.076" v="922" actId="20577"/>
          <ac:spMkLst>
            <pc:docMk/>
            <pc:sldMk cId="2143973887" sldId="275"/>
            <ac:spMk id="18" creationId="{4915CE7B-86AB-E549-D299-D8918F991908}"/>
          </ac:spMkLst>
        </pc:spChg>
        <pc:picChg chg="mod">
          <ac:chgData name="Zied Belhocine" userId="200cc0e2b299676e" providerId="LiveId" clId="{3EBBFEB4-7E60-440A-B139-E25F34F33931}" dt="2026-03-20T15:49:25.014" v="899" actId="1038"/>
          <ac:picMkLst>
            <pc:docMk/>
            <pc:sldMk cId="2143973887" sldId="275"/>
            <ac:picMk id="3" creationId="{DE852F93-D188-CE6F-7B23-C42552E72E7C}"/>
          </ac:picMkLst>
        </pc:picChg>
        <pc:picChg chg="add mod">
          <ac:chgData name="Zied Belhocine" userId="200cc0e2b299676e" providerId="LiveId" clId="{3EBBFEB4-7E60-440A-B139-E25F34F33931}" dt="2026-03-20T15:49:04.673" v="870" actId="14100"/>
          <ac:picMkLst>
            <pc:docMk/>
            <pc:sldMk cId="2143973887" sldId="275"/>
            <ac:picMk id="4" creationId="{2F37D4B6-CBD1-841B-5D73-C94CEF7C01CF}"/>
          </ac:picMkLst>
        </pc:picChg>
        <pc:picChg chg="add mod ord">
          <ac:chgData name="Zied Belhocine" userId="200cc0e2b299676e" providerId="LiveId" clId="{3EBBFEB4-7E60-440A-B139-E25F34F33931}" dt="2026-03-23T16:53:54.362" v="1723" actId="1076"/>
          <ac:picMkLst>
            <pc:docMk/>
            <pc:sldMk cId="2143973887" sldId="275"/>
            <ac:picMk id="6" creationId="{9EA9736C-551C-786E-EA56-4FABFD1C1CB1}"/>
          </ac:picMkLst>
        </pc:picChg>
        <pc:picChg chg="add del mod">
          <ac:chgData name="Zied Belhocine" userId="200cc0e2b299676e" providerId="LiveId" clId="{3EBBFEB4-7E60-440A-B139-E25F34F33931}" dt="2026-03-23T16:53:46.955" v="1712" actId="478"/>
          <ac:picMkLst>
            <pc:docMk/>
            <pc:sldMk cId="2143973887" sldId="275"/>
            <ac:picMk id="7" creationId="{0AFF08C9-200B-E950-10F4-09EEA52B1946}"/>
          </ac:picMkLst>
        </pc:picChg>
        <pc:picChg chg="add mod">
          <ac:chgData name="Zied Belhocine" userId="200cc0e2b299676e" providerId="LiveId" clId="{3EBBFEB4-7E60-440A-B139-E25F34F33931}" dt="2026-03-20T15:49:38.140" v="903" actId="1076"/>
          <ac:picMkLst>
            <pc:docMk/>
            <pc:sldMk cId="2143973887" sldId="275"/>
            <ac:picMk id="9" creationId="{35DD6B89-CC29-15C0-5BA2-B38CE0D6EDEC}"/>
          </ac:picMkLst>
        </pc:picChg>
        <pc:picChg chg="add mod">
          <ac:chgData name="Zied Belhocine" userId="200cc0e2b299676e" providerId="LiveId" clId="{3EBBFEB4-7E60-440A-B139-E25F34F33931}" dt="2026-03-23T16:53:51.261" v="1721" actId="1035"/>
          <ac:picMkLst>
            <pc:docMk/>
            <pc:sldMk cId="2143973887" sldId="275"/>
            <ac:picMk id="11" creationId="{225BF21B-087A-DBAE-C3F6-BE46BA9C960B}"/>
          </ac:picMkLst>
        </pc:picChg>
        <pc:picChg chg="mod">
          <ac:chgData name="Zied Belhocine" userId="200cc0e2b299676e" providerId="LiveId" clId="{3EBBFEB4-7E60-440A-B139-E25F34F33931}" dt="2026-03-20T15:52:45.698" v="955" actId="1076"/>
          <ac:picMkLst>
            <pc:docMk/>
            <pc:sldMk cId="2143973887" sldId="275"/>
            <ac:picMk id="12" creationId="{FCDE7EF8-6D40-7A08-63FF-282B5F6824BE}"/>
          </ac:picMkLst>
        </pc:picChg>
        <pc:picChg chg="del">
          <ac:chgData name="Zied Belhocine" userId="200cc0e2b299676e" providerId="LiveId" clId="{3EBBFEB4-7E60-440A-B139-E25F34F33931}" dt="2026-03-20T15:46:01.606" v="821" actId="478"/>
          <ac:picMkLst>
            <pc:docMk/>
            <pc:sldMk cId="2143973887" sldId="275"/>
            <ac:picMk id="14" creationId="{6E27B0D6-6EE9-9390-D9E1-4FCABCB71CFD}"/>
          </ac:picMkLst>
        </pc:picChg>
      </pc:sldChg>
      <pc:sldChg chg="addSp delSp modSp add mod">
        <pc:chgData name="Zied Belhocine" userId="200cc0e2b299676e" providerId="LiveId" clId="{3EBBFEB4-7E60-440A-B139-E25F34F33931}" dt="2026-03-20T15:52:16.809" v="954" actId="478"/>
        <pc:sldMkLst>
          <pc:docMk/>
          <pc:sldMk cId="3431231488" sldId="276"/>
        </pc:sldMkLst>
        <pc:spChg chg="del">
          <ac:chgData name="Zied Belhocine" userId="200cc0e2b299676e" providerId="LiveId" clId="{3EBBFEB4-7E60-440A-B139-E25F34F33931}" dt="2026-03-20T15:52:11.447" v="950" actId="478"/>
          <ac:spMkLst>
            <pc:docMk/>
            <pc:sldMk cId="3431231488" sldId="276"/>
            <ac:spMk id="13" creationId="{3EF3C3C4-1047-1280-1EC2-A02AC2301356}"/>
          </ac:spMkLst>
        </pc:spChg>
        <pc:spChg chg="del mod">
          <ac:chgData name="Zied Belhocine" userId="200cc0e2b299676e" providerId="LiveId" clId="{3EBBFEB4-7E60-440A-B139-E25F34F33931}" dt="2026-03-20T15:52:12.249" v="951" actId="478"/>
          <ac:spMkLst>
            <pc:docMk/>
            <pc:sldMk cId="3431231488" sldId="276"/>
            <ac:spMk id="15" creationId="{190FB9CA-C36B-63A4-4D74-EA27410A19FB}"/>
          </ac:spMkLst>
        </pc:spChg>
        <pc:spChg chg="del mod">
          <ac:chgData name="Zied Belhocine" userId="200cc0e2b299676e" providerId="LiveId" clId="{3EBBFEB4-7E60-440A-B139-E25F34F33931}" dt="2026-03-20T15:52:16.809" v="954" actId="478"/>
          <ac:spMkLst>
            <pc:docMk/>
            <pc:sldMk cId="3431231488" sldId="276"/>
            <ac:spMk id="16" creationId="{EC33982A-A8CA-AF1E-8173-767808F683C0}"/>
          </ac:spMkLst>
        </pc:spChg>
        <pc:spChg chg="del">
          <ac:chgData name="Zied Belhocine" userId="200cc0e2b299676e" providerId="LiveId" clId="{3EBBFEB4-7E60-440A-B139-E25F34F33931}" dt="2026-03-20T15:52:15.392" v="953" actId="478"/>
          <ac:spMkLst>
            <pc:docMk/>
            <pc:sldMk cId="3431231488" sldId="276"/>
            <ac:spMk id="17" creationId="{E3B233B1-4BCC-06CC-9D76-6FB2471CF7B5}"/>
          </ac:spMkLst>
        </pc:spChg>
        <pc:spChg chg="del mod">
          <ac:chgData name="Zied Belhocine" userId="200cc0e2b299676e" providerId="LiveId" clId="{3EBBFEB4-7E60-440A-B139-E25F34F33931}" dt="2026-03-20T15:52:14.063" v="952" actId="478"/>
          <ac:spMkLst>
            <pc:docMk/>
            <pc:sldMk cId="3431231488" sldId="276"/>
            <ac:spMk id="18" creationId="{4915CE7B-86AB-E549-D299-D8918F991908}"/>
          </ac:spMkLst>
        </pc:spChg>
        <pc:picChg chg="del">
          <ac:chgData name="Zied Belhocine" userId="200cc0e2b299676e" providerId="LiveId" clId="{3EBBFEB4-7E60-440A-B139-E25F34F33931}" dt="2026-03-20T15:51:19.413" v="931" actId="478"/>
          <ac:picMkLst>
            <pc:docMk/>
            <pc:sldMk cId="3431231488" sldId="276"/>
            <ac:picMk id="3" creationId="{DE852F93-D188-CE6F-7B23-C42552E72E7C}"/>
          </ac:picMkLst>
        </pc:picChg>
        <pc:picChg chg="del">
          <ac:chgData name="Zied Belhocine" userId="200cc0e2b299676e" providerId="LiveId" clId="{3EBBFEB4-7E60-440A-B139-E25F34F33931}" dt="2026-03-20T15:51:21.514" v="936" actId="478"/>
          <ac:picMkLst>
            <pc:docMk/>
            <pc:sldMk cId="3431231488" sldId="276"/>
            <ac:picMk id="4" creationId="{2F37D4B6-CBD1-841B-5D73-C94CEF7C01CF}"/>
          </ac:picMkLst>
        </pc:picChg>
        <pc:picChg chg="add mod">
          <ac:chgData name="Zied Belhocine" userId="200cc0e2b299676e" providerId="LiveId" clId="{3EBBFEB4-7E60-440A-B139-E25F34F33931}" dt="2026-03-20T15:51:43.471" v="944" actId="1076"/>
          <ac:picMkLst>
            <pc:docMk/>
            <pc:sldMk cId="3431231488" sldId="276"/>
            <ac:picMk id="6" creationId="{5B144E86-6825-E6B8-1FDD-ECBBED31BC83}"/>
          </ac:picMkLst>
        </pc:picChg>
        <pc:picChg chg="del mod">
          <ac:chgData name="Zied Belhocine" userId="200cc0e2b299676e" providerId="LiveId" clId="{3EBBFEB4-7E60-440A-B139-E25F34F33931}" dt="2026-03-20T15:51:19.901" v="933" actId="478"/>
          <ac:picMkLst>
            <pc:docMk/>
            <pc:sldMk cId="3431231488" sldId="276"/>
            <ac:picMk id="7" creationId="{0AFF08C9-200B-E950-10F4-09EEA52B1946}"/>
          </ac:picMkLst>
        </pc:picChg>
        <pc:picChg chg="del">
          <ac:chgData name="Zied Belhocine" userId="200cc0e2b299676e" providerId="LiveId" clId="{3EBBFEB4-7E60-440A-B139-E25F34F33931}" dt="2026-03-20T15:51:20.946" v="935" actId="478"/>
          <ac:picMkLst>
            <pc:docMk/>
            <pc:sldMk cId="3431231488" sldId="276"/>
            <ac:picMk id="9" creationId="{35DD6B89-CC29-15C0-5BA2-B38CE0D6EDEC}"/>
          </ac:picMkLst>
        </pc:picChg>
        <pc:picChg chg="add mod">
          <ac:chgData name="Zied Belhocine" userId="200cc0e2b299676e" providerId="LiveId" clId="{3EBBFEB4-7E60-440A-B139-E25F34F33931}" dt="2026-03-20T15:52:04.498" v="949" actId="1076"/>
          <ac:picMkLst>
            <pc:docMk/>
            <pc:sldMk cId="3431231488" sldId="276"/>
            <ac:picMk id="10" creationId="{603E4AFC-2146-D144-BECA-8EB598D5A64D}"/>
          </ac:picMkLst>
        </pc:picChg>
        <pc:picChg chg="del">
          <ac:chgData name="Zied Belhocine" userId="200cc0e2b299676e" providerId="LiveId" clId="{3EBBFEB4-7E60-440A-B139-E25F34F33931}" dt="2026-03-20T15:51:20.492" v="934" actId="478"/>
          <ac:picMkLst>
            <pc:docMk/>
            <pc:sldMk cId="3431231488" sldId="276"/>
            <ac:picMk id="11" creationId="{225BF21B-087A-DBAE-C3F6-BE46BA9C960B}"/>
          </ac:picMkLst>
        </pc:picChg>
        <pc:picChg chg="del">
          <ac:chgData name="Zied Belhocine" userId="200cc0e2b299676e" providerId="LiveId" clId="{3EBBFEB4-7E60-440A-B139-E25F34F33931}" dt="2026-03-20T15:51:22.122" v="937" actId="478"/>
          <ac:picMkLst>
            <pc:docMk/>
            <pc:sldMk cId="3431231488" sldId="276"/>
            <ac:picMk id="12" creationId="{FCDE7EF8-6D40-7A08-63FF-282B5F6824BE}"/>
          </ac:picMkLst>
        </pc:picChg>
      </pc:sldChg>
      <pc:sldChg chg="addSp delSp modSp add mod modNotesTx">
        <pc:chgData name="Zied Belhocine" userId="200cc0e2b299676e" providerId="LiveId" clId="{3EBBFEB4-7E60-440A-B139-E25F34F33931}" dt="2026-03-26T14:27:05.240" v="5750" actId="1076"/>
        <pc:sldMkLst>
          <pc:docMk/>
          <pc:sldMk cId="1338593057" sldId="277"/>
        </pc:sldMkLst>
        <pc:spChg chg="add mod">
          <ac:chgData name="Zied Belhocine" userId="200cc0e2b299676e" providerId="LiveId" clId="{3EBBFEB4-7E60-440A-B139-E25F34F33931}" dt="2026-03-26T11:06:27.679" v="4195" actId="14100"/>
          <ac:spMkLst>
            <pc:docMk/>
            <pc:sldMk cId="1338593057" sldId="277"/>
            <ac:spMk id="16" creationId="{DC498F15-7D54-96D9-CFE5-04F2B6CCE474}"/>
          </ac:spMkLst>
        </pc:spChg>
        <pc:picChg chg="del">
          <ac:chgData name="Zied Belhocine" userId="200cc0e2b299676e" providerId="LiveId" clId="{3EBBFEB4-7E60-440A-B139-E25F34F33931}" dt="2026-03-20T16:35:26.728" v="958" actId="478"/>
          <ac:picMkLst>
            <pc:docMk/>
            <pc:sldMk cId="1338593057" sldId="277"/>
            <ac:picMk id="3" creationId="{DE852F93-D188-CE6F-7B23-C42552E72E7C}"/>
          </ac:picMkLst>
        </pc:picChg>
        <pc:picChg chg="add mod">
          <ac:chgData name="Zied Belhocine" userId="200cc0e2b299676e" providerId="LiveId" clId="{3EBBFEB4-7E60-440A-B139-E25F34F33931}" dt="2026-03-20T16:56:32.717" v="1307" actId="1076"/>
          <ac:picMkLst>
            <pc:docMk/>
            <pc:sldMk cId="1338593057" sldId="277"/>
            <ac:picMk id="4" creationId="{12C07189-D95C-746E-9998-9064ADB2E94C}"/>
          </ac:picMkLst>
        </pc:picChg>
        <pc:picChg chg="del">
          <ac:chgData name="Zied Belhocine" userId="200cc0e2b299676e" providerId="LiveId" clId="{3EBBFEB4-7E60-440A-B139-E25F34F33931}" dt="2026-03-20T16:55:51.094" v="1298" actId="478"/>
          <ac:picMkLst>
            <pc:docMk/>
            <pc:sldMk cId="1338593057" sldId="277"/>
            <ac:picMk id="6" creationId="{36C5056E-A96E-8C32-945D-68CA5EBE4BDE}"/>
          </ac:picMkLst>
        </pc:picChg>
        <pc:picChg chg="del">
          <ac:chgData name="Zied Belhocine" userId="200cc0e2b299676e" providerId="LiveId" clId="{3EBBFEB4-7E60-440A-B139-E25F34F33931}" dt="2026-03-20T16:35:27.303" v="959" actId="478"/>
          <ac:picMkLst>
            <pc:docMk/>
            <pc:sldMk cId="1338593057" sldId="277"/>
            <ac:picMk id="7" creationId="{AFC2F156-0075-34B2-9508-4AD9B5C9323E}"/>
          </ac:picMkLst>
        </pc:picChg>
        <pc:picChg chg="add mod">
          <ac:chgData name="Zied Belhocine" userId="200cc0e2b299676e" providerId="LiveId" clId="{3EBBFEB4-7E60-440A-B139-E25F34F33931}" dt="2026-03-20T16:56:18.790" v="1306" actId="1076"/>
          <ac:picMkLst>
            <pc:docMk/>
            <pc:sldMk cId="1338593057" sldId="277"/>
            <ac:picMk id="9" creationId="{2DBD46D2-C0CA-E2D0-C9A3-9A82620C0D86}"/>
          </ac:picMkLst>
        </pc:picChg>
        <pc:picChg chg="del">
          <ac:chgData name="Zied Belhocine" userId="200cc0e2b299676e" providerId="LiveId" clId="{3EBBFEB4-7E60-440A-B139-E25F34F33931}" dt="2026-03-20T16:55:51.716" v="1299" actId="478"/>
          <ac:picMkLst>
            <pc:docMk/>
            <pc:sldMk cId="1338593057" sldId="277"/>
            <ac:picMk id="10" creationId="{4F213B07-3F09-DEAB-E99F-564D6068520C}"/>
          </ac:picMkLst>
        </pc:picChg>
        <pc:picChg chg="del">
          <ac:chgData name="Zied Belhocine" userId="200cc0e2b299676e" providerId="LiveId" clId="{3EBBFEB4-7E60-440A-B139-E25F34F33931}" dt="2026-03-20T16:35:27.858" v="960" actId="478"/>
          <ac:picMkLst>
            <pc:docMk/>
            <pc:sldMk cId="1338593057" sldId="277"/>
            <ac:picMk id="12" creationId="{FCDE7EF8-6D40-7A08-63FF-282B5F6824BE}"/>
          </ac:picMkLst>
        </pc:picChg>
        <pc:picChg chg="add del mod">
          <ac:chgData name="Zied Belhocine" userId="200cc0e2b299676e" providerId="LiveId" clId="{3EBBFEB4-7E60-440A-B139-E25F34F33931}" dt="2026-03-20T16:58:45.460" v="1311" actId="478"/>
          <ac:picMkLst>
            <pc:docMk/>
            <pc:sldMk cId="1338593057" sldId="277"/>
            <ac:picMk id="13" creationId="{AB5AAD84-BB83-008A-D9A7-EBC4BF425917}"/>
          </ac:picMkLst>
        </pc:picChg>
        <pc:picChg chg="add mod">
          <ac:chgData name="Zied Belhocine" userId="200cc0e2b299676e" providerId="LiveId" clId="{3EBBFEB4-7E60-440A-B139-E25F34F33931}" dt="2026-03-26T14:27:05.240" v="5750" actId="1076"/>
          <ac:picMkLst>
            <pc:docMk/>
            <pc:sldMk cId="1338593057" sldId="277"/>
            <ac:picMk id="15" creationId="{6899CF21-1DBD-6604-AE03-DE173981C81A}"/>
          </ac:picMkLst>
        </pc:picChg>
        <pc:picChg chg="add mod">
          <ac:chgData name="Zied Belhocine" userId="200cc0e2b299676e" providerId="LiveId" clId="{3EBBFEB4-7E60-440A-B139-E25F34F33931}" dt="2026-03-20T16:58:52.582" v="1314" actId="1076"/>
          <ac:picMkLst>
            <pc:docMk/>
            <pc:sldMk cId="1338593057" sldId="277"/>
            <ac:picMk id="18" creationId="{3E6B82E8-2751-1DDE-A4E3-91AFFFC04BC4}"/>
          </ac:picMkLst>
        </pc:picChg>
      </pc:sldChg>
      <pc:sldChg chg="addSp modSp add mod ord">
        <pc:chgData name="Zied Belhocine" userId="200cc0e2b299676e" providerId="LiveId" clId="{3EBBFEB4-7E60-440A-B139-E25F34F33931}" dt="2026-03-26T12:12:31.528" v="4768" actId="20577"/>
        <pc:sldMkLst>
          <pc:docMk/>
          <pc:sldMk cId="0" sldId="278"/>
        </pc:sldMkLst>
        <pc:spChg chg="add mod">
          <ac:chgData name="Zied Belhocine" userId="200cc0e2b299676e" providerId="LiveId" clId="{3EBBFEB4-7E60-440A-B139-E25F34F33931}" dt="2026-03-26T12:12:31.528" v="4768" actId="20577"/>
          <ac:spMkLst>
            <pc:docMk/>
            <pc:sldMk cId="0" sldId="278"/>
            <ac:spMk id="5" creationId="{3FD6FFF6-B226-1D26-6167-4207E38B9D06}"/>
          </ac:spMkLst>
        </pc:spChg>
        <pc:spChg chg="mod">
          <ac:chgData name="Zied Belhocine" userId="200cc0e2b299676e" providerId="LiveId" clId="{3EBBFEB4-7E60-440A-B139-E25F34F33931}" dt="2026-03-24T13:24:46.847" v="1839" actId="20577"/>
          <ac:spMkLst>
            <pc:docMk/>
            <pc:sldMk cId="0" sldId="278"/>
            <ac:spMk id="79" creationId="{00000000-0000-0000-0000-000000000000}"/>
          </ac:spMkLst>
        </pc:spChg>
        <pc:picChg chg="add mod">
          <ac:chgData name="Zied Belhocine" userId="200cc0e2b299676e" providerId="LiveId" clId="{3EBBFEB4-7E60-440A-B139-E25F34F33931}" dt="2026-03-24T13:24:52.233" v="1842" actId="1076"/>
          <ac:picMkLst>
            <pc:docMk/>
            <pc:sldMk cId="0" sldId="278"/>
            <ac:picMk id="3" creationId="{819843DD-C5FA-35A1-7D94-96E77BBBEE06}"/>
          </ac:picMkLst>
        </pc:picChg>
        <pc:picChg chg="add mod">
          <ac:chgData name="Zied Belhocine" userId="200cc0e2b299676e" providerId="LiveId" clId="{3EBBFEB4-7E60-440A-B139-E25F34F33931}" dt="2026-03-24T13:24:53.188" v="1843" actId="1076"/>
          <ac:picMkLst>
            <pc:docMk/>
            <pc:sldMk cId="0" sldId="278"/>
            <ac:picMk id="4" creationId="{6A31B232-733E-ECAB-DFA9-D89626411242}"/>
          </ac:picMkLst>
        </pc:picChg>
      </pc:sldChg>
      <pc:sldChg chg="modSp new add del mod">
        <pc:chgData name="Zied Belhocine" userId="200cc0e2b299676e" providerId="LiveId" clId="{3EBBFEB4-7E60-440A-B139-E25F34F33931}" dt="2026-03-23T16:27:26.688" v="1697" actId="680"/>
        <pc:sldMkLst>
          <pc:docMk/>
          <pc:sldMk cId="2443512801" sldId="278"/>
        </pc:sldMkLst>
        <pc:spChg chg="mod">
          <ac:chgData name="Zied Belhocine" userId="200cc0e2b299676e" providerId="LiveId" clId="{3EBBFEB4-7E60-440A-B139-E25F34F33931}" dt="2026-03-23T16:27:26.688" v="1697" actId="680"/>
          <ac:spMkLst>
            <pc:docMk/>
            <pc:sldMk cId="2443512801" sldId="278"/>
            <ac:spMk id="2" creationId="{FB22C7B6-36F6-2B62-A3DA-99145ED3ABE7}"/>
          </ac:spMkLst>
        </pc:spChg>
      </pc:sldChg>
      <pc:sldChg chg="addSp delSp modSp add mod">
        <pc:chgData name="Zied Belhocine" userId="200cc0e2b299676e" providerId="LiveId" clId="{3EBBFEB4-7E60-440A-B139-E25F34F33931}" dt="2026-03-26T13:15:24.991" v="5546" actId="20577"/>
        <pc:sldMkLst>
          <pc:docMk/>
          <pc:sldMk cId="2855576767" sldId="279"/>
        </pc:sldMkLst>
        <pc:spChg chg="mod">
          <ac:chgData name="Zied Belhocine" userId="200cc0e2b299676e" providerId="LiveId" clId="{3EBBFEB4-7E60-440A-B139-E25F34F33931}" dt="2026-03-26T13:15:24.991" v="5546" actId="20577"/>
          <ac:spMkLst>
            <pc:docMk/>
            <pc:sldMk cId="2855576767" sldId="279"/>
            <ac:spMk id="6" creationId="{D9868E42-0AEB-B609-8B08-FB2156F53CD0}"/>
          </ac:spMkLst>
        </pc:spChg>
        <pc:spChg chg="mod">
          <ac:chgData name="Zied Belhocine" userId="200cc0e2b299676e" providerId="LiveId" clId="{3EBBFEB4-7E60-440A-B139-E25F34F33931}" dt="2026-03-26T11:14:16.724" v="4362" actId="20577"/>
          <ac:spMkLst>
            <pc:docMk/>
            <pc:sldMk cId="2855576767" sldId="279"/>
            <ac:spMk id="81" creationId="{00000000-0000-0000-0000-000000000000}"/>
          </ac:spMkLst>
        </pc:spChg>
        <pc:picChg chg="del">
          <ac:chgData name="Zied Belhocine" userId="200cc0e2b299676e" providerId="LiveId" clId="{3EBBFEB4-7E60-440A-B139-E25F34F33931}" dt="2026-03-24T13:43:50.264" v="2675" actId="478"/>
          <ac:picMkLst>
            <pc:docMk/>
            <pc:sldMk cId="2855576767" sldId="279"/>
            <ac:picMk id="3" creationId="{57260433-DF79-E3B4-9692-864140D92651}"/>
          </ac:picMkLst>
        </pc:picChg>
        <pc:picChg chg="add del mod">
          <ac:chgData name="Zied Belhocine" userId="200cc0e2b299676e" providerId="LiveId" clId="{3EBBFEB4-7E60-440A-B139-E25F34F33931}" dt="2026-03-26T13:04:45.582" v="5380" actId="478"/>
          <ac:picMkLst>
            <pc:docMk/>
            <pc:sldMk cId="2855576767" sldId="279"/>
            <ac:picMk id="3" creationId="{A4750EBC-8B2C-57C3-00F1-0D98295476B7}"/>
          </ac:picMkLst>
        </pc:picChg>
        <pc:picChg chg="add del mod">
          <ac:chgData name="Zied Belhocine" userId="200cc0e2b299676e" providerId="LiveId" clId="{3EBBFEB4-7E60-440A-B139-E25F34F33931}" dt="2026-03-24T13:46:09.984" v="2678" actId="478"/>
          <ac:picMkLst>
            <pc:docMk/>
            <pc:sldMk cId="2855576767" sldId="279"/>
            <ac:picMk id="4" creationId="{C345FDE1-06BA-3DFB-D56C-69100FB21830}"/>
          </ac:picMkLst>
        </pc:picChg>
        <pc:picChg chg="add mod">
          <ac:chgData name="Zied Belhocine" userId="200cc0e2b299676e" providerId="LiveId" clId="{3EBBFEB4-7E60-440A-B139-E25F34F33931}" dt="2026-03-26T13:05:08.038" v="5385" actId="14100"/>
          <ac:picMkLst>
            <pc:docMk/>
            <pc:sldMk cId="2855576767" sldId="279"/>
            <ac:picMk id="5" creationId="{AC94C3E5-11C6-432F-5901-E9F3E2232EDD}"/>
          </ac:picMkLst>
        </pc:picChg>
        <pc:picChg chg="add del mod">
          <ac:chgData name="Zied Belhocine" userId="200cc0e2b299676e" providerId="LiveId" clId="{3EBBFEB4-7E60-440A-B139-E25F34F33931}" dt="2026-03-26T13:04:49.288" v="5381" actId="478"/>
          <ac:picMkLst>
            <pc:docMk/>
            <pc:sldMk cId="2855576767" sldId="279"/>
            <ac:picMk id="7" creationId="{4B653C35-0BCF-4243-0FD6-7A3151DE9FA0}"/>
          </ac:picMkLst>
        </pc:picChg>
      </pc:sldChg>
      <pc:sldChg chg="modSp new del mod">
        <pc:chgData name="Zied Belhocine" userId="200cc0e2b299676e" providerId="LiveId" clId="{3EBBFEB4-7E60-440A-B139-E25F34F33931}" dt="2026-03-26T11:45:51.017" v="4620" actId="47"/>
        <pc:sldMkLst>
          <pc:docMk/>
          <pc:sldMk cId="1987735861" sldId="280"/>
        </pc:sldMkLst>
        <pc:spChg chg="mod">
          <ac:chgData name="Zied Belhocine" userId="200cc0e2b299676e" providerId="LiveId" clId="{3EBBFEB4-7E60-440A-B139-E25F34F33931}" dt="2026-03-26T11:45:48.154" v="4619" actId="27636"/>
          <ac:spMkLst>
            <pc:docMk/>
            <pc:sldMk cId="1987735861" sldId="280"/>
            <ac:spMk id="2" creationId="{F9A6434A-34E0-7562-FEFD-4CD951159050}"/>
          </ac:spMkLst>
        </pc:spChg>
      </pc:sldChg>
      <pc:sldChg chg="addSp delSp modSp add mod">
        <pc:chgData name="Zied Belhocine" userId="200cc0e2b299676e" providerId="LiveId" clId="{3EBBFEB4-7E60-440A-B139-E25F34F33931}" dt="2026-03-26T13:38:34.047" v="5639" actId="478"/>
        <pc:sldMkLst>
          <pc:docMk/>
          <pc:sldMk cId="1720034806" sldId="281"/>
        </pc:sldMkLst>
        <pc:spChg chg="add del mod">
          <ac:chgData name="Zied Belhocine" userId="200cc0e2b299676e" providerId="LiveId" clId="{3EBBFEB4-7E60-440A-B139-E25F34F33931}" dt="2026-03-26T11:46:07.308" v="4628" actId="478"/>
          <ac:spMkLst>
            <pc:docMk/>
            <pc:sldMk cId="1720034806" sldId="281"/>
            <ac:spMk id="3" creationId="{E25141A0-8879-3C74-9478-E4C0853AA288}"/>
          </ac:spMkLst>
        </pc:spChg>
        <pc:spChg chg="add del">
          <ac:chgData name="Zied Belhocine" userId="200cc0e2b299676e" providerId="LiveId" clId="{3EBBFEB4-7E60-440A-B139-E25F34F33931}" dt="2026-03-26T12:06:20.958" v="4635" actId="22"/>
          <ac:spMkLst>
            <pc:docMk/>
            <pc:sldMk cId="1720034806" sldId="281"/>
            <ac:spMk id="8" creationId="{08A9E5B2-A97A-BE27-1FC9-F92DD034E68B}"/>
          </ac:spMkLst>
        </pc:spChg>
        <pc:spChg chg="add del mod">
          <ac:chgData name="Zied Belhocine" userId="200cc0e2b299676e" providerId="LiveId" clId="{3EBBFEB4-7E60-440A-B139-E25F34F33931}" dt="2026-03-26T13:38:32.291" v="5638" actId="478"/>
          <ac:spMkLst>
            <pc:docMk/>
            <pc:sldMk cId="1720034806" sldId="281"/>
            <ac:spMk id="10" creationId="{E5BA266D-7870-3E60-BF85-9C4076E2D9C8}"/>
          </ac:spMkLst>
        </pc:spChg>
        <pc:spChg chg="del">
          <ac:chgData name="Zied Belhocine" userId="200cc0e2b299676e" providerId="LiveId" clId="{3EBBFEB4-7E60-440A-B139-E25F34F33931}" dt="2026-03-26T11:45:55.114" v="4623" actId="478"/>
          <ac:spMkLst>
            <pc:docMk/>
            <pc:sldMk cId="1720034806" sldId="281"/>
            <ac:spMk id="71" creationId="{00000000-0000-0000-0000-000000000000}"/>
          </ac:spMkLst>
        </pc:spChg>
        <pc:picChg chg="add del mod">
          <ac:chgData name="Zied Belhocine" userId="200cc0e2b299676e" providerId="LiveId" clId="{3EBBFEB4-7E60-440A-B139-E25F34F33931}" dt="2026-03-26T13:38:34.047" v="5639" actId="478"/>
          <ac:picMkLst>
            <pc:docMk/>
            <pc:sldMk cId="1720034806" sldId="281"/>
            <ac:picMk id="5" creationId="{A0863805-80F2-2439-5D5F-B2802A3951CB}"/>
          </ac:picMkLst>
        </pc:picChg>
        <pc:picChg chg="del">
          <ac:chgData name="Zied Belhocine" userId="200cc0e2b299676e" providerId="LiveId" clId="{3EBBFEB4-7E60-440A-B139-E25F34F33931}" dt="2026-03-26T11:45:52.764" v="4621" actId="478"/>
          <ac:picMkLst>
            <pc:docMk/>
            <pc:sldMk cId="1720034806" sldId="281"/>
            <ac:picMk id="7" creationId="{6A77BB2A-FBB3-4AA8-1659-0D8DB565A7DF}"/>
          </ac:picMkLst>
        </pc:picChg>
        <pc:picChg chg="del">
          <ac:chgData name="Zied Belhocine" userId="200cc0e2b299676e" providerId="LiveId" clId="{3EBBFEB4-7E60-440A-B139-E25F34F33931}" dt="2026-03-26T11:45:53.316" v="4622" actId="478"/>
          <ac:picMkLst>
            <pc:docMk/>
            <pc:sldMk cId="1720034806" sldId="281"/>
            <ac:picMk id="9" creationId="{1C6E2AE5-E26F-A964-1C7D-5A9F5A86021D}"/>
          </ac:picMkLst>
        </pc:picChg>
        <pc:picChg chg="add mod">
          <ac:chgData name="Zied Belhocine" userId="200cc0e2b299676e" providerId="LiveId" clId="{3EBBFEB4-7E60-440A-B139-E25F34F33931}" dt="2026-03-26T13:38:29.711" v="5636" actId="1076"/>
          <ac:picMkLst>
            <pc:docMk/>
            <pc:sldMk cId="1720034806" sldId="281"/>
            <ac:picMk id="12" creationId="{E0CBE809-2715-0519-A6D3-D01584959A17}"/>
          </ac:picMkLst>
        </pc:picChg>
      </pc:sldChg>
      <pc:sldChg chg="add del">
        <pc:chgData name="Zied Belhocine" userId="200cc0e2b299676e" providerId="LiveId" clId="{3EBBFEB4-7E60-440A-B139-E25F34F33931}" dt="2026-03-26T12:08:12.272" v="4684" actId="47"/>
        <pc:sldMkLst>
          <pc:docMk/>
          <pc:sldMk cId="1468916790" sldId="282"/>
        </pc:sldMkLst>
      </pc:sldChg>
      <pc:sldChg chg="add del">
        <pc:chgData name="Zied Belhocine" userId="200cc0e2b299676e" providerId="LiveId" clId="{3EBBFEB4-7E60-440A-B139-E25F34F33931}" dt="2026-03-26T14:42:28.710" v="5772" actId="47"/>
        <pc:sldMkLst>
          <pc:docMk/>
          <pc:sldMk cId="1871848148" sldId="282"/>
        </pc:sldMkLst>
      </pc:sldChg>
      <pc:sldChg chg="delSp modSp add mod">
        <pc:chgData name="Zied Belhocine" userId="200cc0e2b299676e" providerId="LiveId" clId="{3EBBFEB4-7E60-440A-B139-E25F34F33931}" dt="2026-03-26T14:42:43.506" v="5783" actId="20577"/>
        <pc:sldMkLst>
          <pc:docMk/>
          <pc:sldMk cId="3114633164" sldId="283"/>
        </pc:sldMkLst>
        <pc:spChg chg="mod">
          <ac:chgData name="Zied Belhocine" userId="200cc0e2b299676e" providerId="LiveId" clId="{3EBBFEB4-7E60-440A-B139-E25F34F33931}" dt="2026-03-26T14:42:43.506" v="5783" actId="20577"/>
          <ac:spMkLst>
            <pc:docMk/>
            <pc:sldMk cId="3114633164" sldId="283"/>
            <ac:spMk id="55" creationId="{00000000-0000-0000-0000-000000000000}"/>
          </ac:spMkLst>
        </pc:spChg>
        <pc:spChg chg="del">
          <ac:chgData name="Zied Belhocine" userId="200cc0e2b299676e" providerId="LiveId" clId="{3EBBFEB4-7E60-440A-B139-E25F34F33931}" dt="2026-03-26T14:42:37.947" v="5773" actId="478"/>
          <ac:spMkLst>
            <pc:docMk/>
            <pc:sldMk cId="3114633164" sldId="283"/>
            <ac:spMk id="56" creationId="{00000000-0000-0000-0000-000000000000}"/>
          </ac:spMkLst>
        </pc:spChg>
        <pc:spChg chg="del">
          <ac:chgData name="Zied Belhocine" userId="200cc0e2b299676e" providerId="LiveId" clId="{3EBBFEB4-7E60-440A-B139-E25F34F33931}" dt="2026-03-26T14:42:38.934" v="5774" actId="478"/>
          <ac:spMkLst>
            <pc:docMk/>
            <pc:sldMk cId="3114633164" sldId="283"/>
            <ac:spMk id="57" creationId="{00000000-0000-0000-0000-000000000000}"/>
          </ac:spMkLst>
        </pc:spChg>
        <pc:spChg chg="del mod">
          <ac:chgData name="Zied Belhocine" userId="200cc0e2b299676e" providerId="LiveId" clId="{3EBBFEB4-7E60-440A-B139-E25F34F33931}" dt="2026-03-26T14:42:39.746" v="5776" actId="478"/>
          <ac:spMkLst>
            <pc:docMk/>
            <pc:sldMk cId="3114633164" sldId="283"/>
            <ac:spMk id="5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 err="1"/>
              <a:t>Erp</a:t>
            </a:r>
            <a:r>
              <a:rPr lang="fr-FR" dirty="0"/>
              <a:t> (Entreprise ressource planning = donne les infos sur les produits : ici prix / stocks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Une extraction du site web </a:t>
            </a:r>
            <a:r>
              <a:rPr lang="fr-FR" dirty="0" err="1"/>
              <a:t>wordpress</a:t>
            </a:r>
            <a:r>
              <a:rPr lang="fr-FR" dirty="0"/>
              <a:t>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Pb les deux tables ne se parlent pas car elles ont des id articles différents : </a:t>
            </a:r>
            <a:r>
              <a:rPr lang="fr-FR" dirty="0" err="1"/>
              <a:t>sku_idproduit</a:t>
            </a:r>
            <a:r>
              <a:rPr lang="fr-FR" dirty="0"/>
              <a:t> (stock </a:t>
            </a:r>
            <a:r>
              <a:rPr lang="fr-FR" dirty="0" err="1"/>
              <a:t>keeping</a:t>
            </a:r>
            <a:r>
              <a:rPr lang="fr-FR" dirty="0"/>
              <a:t> unit)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Besoin table de liaison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Prix </a:t>
            </a:r>
            <a:r>
              <a:rPr lang="fr-FR" dirty="0" err="1"/>
              <a:t>inf</a:t>
            </a:r>
            <a:r>
              <a:rPr lang="fr-FR" dirty="0"/>
              <a:t> à 0 : supprimé dans le doute. Est-ce une inversion *-1 ou des cadeau 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Faire des inventaires réguliers, -10 semble être un gros écart.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14678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8074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6506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8413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 err="1"/>
              <a:t>Moy</a:t>
            </a:r>
            <a:r>
              <a:rPr lang="fr-FR" dirty="0"/>
              <a:t> total sales = 8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Écart type = 6,,,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52147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37039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00891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76099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37953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5296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À comparer avec mois précédents ou mois d’octobre de l’année dernière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94774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12197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8148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652150" y="1851250"/>
            <a:ext cx="79833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2500"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52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BOTTLENECK</a:t>
            </a:r>
            <a:endParaRPr sz="52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0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Belhocine Zied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968964" y="3975103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Analyst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4968964" y="436805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26/03/2026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895525" y="1674500"/>
            <a:ext cx="8520600" cy="410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Clr>
                <a:srgbClr val="000000"/>
              </a:buClr>
              <a:buSzPts val="2500"/>
              <a:buNone/>
            </a:pPr>
            <a:r>
              <a:rPr lang="fr-FR" sz="2500" b="1" dirty="0">
                <a:solidFill>
                  <a:srgbClr val="004D40"/>
                </a:solidFill>
                <a:latin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Présentation des </a:t>
            </a:r>
            <a:r>
              <a:rPr lang="fr-FR" sz="2500" b="1" dirty="0" err="1">
                <a:solidFill>
                  <a:srgbClr val="004D40"/>
                </a:solidFill>
                <a:latin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Datasets</a:t>
            </a:r>
            <a:endParaRPr lang="fr-FR" sz="2500" b="1" dirty="0">
              <a:solidFill>
                <a:srgbClr val="004D40"/>
              </a:solidFill>
              <a:latin typeface="Montserrat"/>
              <a:sym typeface="Montserrat"/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</a:ext>
              </a:extLst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Tout savoir sur les ERP : définition, avantages et exemples">
            <a:extLst>
              <a:ext uri="{FF2B5EF4-FFF2-40B4-BE49-F238E27FC236}">
                <a16:creationId xmlns:a16="http://schemas.microsoft.com/office/drawing/2014/main" id="{3C45665D-B1F1-C90F-019D-96B0A3CD0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085" y="2195078"/>
            <a:ext cx="1941368" cy="194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C85FA2A2-F34A-677E-42C6-ABAB3CFA0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8890" y="2571750"/>
            <a:ext cx="2376055" cy="1234989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E28848A9-B81D-17AD-83E9-6B9E6322CF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5908" y="2431759"/>
            <a:ext cx="2202007" cy="14680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49"/>
            <a:ext cx="8520600" cy="1052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Traitement réalisés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fr-FR"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26C2488-E6F3-F8DF-BAE3-86F62BE6F959}"/>
              </a:ext>
            </a:extLst>
          </p:cNvPr>
          <p:cNvSpPr txBox="1"/>
          <p:nvPr/>
        </p:nvSpPr>
        <p:spPr>
          <a:xfrm>
            <a:off x="1012175" y="1533303"/>
            <a:ext cx="6974970" cy="33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Clr>
                <a:srgbClr val="000000"/>
              </a:buClr>
              <a:buSzPts val="2500"/>
              <a:buNone/>
            </a:pPr>
            <a:r>
              <a:rPr lang="fr-FR" sz="1400" b="1" dirty="0">
                <a:solidFill>
                  <a:srgbClr val="004D40"/>
                </a:solidFill>
                <a:latin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ERP : Traitement réalisés – Nettoyage des données</a:t>
            </a:r>
          </a:p>
        </p:txBody>
      </p:sp>
      <p:pic>
        <p:nvPicPr>
          <p:cNvPr id="5" name="Picture 2" descr="Tout savoir sur les ERP : définition, avantages et exemples">
            <a:extLst>
              <a:ext uri="{FF2B5EF4-FFF2-40B4-BE49-F238E27FC236}">
                <a16:creationId xmlns:a16="http://schemas.microsoft.com/office/drawing/2014/main" id="{A6D99D40-1696-C8F6-0857-A7A7E878E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3" y="1900052"/>
            <a:ext cx="1205345" cy="1205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5859421B-FA96-EEB2-80BD-E020E6514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4143" y="1859917"/>
            <a:ext cx="5715001" cy="719828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0602BB57-A632-8ED0-5D1F-3AF1941425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4142" y="2738676"/>
            <a:ext cx="5715001" cy="621571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779101F3-EF73-96C5-0B37-9BCF2E52B2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855" y="3119279"/>
            <a:ext cx="2292391" cy="1717963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42D72227-D7A1-2F6E-36B0-A022B7E2D4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34141" y="3498540"/>
            <a:ext cx="5715001" cy="58254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31179FC-60DC-B0BE-9015-2266EC8402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34141" y="4229047"/>
            <a:ext cx="5715001" cy="492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975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152884E-66D1-D55C-452E-8AB4A91A1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068" y="2414924"/>
            <a:ext cx="2810301" cy="2059943"/>
          </a:xfrm>
          <a:prstGeom prst="rect">
            <a:avLst/>
          </a:prstGeom>
        </p:spPr>
      </p:pic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49"/>
            <a:ext cx="8520600" cy="1052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Traitement réalisés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fr-FR"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3731E5F-84F9-118A-57FF-AA4F9D6DEEBC}"/>
              </a:ext>
            </a:extLst>
          </p:cNvPr>
          <p:cNvSpPr txBox="1"/>
          <p:nvPr/>
        </p:nvSpPr>
        <p:spPr>
          <a:xfrm>
            <a:off x="1012175" y="1533303"/>
            <a:ext cx="6974970" cy="33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Clr>
                <a:srgbClr val="000000"/>
              </a:buClr>
              <a:buSzPts val="2500"/>
              <a:buNone/>
            </a:pPr>
            <a:r>
              <a:rPr lang="fr-FR" sz="1400" b="1" dirty="0">
                <a:solidFill>
                  <a:srgbClr val="004D40"/>
                </a:solidFill>
                <a:latin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Extraction web : Traitement réalisés – Nettoyage des données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6C5056E-A96E-8C32-945D-68CA5EBE4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583" y="2545592"/>
            <a:ext cx="2202007" cy="146800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9CBA3BD-6ECC-49A0-5875-28D5A4DE8E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1101" y="1863906"/>
            <a:ext cx="2307154" cy="3125413"/>
          </a:xfrm>
          <a:prstGeom prst="rect">
            <a:avLst/>
          </a:prstGeom>
        </p:spPr>
      </p:pic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470E35E4-CA49-CE50-C679-997C53FEE6C5}"/>
              </a:ext>
            </a:extLst>
          </p:cNvPr>
          <p:cNvSpPr/>
          <p:nvPr/>
        </p:nvSpPr>
        <p:spPr>
          <a:xfrm>
            <a:off x="4934941" y="3114293"/>
            <a:ext cx="669223" cy="3306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89D8C4D1-7594-19F1-146B-4F7843E394EB}"/>
              </a:ext>
            </a:extLst>
          </p:cNvPr>
          <p:cNvSpPr/>
          <p:nvPr/>
        </p:nvSpPr>
        <p:spPr>
          <a:xfrm flipH="1" flipV="1">
            <a:off x="8056417" y="3172690"/>
            <a:ext cx="471055" cy="159327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7158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9EA9736C-551C-786E-EA56-4FABFD1C1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52" y="3738034"/>
            <a:ext cx="1965193" cy="1225764"/>
          </a:xfrm>
          <a:prstGeom prst="rect">
            <a:avLst/>
          </a:prstGeom>
        </p:spPr>
      </p:pic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49"/>
            <a:ext cx="8520600" cy="1052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Traitement réalisés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fr-FR"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3731E5F-84F9-118A-57FF-AA4F9D6DEEBC}"/>
              </a:ext>
            </a:extLst>
          </p:cNvPr>
          <p:cNvSpPr txBox="1"/>
          <p:nvPr/>
        </p:nvSpPr>
        <p:spPr>
          <a:xfrm>
            <a:off x="1012174" y="1533303"/>
            <a:ext cx="7480661" cy="33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Clr>
                <a:srgbClr val="000000"/>
              </a:buClr>
              <a:buSzPts val="2500"/>
              <a:buNone/>
            </a:pPr>
            <a:r>
              <a:rPr lang="fr-FR" sz="1400" b="1" dirty="0">
                <a:solidFill>
                  <a:srgbClr val="004D40"/>
                </a:solidFill>
                <a:latin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Extraction web : Traitement réalisés – Nettoyage des données (variable </a:t>
            </a:r>
            <a:r>
              <a:rPr lang="fr-FR" sz="1400" b="1" dirty="0" err="1">
                <a:solidFill>
                  <a:srgbClr val="004D40"/>
                </a:solidFill>
                <a:latin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sku</a:t>
            </a:r>
            <a:r>
              <a:rPr lang="fr-FR" sz="1400" b="1" dirty="0">
                <a:solidFill>
                  <a:srgbClr val="004D40"/>
                </a:solidFill>
                <a:latin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)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E852F93-D188-CE6F-7B23-C42552E72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227" y="1942367"/>
            <a:ext cx="2219026" cy="108961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FCDE7EF8-6D40-7A08-63FF-282B5F6824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8904" y="3263178"/>
            <a:ext cx="5381587" cy="1119081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2F37D4B6-CBD1-841B-5D73-C94CEF7C01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8091" y="2719981"/>
            <a:ext cx="5392400" cy="39538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5DD6B89-CC29-15C0-5BA2-B38CE0D6ED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8091" y="1917805"/>
            <a:ext cx="5392400" cy="80217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25BF21B-087A-DBAE-C3F6-BE46BA9C96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653" y="3287555"/>
            <a:ext cx="1965193" cy="466790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3EF3C3C4-1047-1280-1EC2-A02AC2301356}"/>
              </a:ext>
            </a:extLst>
          </p:cNvPr>
          <p:cNvSpPr txBox="1"/>
          <p:nvPr/>
        </p:nvSpPr>
        <p:spPr>
          <a:xfrm>
            <a:off x="-11924" y="200700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0FB9CA-C36B-63A4-4D74-EA27410A19FB}"/>
              </a:ext>
            </a:extLst>
          </p:cNvPr>
          <p:cNvSpPr txBox="1"/>
          <p:nvPr/>
        </p:nvSpPr>
        <p:spPr>
          <a:xfrm>
            <a:off x="2640048" y="200700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C33982A-A8CA-AF1E-8173-767808F683C0}"/>
              </a:ext>
            </a:extLst>
          </p:cNvPr>
          <p:cNvSpPr txBox="1"/>
          <p:nvPr/>
        </p:nvSpPr>
        <p:spPr>
          <a:xfrm>
            <a:off x="2637526" y="32631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5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3B233B1-4BCC-06CC-9D76-6FB2471CF7B5}"/>
              </a:ext>
            </a:extLst>
          </p:cNvPr>
          <p:cNvSpPr txBox="1"/>
          <p:nvPr/>
        </p:nvSpPr>
        <p:spPr>
          <a:xfrm>
            <a:off x="38601" y="343025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4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915CE7B-86AB-E549-D299-D8918F991908}"/>
              </a:ext>
            </a:extLst>
          </p:cNvPr>
          <p:cNvSpPr txBox="1"/>
          <p:nvPr/>
        </p:nvSpPr>
        <p:spPr>
          <a:xfrm>
            <a:off x="2640048" y="265582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43973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49"/>
            <a:ext cx="8520600" cy="1052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Traitement réalisés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fr-FR"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3731E5F-84F9-118A-57FF-AA4F9D6DEEBC}"/>
              </a:ext>
            </a:extLst>
          </p:cNvPr>
          <p:cNvSpPr txBox="1"/>
          <p:nvPr/>
        </p:nvSpPr>
        <p:spPr>
          <a:xfrm>
            <a:off x="1012174" y="1533303"/>
            <a:ext cx="7480661" cy="33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Clr>
                <a:srgbClr val="000000"/>
              </a:buClr>
              <a:buSzPts val="2500"/>
              <a:buNone/>
            </a:pPr>
            <a:r>
              <a:rPr lang="fr-FR" sz="1400" b="1" dirty="0">
                <a:solidFill>
                  <a:srgbClr val="004D40"/>
                </a:solidFill>
                <a:latin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Extraction web : Traitement réalisés – Nettoyage des données (variable </a:t>
            </a:r>
            <a:r>
              <a:rPr lang="fr-FR" sz="1400" b="1" dirty="0" err="1">
                <a:solidFill>
                  <a:srgbClr val="004D40"/>
                </a:solidFill>
                <a:latin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sku</a:t>
            </a:r>
            <a:r>
              <a:rPr lang="fr-FR" sz="1400" b="1" dirty="0">
                <a:solidFill>
                  <a:srgbClr val="004D40"/>
                </a:solidFill>
                <a:latin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)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B144E86-6825-E6B8-1FDD-ECBBED31B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525" y="1886441"/>
            <a:ext cx="5377039" cy="137061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03E4AFC-2146-D144-BECA-8EB598D5A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2525" y="3347777"/>
            <a:ext cx="4204295" cy="162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231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49"/>
            <a:ext cx="8520600" cy="1052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Traitement réalisés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fr-FR"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3731E5F-84F9-118A-57FF-AA4F9D6DEEBC}"/>
              </a:ext>
            </a:extLst>
          </p:cNvPr>
          <p:cNvSpPr txBox="1"/>
          <p:nvPr/>
        </p:nvSpPr>
        <p:spPr>
          <a:xfrm>
            <a:off x="1012174" y="1533303"/>
            <a:ext cx="7480661" cy="33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Clr>
                <a:srgbClr val="000000"/>
              </a:buClr>
              <a:buSzPts val="2500"/>
              <a:buNone/>
            </a:pPr>
            <a:r>
              <a:rPr lang="fr-FR" sz="1400" b="1" dirty="0">
                <a:solidFill>
                  <a:srgbClr val="004D40"/>
                </a:solidFill>
                <a:latin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Extraction web : Traitement réalisés – Nettoyage des données (variable </a:t>
            </a:r>
            <a:r>
              <a:rPr lang="fr-FR" sz="1400" b="1" dirty="0" err="1">
                <a:solidFill>
                  <a:srgbClr val="004D40"/>
                </a:solidFill>
                <a:latin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sku</a:t>
            </a:r>
            <a:r>
              <a:rPr lang="fr-FR" sz="1400" b="1" dirty="0">
                <a:solidFill>
                  <a:srgbClr val="004D40"/>
                </a:solidFill>
                <a:latin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2C07189-D95C-746E-9998-9064ADB2E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779" y="2007009"/>
            <a:ext cx="4450440" cy="58266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DBD46D2-C0CA-E2D0-C9A3-9A82620C0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6778" y="2643179"/>
            <a:ext cx="4450441" cy="798511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6899CF21-1DBD-6604-AE03-DE173981C8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002" y="4589151"/>
            <a:ext cx="4420217" cy="381053"/>
          </a:xfrm>
          <a:prstGeom prst="rect">
            <a:avLst/>
          </a:prstGeom>
        </p:spPr>
      </p:pic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DC498F15-7D54-96D9-CFE5-04F2B6CCE474}"/>
              </a:ext>
            </a:extLst>
          </p:cNvPr>
          <p:cNvSpPr/>
          <p:nvPr/>
        </p:nvSpPr>
        <p:spPr>
          <a:xfrm>
            <a:off x="2632363" y="2806372"/>
            <a:ext cx="4149745" cy="31782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3E6B82E8-2751-1DDE-A4E3-91AFFFC04B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761" y="3532139"/>
            <a:ext cx="7384473" cy="977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593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49"/>
            <a:ext cx="8520600" cy="1052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Traitement réalisés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fr-FR"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C05C9C2-60BE-4F3D-E096-E295C2CFB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50" y="3489347"/>
            <a:ext cx="2252478" cy="126476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77E4098-AD20-4F76-F1EB-51AF1C3EF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850" y="1987393"/>
            <a:ext cx="2376055" cy="1234989"/>
          </a:xfrm>
          <a:prstGeom prst="rect">
            <a:avLst/>
          </a:prstGeom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81581660-1ED8-510D-CB85-F10406F394A2}"/>
              </a:ext>
            </a:extLst>
          </p:cNvPr>
          <p:cNvSpPr/>
          <p:nvPr/>
        </p:nvSpPr>
        <p:spPr>
          <a:xfrm>
            <a:off x="2396837" y="4142509"/>
            <a:ext cx="422564" cy="166255"/>
          </a:xfrm>
          <a:prstGeom prst="roundRect">
            <a:avLst/>
          </a:prstGeom>
          <a:noFill/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B2F4211-0415-22F7-E66E-5A14B5FFDF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4421" y="3040333"/>
            <a:ext cx="3909270" cy="202903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4D9C0234-700C-58FA-B4AB-CAFFDFBB96AA}"/>
              </a:ext>
            </a:extLst>
          </p:cNvPr>
          <p:cNvSpPr txBox="1"/>
          <p:nvPr/>
        </p:nvSpPr>
        <p:spPr>
          <a:xfrm>
            <a:off x="895525" y="1574381"/>
            <a:ext cx="6974970" cy="33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Clr>
                <a:srgbClr val="000000"/>
              </a:buClr>
              <a:buSzPts val="2500"/>
              <a:buNone/>
            </a:pPr>
            <a:r>
              <a:rPr lang="fr-FR" sz="1400" b="1" dirty="0">
                <a:solidFill>
                  <a:srgbClr val="004D40"/>
                </a:solidFill>
                <a:latin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Table de liaison : Traitement réalisés – Nettoyage des données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000BEE93-B657-482E-FCE9-92F0D18BC6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4421" y="1904984"/>
            <a:ext cx="2967161" cy="536751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3288CA1C-A3B1-F4FB-A628-17DF7F246C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4421" y="2496675"/>
            <a:ext cx="2967161" cy="47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166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895525" y="1674500"/>
            <a:ext cx="7867475" cy="3306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Remarques :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Un dictionnaire de données sur ces </a:t>
            </a:r>
            <a:r>
              <a:rPr lang="fr-FR" i="1" dirty="0" err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Datasets</a:t>
            </a: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est recommandé.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Privilégier les ‘</a:t>
            </a:r>
            <a:r>
              <a:rPr lang="fr-FR" i="1" dirty="0" err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sku</a:t>
            </a: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’ numériques uniquement.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Avoir des noms de colonnes identiques entre les tables.</a:t>
            </a: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1000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44940CC9-32CE-CF8F-74A3-B3B0CE484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544" y="1998255"/>
            <a:ext cx="2810301" cy="2059943"/>
          </a:xfrm>
          <a:prstGeom prst="rect">
            <a:avLst/>
          </a:prstGeom>
        </p:spPr>
      </p:pic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623400" y="14627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Clr>
                <a:srgbClr val="999999"/>
              </a:buClr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Choix des attributs  et c</a:t>
            </a: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lés utilisées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ou consolidations des données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C45EBB6-63BB-BFB4-C2E9-60F2B15E8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02" y="2099679"/>
            <a:ext cx="2292391" cy="1717963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F4696287-A89D-8434-2016-FC6B42E360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4690" y="2239242"/>
            <a:ext cx="2252478" cy="1264760"/>
          </a:xfrm>
          <a:prstGeom prst="rect">
            <a:avLst/>
          </a:prstGeom>
        </p:spPr>
      </p:pic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7096B67-6984-47F5-5453-AD015CA480C8}"/>
              </a:ext>
            </a:extLst>
          </p:cNvPr>
          <p:cNvSpPr/>
          <p:nvPr/>
        </p:nvSpPr>
        <p:spPr>
          <a:xfrm>
            <a:off x="478001" y="2788494"/>
            <a:ext cx="865885" cy="155597"/>
          </a:xfrm>
          <a:prstGeom prst="roundRect">
            <a:avLst/>
          </a:prstGeom>
          <a:noFill/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99F1D7B-2590-7643-1058-10AB6F86DC0C}"/>
              </a:ext>
            </a:extLst>
          </p:cNvPr>
          <p:cNvSpPr/>
          <p:nvPr/>
        </p:nvSpPr>
        <p:spPr>
          <a:xfrm>
            <a:off x="3277032" y="3055935"/>
            <a:ext cx="865885" cy="155597"/>
          </a:xfrm>
          <a:prstGeom prst="roundRect">
            <a:avLst/>
          </a:prstGeom>
          <a:noFill/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5046D20-D323-A0D8-5442-BBC76643C865}"/>
              </a:ext>
            </a:extLst>
          </p:cNvPr>
          <p:cNvSpPr/>
          <p:nvPr/>
        </p:nvSpPr>
        <p:spPr>
          <a:xfrm>
            <a:off x="3277032" y="2870528"/>
            <a:ext cx="865885" cy="155597"/>
          </a:xfrm>
          <a:prstGeom prst="roundRect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95694F21-F45D-0A7F-35CF-048B8C74898A}"/>
              </a:ext>
            </a:extLst>
          </p:cNvPr>
          <p:cNvSpPr/>
          <p:nvPr/>
        </p:nvSpPr>
        <p:spPr>
          <a:xfrm>
            <a:off x="5911465" y="2760643"/>
            <a:ext cx="865885" cy="155597"/>
          </a:xfrm>
          <a:prstGeom prst="roundRect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28489561-FC01-287E-800F-3B50C807A56C}"/>
              </a:ext>
            </a:extLst>
          </p:cNvPr>
          <p:cNvCxnSpPr>
            <a:cxnSpLocks/>
            <a:stCxn id="8" idx="1"/>
            <a:endCxn id="7" idx="3"/>
          </p:cNvCxnSpPr>
          <p:nvPr/>
        </p:nvCxnSpPr>
        <p:spPr>
          <a:xfrm flipH="1">
            <a:off x="4142917" y="2838442"/>
            <a:ext cx="1768548" cy="109885"/>
          </a:xfrm>
          <a:prstGeom prst="straightConnector1">
            <a:avLst/>
          </a:prstGeom>
          <a:ln w="1905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6FBA4CEA-BDD2-85DC-4EED-917C932761A6}"/>
              </a:ext>
            </a:extLst>
          </p:cNvPr>
          <p:cNvCxnSpPr>
            <a:cxnSpLocks/>
            <a:endCxn id="5" idx="3"/>
          </p:cNvCxnSpPr>
          <p:nvPr/>
        </p:nvCxnSpPr>
        <p:spPr>
          <a:xfrm flipH="1" flipV="1">
            <a:off x="1343886" y="2866293"/>
            <a:ext cx="1933146" cy="26551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1C6E2AE5-E26F-A964-1C7D-5A9F5A860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500" y="3432260"/>
            <a:ext cx="5677797" cy="1532718"/>
          </a:xfrm>
          <a:prstGeom prst="rect">
            <a:avLst/>
          </a:prstGeom>
        </p:spPr>
      </p:pic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ou consolidations des données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1;p5">
            <a:extLst>
              <a:ext uri="{FF2B5EF4-FFF2-40B4-BE49-F238E27FC236}">
                <a16:creationId xmlns:a16="http://schemas.microsoft.com/office/drawing/2014/main" id="{0C0D3477-C1F8-0119-DB67-F1D356CD0B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3400" y="1473600"/>
            <a:ext cx="8520600" cy="340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Vigilances particulières au cours du traitements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F842DE8-995B-1715-690D-B0B4C448C1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9500" y="1897993"/>
            <a:ext cx="5677797" cy="137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034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ou consolidations des données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71;p5">
            <a:extLst>
              <a:ext uri="{FF2B5EF4-FFF2-40B4-BE49-F238E27FC236}">
                <a16:creationId xmlns:a16="http://schemas.microsoft.com/office/drawing/2014/main" id="{E5BA266D-7870-3E60-BF85-9C4076E2D9C8}"/>
              </a:ext>
            </a:extLst>
          </p:cNvPr>
          <p:cNvSpPr txBox="1">
            <a:spLocks noGrp="1"/>
          </p:cNvSpPr>
          <p:nvPr/>
        </p:nvSpPr>
        <p:spPr>
          <a:xfrm>
            <a:off x="311700" y="1473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Clr>
                <a:srgbClr val="434343"/>
              </a:buClr>
              <a:buNone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Résultat final :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E0CBE809-2715-0519-A6D3-D01584959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1930006"/>
            <a:ext cx="8001000" cy="287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034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557279" y="1528607"/>
            <a:ext cx="6709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Distribution de la variable prix.</a:t>
            </a: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19843DD-C5FA-35A1-7D94-96E77BBBE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143" y="1952674"/>
            <a:ext cx="3687802" cy="2458534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6A31B232-733E-ECAB-DFA9-D896264112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9161" y="2072022"/>
            <a:ext cx="1763185" cy="2063492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FD6FFF6-B226-1D26-6167-4207E38B9D06}"/>
              </a:ext>
            </a:extLst>
          </p:cNvPr>
          <p:cNvSpPr txBox="1"/>
          <p:nvPr/>
        </p:nvSpPr>
        <p:spPr>
          <a:xfrm>
            <a:off x="895525" y="4115682"/>
            <a:ext cx="7393371" cy="7143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4300">
              <a:lnSpc>
                <a:spcPct val="115000"/>
              </a:lnSpc>
              <a:buClr>
                <a:srgbClr val="999999"/>
              </a:buClr>
              <a:buSzPts val="1800"/>
            </a:pPr>
            <a:r>
              <a:rPr lang="fr-FR" sz="1200" i="1" dirty="0">
                <a:solidFill>
                  <a:srgbClr val="999999"/>
                </a:solidFill>
                <a:latin typeface="Montserrat"/>
              </a:rPr>
              <a:t>La médiane = 23,45 ; l’écart interquartile = 28,01 ; seuil des </a:t>
            </a:r>
            <a:r>
              <a:rPr lang="fr-FR" sz="1200" i="1" dirty="0" err="1">
                <a:solidFill>
                  <a:srgbClr val="999999"/>
                </a:solidFill>
                <a:latin typeface="Montserrat"/>
              </a:rPr>
              <a:t>outliers</a:t>
            </a:r>
            <a:r>
              <a:rPr lang="fr-FR" sz="1200" i="1" dirty="0">
                <a:solidFill>
                  <a:srgbClr val="999999"/>
                </a:solidFill>
                <a:latin typeface="Montserrat"/>
              </a:rPr>
              <a:t> = 84,09 € ; </a:t>
            </a:r>
            <a:r>
              <a:rPr lang="fr-FR" sz="1200" i="1" dirty="0" err="1">
                <a:solidFill>
                  <a:srgbClr val="999999"/>
                </a:solidFill>
                <a:latin typeface="Montserrat"/>
              </a:rPr>
              <a:t>nb_outliers</a:t>
            </a:r>
            <a:r>
              <a:rPr lang="fr-FR" sz="1200" i="1" dirty="0">
                <a:solidFill>
                  <a:srgbClr val="999999"/>
                </a:solidFill>
                <a:latin typeface="Montserrat"/>
              </a:rPr>
              <a:t> = 31</a:t>
            </a:r>
          </a:p>
          <a:p>
            <a:pPr marL="114300">
              <a:lnSpc>
                <a:spcPct val="115000"/>
              </a:lnSpc>
              <a:buClr>
                <a:srgbClr val="999999"/>
              </a:buClr>
              <a:buSzPts val="1800"/>
            </a:pPr>
            <a:r>
              <a:rPr lang="fr-FR" sz="1200" i="1" dirty="0">
                <a:solidFill>
                  <a:srgbClr val="999999"/>
                </a:solidFill>
                <a:latin typeface="Montserrat"/>
              </a:rPr>
              <a:t>13 références ont un z-score supérieur à 3 (seuil = 115,12).</a:t>
            </a:r>
          </a:p>
          <a:p>
            <a:pPr marL="114300">
              <a:lnSpc>
                <a:spcPct val="115000"/>
              </a:lnSpc>
              <a:buClr>
                <a:srgbClr val="999999"/>
              </a:buClr>
              <a:buSzPts val="1800"/>
            </a:pPr>
            <a:r>
              <a:rPr lang="fr-FR" sz="1200" i="1" dirty="0">
                <a:solidFill>
                  <a:srgbClr val="999999"/>
                </a:solidFill>
                <a:latin typeface="Montserrat"/>
              </a:rPr>
              <a:t>Que faire des </a:t>
            </a:r>
            <a:r>
              <a:rPr lang="fr-FR" sz="1200" i="1" dirty="0" err="1">
                <a:solidFill>
                  <a:srgbClr val="999999"/>
                </a:solidFill>
                <a:latin typeface="Montserrat"/>
              </a:rPr>
              <a:t>outliers</a:t>
            </a:r>
            <a:r>
              <a:rPr lang="fr-FR" sz="1200" i="1" dirty="0">
                <a:solidFill>
                  <a:srgbClr val="999999"/>
                </a:solidFill>
                <a:latin typeface="Montserrat"/>
              </a:rPr>
              <a:t> 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 du CA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02EC48F-D110-D43F-0A82-AB1A789FA2B5}"/>
              </a:ext>
            </a:extLst>
          </p:cNvPr>
          <p:cNvSpPr txBox="1"/>
          <p:nvPr/>
        </p:nvSpPr>
        <p:spPr>
          <a:xfrm>
            <a:off x="168161" y="4429137"/>
            <a:ext cx="8744702" cy="7143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4300">
              <a:lnSpc>
                <a:spcPct val="115000"/>
              </a:lnSpc>
              <a:buClr>
                <a:srgbClr val="999999"/>
              </a:buClr>
              <a:buSzPts val="1800"/>
            </a:pPr>
            <a:r>
              <a:rPr lang="fr-FR" sz="1200" i="1" dirty="0">
                <a:solidFill>
                  <a:srgbClr val="999999"/>
                </a:solidFill>
                <a:latin typeface="Montserrat"/>
              </a:rPr>
              <a:t>Chiffre d’affaire (CA) = prix x quantité vendue</a:t>
            </a:r>
          </a:p>
          <a:p>
            <a:pPr marL="114300">
              <a:lnSpc>
                <a:spcPct val="115000"/>
              </a:lnSpc>
              <a:buClr>
                <a:srgbClr val="999999"/>
              </a:buClr>
              <a:buSzPts val="1800"/>
            </a:pPr>
            <a:r>
              <a:rPr lang="fr-FR" sz="1200" i="1" dirty="0">
                <a:solidFill>
                  <a:srgbClr val="999999"/>
                </a:solidFill>
                <a:latin typeface="Montserrat"/>
              </a:rPr>
              <a:t>CA total =  143,680.10 € ; On peut noter une forte présence du champagne dans ce top 20 de nos best-sellers. </a:t>
            </a:r>
          </a:p>
          <a:p>
            <a:pPr marL="114300">
              <a:lnSpc>
                <a:spcPct val="115000"/>
              </a:lnSpc>
              <a:buClr>
                <a:srgbClr val="999999"/>
              </a:buClr>
              <a:buSzPts val="1800"/>
            </a:pPr>
            <a:r>
              <a:rPr lang="fr-FR" sz="1200" i="1" dirty="0">
                <a:solidFill>
                  <a:srgbClr val="999999"/>
                </a:solidFill>
                <a:latin typeface="Montserrat"/>
              </a:rPr>
              <a:t>Pareto  - 60,78% des articles sont responsables de 80% de notre CA.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C2FA2CAB-7C33-9950-37C2-02E2A1123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175" y="993349"/>
            <a:ext cx="6849337" cy="343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647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74743" y="33032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 des quantités vendues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6D760E0-3CB2-A87C-2FAD-F5054A40AFDE}"/>
              </a:ext>
            </a:extLst>
          </p:cNvPr>
          <p:cNvSpPr txBox="1"/>
          <p:nvPr/>
        </p:nvSpPr>
        <p:spPr>
          <a:xfrm>
            <a:off x="168160" y="4429137"/>
            <a:ext cx="8975839" cy="714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>
              <a:lnSpc>
                <a:spcPct val="115000"/>
              </a:lnSpc>
              <a:buClr>
                <a:srgbClr val="999999"/>
              </a:buClr>
              <a:buSzPts val="1800"/>
            </a:pPr>
            <a:r>
              <a:rPr lang="fr-FR" sz="1200" i="1" dirty="0">
                <a:solidFill>
                  <a:srgbClr val="999999"/>
                </a:solidFill>
                <a:latin typeface="Montserrat"/>
              </a:rPr>
              <a:t>Plus de 5700 bouteilles vendues sur le mois d’octobre.  </a:t>
            </a:r>
          </a:p>
          <a:p>
            <a:pPr marL="114300">
              <a:lnSpc>
                <a:spcPct val="115000"/>
              </a:lnSpc>
              <a:buClr>
                <a:srgbClr val="999999"/>
              </a:buClr>
              <a:buSzPts val="1800"/>
            </a:pPr>
            <a:r>
              <a:rPr lang="fr-FR" sz="1200" i="1" dirty="0">
                <a:solidFill>
                  <a:srgbClr val="999999"/>
                </a:solidFill>
                <a:latin typeface="Montserrat"/>
              </a:rPr>
              <a:t>Top 20 exclusivement composé de vin, il faut vérifier si le prix moins élevé favorise les ventes.</a:t>
            </a:r>
          </a:p>
          <a:p>
            <a:pPr marL="114300">
              <a:lnSpc>
                <a:spcPct val="115000"/>
              </a:lnSpc>
              <a:buClr>
                <a:srgbClr val="999999"/>
              </a:buClr>
              <a:buSzPts val="1800"/>
            </a:pPr>
            <a:r>
              <a:rPr lang="fr-FR" sz="1200" i="1" dirty="0">
                <a:solidFill>
                  <a:srgbClr val="999999"/>
                </a:solidFill>
                <a:latin typeface="Montserrat"/>
              </a:rPr>
              <a:t>Pareto  - 60,64% des articles sont responsables de 80% de notre écoulement de stock.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C3EE83E-6679-0E8F-44F5-E32B1A51E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174" y="993350"/>
            <a:ext cx="6984407" cy="343578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des flops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9868E42-0AEB-B609-8B08-FB2156F53CD0}"/>
              </a:ext>
            </a:extLst>
          </p:cNvPr>
          <p:cNvSpPr txBox="1"/>
          <p:nvPr/>
        </p:nvSpPr>
        <p:spPr>
          <a:xfrm>
            <a:off x="160601" y="3904919"/>
            <a:ext cx="9063700" cy="1139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>
              <a:lnSpc>
                <a:spcPct val="115000"/>
              </a:lnSpc>
              <a:buClr>
                <a:srgbClr val="999999"/>
              </a:buClr>
              <a:buSzPts val="1800"/>
            </a:pPr>
            <a:r>
              <a:rPr lang="fr-FR" sz="1200" i="1" dirty="0">
                <a:solidFill>
                  <a:srgbClr val="999999"/>
                </a:solidFill>
                <a:latin typeface="Montserrat"/>
              </a:rPr>
              <a:t>Mois de stocks : Quantité stockée / nombre de ventes sur le mois.</a:t>
            </a:r>
          </a:p>
          <a:p>
            <a:pPr marL="114300">
              <a:lnSpc>
                <a:spcPct val="115000"/>
              </a:lnSpc>
              <a:buClr>
                <a:srgbClr val="999999"/>
              </a:buClr>
              <a:buSzPts val="1800"/>
            </a:pPr>
            <a:r>
              <a:rPr lang="fr-FR" sz="1200" i="1" dirty="0">
                <a:solidFill>
                  <a:srgbClr val="999999"/>
                </a:solidFill>
                <a:latin typeface="Montserrat"/>
              </a:rPr>
              <a:t>Nous avons en stock 16740 bouteilles pour une valeur totale de 494,637,90 €.</a:t>
            </a:r>
          </a:p>
          <a:p>
            <a:pPr marL="114300">
              <a:lnSpc>
                <a:spcPct val="115000"/>
              </a:lnSpc>
              <a:buClr>
                <a:srgbClr val="999999"/>
              </a:buClr>
              <a:buSzPts val="1800"/>
            </a:pPr>
            <a:r>
              <a:rPr lang="fr-FR" sz="1200" i="1" dirty="0">
                <a:solidFill>
                  <a:srgbClr val="999999"/>
                </a:solidFill>
                <a:latin typeface="Montserrat"/>
              </a:rPr>
              <a:t>On retrouve là aussi beaucoup de champagne. (18 </a:t>
            </a:r>
            <a:r>
              <a:rPr lang="fr-FR" sz="1200" i="1" dirty="0" err="1">
                <a:solidFill>
                  <a:srgbClr val="999999"/>
                </a:solidFill>
                <a:latin typeface="Montserrat"/>
              </a:rPr>
              <a:t>refs</a:t>
            </a:r>
            <a:r>
              <a:rPr lang="fr-FR" sz="1200" i="1" dirty="0">
                <a:solidFill>
                  <a:srgbClr val="999999"/>
                </a:solidFill>
                <a:latin typeface="Montserrat"/>
              </a:rPr>
              <a:t> sur 20). </a:t>
            </a:r>
          </a:p>
          <a:p>
            <a:pPr marL="114300">
              <a:lnSpc>
                <a:spcPct val="115000"/>
              </a:lnSpc>
              <a:buClr>
                <a:srgbClr val="999999"/>
              </a:buClr>
              <a:buSzPts val="1800"/>
            </a:pPr>
            <a:r>
              <a:rPr lang="fr-FR" sz="1200" i="1" dirty="0">
                <a:solidFill>
                  <a:srgbClr val="999999"/>
                </a:solidFill>
                <a:latin typeface="Montserrat"/>
              </a:rPr>
              <a:t>Attention, cette analyse se porte uniquement sur un mois. Il faut analyser sur une période plus longue pour être sûrs que ce sont des flops.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50B4971-E1C5-0A28-C313-698C6F8BE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175" y="993350"/>
            <a:ext cx="5804262" cy="291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155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351850" y="32519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de la marge par type de produit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9868E42-0AEB-B609-8B08-FB2156F53CD0}"/>
              </a:ext>
            </a:extLst>
          </p:cNvPr>
          <p:cNvSpPr txBox="1"/>
          <p:nvPr/>
        </p:nvSpPr>
        <p:spPr>
          <a:xfrm>
            <a:off x="289532" y="4399432"/>
            <a:ext cx="8465779" cy="7143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4300">
              <a:lnSpc>
                <a:spcPct val="115000"/>
              </a:lnSpc>
              <a:buClr>
                <a:srgbClr val="999999"/>
              </a:buClr>
              <a:buSzPts val="1800"/>
            </a:pPr>
            <a:r>
              <a:rPr lang="fr-FR" sz="1200" b="1" i="1" dirty="0">
                <a:solidFill>
                  <a:srgbClr val="999999"/>
                </a:solidFill>
                <a:latin typeface="Montserrat"/>
              </a:rPr>
              <a:t>Taux marge = </a:t>
            </a:r>
            <a:r>
              <a:rPr lang="fr-FR" sz="1200" i="1" dirty="0">
                <a:solidFill>
                  <a:srgbClr val="999999"/>
                </a:solidFill>
                <a:latin typeface="Montserrat"/>
              </a:rPr>
              <a:t>100 x (Marge / Prix HT) ;</a:t>
            </a:r>
            <a:r>
              <a:rPr lang="fr-FR" sz="1200" b="1" i="1" dirty="0">
                <a:solidFill>
                  <a:srgbClr val="999999"/>
                </a:solidFill>
                <a:latin typeface="Montserrat"/>
              </a:rPr>
              <a:t> Marge</a:t>
            </a:r>
            <a:r>
              <a:rPr lang="fr-FR" sz="1200" i="1" dirty="0">
                <a:solidFill>
                  <a:srgbClr val="999999"/>
                </a:solidFill>
                <a:latin typeface="Montserrat"/>
              </a:rPr>
              <a:t> = Prix HT – Prix d’achat ;  </a:t>
            </a:r>
            <a:r>
              <a:rPr lang="fr-FR" sz="1200" b="1" i="1" dirty="0">
                <a:solidFill>
                  <a:srgbClr val="999999"/>
                </a:solidFill>
                <a:latin typeface="Montserrat"/>
              </a:rPr>
              <a:t>Prix HT </a:t>
            </a:r>
            <a:r>
              <a:rPr lang="fr-FR" sz="1200" i="1" dirty="0">
                <a:solidFill>
                  <a:srgbClr val="999999"/>
                </a:solidFill>
                <a:latin typeface="Montserrat"/>
              </a:rPr>
              <a:t>= Prix TTC /1,20 (TVA à 20%)</a:t>
            </a:r>
          </a:p>
          <a:p>
            <a:pPr marL="114300">
              <a:lnSpc>
                <a:spcPct val="115000"/>
              </a:lnSpc>
              <a:buClr>
                <a:srgbClr val="999999"/>
              </a:buClr>
              <a:buSzPts val="1800"/>
            </a:pPr>
            <a:r>
              <a:rPr lang="fr-FR" sz="1200" i="1" dirty="0">
                <a:solidFill>
                  <a:srgbClr val="999999"/>
                </a:solidFill>
                <a:latin typeface="Montserrat"/>
              </a:rPr>
              <a:t>Les alcools forts margent beaucoup plus. Il faut essayer de développer le CA de ces catégories en priorité.</a:t>
            </a:r>
          </a:p>
          <a:p>
            <a:pPr marL="114300">
              <a:lnSpc>
                <a:spcPct val="115000"/>
              </a:lnSpc>
              <a:buClr>
                <a:srgbClr val="999999"/>
              </a:buClr>
              <a:buSzPts val="1800"/>
            </a:pPr>
            <a:r>
              <a:rPr lang="fr-FR" sz="1200" i="1" dirty="0">
                <a:solidFill>
                  <a:srgbClr val="999999"/>
                </a:solidFill>
                <a:latin typeface="Montserrat"/>
              </a:rPr>
              <a:t>On pourrait aussi calculer le bénéfice généré par chaque type de produit.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C94C3E5-11C6-432F-5901-E9F3E2232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174" y="993350"/>
            <a:ext cx="5808707" cy="315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576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correlations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73B6BAA-55A9-606A-EB56-832C333B0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175" y="993350"/>
            <a:ext cx="4619847" cy="3457913"/>
          </a:xfrm>
          <a:prstGeom prst="rect">
            <a:avLst/>
          </a:prstGeo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BE69BB0-AE7E-062C-349A-0BC320925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83923" y="1542335"/>
            <a:ext cx="3232486" cy="3416400"/>
          </a:xfrm>
        </p:spPr>
        <p:txBody>
          <a:bodyPr>
            <a:normAutofit/>
          </a:bodyPr>
          <a:lstStyle/>
          <a:p>
            <a:r>
              <a:rPr lang="fr-FR" dirty="0"/>
              <a:t>Plus on a de stock, plus on vend le produit.</a:t>
            </a:r>
          </a:p>
          <a:p>
            <a:endParaRPr lang="fr-FR" dirty="0"/>
          </a:p>
          <a:p>
            <a:r>
              <a:rPr lang="fr-FR" dirty="0"/>
              <a:t>Pas de relation entre le stock et le prix</a:t>
            </a:r>
          </a:p>
          <a:p>
            <a:pPr marL="114300" indent="0">
              <a:buNone/>
            </a:pPr>
            <a:endParaRPr lang="fr-FR" dirty="0"/>
          </a:p>
          <a:p>
            <a:r>
              <a:rPr lang="fr-FR" dirty="0"/>
              <a:t> Plus le prix est élevé, moins le produit se vend.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313D1BE-A186-AD37-F24A-107473F88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175" y="993350"/>
            <a:ext cx="4726564" cy="345791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</a:t>
            </a:r>
            <a:endParaRPr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3;p4">
            <a:extLst>
              <a:ext uri="{FF2B5EF4-FFF2-40B4-BE49-F238E27FC236}">
                <a16:creationId xmlns:a16="http://schemas.microsoft.com/office/drawing/2014/main" id="{473E2C19-96EE-614D-42C2-32C218CC5242}"/>
              </a:ext>
            </a:extLst>
          </p:cNvPr>
          <p:cNvSpPr txBox="1">
            <a:spLocks/>
          </p:cNvSpPr>
          <p:nvPr/>
        </p:nvSpPr>
        <p:spPr>
          <a:xfrm>
            <a:off x="549162" y="1473600"/>
            <a:ext cx="7867475" cy="3306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999999"/>
              </a:buClr>
              <a:buFont typeface="Montserrat"/>
              <a:buChar char="●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S’assurer que notre stratégie sur les prix est pertinente (31 </a:t>
            </a:r>
            <a:r>
              <a:rPr lang="fr-FR" i="1" dirty="0" err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outliers</a:t>
            </a: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>
              <a:buClr>
                <a:srgbClr val="999999"/>
              </a:buClr>
              <a:buFont typeface="Montserrat"/>
              <a:buChar char="●"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9999"/>
              </a:buClr>
              <a:buFont typeface="Montserrat"/>
              <a:buChar char="●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Sécuriser les stocks de nos Tops et écouler celui de nos flops pour libérer de l’espace de stockage.</a:t>
            </a:r>
          </a:p>
          <a:p>
            <a:pPr>
              <a:buClr>
                <a:srgbClr val="999999"/>
              </a:buClr>
              <a:buFont typeface="Montserrat"/>
              <a:buChar char="●"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9999"/>
              </a:buClr>
              <a:buFont typeface="Montserrat"/>
              <a:buChar char="●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Analyser pourquoi nos flops ont trop de stock.</a:t>
            </a:r>
          </a:p>
          <a:p>
            <a:pPr>
              <a:buClr>
                <a:srgbClr val="999999"/>
              </a:buClr>
              <a:buFont typeface="Montserrat"/>
              <a:buChar char="●"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9999"/>
              </a:buClr>
              <a:buFont typeface="Montserrat"/>
              <a:buChar char="●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Calculer bénéfices générés par articles/catégories.</a:t>
            </a:r>
          </a:p>
          <a:p>
            <a:pPr>
              <a:buClr>
                <a:srgbClr val="999999"/>
              </a:buClr>
              <a:buFont typeface="Montserrat"/>
              <a:buChar char="●"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9999"/>
              </a:buClr>
              <a:buFont typeface="Montserrat"/>
              <a:buChar char="●"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Point sur les compétences apprises</a:t>
            </a:r>
            <a:endParaRPr/>
          </a:p>
        </p:txBody>
      </p:sp>
      <p:sp>
        <p:nvSpPr>
          <p:cNvPr id="105" name="Google Shape;105;g13f9e8f1567_0_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13f9e8f1567_0_7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Qu’est-ce qui s’est bien passé pour vous dans ce travail de nettoyage ?</a:t>
            </a: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dirty="0">
                <a:solidFill>
                  <a:srgbClr val="004D40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fr" dirty="0">
                <a:solidFill>
                  <a:srgbClr val="004D40"/>
                </a:solidFill>
                <a:latin typeface="Montserrat"/>
                <a:ea typeface="Montserrat"/>
                <a:cs typeface="Montserrat"/>
                <a:sym typeface="Montserrat"/>
              </a:rPr>
              <a:t>étecter les anomalies, fusionner les données, réaliser les analyses.</a:t>
            </a: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" dirty="0">
              <a:solidFill>
                <a:srgbClr val="004D4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9999"/>
              </a:buClr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sym typeface="Montserrat"/>
              </a:rPr>
              <a:t>Qu’est-ce que vous avez trouvé le plus difficile ? </a:t>
            </a:r>
          </a:p>
          <a:p>
            <a:pPr marL="114300" indent="0">
              <a:buClr>
                <a:srgbClr val="999999"/>
              </a:buClr>
              <a:buNone/>
            </a:pPr>
            <a:r>
              <a:rPr lang="fr-FR" dirty="0">
                <a:solidFill>
                  <a:srgbClr val="004D40"/>
                </a:solidFill>
                <a:latin typeface="Montserrat"/>
                <a:sym typeface="Montserrat"/>
              </a:rPr>
              <a:t>Le traitement de la variable </a:t>
            </a:r>
            <a:r>
              <a:rPr lang="fr-FR" dirty="0" err="1">
                <a:solidFill>
                  <a:srgbClr val="004D40"/>
                </a:solidFill>
                <a:latin typeface="Montserrat"/>
                <a:sym typeface="Montserrat"/>
              </a:rPr>
              <a:t>sku</a:t>
            </a:r>
            <a:r>
              <a:rPr lang="fr-FR" dirty="0">
                <a:solidFill>
                  <a:srgbClr val="004D40"/>
                </a:solidFill>
                <a:latin typeface="Montserrat"/>
                <a:sym typeface="Montserrat"/>
              </a:rPr>
              <a:t> et des doublons sur l’extraction web.</a:t>
            </a:r>
          </a:p>
          <a:p>
            <a:pPr marL="114300" indent="0">
              <a:buClr>
                <a:srgbClr val="999999"/>
              </a:buClr>
              <a:buNone/>
            </a:pPr>
            <a:endParaRPr lang="fr-FR" dirty="0">
              <a:solidFill>
                <a:srgbClr val="004D40"/>
              </a:solidFill>
              <a:latin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sym typeface="Montserrat"/>
              </a:rPr>
              <a:t>Sur quelles tâches est-ce que vous pensez avoir besoin de plus d'entraînement ?</a:t>
            </a:r>
          </a:p>
          <a:p>
            <a:pPr marL="114300" lvl="0" indent="0">
              <a:buClr>
                <a:srgbClr val="999999"/>
              </a:buClr>
              <a:buNone/>
            </a:pPr>
            <a:r>
              <a:rPr lang="fr" dirty="0">
                <a:solidFill>
                  <a:srgbClr val="004D40"/>
                </a:solidFill>
                <a:latin typeface="Montserrat"/>
                <a:sym typeface="Montserrat"/>
              </a:rPr>
              <a:t>La création de graphiques sur plotly.express et les statistiques avancées (heatmap, chi2, etc.)</a:t>
            </a:r>
            <a:endParaRPr dirty="0">
              <a:solidFill>
                <a:srgbClr val="004D40"/>
              </a:solidFill>
              <a:latin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652150" y="1851250"/>
            <a:ext cx="79833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2500"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52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Merci !</a:t>
            </a:r>
            <a:endParaRPr sz="52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11463316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2704</TotalTime>
  <Words>763</Words>
  <Application>Microsoft Office PowerPoint</Application>
  <PresentationFormat>Affichage à l'écran (16:9)</PresentationFormat>
  <Paragraphs>111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4" baseType="lpstr">
      <vt:lpstr>Arial</vt:lpstr>
      <vt:lpstr>Montserrat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Zied Belhocine</cp:lastModifiedBy>
  <cp:revision>1</cp:revision>
  <dcterms:modified xsi:type="dcterms:W3CDTF">2026-03-26T14:42:57Z</dcterms:modified>
</cp:coreProperties>
</file>