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8"/>
  </p:notesMasterIdLst>
  <p:sldIdLst>
    <p:sldId id="256" r:id="rId2"/>
    <p:sldId id="260" r:id="rId3"/>
    <p:sldId id="298" r:id="rId4"/>
    <p:sldId id="297" r:id="rId5"/>
    <p:sldId id="318" r:id="rId6"/>
    <p:sldId id="257" r:id="rId7"/>
    <p:sldId id="300" r:id="rId8"/>
    <p:sldId id="303" r:id="rId9"/>
    <p:sldId id="319" r:id="rId10"/>
    <p:sldId id="302" r:id="rId11"/>
    <p:sldId id="304" r:id="rId12"/>
    <p:sldId id="301" r:id="rId13"/>
    <p:sldId id="320" r:id="rId14"/>
    <p:sldId id="305" r:id="rId15"/>
    <p:sldId id="306" r:id="rId16"/>
    <p:sldId id="307" r:id="rId17"/>
    <p:sldId id="321" r:id="rId18"/>
    <p:sldId id="308" r:id="rId19"/>
    <p:sldId id="311" r:id="rId20"/>
    <p:sldId id="312" r:id="rId21"/>
    <p:sldId id="322" r:id="rId22"/>
    <p:sldId id="313" r:id="rId23"/>
    <p:sldId id="314" r:id="rId24"/>
    <p:sldId id="316" r:id="rId25"/>
    <p:sldId id="317" r:id="rId26"/>
    <p:sldId id="266" r:id="rId27"/>
  </p:sldIdLst>
  <p:sldSz cx="9144000" cy="5143500" type="screen16x9"/>
  <p:notesSz cx="6858000" cy="9144000"/>
  <p:embeddedFontLst>
    <p:embeddedFont>
      <p:font typeface="Anaheim" panose="020B0604020202020204" charset="0"/>
      <p:regular r:id="rId29"/>
      <p:bold r:id="rId30"/>
    </p:embeddedFont>
    <p:embeddedFont>
      <p:font typeface="Lexend" panose="020B0604020202020204" charset="0"/>
      <p:regular r:id="rId31"/>
      <p:bold r:id="rId32"/>
    </p:embeddedFont>
    <p:embeddedFont>
      <p:font typeface="Nunito" pitchFamily="2" charset="0"/>
      <p:regular r:id="rId33"/>
      <p:bold r:id="rId34"/>
      <p:italic r:id="rId35"/>
      <p:boldItalic r:id="rId36"/>
    </p:embeddedFont>
    <p:embeddedFont>
      <p:font typeface="Nunito Light" pitchFamily="2" charset="0"/>
      <p:regular r:id="rId37"/>
      <p:italic r:id="rId38"/>
    </p:embeddedFont>
    <p:embeddedFont>
      <p:font typeface="Raleway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A5B3"/>
    <a:srgbClr val="F5F6F7"/>
    <a:srgbClr val="A6B4C0"/>
    <a:srgbClr val="657E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A67CD3-794E-4D25-97F2-833353C21D65}">
  <a:tblStyle styleId="{5EA67CD3-794E-4D25-97F2-833353C21D6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752D83F-0686-4AEA-BFD0-DF2E974E796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54" autoAdjust="0"/>
    <p:restoredTop sz="75295" autoAdjust="0"/>
  </p:normalViewPr>
  <p:slideViewPr>
    <p:cSldViewPr snapToGrid="0">
      <p:cViewPr varScale="1">
        <p:scale>
          <a:sx n="110" d="100"/>
          <a:sy n="110" d="100"/>
        </p:scale>
        <p:origin x="157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ed Belhocine" userId="200cc0e2b299676e" providerId="LiveId" clId="{E0E3AB2E-8DEA-46F2-A8DC-1D3825C2FB42}"/>
    <pc:docChg chg="undo custSel addSld delSld modSld sldOrd delMainMaster">
      <pc:chgData name="Zied Belhocine" userId="200cc0e2b299676e" providerId="LiveId" clId="{E0E3AB2E-8DEA-46F2-A8DC-1D3825C2FB42}" dt="2026-06-05T07:41:19.680" v="1878" actId="478"/>
      <pc:docMkLst>
        <pc:docMk/>
      </pc:docMkLst>
      <pc:sldChg chg="addSp modSp">
        <pc:chgData name="Zied Belhocine" userId="200cc0e2b299676e" providerId="LiveId" clId="{E0E3AB2E-8DEA-46F2-A8DC-1D3825C2FB42}" dt="2026-06-05T06:24:47.134" v="1836"/>
        <pc:sldMkLst>
          <pc:docMk/>
          <pc:sldMk cId="0" sldId="256"/>
        </pc:sldMkLst>
        <pc:picChg chg="add mod">
          <ac:chgData name="Zied Belhocine" userId="200cc0e2b299676e" providerId="LiveId" clId="{E0E3AB2E-8DEA-46F2-A8DC-1D3825C2FB42}" dt="2026-06-05T06:24:47.134" v="1836"/>
          <ac:picMkLst>
            <pc:docMk/>
            <pc:sldMk cId="0" sldId="256"/>
            <ac:picMk id="2" creationId="{83D81C1C-0CE1-77B6-84FE-70F6A7B7212D}"/>
          </ac:picMkLst>
        </pc:picChg>
      </pc:sldChg>
      <pc:sldChg chg="delSp modSp mod ord">
        <pc:chgData name="Zied Belhocine" userId="200cc0e2b299676e" providerId="LiveId" clId="{E0E3AB2E-8DEA-46F2-A8DC-1D3825C2FB42}" dt="2026-06-05T06:17:05.793" v="1681" actId="20577"/>
        <pc:sldMkLst>
          <pc:docMk/>
          <pc:sldMk cId="0" sldId="257"/>
        </pc:sldMkLst>
        <pc:spChg chg="mod">
          <ac:chgData name="Zied Belhocine" userId="200cc0e2b299676e" providerId="LiveId" clId="{E0E3AB2E-8DEA-46F2-A8DC-1D3825C2FB42}" dt="2026-06-02T12:51:41.561" v="758" actId="20577"/>
          <ac:spMkLst>
            <pc:docMk/>
            <pc:sldMk cId="0" sldId="257"/>
            <ac:spMk id="190" creationId="{00000000-0000-0000-0000-000000000000}"/>
          </ac:spMkLst>
        </pc:spChg>
        <pc:spChg chg="mod">
          <ac:chgData name="Zied Belhocine" userId="200cc0e2b299676e" providerId="LiveId" clId="{E0E3AB2E-8DEA-46F2-A8DC-1D3825C2FB42}" dt="2026-06-02T12:59:19.716" v="881" actId="20577"/>
          <ac:spMkLst>
            <pc:docMk/>
            <pc:sldMk cId="0" sldId="257"/>
            <ac:spMk id="191" creationId="{00000000-0000-0000-0000-000000000000}"/>
          </ac:spMkLst>
        </pc:spChg>
        <pc:spChg chg="del mod">
          <ac:chgData name="Zied Belhocine" userId="200cc0e2b299676e" providerId="LiveId" clId="{E0E3AB2E-8DEA-46F2-A8DC-1D3825C2FB42}" dt="2026-06-02T12:52:31.901" v="771" actId="478"/>
          <ac:spMkLst>
            <pc:docMk/>
            <pc:sldMk cId="0" sldId="257"/>
            <ac:spMk id="193" creationId="{00000000-0000-0000-0000-000000000000}"/>
          </ac:spMkLst>
        </pc:spChg>
        <pc:spChg chg="del mod">
          <ac:chgData name="Zied Belhocine" userId="200cc0e2b299676e" providerId="LiveId" clId="{E0E3AB2E-8DEA-46F2-A8DC-1D3825C2FB42}" dt="2026-06-02T12:52:30.990" v="769" actId="478"/>
          <ac:spMkLst>
            <pc:docMk/>
            <pc:sldMk cId="0" sldId="257"/>
            <ac:spMk id="194" creationId="{00000000-0000-0000-0000-000000000000}"/>
          </ac:spMkLst>
        </pc:spChg>
        <pc:graphicFrameChg chg="mod modGraphic">
          <ac:chgData name="Zied Belhocine" userId="200cc0e2b299676e" providerId="LiveId" clId="{E0E3AB2E-8DEA-46F2-A8DC-1D3825C2FB42}" dt="2026-06-05T06:17:05.793" v="1681" actId="20577"/>
          <ac:graphicFrameMkLst>
            <pc:docMk/>
            <pc:sldMk cId="0" sldId="257"/>
            <ac:graphicFrameMk id="192" creationId="{00000000-0000-0000-0000-000000000000}"/>
          </ac:graphicFrameMkLst>
        </pc:graphicFrameChg>
      </pc:sldChg>
      <pc:sldChg chg="del">
        <pc:chgData name="Zied Belhocine" userId="200cc0e2b299676e" providerId="LiveId" clId="{E0E3AB2E-8DEA-46F2-A8DC-1D3825C2FB42}" dt="2026-06-02T13:53:15.786" v="1363" actId="47"/>
        <pc:sldMkLst>
          <pc:docMk/>
          <pc:sldMk cId="0" sldId="258"/>
        </pc:sldMkLst>
      </pc:sldChg>
      <pc:sldChg chg="addSp delSp modSp del mod">
        <pc:chgData name="Zied Belhocine" userId="200cc0e2b299676e" providerId="LiveId" clId="{E0E3AB2E-8DEA-46F2-A8DC-1D3825C2FB42}" dt="2026-06-02T13:55:35.886" v="1455" actId="47"/>
        <pc:sldMkLst>
          <pc:docMk/>
          <pc:sldMk cId="0" sldId="259"/>
        </pc:sldMkLst>
        <pc:spChg chg="add mod">
          <ac:chgData name="Zied Belhocine" userId="200cc0e2b299676e" providerId="LiveId" clId="{E0E3AB2E-8DEA-46F2-A8DC-1D3825C2FB42}" dt="2026-06-02T12:10:06.502" v="0" actId="478"/>
          <ac:spMkLst>
            <pc:docMk/>
            <pc:sldMk cId="0" sldId="259"/>
            <ac:spMk id="4" creationId="{BE538907-212A-D1FE-1886-AF530BBD958B}"/>
          </ac:spMkLst>
        </pc:spChg>
        <pc:spChg chg="add mod">
          <ac:chgData name="Zied Belhocine" userId="200cc0e2b299676e" providerId="LiveId" clId="{E0E3AB2E-8DEA-46F2-A8DC-1D3825C2FB42}" dt="2026-06-02T12:10:07.880" v="1" actId="478"/>
          <ac:spMkLst>
            <pc:docMk/>
            <pc:sldMk cId="0" sldId="259"/>
            <ac:spMk id="6" creationId="{C1487158-B6D3-A6C8-5458-583F3D60F215}"/>
          </ac:spMkLst>
        </pc:spChg>
        <pc:spChg chg="del">
          <ac:chgData name="Zied Belhocine" userId="200cc0e2b299676e" providerId="LiveId" clId="{E0E3AB2E-8DEA-46F2-A8DC-1D3825C2FB42}" dt="2026-06-02T12:10:07.880" v="1" actId="478"/>
          <ac:spMkLst>
            <pc:docMk/>
            <pc:sldMk cId="0" sldId="259"/>
            <ac:spMk id="216" creationId="{00000000-0000-0000-0000-000000000000}"/>
          </ac:spMkLst>
        </pc:spChg>
        <pc:picChg chg="del">
          <ac:chgData name="Zied Belhocine" userId="200cc0e2b299676e" providerId="LiveId" clId="{E0E3AB2E-8DEA-46F2-A8DC-1D3825C2FB42}" dt="2026-06-02T12:10:06.502" v="0" actId="478"/>
          <ac:picMkLst>
            <pc:docMk/>
            <pc:sldMk cId="0" sldId="259"/>
            <ac:picMk id="218" creationId="{00000000-0000-0000-0000-000000000000}"/>
          </ac:picMkLst>
        </pc:picChg>
      </pc:sldChg>
      <pc:sldChg chg="addSp modSp add del mod">
        <pc:chgData name="Zied Belhocine" userId="200cc0e2b299676e" providerId="LiveId" clId="{E0E3AB2E-8DEA-46F2-A8DC-1D3825C2FB42}" dt="2026-06-05T06:24:48.102" v="1837"/>
        <pc:sldMkLst>
          <pc:docMk/>
          <pc:sldMk cId="0" sldId="260"/>
        </pc:sldMkLst>
        <pc:spChg chg="mod">
          <ac:chgData name="Zied Belhocine" userId="200cc0e2b299676e" providerId="LiveId" clId="{E0E3AB2E-8DEA-46F2-A8DC-1D3825C2FB42}" dt="2026-06-05T06:13:58.120" v="1625" actId="20577"/>
          <ac:spMkLst>
            <pc:docMk/>
            <pc:sldMk cId="0" sldId="260"/>
            <ac:spMk id="227" creationId="{00000000-0000-0000-0000-000000000000}"/>
          </ac:spMkLst>
        </pc:spChg>
        <pc:picChg chg="add mod">
          <ac:chgData name="Zied Belhocine" userId="200cc0e2b299676e" providerId="LiveId" clId="{E0E3AB2E-8DEA-46F2-A8DC-1D3825C2FB42}" dt="2026-06-05T06:24:48.102" v="1837"/>
          <ac:picMkLst>
            <pc:docMk/>
            <pc:sldMk cId="0" sldId="260"/>
            <ac:picMk id="2" creationId="{250175EE-509B-3BD3-46DC-1D7166A3A2E0}"/>
          </ac:picMkLst>
        </pc:picChg>
        <pc:picChg chg="mod">
          <ac:chgData name="Zied Belhocine" userId="200cc0e2b299676e" providerId="LiveId" clId="{E0E3AB2E-8DEA-46F2-A8DC-1D3825C2FB42}" dt="2026-06-05T06:14:22.641" v="1626" actId="14826"/>
          <ac:picMkLst>
            <pc:docMk/>
            <pc:sldMk cId="0" sldId="260"/>
            <ac:picMk id="226" creationId="{00000000-0000-0000-0000-000000000000}"/>
          </ac:picMkLst>
        </pc:picChg>
      </pc:sldChg>
      <pc:sldChg chg="modSp del mod ord">
        <pc:chgData name="Zied Belhocine" userId="200cc0e2b299676e" providerId="LiveId" clId="{E0E3AB2E-8DEA-46F2-A8DC-1D3825C2FB42}" dt="2026-06-02T13:53:13.513" v="1362" actId="47"/>
        <pc:sldMkLst>
          <pc:docMk/>
          <pc:sldMk cId="0" sldId="262"/>
        </pc:sldMkLst>
        <pc:spChg chg="mod">
          <ac:chgData name="Zied Belhocine" userId="200cc0e2b299676e" providerId="LiveId" clId="{E0E3AB2E-8DEA-46F2-A8DC-1D3825C2FB42}" dt="2026-06-02T13:52:58.794" v="1356" actId="20577"/>
          <ac:spMkLst>
            <pc:docMk/>
            <pc:sldMk cId="0" sldId="262"/>
            <ac:spMk id="262" creationId="{00000000-0000-0000-0000-000000000000}"/>
          </ac:spMkLst>
        </pc:spChg>
      </pc:sldChg>
      <pc:sldChg chg="del">
        <pc:chgData name="Zied Belhocine" userId="200cc0e2b299676e" providerId="LiveId" clId="{E0E3AB2E-8DEA-46F2-A8DC-1D3825C2FB42}" dt="2026-06-02T13:53:17.962" v="1365" actId="47"/>
        <pc:sldMkLst>
          <pc:docMk/>
          <pc:sldMk cId="0" sldId="263"/>
        </pc:sldMkLst>
      </pc:sldChg>
      <pc:sldChg chg="del">
        <pc:chgData name="Zied Belhocine" userId="200cc0e2b299676e" providerId="LiveId" clId="{E0E3AB2E-8DEA-46F2-A8DC-1D3825C2FB42}" dt="2026-06-02T13:53:19.177" v="1366" actId="47"/>
        <pc:sldMkLst>
          <pc:docMk/>
          <pc:sldMk cId="0" sldId="264"/>
        </pc:sldMkLst>
      </pc:sldChg>
      <pc:sldChg chg="del">
        <pc:chgData name="Zied Belhocine" userId="200cc0e2b299676e" providerId="LiveId" clId="{E0E3AB2E-8DEA-46F2-A8DC-1D3825C2FB42}" dt="2026-06-02T13:53:22.387" v="1367" actId="47"/>
        <pc:sldMkLst>
          <pc:docMk/>
          <pc:sldMk cId="0" sldId="265"/>
        </pc:sldMkLst>
      </pc:sldChg>
      <pc:sldChg chg="modSp mod">
        <pc:chgData name="Zied Belhocine" userId="200cc0e2b299676e" providerId="LiveId" clId="{E0E3AB2E-8DEA-46F2-A8DC-1D3825C2FB42}" dt="2026-06-02T13:54:18.631" v="1410" actId="1076"/>
        <pc:sldMkLst>
          <pc:docMk/>
          <pc:sldMk cId="0" sldId="266"/>
        </pc:sldMkLst>
        <pc:spChg chg="mod">
          <ac:chgData name="Zied Belhocine" userId="200cc0e2b299676e" providerId="LiveId" clId="{E0E3AB2E-8DEA-46F2-A8DC-1D3825C2FB42}" dt="2026-06-02T13:54:18.631" v="1410" actId="1076"/>
          <ac:spMkLst>
            <pc:docMk/>
            <pc:sldMk cId="0" sldId="266"/>
            <ac:spMk id="328" creationId="{00000000-0000-0000-0000-000000000000}"/>
          </ac:spMkLst>
        </pc:spChg>
        <pc:picChg chg="mod">
          <ac:chgData name="Zied Belhocine" userId="200cc0e2b299676e" providerId="LiveId" clId="{E0E3AB2E-8DEA-46F2-A8DC-1D3825C2FB42}" dt="2026-06-02T13:54:07.997" v="1409" actId="1076"/>
          <ac:picMkLst>
            <pc:docMk/>
            <pc:sldMk cId="0" sldId="266"/>
            <ac:picMk id="327" creationId="{00000000-0000-0000-0000-000000000000}"/>
          </ac:picMkLst>
        </pc:picChg>
      </pc:sldChg>
      <pc:sldChg chg="del">
        <pc:chgData name="Zied Belhocine" userId="200cc0e2b299676e" providerId="LiveId" clId="{E0E3AB2E-8DEA-46F2-A8DC-1D3825C2FB42}" dt="2026-06-02T13:53:24.751" v="1368" actId="47"/>
        <pc:sldMkLst>
          <pc:docMk/>
          <pc:sldMk cId="0" sldId="267"/>
        </pc:sldMkLst>
      </pc:sldChg>
      <pc:sldChg chg="del">
        <pc:chgData name="Zied Belhocine" userId="200cc0e2b299676e" providerId="LiveId" clId="{E0E3AB2E-8DEA-46F2-A8DC-1D3825C2FB42}" dt="2026-06-02T13:53:28.770" v="1369" actId="47"/>
        <pc:sldMkLst>
          <pc:docMk/>
          <pc:sldMk cId="0" sldId="268"/>
        </pc:sldMkLst>
      </pc:sldChg>
      <pc:sldChg chg="del">
        <pc:chgData name="Zied Belhocine" userId="200cc0e2b299676e" providerId="LiveId" clId="{E0E3AB2E-8DEA-46F2-A8DC-1D3825C2FB42}" dt="2026-06-02T13:53:29.757" v="1370" actId="47"/>
        <pc:sldMkLst>
          <pc:docMk/>
          <pc:sldMk cId="0" sldId="269"/>
        </pc:sldMkLst>
      </pc:sldChg>
      <pc:sldChg chg="del">
        <pc:chgData name="Zied Belhocine" userId="200cc0e2b299676e" providerId="LiveId" clId="{E0E3AB2E-8DEA-46F2-A8DC-1D3825C2FB42}" dt="2026-06-02T13:53:30.649" v="1371" actId="47"/>
        <pc:sldMkLst>
          <pc:docMk/>
          <pc:sldMk cId="0" sldId="270"/>
        </pc:sldMkLst>
      </pc:sldChg>
      <pc:sldChg chg="del">
        <pc:chgData name="Zied Belhocine" userId="200cc0e2b299676e" providerId="LiveId" clId="{E0E3AB2E-8DEA-46F2-A8DC-1D3825C2FB42}" dt="2026-06-02T13:53:32.247" v="1372" actId="47"/>
        <pc:sldMkLst>
          <pc:docMk/>
          <pc:sldMk cId="0" sldId="271"/>
        </pc:sldMkLst>
      </pc:sldChg>
      <pc:sldChg chg="del">
        <pc:chgData name="Zied Belhocine" userId="200cc0e2b299676e" providerId="LiveId" clId="{E0E3AB2E-8DEA-46F2-A8DC-1D3825C2FB42}" dt="2026-06-02T13:53:33.933" v="1373" actId="47"/>
        <pc:sldMkLst>
          <pc:docMk/>
          <pc:sldMk cId="0" sldId="272"/>
        </pc:sldMkLst>
      </pc:sldChg>
      <pc:sldChg chg="del">
        <pc:chgData name="Zied Belhocine" userId="200cc0e2b299676e" providerId="LiveId" clId="{E0E3AB2E-8DEA-46F2-A8DC-1D3825C2FB42}" dt="2026-06-02T13:53:34.833" v="1374" actId="47"/>
        <pc:sldMkLst>
          <pc:docMk/>
          <pc:sldMk cId="0" sldId="273"/>
        </pc:sldMkLst>
      </pc:sldChg>
      <pc:sldChg chg="del">
        <pc:chgData name="Zied Belhocine" userId="200cc0e2b299676e" providerId="LiveId" clId="{E0E3AB2E-8DEA-46F2-A8DC-1D3825C2FB42}" dt="2026-06-02T13:53:35.852" v="1375" actId="47"/>
        <pc:sldMkLst>
          <pc:docMk/>
          <pc:sldMk cId="0" sldId="274"/>
        </pc:sldMkLst>
      </pc:sldChg>
      <pc:sldChg chg="del">
        <pc:chgData name="Zied Belhocine" userId="200cc0e2b299676e" providerId="LiveId" clId="{E0E3AB2E-8DEA-46F2-A8DC-1D3825C2FB42}" dt="2026-06-02T13:53:36.581" v="1376" actId="47"/>
        <pc:sldMkLst>
          <pc:docMk/>
          <pc:sldMk cId="0" sldId="275"/>
        </pc:sldMkLst>
      </pc:sldChg>
      <pc:sldChg chg="del">
        <pc:chgData name="Zied Belhocine" userId="200cc0e2b299676e" providerId="LiveId" clId="{E0E3AB2E-8DEA-46F2-A8DC-1D3825C2FB42}" dt="2026-06-02T13:53:37.313" v="1377" actId="47"/>
        <pc:sldMkLst>
          <pc:docMk/>
          <pc:sldMk cId="0" sldId="276"/>
        </pc:sldMkLst>
      </pc:sldChg>
      <pc:sldChg chg="del">
        <pc:chgData name="Zied Belhocine" userId="200cc0e2b299676e" providerId="LiveId" clId="{E0E3AB2E-8DEA-46F2-A8DC-1D3825C2FB42}" dt="2026-06-02T13:53:38.121" v="1378" actId="47"/>
        <pc:sldMkLst>
          <pc:docMk/>
          <pc:sldMk cId="0" sldId="277"/>
        </pc:sldMkLst>
      </pc:sldChg>
      <pc:sldChg chg="del">
        <pc:chgData name="Zied Belhocine" userId="200cc0e2b299676e" providerId="LiveId" clId="{E0E3AB2E-8DEA-46F2-A8DC-1D3825C2FB42}" dt="2026-06-02T13:53:38.951" v="1379" actId="47"/>
        <pc:sldMkLst>
          <pc:docMk/>
          <pc:sldMk cId="0" sldId="278"/>
        </pc:sldMkLst>
      </pc:sldChg>
      <pc:sldChg chg="del">
        <pc:chgData name="Zied Belhocine" userId="200cc0e2b299676e" providerId="LiveId" clId="{E0E3AB2E-8DEA-46F2-A8DC-1D3825C2FB42}" dt="2026-06-02T13:53:39.730" v="1380" actId="47"/>
        <pc:sldMkLst>
          <pc:docMk/>
          <pc:sldMk cId="0" sldId="279"/>
        </pc:sldMkLst>
      </pc:sldChg>
      <pc:sldChg chg="del">
        <pc:chgData name="Zied Belhocine" userId="200cc0e2b299676e" providerId="LiveId" clId="{E0E3AB2E-8DEA-46F2-A8DC-1D3825C2FB42}" dt="2026-06-02T13:53:40.239" v="1381" actId="47"/>
        <pc:sldMkLst>
          <pc:docMk/>
          <pc:sldMk cId="0" sldId="280"/>
        </pc:sldMkLst>
      </pc:sldChg>
      <pc:sldChg chg="del">
        <pc:chgData name="Zied Belhocine" userId="200cc0e2b299676e" providerId="LiveId" clId="{E0E3AB2E-8DEA-46F2-A8DC-1D3825C2FB42}" dt="2026-06-02T13:53:40.764" v="1382" actId="47"/>
        <pc:sldMkLst>
          <pc:docMk/>
          <pc:sldMk cId="0" sldId="281"/>
        </pc:sldMkLst>
      </pc:sldChg>
      <pc:sldChg chg="del">
        <pc:chgData name="Zied Belhocine" userId="200cc0e2b299676e" providerId="LiveId" clId="{E0E3AB2E-8DEA-46F2-A8DC-1D3825C2FB42}" dt="2026-06-02T13:53:41.671" v="1383" actId="47"/>
        <pc:sldMkLst>
          <pc:docMk/>
          <pc:sldMk cId="0" sldId="282"/>
        </pc:sldMkLst>
      </pc:sldChg>
      <pc:sldChg chg="del">
        <pc:chgData name="Zied Belhocine" userId="200cc0e2b299676e" providerId="LiveId" clId="{E0E3AB2E-8DEA-46F2-A8DC-1D3825C2FB42}" dt="2026-06-02T13:53:42.516" v="1384" actId="47"/>
        <pc:sldMkLst>
          <pc:docMk/>
          <pc:sldMk cId="0" sldId="283"/>
        </pc:sldMkLst>
      </pc:sldChg>
      <pc:sldChg chg="del">
        <pc:chgData name="Zied Belhocine" userId="200cc0e2b299676e" providerId="LiveId" clId="{E0E3AB2E-8DEA-46F2-A8DC-1D3825C2FB42}" dt="2026-06-02T13:53:43.391" v="1385" actId="47"/>
        <pc:sldMkLst>
          <pc:docMk/>
          <pc:sldMk cId="0" sldId="284"/>
        </pc:sldMkLst>
      </pc:sldChg>
      <pc:sldChg chg="del">
        <pc:chgData name="Zied Belhocine" userId="200cc0e2b299676e" providerId="LiveId" clId="{E0E3AB2E-8DEA-46F2-A8DC-1D3825C2FB42}" dt="2026-06-02T13:53:43.928" v="1386" actId="47"/>
        <pc:sldMkLst>
          <pc:docMk/>
          <pc:sldMk cId="0" sldId="285"/>
        </pc:sldMkLst>
      </pc:sldChg>
      <pc:sldChg chg="del">
        <pc:chgData name="Zied Belhocine" userId="200cc0e2b299676e" providerId="LiveId" clId="{E0E3AB2E-8DEA-46F2-A8DC-1D3825C2FB42}" dt="2026-06-02T13:53:44.759" v="1387" actId="47"/>
        <pc:sldMkLst>
          <pc:docMk/>
          <pc:sldMk cId="0" sldId="286"/>
        </pc:sldMkLst>
      </pc:sldChg>
      <pc:sldChg chg="del">
        <pc:chgData name="Zied Belhocine" userId="200cc0e2b299676e" providerId="LiveId" clId="{E0E3AB2E-8DEA-46F2-A8DC-1D3825C2FB42}" dt="2026-06-02T13:53:45.303" v="1388" actId="47"/>
        <pc:sldMkLst>
          <pc:docMk/>
          <pc:sldMk cId="0" sldId="287"/>
        </pc:sldMkLst>
      </pc:sldChg>
      <pc:sldChg chg="del">
        <pc:chgData name="Zied Belhocine" userId="200cc0e2b299676e" providerId="LiveId" clId="{E0E3AB2E-8DEA-46F2-A8DC-1D3825C2FB42}" dt="2026-06-02T13:53:45.837" v="1389" actId="47"/>
        <pc:sldMkLst>
          <pc:docMk/>
          <pc:sldMk cId="0" sldId="288"/>
        </pc:sldMkLst>
      </pc:sldChg>
      <pc:sldChg chg="del">
        <pc:chgData name="Zied Belhocine" userId="200cc0e2b299676e" providerId="LiveId" clId="{E0E3AB2E-8DEA-46F2-A8DC-1D3825C2FB42}" dt="2026-06-02T13:53:46.541" v="1390" actId="47"/>
        <pc:sldMkLst>
          <pc:docMk/>
          <pc:sldMk cId="0" sldId="289"/>
        </pc:sldMkLst>
      </pc:sldChg>
      <pc:sldChg chg="del">
        <pc:chgData name="Zied Belhocine" userId="200cc0e2b299676e" providerId="LiveId" clId="{E0E3AB2E-8DEA-46F2-A8DC-1D3825C2FB42}" dt="2026-06-02T13:53:47.151" v="1391" actId="47"/>
        <pc:sldMkLst>
          <pc:docMk/>
          <pc:sldMk cId="0" sldId="290"/>
        </pc:sldMkLst>
      </pc:sldChg>
      <pc:sldChg chg="del">
        <pc:chgData name="Zied Belhocine" userId="200cc0e2b299676e" providerId="LiveId" clId="{E0E3AB2E-8DEA-46F2-A8DC-1D3825C2FB42}" dt="2026-06-02T13:53:47.871" v="1392" actId="47"/>
        <pc:sldMkLst>
          <pc:docMk/>
          <pc:sldMk cId="0" sldId="291"/>
        </pc:sldMkLst>
      </pc:sldChg>
      <pc:sldChg chg="del">
        <pc:chgData name="Zied Belhocine" userId="200cc0e2b299676e" providerId="LiveId" clId="{E0E3AB2E-8DEA-46F2-A8DC-1D3825C2FB42}" dt="2026-06-02T13:53:48.381" v="1393" actId="47"/>
        <pc:sldMkLst>
          <pc:docMk/>
          <pc:sldMk cId="0" sldId="292"/>
        </pc:sldMkLst>
      </pc:sldChg>
      <pc:sldChg chg="del">
        <pc:chgData name="Zied Belhocine" userId="200cc0e2b299676e" providerId="LiveId" clId="{E0E3AB2E-8DEA-46F2-A8DC-1D3825C2FB42}" dt="2026-06-02T13:53:48.888" v="1394" actId="47"/>
        <pc:sldMkLst>
          <pc:docMk/>
          <pc:sldMk cId="0" sldId="293"/>
        </pc:sldMkLst>
      </pc:sldChg>
      <pc:sldChg chg="del">
        <pc:chgData name="Zied Belhocine" userId="200cc0e2b299676e" providerId="LiveId" clId="{E0E3AB2E-8DEA-46F2-A8DC-1D3825C2FB42}" dt="2026-06-02T13:53:49.542" v="1395" actId="47"/>
        <pc:sldMkLst>
          <pc:docMk/>
          <pc:sldMk cId="0" sldId="294"/>
        </pc:sldMkLst>
      </pc:sldChg>
      <pc:sldChg chg="del">
        <pc:chgData name="Zied Belhocine" userId="200cc0e2b299676e" providerId="LiveId" clId="{E0E3AB2E-8DEA-46F2-A8DC-1D3825C2FB42}" dt="2026-06-02T13:53:50.120" v="1396" actId="47"/>
        <pc:sldMkLst>
          <pc:docMk/>
          <pc:sldMk cId="0" sldId="295"/>
        </pc:sldMkLst>
      </pc:sldChg>
      <pc:sldChg chg="del">
        <pc:chgData name="Zied Belhocine" userId="200cc0e2b299676e" providerId="LiveId" clId="{E0E3AB2E-8DEA-46F2-A8DC-1D3825C2FB42}" dt="2026-06-02T13:53:51.019" v="1397" actId="47"/>
        <pc:sldMkLst>
          <pc:docMk/>
          <pc:sldMk cId="0" sldId="296"/>
        </pc:sldMkLst>
      </pc:sldChg>
      <pc:sldChg chg="modNotesTx">
        <pc:chgData name="Zied Belhocine" userId="200cc0e2b299676e" providerId="LiveId" clId="{E0E3AB2E-8DEA-46F2-A8DC-1D3825C2FB42}" dt="2026-06-05T06:31:55.506" v="1863"/>
        <pc:sldMkLst>
          <pc:docMk/>
          <pc:sldMk cId="4076103061" sldId="297"/>
        </pc:sldMkLst>
      </pc:sldChg>
      <pc:sldChg chg="modSp mod">
        <pc:chgData name="Zied Belhocine" userId="200cc0e2b299676e" providerId="LiveId" clId="{E0E3AB2E-8DEA-46F2-A8DC-1D3825C2FB42}" dt="2026-06-05T07:36:36.044" v="1869" actId="20577"/>
        <pc:sldMkLst>
          <pc:docMk/>
          <pc:sldMk cId="3437359753" sldId="298"/>
        </pc:sldMkLst>
        <pc:spChg chg="mod">
          <ac:chgData name="Zied Belhocine" userId="200cc0e2b299676e" providerId="LiveId" clId="{E0E3AB2E-8DEA-46F2-A8DC-1D3825C2FB42}" dt="2026-06-05T07:36:36.044" v="1869" actId="20577"/>
          <ac:spMkLst>
            <pc:docMk/>
            <pc:sldMk cId="3437359753" sldId="298"/>
            <ac:spMk id="206" creationId="{00000000-0000-0000-0000-000000000000}"/>
          </ac:spMkLst>
        </pc:spChg>
        <pc:picChg chg="mod">
          <ac:chgData name="Zied Belhocine" userId="200cc0e2b299676e" providerId="LiveId" clId="{E0E3AB2E-8DEA-46F2-A8DC-1D3825C2FB42}" dt="2026-06-05T06:15:47.860" v="1664" actId="1037"/>
          <ac:picMkLst>
            <pc:docMk/>
            <pc:sldMk cId="3437359753" sldId="298"/>
            <ac:picMk id="1026" creationId="{FA1731C5-254A-3A83-8BB4-76958DBAFECF}"/>
          </ac:picMkLst>
        </pc:picChg>
      </pc:sldChg>
      <pc:sldChg chg="addSp delSp modSp mod ord">
        <pc:chgData name="Zied Belhocine" userId="200cc0e2b299676e" providerId="LiveId" clId="{E0E3AB2E-8DEA-46F2-A8DC-1D3825C2FB42}" dt="2026-06-05T06:24:50.642" v="1839"/>
        <pc:sldMkLst>
          <pc:docMk/>
          <pc:sldMk cId="1336690713" sldId="300"/>
        </pc:sldMkLst>
        <pc:spChg chg="add mod">
          <ac:chgData name="Zied Belhocine" userId="200cc0e2b299676e" providerId="LiveId" clId="{E0E3AB2E-8DEA-46F2-A8DC-1D3825C2FB42}" dt="2026-06-02T12:26:45.093" v="50" actId="1076"/>
          <ac:spMkLst>
            <pc:docMk/>
            <pc:sldMk cId="1336690713" sldId="300"/>
            <ac:spMk id="4" creationId="{84FDD392-F5E6-A607-AB6A-4B56F7459C3E}"/>
          </ac:spMkLst>
        </pc:spChg>
        <pc:spChg chg="add mod">
          <ac:chgData name="Zied Belhocine" userId="200cc0e2b299676e" providerId="LiveId" clId="{E0E3AB2E-8DEA-46F2-A8DC-1D3825C2FB42}" dt="2026-06-02T12:26:56.500" v="59" actId="122"/>
          <ac:spMkLst>
            <pc:docMk/>
            <pc:sldMk cId="1336690713" sldId="300"/>
            <ac:spMk id="8" creationId="{A48973AF-B19D-D186-5643-2503D830E5E5}"/>
          </ac:spMkLst>
        </pc:spChg>
        <pc:spChg chg="add mod">
          <ac:chgData name="Zied Belhocine" userId="200cc0e2b299676e" providerId="LiveId" clId="{E0E3AB2E-8DEA-46F2-A8DC-1D3825C2FB42}" dt="2026-06-02T12:27:16.586" v="90" actId="14100"/>
          <ac:spMkLst>
            <pc:docMk/>
            <pc:sldMk cId="1336690713" sldId="300"/>
            <ac:spMk id="9" creationId="{A0D37ABA-D5EF-9C17-651E-79AED0D842B0}"/>
          </ac:spMkLst>
        </pc:spChg>
        <pc:spChg chg="add mod">
          <ac:chgData name="Zied Belhocine" userId="200cc0e2b299676e" providerId="LiveId" clId="{E0E3AB2E-8DEA-46F2-A8DC-1D3825C2FB42}" dt="2026-06-02T12:27:29.853" v="114" actId="20577"/>
          <ac:spMkLst>
            <pc:docMk/>
            <pc:sldMk cId="1336690713" sldId="300"/>
            <ac:spMk id="10" creationId="{76F68B69-2B40-13CF-BF68-6105E456148B}"/>
          </ac:spMkLst>
        </pc:spChg>
        <pc:spChg chg="add mod">
          <ac:chgData name="Zied Belhocine" userId="200cc0e2b299676e" providerId="LiveId" clId="{E0E3AB2E-8DEA-46F2-A8DC-1D3825C2FB42}" dt="2026-06-02T12:27:41.434" v="126" actId="14100"/>
          <ac:spMkLst>
            <pc:docMk/>
            <pc:sldMk cId="1336690713" sldId="300"/>
            <ac:spMk id="11" creationId="{6F422C5B-0E1E-515B-6FC9-A4ADFEA6BC0F}"/>
          </ac:spMkLst>
        </pc:spChg>
        <pc:picChg chg="add mod">
          <ac:chgData name="Zied Belhocine" userId="200cc0e2b299676e" providerId="LiveId" clId="{E0E3AB2E-8DEA-46F2-A8DC-1D3825C2FB42}" dt="2026-06-05T06:24:50.642" v="1839"/>
          <ac:picMkLst>
            <pc:docMk/>
            <pc:sldMk cId="1336690713" sldId="300"/>
            <ac:picMk id="3" creationId="{033D7B37-46F0-E1F6-B731-5112705EBF4D}"/>
          </ac:picMkLst>
        </pc:picChg>
        <pc:picChg chg="del">
          <ac:chgData name="Zied Belhocine" userId="200cc0e2b299676e" providerId="LiveId" clId="{E0E3AB2E-8DEA-46F2-A8DC-1D3825C2FB42}" dt="2026-06-02T12:26:42.783" v="49" actId="478"/>
          <ac:picMkLst>
            <pc:docMk/>
            <pc:sldMk cId="1336690713" sldId="300"/>
            <ac:picMk id="3" creationId="{9FA2E47B-C4A9-68B0-B9C4-4233DA125FF4}"/>
          </ac:picMkLst>
        </pc:picChg>
        <pc:picChg chg="mod">
          <ac:chgData name="Zied Belhocine" userId="200cc0e2b299676e" providerId="LiveId" clId="{E0E3AB2E-8DEA-46F2-A8DC-1D3825C2FB42}" dt="2026-06-02T12:26:34.156" v="46" actId="1076"/>
          <ac:picMkLst>
            <pc:docMk/>
            <pc:sldMk cId="1336690713" sldId="300"/>
            <ac:picMk id="5" creationId="{9D27D029-C4FE-C586-373D-DF6CBF6C3A43}"/>
          </ac:picMkLst>
        </pc:picChg>
        <pc:picChg chg="mod">
          <ac:chgData name="Zied Belhocine" userId="200cc0e2b299676e" providerId="LiveId" clId="{E0E3AB2E-8DEA-46F2-A8DC-1D3825C2FB42}" dt="2026-06-02T12:26:37.407" v="47" actId="1076"/>
          <ac:picMkLst>
            <pc:docMk/>
            <pc:sldMk cId="1336690713" sldId="300"/>
            <ac:picMk id="6" creationId="{0CC32A3D-15E9-0E78-ABF1-6F4DEC7C32C1}"/>
          </ac:picMkLst>
        </pc:picChg>
        <pc:picChg chg="mod">
          <ac:chgData name="Zied Belhocine" userId="200cc0e2b299676e" providerId="LiveId" clId="{E0E3AB2E-8DEA-46F2-A8DC-1D3825C2FB42}" dt="2026-06-02T12:26:41.007" v="48" actId="1076"/>
          <ac:picMkLst>
            <pc:docMk/>
            <pc:sldMk cId="1336690713" sldId="300"/>
            <ac:picMk id="7" creationId="{6647B5C7-12F2-307C-876E-ABACEDA71449}"/>
          </ac:picMkLst>
        </pc:picChg>
        <pc:picChg chg="mod">
          <ac:chgData name="Zied Belhocine" userId="200cc0e2b299676e" providerId="LiveId" clId="{E0E3AB2E-8DEA-46F2-A8DC-1D3825C2FB42}" dt="2026-06-02T12:26:19.385" v="44" actId="1076"/>
          <ac:picMkLst>
            <pc:docMk/>
            <pc:sldMk cId="1336690713" sldId="300"/>
            <ac:picMk id="2052" creationId="{9EC26C6F-2CF8-3B0C-58DC-560A2A1CC32F}"/>
          </ac:picMkLst>
        </pc:picChg>
        <pc:picChg chg="mod">
          <ac:chgData name="Zied Belhocine" userId="200cc0e2b299676e" providerId="LiveId" clId="{E0E3AB2E-8DEA-46F2-A8DC-1D3825C2FB42}" dt="2026-06-02T12:26:21.989" v="45" actId="1076"/>
          <ac:picMkLst>
            <pc:docMk/>
            <pc:sldMk cId="1336690713" sldId="300"/>
            <ac:picMk id="2054" creationId="{55B509DC-7F58-3EC6-7C71-B705BCEC01EA}"/>
          </ac:picMkLst>
        </pc:picChg>
      </pc:sldChg>
      <pc:sldChg chg="addSp delSp modSp add mod">
        <pc:chgData name="Zied Belhocine" userId="200cc0e2b299676e" providerId="LiveId" clId="{E0E3AB2E-8DEA-46F2-A8DC-1D3825C2FB42}" dt="2026-06-05T06:24:55.294" v="1843"/>
        <pc:sldMkLst>
          <pc:docMk/>
          <pc:sldMk cId="3127564912" sldId="301"/>
        </pc:sldMkLst>
        <pc:spChg chg="mod">
          <ac:chgData name="Zied Belhocine" userId="200cc0e2b299676e" providerId="LiveId" clId="{E0E3AB2E-8DEA-46F2-A8DC-1D3825C2FB42}" dt="2026-06-02T12:36:36.734" v="389" actId="20577"/>
          <ac:spMkLst>
            <pc:docMk/>
            <pc:sldMk cId="3127564912" sldId="301"/>
            <ac:spMk id="2" creationId="{F015DF1B-B848-70F9-E465-1DD9A87E6577}"/>
          </ac:spMkLst>
        </pc:spChg>
        <pc:spChg chg="add del mod">
          <ac:chgData name="Zied Belhocine" userId="200cc0e2b299676e" providerId="LiveId" clId="{E0E3AB2E-8DEA-46F2-A8DC-1D3825C2FB42}" dt="2026-06-02T12:42:04.173" v="492" actId="478"/>
          <ac:spMkLst>
            <pc:docMk/>
            <pc:sldMk cId="3127564912" sldId="301"/>
            <ac:spMk id="11" creationId="{FCB976A3-69AB-4856-0D3C-5E951BC9CE67}"/>
          </ac:spMkLst>
        </pc:spChg>
        <pc:spChg chg="add del mod">
          <ac:chgData name="Zied Belhocine" userId="200cc0e2b299676e" providerId="LiveId" clId="{E0E3AB2E-8DEA-46F2-A8DC-1D3825C2FB42}" dt="2026-06-02T12:42:05.850" v="493" actId="478"/>
          <ac:spMkLst>
            <pc:docMk/>
            <pc:sldMk cId="3127564912" sldId="301"/>
            <ac:spMk id="12" creationId="{423F612F-40F4-3134-2C2C-7679E2E1BAC5}"/>
          </ac:spMkLst>
        </pc:spChg>
        <pc:spChg chg="add del mod">
          <ac:chgData name="Zied Belhocine" userId="200cc0e2b299676e" providerId="LiveId" clId="{E0E3AB2E-8DEA-46F2-A8DC-1D3825C2FB42}" dt="2026-06-02T13:16:18.034" v="1123"/>
          <ac:spMkLst>
            <pc:docMk/>
            <pc:sldMk cId="3127564912" sldId="301"/>
            <ac:spMk id="15" creationId="{D1D87154-2269-A135-001A-A893FB19608B}"/>
          </ac:spMkLst>
        </pc:spChg>
        <pc:spChg chg="add mod">
          <ac:chgData name="Zied Belhocine" userId="200cc0e2b299676e" providerId="LiveId" clId="{E0E3AB2E-8DEA-46F2-A8DC-1D3825C2FB42}" dt="2026-06-02T13:17:56.725" v="1245" actId="20577"/>
          <ac:spMkLst>
            <pc:docMk/>
            <pc:sldMk cId="3127564912" sldId="301"/>
            <ac:spMk id="16" creationId="{73AEC46E-72F5-160F-6BDB-E1013A7FB618}"/>
          </ac:spMkLst>
        </pc:spChg>
        <pc:picChg chg="add mod">
          <ac:chgData name="Zied Belhocine" userId="200cc0e2b299676e" providerId="LiveId" clId="{E0E3AB2E-8DEA-46F2-A8DC-1D3825C2FB42}" dt="2026-06-05T06:24:55.294" v="1843"/>
          <ac:picMkLst>
            <pc:docMk/>
            <pc:sldMk cId="3127564912" sldId="301"/>
            <ac:picMk id="3" creationId="{91BC08D8-6931-C583-BF23-981A9C0E6BD0}"/>
          </ac:picMkLst>
        </pc:picChg>
        <pc:picChg chg="del">
          <ac:chgData name="Zied Belhocine" userId="200cc0e2b299676e" providerId="LiveId" clId="{E0E3AB2E-8DEA-46F2-A8DC-1D3825C2FB42}" dt="2026-06-02T12:11:52.019" v="13" actId="478"/>
          <ac:picMkLst>
            <pc:docMk/>
            <pc:sldMk cId="3127564912" sldId="301"/>
            <ac:picMk id="3" creationId="{9FA2E47B-C4A9-68B0-B9C4-4233DA125FF4}"/>
          </ac:picMkLst>
        </pc:picChg>
        <pc:picChg chg="del">
          <ac:chgData name="Zied Belhocine" userId="200cc0e2b299676e" providerId="LiveId" clId="{E0E3AB2E-8DEA-46F2-A8DC-1D3825C2FB42}" dt="2026-06-02T12:11:51.221" v="11" actId="478"/>
          <ac:picMkLst>
            <pc:docMk/>
            <pc:sldMk cId="3127564912" sldId="301"/>
            <ac:picMk id="5" creationId="{9D27D029-C4FE-C586-373D-DF6CBF6C3A43}"/>
          </ac:picMkLst>
        </pc:picChg>
        <pc:picChg chg="del">
          <ac:chgData name="Zied Belhocine" userId="200cc0e2b299676e" providerId="LiveId" clId="{E0E3AB2E-8DEA-46F2-A8DC-1D3825C2FB42}" dt="2026-06-02T12:11:49.479" v="9" actId="478"/>
          <ac:picMkLst>
            <pc:docMk/>
            <pc:sldMk cId="3127564912" sldId="301"/>
            <ac:picMk id="6" creationId="{0CC32A3D-15E9-0E78-ABF1-6F4DEC7C32C1}"/>
          </ac:picMkLst>
        </pc:picChg>
        <pc:picChg chg="del">
          <ac:chgData name="Zied Belhocine" userId="200cc0e2b299676e" providerId="LiveId" clId="{E0E3AB2E-8DEA-46F2-A8DC-1D3825C2FB42}" dt="2026-06-02T12:11:48.943" v="8" actId="478"/>
          <ac:picMkLst>
            <pc:docMk/>
            <pc:sldMk cId="3127564912" sldId="301"/>
            <ac:picMk id="7" creationId="{6647B5C7-12F2-307C-876E-ABACEDA71449}"/>
          </ac:picMkLst>
        </pc:picChg>
        <pc:picChg chg="add mod">
          <ac:chgData name="Zied Belhocine" userId="200cc0e2b299676e" providerId="LiveId" clId="{E0E3AB2E-8DEA-46F2-A8DC-1D3825C2FB42}" dt="2026-06-02T13:16:11.358" v="1120" actId="1076"/>
          <ac:picMkLst>
            <pc:docMk/>
            <pc:sldMk cId="3127564912" sldId="301"/>
            <ac:picMk id="8" creationId="{E51BA698-1F76-8C68-2A6F-E7D105D06C02}"/>
          </ac:picMkLst>
        </pc:picChg>
        <pc:picChg chg="add del mod">
          <ac:chgData name="Zied Belhocine" userId="200cc0e2b299676e" providerId="LiveId" clId="{E0E3AB2E-8DEA-46F2-A8DC-1D3825C2FB42}" dt="2026-06-02T12:42:02.970" v="491" actId="478"/>
          <ac:picMkLst>
            <pc:docMk/>
            <pc:sldMk cId="3127564912" sldId="301"/>
            <ac:picMk id="10" creationId="{A4494464-FB84-0CAE-FB85-86FDE2644905}"/>
          </ac:picMkLst>
        </pc:picChg>
        <pc:picChg chg="add del mod">
          <ac:chgData name="Zied Belhocine" userId="200cc0e2b299676e" providerId="LiveId" clId="{E0E3AB2E-8DEA-46F2-A8DC-1D3825C2FB42}" dt="2026-06-02T12:42:06.368" v="494" actId="478"/>
          <ac:picMkLst>
            <pc:docMk/>
            <pc:sldMk cId="3127564912" sldId="301"/>
            <ac:picMk id="14" creationId="{AA8AC943-C281-2C38-D4E0-0D31FD8CC7F1}"/>
          </ac:picMkLst>
        </pc:picChg>
        <pc:picChg chg="del">
          <ac:chgData name="Zied Belhocine" userId="200cc0e2b299676e" providerId="LiveId" clId="{E0E3AB2E-8DEA-46F2-A8DC-1D3825C2FB42}" dt="2026-06-02T12:11:48.280" v="7" actId="478"/>
          <ac:picMkLst>
            <pc:docMk/>
            <pc:sldMk cId="3127564912" sldId="301"/>
            <ac:picMk id="2052" creationId="{9EC26C6F-2CF8-3B0C-58DC-560A2A1CC32F}"/>
          </ac:picMkLst>
        </pc:picChg>
        <pc:picChg chg="del">
          <ac:chgData name="Zied Belhocine" userId="200cc0e2b299676e" providerId="LiveId" clId="{E0E3AB2E-8DEA-46F2-A8DC-1D3825C2FB42}" dt="2026-06-02T12:11:51.692" v="12" actId="478"/>
          <ac:picMkLst>
            <pc:docMk/>
            <pc:sldMk cId="3127564912" sldId="301"/>
            <ac:picMk id="2054" creationId="{55B509DC-7F58-3EC6-7C71-B705BCEC01EA}"/>
          </ac:picMkLst>
        </pc:picChg>
      </pc:sldChg>
      <pc:sldChg chg="addSp delSp modSp add mod">
        <pc:chgData name="Zied Belhocine" userId="200cc0e2b299676e" providerId="LiveId" clId="{E0E3AB2E-8DEA-46F2-A8DC-1D3825C2FB42}" dt="2026-06-05T07:41:19.680" v="1878" actId="478"/>
        <pc:sldMkLst>
          <pc:docMk/>
          <pc:sldMk cId="1168812448" sldId="302"/>
        </pc:sldMkLst>
        <pc:spChg chg="mod">
          <ac:chgData name="Zied Belhocine" userId="200cc0e2b299676e" providerId="LiveId" clId="{E0E3AB2E-8DEA-46F2-A8DC-1D3825C2FB42}" dt="2026-06-02T13:15:26.925" v="1112" actId="20577"/>
          <ac:spMkLst>
            <pc:docMk/>
            <pc:sldMk cId="1168812448" sldId="302"/>
            <ac:spMk id="2" creationId="{F015DF1B-B848-70F9-E465-1DD9A87E6577}"/>
          </ac:spMkLst>
        </pc:spChg>
        <pc:spChg chg="del">
          <ac:chgData name="Zied Belhocine" userId="200cc0e2b299676e" providerId="LiveId" clId="{E0E3AB2E-8DEA-46F2-A8DC-1D3825C2FB42}" dt="2026-06-02T12:36:53.016" v="410" actId="478"/>
          <ac:spMkLst>
            <pc:docMk/>
            <pc:sldMk cId="1168812448" sldId="302"/>
            <ac:spMk id="4" creationId="{84FDD392-F5E6-A607-AB6A-4B56F7459C3E}"/>
          </ac:spMkLst>
        </pc:spChg>
        <pc:spChg chg="del">
          <ac:chgData name="Zied Belhocine" userId="200cc0e2b299676e" providerId="LiveId" clId="{E0E3AB2E-8DEA-46F2-A8DC-1D3825C2FB42}" dt="2026-06-02T12:36:53.016" v="410" actId="478"/>
          <ac:spMkLst>
            <pc:docMk/>
            <pc:sldMk cId="1168812448" sldId="302"/>
            <ac:spMk id="8" creationId="{A48973AF-B19D-D186-5643-2503D830E5E5}"/>
          </ac:spMkLst>
        </pc:spChg>
        <pc:spChg chg="del">
          <ac:chgData name="Zied Belhocine" userId="200cc0e2b299676e" providerId="LiveId" clId="{E0E3AB2E-8DEA-46F2-A8DC-1D3825C2FB42}" dt="2026-06-02T12:36:53.016" v="410" actId="478"/>
          <ac:spMkLst>
            <pc:docMk/>
            <pc:sldMk cId="1168812448" sldId="302"/>
            <ac:spMk id="9" creationId="{A0D37ABA-D5EF-9C17-651E-79AED0D842B0}"/>
          </ac:spMkLst>
        </pc:spChg>
        <pc:spChg chg="del">
          <ac:chgData name="Zied Belhocine" userId="200cc0e2b299676e" providerId="LiveId" clId="{E0E3AB2E-8DEA-46F2-A8DC-1D3825C2FB42}" dt="2026-06-02T12:36:53.016" v="410" actId="478"/>
          <ac:spMkLst>
            <pc:docMk/>
            <pc:sldMk cId="1168812448" sldId="302"/>
            <ac:spMk id="10" creationId="{76F68B69-2B40-13CF-BF68-6105E456148B}"/>
          </ac:spMkLst>
        </pc:spChg>
        <pc:spChg chg="del">
          <ac:chgData name="Zied Belhocine" userId="200cc0e2b299676e" providerId="LiveId" clId="{E0E3AB2E-8DEA-46F2-A8DC-1D3825C2FB42}" dt="2026-06-02T12:36:53.016" v="410" actId="478"/>
          <ac:spMkLst>
            <pc:docMk/>
            <pc:sldMk cId="1168812448" sldId="302"/>
            <ac:spMk id="11" creationId="{6F422C5B-0E1E-515B-6FC9-A4ADFEA6BC0F}"/>
          </ac:spMkLst>
        </pc:spChg>
        <pc:spChg chg="add mod">
          <ac:chgData name="Zied Belhocine" userId="200cc0e2b299676e" providerId="LiveId" clId="{E0E3AB2E-8DEA-46F2-A8DC-1D3825C2FB42}" dt="2026-06-02T12:37:02.686" v="412" actId="1076"/>
          <ac:spMkLst>
            <pc:docMk/>
            <pc:sldMk cId="1168812448" sldId="302"/>
            <ac:spMk id="12" creationId="{7069DAE5-8542-8644-190A-B85705B4B264}"/>
          </ac:spMkLst>
        </pc:spChg>
        <pc:spChg chg="add del mod">
          <ac:chgData name="Zied Belhocine" userId="200cc0e2b299676e" providerId="LiveId" clId="{E0E3AB2E-8DEA-46F2-A8DC-1D3825C2FB42}" dt="2026-06-05T07:40:45.659" v="1870" actId="478"/>
          <ac:spMkLst>
            <pc:docMk/>
            <pc:sldMk cId="1168812448" sldId="302"/>
            <ac:spMk id="13" creationId="{B6D291EE-EF17-F091-FA7B-4B292348BA20}"/>
          </ac:spMkLst>
        </pc:spChg>
        <pc:spChg chg="add mod">
          <ac:chgData name="Zied Belhocine" userId="200cc0e2b299676e" providerId="LiveId" clId="{E0E3AB2E-8DEA-46F2-A8DC-1D3825C2FB42}" dt="2026-06-02T12:42:56.568" v="498" actId="14100"/>
          <ac:spMkLst>
            <pc:docMk/>
            <pc:sldMk cId="1168812448" sldId="302"/>
            <ac:spMk id="17" creationId="{9FCDD34F-E0E3-AF41-AEA4-86B72FDF1897}"/>
          </ac:spMkLst>
        </pc:spChg>
        <pc:spChg chg="add del mod">
          <ac:chgData name="Zied Belhocine" userId="200cc0e2b299676e" providerId="LiveId" clId="{E0E3AB2E-8DEA-46F2-A8DC-1D3825C2FB42}" dt="2026-06-05T07:41:19.680" v="1878" actId="478"/>
          <ac:spMkLst>
            <pc:docMk/>
            <pc:sldMk cId="1168812448" sldId="302"/>
            <ac:spMk id="20" creationId="{49F2D556-F3A8-A3EF-2292-F996259C56DD}"/>
          </ac:spMkLst>
        </pc:spChg>
        <pc:spChg chg="add del mod">
          <ac:chgData name="Zied Belhocine" userId="200cc0e2b299676e" providerId="LiveId" clId="{E0E3AB2E-8DEA-46F2-A8DC-1D3825C2FB42}" dt="2026-06-05T07:41:08.894" v="1875" actId="478"/>
          <ac:spMkLst>
            <pc:docMk/>
            <pc:sldMk cId="1168812448" sldId="302"/>
            <ac:spMk id="23" creationId="{7BD1ACA8-0BB7-2B3E-D548-A17BA0C13E9F}"/>
          </ac:spMkLst>
        </pc:spChg>
        <pc:picChg chg="add mod">
          <ac:chgData name="Zied Belhocine" userId="200cc0e2b299676e" providerId="LiveId" clId="{E0E3AB2E-8DEA-46F2-A8DC-1D3825C2FB42}" dt="2026-06-02T12:37:02.686" v="412" actId="1076"/>
          <ac:picMkLst>
            <pc:docMk/>
            <pc:sldMk cId="1168812448" sldId="302"/>
            <ac:picMk id="3" creationId="{2F5A7C3D-7E67-AB95-5671-ABC2B8107310}"/>
          </ac:picMkLst>
        </pc:picChg>
        <pc:picChg chg="add mod">
          <ac:chgData name="Zied Belhocine" userId="200cc0e2b299676e" providerId="LiveId" clId="{E0E3AB2E-8DEA-46F2-A8DC-1D3825C2FB42}" dt="2026-06-05T06:24:52.803" v="1841"/>
          <ac:picMkLst>
            <pc:docMk/>
            <pc:sldMk cId="1168812448" sldId="302"/>
            <ac:picMk id="4" creationId="{F82C4B04-3B27-451B-1A9E-AFCD36FA430B}"/>
          </ac:picMkLst>
        </pc:picChg>
        <pc:picChg chg="del">
          <ac:chgData name="Zied Belhocine" userId="200cc0e2b299676e" providerId="LiveId" clId="{E0E3AB2E-8DEA-46F2-A8DC-1D3825C2FB42}" dt="2026-06-02T12:36:53.016" v="410" actId="478"/>
          <ac:picMkLst>
            <pc:docMk/>
            <pc:sldMk cId="1168812448" sldId="302"/>
            <ac:picMk id="5" creationId="{9D27D029-C4FE-C586-373D-DF6CBF6C3A43}"/>
          </ac:picMkLst>
        </pc:picChg>
        <pc:picChg chg="del">
          <ac:chgData name="Zied Belhocine" userId="200cc0e2b299676e" providerId="LiveId" clId="{E0E3AB2E-8DEA-46F2-A8DC-1D3825C2FB42}" dt="2026-06-02T12:36:53.016" v="410" actId="478"/>
          <ac:picMkLst>
            <pc:docMk/>
            <pc:sldMk cId="1168812448" sldId="302"/>
            <ac:picMk id="6" creationId="{0CC32A3D-15E9-0E78-ABF1-6F4DEC7C32C1}"/>
          </ac:picMkLst>
        </pc:picChg>
        <pc:picChg chg="del">
          <ac:chgData name="Zied Belhocine" userId="200cc0e2b299676e" providerId="LiveId" clId="{E0E3AB2E-8DEA-46F2-A8DC-1D3825C2FB42}" dt="2026-06-02T12:36:53.016" v="410" actId="478"/>
          <ac:picMkLst>
            <pc:docMk/>
            <pc:sldMk cId="1168812448" sldId="302"/>
            <ac:picMk id="7" creationId="{6647B5C7-12F2-307C-876E-ABACEDA71449}"/>
          </ac:picMkLst>
        </pc:picChg>
        <pc:picChg chg="add mod">
          <ac:chgData name="Zied Belhocine" userId="200cc0e2b299676e" providerId="LiveId" clId="{E0E3AB2E-8DEA-46F2-A8DC-1D3825C2FB42}" dt="2026-06-05T07:40:53.541" v="1872" actId="14100"/>
          <ac:picMkLst>
            <pc:docMk/>
            <pc:sldMk cId="1168812448" sldId="302"/>
            <ac:picMk id="14" creationId="{01BFF5D6-4F94-C748-AC42-323ABA127286}"/>
          </ac:picMkLst>
        </pc:picChg>
        <pc:picChg chg="add mod">
          <ac:chgData name="Zied Belhocine" userId="200cc0e2b299676e" providerId="LiveId" clId="{E0E3AB2E-8DEA-46F2-A8DC-1D3825C2FB42}" dt="2026-06-02T12:42:57.968" v="499" actId="1076"/>
          <ac:picMkLst>
            <pc:docMk/>
            <pc:sldMk cId="1168812448" sldId="302"/>
            <ac:picMk id="16" creationId="{A676C0CD-E5D4-47CD-132F-2921512062E2}"/>
          </ac:picMkLst>
        </pc:picChg>
        <pc:picChg chg="add mod">
          <ac:chgData name="Zied Belhocine" userId="200cc0e2b299676e" providerId="LiveId" clId="{E0E3AB2E-8DEA-46F2-A8DC-1D3825C2FB42}" dt="2026-06-05T07:41:03.131" v="1874" actId="14100"/>
          <ac:picMkLst>
            <pc:docMk/>
            <pc:sldMk cId="1168812448" sldId="302"/>
            <ac:picMk id="19" creationId="{D274BDA2-8887-7828-584C-9E46F70C5190}"/>
          </ac:picMkLst>
        </pc:picChg>
        <pc:picChg chg="add mod">
          <ac:chgData name="Zied Belhocine" userId="200cc0e2b299676e" providerId="LiveId" clId="{E0E3AB2E-8DEA-46F2-A8DC-1D3825C2FB42}" dt="2026-06-05T07:41:15.576" v="1877" actId="14100"/>
          <ac:picMkLst>
            <pc:docMk/>
            <pc:sldMk cId="1168812448" sldId="302"/>
            <ac:picMk id="22" creationId="{9A539AE9-B110-95B7-F9BC-8909BDFC9732}"/>
          </ac:picMkLst>
        </pc:picChg>
        <pc:picChg chg="del">
          <ac:chgData name="Zied Belhocine" userId="200cc0e2b299676e" providerId="LiveId" clId="{E0E3AB2E-8DEA-46F2-A8DC-1D3825C2FB42}" dt="2026-06-02T12:36:53.016" v="410" actId="478"/>
          <ac:picMkLst>
            <pc:docMk/>
            <pc:sldMk cId="1168812448" sldId="302"/>
            <ac:picMk id="2052" creationId="{9EC26C6F-2CF8-3B0C-58DC-560A2A1CC32F}"/>
          </ac:picMkLst>
        </pc:picChg>
        <pc:picChg chg="del">
          <ac:chgData name="Zied Belhocine" userId="200cc0e2b299676e" providerId="LiveId" clId="{E0E3AB2E-8DEA-46F2-A8DC-1D3825C2FB42}" dt="2026-06-02T12:36:53.016" v="410" actId="478"/>
          <ac:picMkLst>
            <pc:docMk/>
            <pc:sldMk cId="1168812448" sldId="302"/>
            <ac:picMk id="2054" creationId="{55B509DC-7F58-3EC6-7C71-B705BCEC01EA}"/>
          </ac:picMkLst>
        </pc:picChg>
      </pc:sldChg>
      <pc:sldChg chg="modSp add del mod">
        <pc:chgData name="Zied Belhocine" userId="200cc0e2b299676e" providerId="LiveId" clId="{E0E3AB2E-8DEA-46F2-A8DC-1D3825C2FB42}" dt="2026-06-02T12:28:35.298" v="127" actId="47"/>
        <pc:sldMkLst>
          <pc:docMk/>
          <pc:sldMk cId="3262658830" sldId="302"/>
        </pc:sldMkLst>
        <pc:spChg chg="mod">
          <ac:chgData name="Zied Belhocine" userId="200cc0e2b299676e" providerId="LiveId" clId="{E0E3AB2E-8DEA-46F2-A8DC-1D3825C2FB42}" dt="2026-06-02T12:12:03.553" v="27" actId="20577"/>
          <ac:spMkLst>
            <pc:docMk/>
            <pc:sldMk cId="3262658830" sldId="302"/>
            <ac:spMk id="2" creationId="{F015DF1B-B848-70F9-E465-1DD9A87E6577}"/>
          </ac:spMkLst>
        </pc:spChg>
      </pc:sldChg>
      <pc:sldChg chg="addSp delSp modSp add mod ord modNotesTx">
        <pc:chgData name="Zied Belhocine" userId="200cc0e2b299676e" providerId="LiveId" clId="{E0E3AB2E-8DEA-46F2-A8DC-1D3825C2FB42}" dt="2026-06-02T13:10:12.009" v="1077"/>
        <pc:sldMkLst>
          <pc:docMk/>
          <pc:sldMk cId="796832299" sldId="303"/>
        </pc:sldMkLst>
        <pc:spChg chg="add del mod">
          <ac:chgData name="Zied Belhocine" userId="200cc0e2b299676e" providerId="LiveId" clId="{E0E3AB2E-8DEA-46F2-A8DC-1D3825C2FB42}" dt="2026-06-02T12:47:50.260" v="699" actId="478"/>
          <ac:spMkLst>
            <pc:docMk/>
            <pc:sldMk cId="796832299" sldId="303"/>
            <ac:spMk id="4" creationId="{B3300765-8D58-D47E-53EA-C7FFCAEB6F6F}"/>
          </ac:spMkLst>
        </pc:spChg>
        <pc:spChg chg="add">
          <ac:chgData name="Zied Belhocine" userId="200cc0e2b299676e" providerId="LiveId" clId="{E0E3AB2E-8DEA-46F2-A8DC-1D3825C2FB42}" dt="2026-06-02T13:06:33.805" v="1032"/>
          <ac:spMkLst>
            <pc:docMk/>
            <pc:sldMk cId="796832299" sldId="303"/>
            <ac:spMk id="5" creationId="{CD533E97-AA80-10A9-6B66-1407D3D81708}"/>
          </ac:spMkLst>
        </pc:spChg>
        <pc:spChg chg="add del mod">
          <ac:chgData name="Zied Belhocine" userId="200cc0e2b299676e" providerId="LiveId" clId="{E0E3AB2E-8DEA-46F2-A8DC-1D3825C2FB42}" dt="2026-06-02T13:06:39.345" v="1040" actId="478"/>
          <ac:spMkLst>
            <pc:docMk/>
            <pc:sldMk cId="796832299" sldId="303"/>
            <ac:spMk id="7" creationId="{235D2D8F-BC59-604E-5F40-9FD40250A451}"/>
          </ac:spMkLst>
        </pc:spChg>
        <pc:spChg chg="add del mod">
          <ac:chgData name="Zied Belhocine" userId="200cc0e2b299676e" providerId="LiveId" clId="{E0E3AB2E-8DEA-46F2-A8DC-1D3825C2FB42}" dt="2026-06-02T13:06:37.892" v="1037" actId="478"/>
          <ac:spMkLst>
            <pc:docMk/>
            <pc:sldMk cId="796832299" sldId="303"/>
            <ac:spMk id="9" creationId="{4F093EF7-9443-EFE7-C950-89252577C05C}"/>
          </ac:spMkLst>
        </pc:spChg>
        <pc:spChg chg="add del mod">
          <ac:chgData name="Zied Belhocine" userId="200cc0e2b299676e" providerId="LiveId" clId="{E0E3AB2E-8DEA-46F2-A8DC-1D3825C2FB42}" dt="2026-06-02T13:06:38.900" v="1039" actId="478"/>
          <ac:spMkLst>
            <pc:docMk/>
            <pc:sldMk cId="796832299" sldId="303"/>
            <ac:spMk id="11" creationId="{65556932-35C1-5EEF-4EE3-2AAF8ABB9474}"/>
          </ac:spMkLst>
        </pc:spChg>
        <pc:spChg chg="add del mod">
          <ac:chgData name="Zied Belhocine" userId="200cc0e2b299676e" providerId="LiveId" clId="{E0E3AB2E-8DEA-46F2-A8DC-1D3825C2FB42}" dt="2026-06-02T13:06:38.498" v="1038" actId="478"/>
          <ac:spMkLst>
            <pc:docMk/>
            <pc:sldMk cId="796832299" sldId="303"/>
            <ac:spMk id="13" creationId="{91148434-2131-8C12-48B2-961A3189B100}"/>
          </ac:spMkLst>
        </pc:spChg>
        <pc:spChg chg="add mod">
          <ac:chgData name="Zied Belhocine" userId="200cc0e2b299676e" providerId="LiveId" clId="{E0E3AB2E-8DEA-46F2-A8DC-1D3825C2FB42}" dt="2026-06-02T13:06:44.002" v="1042" actId="14100"/>
          <ac:spMkLst>
            <pc:docMk/>
            <pc:sldMk cId="796832299" sldId="303"/>
            <ac:spMk id="14" creationId="{12C7C17D-B2A4-8A7A-F4DE-04F2710ACE94}"/>
          </ac:spMkLst>
        </pc:spChg>
        <pc:spChg chg="add del">
          <ac:chgData name="Zied Belhocine" userId="200cc0e2b299676e" providerId="LiveId" clId="{E0E3AB2E-8DEA-46F2-A8DC-1D3825C2FB42}" dt="2026-06-02T13:07:26.117" v="1045" actId="478"/>
          <ac:spMkLst>
            <pc:docMk/>
            <pc:sldMk cId="796832299" sldId="303"/>
            <ac:spMk id="15" creationId="{5102DEFC-E0AF-3916-7B55-A1B805501E68}"/>
          </ac:spMkLst>
        </pc:spChg>
        <pc:spChg chg="add del mod">
          <ac:chgData name="Zied Belhocine" userId="200cc0e2b299676e" providerId="LiveId" clId="{E0E3AB2E-8DEA-46F2-A8DC-1D3825C2FB42}" dt="2026-06-02T13:07:26.117" v="1045" actId="478"/>
          <ac:spMkLst>
            <pc:docMk/>
            <pc:sldMk cId="796832299" sldId="303"/>
            <ac:spMk id="16" creationId="{E1B02A53-74F5-12FB-374E-54FB713DF4A4}"/>
          </ac:spMkLst>
        </pc:spChg>
        <pc:spChg chg="mod">
          <ac:chgData name="Zied Belhocine" userId="200cc0e2b299676e" providerId="LiveId" clId="{E0E3AB2E-8DEA-46F2-A8DC-1D3825C2FB42}" dt="2026-06-02T12:49:11.511" v="743" actId="20577"/>
          <ac:spMkLst>
            <pc:docMk/>
            <pc:sldMk cId="796832299" sldId="303"/>
            <ac:spMk id="477" creationId="{00000000-0000-0000-0000-000000000000}"/>
          </ac:spMkLst>
        </pc:spChg>
        <pc:spChg chg="del">
          <ac:chgData name="Zied Belhocine" userId="200cc0e2b299676e" providerId="LiveId" clId="{E0E3AB2E-8DEA-46F2-A8DC-1D3825C2FB42}" dt="2026-06-02T12:47:46.872" v="698" actId="478"/>
          <ac:spMkLst>
            <pc:docMk/>
            <pc:sldMk cId="796832299" sldId="303"/>
            <ac:spMk id="478" creationId="{00000000-0000-0000-0000-000000000000}"/>
          </ac:spMkLst>
        </pc:spChg>
        <pc:picChg chg="add mod">
          <ac:chgData name="Zied Belhocine" userId="200cc0e2b299676e" providerId="LiveId" clId="{E0E3AB2E-8DEA-46F2-A8DC-1D3825C2FB42}" dt="2026-06-02T13:08:37.256" v="1055" actId="1076"/>
          <ac:picMkLst>
            <pc:docMk/>
            <pc:sldMk cId="796832299" sldId="303"/>
            <ac:picMk id="17" creationId="{7DF9328C-EB55-783A-25B5-5A9D9A520DEE}"/>
          </ac:picMkLst>
        </pc:picChg>
        <pc:picChg chg="del">
          <ac:chgData name="Zied Belhocine" userId="200cc0e2b299676e" providerId="LiveId" clId="{E0E3AB2E-8DEA-46F2-A8DC-1D3825C2FB42}" dt="2026-06-02T13:06:36.824" v="1035" actId="478"/>
          <ac:picMkLst>
            <pc:docMk/>
            <pc:sldMk cId="796832299" sldId="303"/>
            <ac:picMk id="479" creationId="{00000000-0000-0000-0000-000000000000}"/>
          </ac:picMkLst>
        </pc:picChg>
        <pc:picChg chg="del">
          <ac:chgData name="Zied Belhocine" userId="200cc0e2b299676e" providerId="LiveId" clId="{E0E3AB2E-8DEA-46F2-A8DC-1D3825C2FB42}" dt="2026-06-02T13:06:35.881" v="1033" actId="478"/>
          <ac:picMkLst>
            <pc:docMk/>
            <pc:sldMk cId="796832299" sldId="303"/>
            <ac:picMk id="480" creationId="{00000000-0000-0000-0000-000000000000}"/>
          </ac:picMkLst>
        </pc:picChg>
        <pc:picChg chg="del">
          <ac:chgData name="Zied Belhocine" userId="200cc0e2b299676e" providerId="LiveId" clId="{E0E3AB2E-8DEA-46F2-A8DC-1D3825C2FB42}" dt="2026-06-02T13:06:37.323" v="1036" actId="478"/>
          <ac:picMkLst>
            <pc:docMk/>
            <pc:sldMk cId="796832299" sldId="303"/>
            <ac:picMk id="481" creationId="{00000000-0000-0000-0000-000000000000}"/>
          </ac:picMkLst>
        </pc:picChg>
        <pc:picChg chg="del">
          <ac:chgData name="Zied Belhocine" userId="200cc0e2b299676e" providerId="LiveId" clId="{E0E3AB2E-8DEA-46F2-A8DC-1D3825C2FB42}" dt="2026-06-02T13:06:36.305" v="1034" actId="478"/>
          <ac:picMkLst>
            <pc:docMk/>
            <pc:sldMk cId="796832299" sldId="303"/>
            <ac:picMk id="482" creationId="{00000000-0000-0000-0000-000000000000}"/>
          </ac:picMkLst>
        </pc:picChg>
      </pc:sldChg>
      <pc:sldChg chg="addSp delSp modSp add mod">
        <pc:chgData name="Zied Belhocine" userId="200cc0e2b299676e" providerId="LiveId" clId="{E0E3AB2E-8DEA-46F2-A8DC-1D3825C2FB42}" dt="2026-06-05T06:24:54.266" v="1842"/>
        <pc:sldMkLst>
          <pc:docMk/>
          <pc:sldMk cId="582552203" sldId="304"/>
        </pc:sldMkLst>
        <pc:spChg chg="mod">
          <ac:chgData name="Zied Belhocine" userId="200cc0e2b299676e" providerId="LiveId" clId="{E0E3AB2E-8DEA-46F2-A8DC-1D3825C2FB42}" dt="2026-06-02T13:15:21.089" v="1103" actId="20577"/>
          <ac:spMkLst>
            <pc:docMk/>
            <pc:sldMk cId="582552203" sldId="304"/>
            <ac:spMk id="2" creationId="{F015DF1B-B848-70F9-E465-1DD9A87E6577}"/>
          </ac:spMkLst>
        </pc:spChg>
        <pc:spChg chg="del">
          <ac:chgData name="Zied Belhocine" userId="200cc0e2b299676e" providerId="LiveId" clId="{E0E3AB2E-8DEA-46F2-A8DC-1D3825C2FB42}" dt="2026-06-02T13:15:15.057" v="1088" actId="478"/>
          <ac:spMkLst>
            <pc:docMk/>
            <pc:sldMk cId="582552203" sldId="304"/>
            <ac:spMk id="12" creationId="{7069DAE5-8542-8644-190A-B85705B4B264}"/>
          </ac:spMkLst>
        </pc:spChg>
        <pc:spChg chg="del">
          <ac:chgData name="Zied Belhocine" userId="200cc0e2b299676e" providerId="LiveId" clId="{E0E3AB2E-8DEA-46F2-A8DC-1D3825C2FB42}" dt="2026-06-02T13:15:12.199" v="1087" actId="478"/>
          <ac:spMkLst>
            <pc:docMk/>
            <pc:sldMk cId="582552203" sldId="304"/>
            <ac:spMk id="13" creationId="{B6D291EE-EF17-F091-FA7B-4B292348BA20}"/>
          </ac:spMkLst>
        </pc:spChg>
        <pc:spChg chg="del">
          <ac:chgData name="Zied Belhocine" userId="200cc0e2b299676e" providerId="LiveId" clId="{E0E3AB2E-8DEA-46F2-A8DC-1D3825C2FB42}" dt="2026-06-02T13:15:05.419" v="1081" actId="478"/>
          <ac:spMkLst>
            <pc:docMk/>
            <pc:sldMk cId="582552203" sldId="304"/>
            <ac:spMk id="17" creationId="{9FCDD34F-E0E3-AF41-AEA4-86B72FDF1897}"/>
          </ac:spMkLst>
        </pc:spChg>
        <pc:spChg chg="del">
          <ac:chgData name="Zied Belhocine" userId="200cc0e2b299676e" providerId="LiveId" clId="{E0E3AB2E-8DEA-46F2-A8DC-1D3825C2FB42}" dt="2026-06-02T13:15:08.090" v="1082" actId="478"/>
          <ac:spMkLst>
            <pc:docMk/>
            <pc:sldMk cId="582552203" sldId="304"/>
            <ac:spMk id="20" creationId="{49F2D556-F3A8-A3EF-2292-F996259C56DD}"/>
          </ac:spMkLst>
        </pc:spChg>
        <pc:spChg chg="del">
          <ac:chgData name="Zied Belhocine" userId="200cc0e2b299676e" providerId="LiveId" clId="{E0E3AB2E-8DEA-46F2-A8DC-1D3825C2FB42}" dt="2026-06-02T13:15:10.016" v="1084" actId="478"/>
          <ac:spMkLst>
            <pc:docMk/>
            <pc:sldMk cId="582552203" sldId="304"/>
            <ac:spMk id="23" creationId="{7BD1ACA8-0BB7-2B3E-D548-A17BA0C13E9F}"/>
          </ac:spMkLst>
        </pc:spChg>
        <pc:picChg chg="add mod">
          <ac:chgData name="Zied Belhocine" userId="200cc0e2b299676e" providerId="LiveId" clId="{E0E3AB2E-8DEA-46F2-A8DC-1D3825C2FB42}" dt="2026-06-05T06:24:54.266" v="1842"/>
          <ac:picMkLst>
            <pc:docMk/>
            <pc:sldMk cId="582552203" sldId="304"/>
            <ac:picMk id="3" creationId="{0FC46956-3209-F89A-B43F-369BFFEB9637}"/>
          </ac:picMkLst>
        </pc:picChg>
        <pc:picChg chg="del">
          <ac:chgData name="Zied Belhocine" userId="200cc0e2b299676e" providerId="LiveId" clId="{E0E3AB2E-8DEA-46F2-A8DC-1D3825C2FB42}" dt="2026-06-02T13:15:03.229" v="1079" actId="478"/>
          <ac:picMkLst>
            <pc:docMk/>
            <pc:sldMk cId="582552203" sldId="304"/>
            <ac:picMk id="3" creationId="{2F5A7C3D-7E67-AB95-5671-ABC2B8107310}"/>
          </ac:picMkLst>
        </pc:picChg>
        <pc:picChg chg="add mod">
          <ac:chgData name="Zied Belhocine" userId="200cc0e2b299676e" providerId="LiveId" clId="{E0E3AB2E-8DEA-46F2-A8DC-1D3825C2FB42}" dt="2026-06-02T13:15:45.662" v="1116" actId="1076"/>
          <ac:picMkLst>
            <pc:docMk/>
            <pc:sldMk cId="582552203" sldId="304"/>
            <ac:picMk id="5" creationId="{48DF1D0C-6BE1-4938-5F27-3F17F9A125CD}"/>
          </ac:picMkLst>
        </pc:picChg>
        <pc:picChg chg="add mod">
          <ac:chgData name="Zied Belhocine" userId="200cc0e2b299676e" providerId="LiveId" clId="{E0E3AB2E-8DEA-46F2-A8DC-1D3825C2FB42}" dt="2026-06-02T13:16:02.135" v="1119" actId="1076"/>
          <ac:picMkLst>
            <pc:docMk/>
            <pc:sldMk cId="582552203" sldId="304"/>
            <ac:picMk id="7" creationId="{0E6B4882-6989-ED1D-E2FA-AACBADBE0F43}"/>
          </ac:picMkLst>
        </pc:picChg>
        <pc:picChg chg="del">
          <ac:chgData name="Zied Belhocine" userId="200cc0e2b299676e" providerId="LiveId" clId="{E0E3AB2E-8DEA-46F2-A8DC-1D3825C2FB42}" dt="2026-06-02T13:15:10.999" v="1086" actId="478"/>
          <ac:picMkLst>
            <pc:docMk/>
            <pc:sldMk cId="582552203" sldId="304"/>
            <ac:picMk id="14" creationId="{01BFF5D6-4F94-C748-AC42-323ABA127286}"/>
          </ac:picMkLst>
        </pc:picChg>
        <pc:picChg chg="del">
          <ac:chgData name="Zied Belhocine" userId="200cc0e2b299676e" providerId="LiveId" clId="{E0E3AB2E-8DEA-46F2-A8DC-1D3825C2FB42}" dt="2026-06-02T13:15:03.709" v="1080" actId="478"/>
          <ac:picMkLst>
            <pc:docMk/>
            <pc:sldMk cId="582552203" sldId="304"/>
            <ac:picMk id="16" creationId="{A676C0CD-E5D4-47CD-132F-2921512062E2}"/>
          </ac:picMkLst>
        </pc:picChg>
        <pc:picChg chg="del">
          <ac:chgData name="Zied Belhocine" userId="200cc0e2b299676e" providerId="LiveId" clId="{E0E3AB2E-8DEA-46F2-A8DC-1D3825C2FB42}" dt="2026-06-02T13:15:09.004" v="1083" actId="478"/>
          <ac:picMkLst>
            <pc:docMk/>
            <pc:sldMk cId="582552203" sldId="304"/>
            <ac:picMk id="19" creationId="{D274BDA2-8887-7828-584C-9E46F70C5190}"/>
          </ac:picMkLst>
        </pc:picChg>
        <pc:picChg chg="del">
          <ac:chgData name="Zied Belhocine" userId="200cc0e2b299676e" providerId="LiveId" clId="{E0E3AB2E-8DEA-46F2-A8DC-1D3825C2FB42}" dt="2026-06-02T13:15:10.579" v="1085" actId="478"/>
          <ac:picMkLst>
            <pc:docMk/>
            <pc:sldMk cId="582552203" sldId="304"/>
            <ac:picMk id="22" creationId="{9A539AE9-B110-95B7-F9BC-8909BDFC9732}"/>
          </ac:picMkLst>
        </pc:picChg>
      </pc:sldChg>
      <pc:sldChg chg="add del">
        <pc:chgData name="Zied Belhocine" userId="200cc0e2b299676e" providerId="LiveId" clId="{E0E3AB2E-8DEA-46F2-A8DC-1D3825C2FB42}" dt="2026-06-02T12:54:35.785" v="819" actId="47"/>
        <pc:sldMkLst>
          <pc:docMk/>
          <pc:sldMk cId="3185807770" sldId="304"/>
        </pc:sldMkLst>
      </pc:sldChg>
      <pc:sldChg chg="addSp modSp new mod">
        <pc:chgData name="Zied Belhocine" userId="200cc0e2b299676e" providerId="LiveId" clId="{E0E3AB2E-8DEA-46F2-A8DC-1D3825C2FB42}" dt="2026-06-05T06:24:57.086" v="1845"/>
        <pc:sldMkLst>
          <pc:docMk/>
          <pc:sldMk cId="1989774321" sldId="305"/>
        </pc:sldMkLst>
        <pc:spChg chg="mod">
          <ac:chgData name="Zied Belhocine" userId="200cc0e2b299676e" providerId="LiveId" clId="{E0E3AB2E-8DEA-46F2-A8DC-1D3825C2FB42}" dt="2026-06-02T13:35:03.045" v="1266" actId="20577"/>
          <ac:spMkLst>
            <pc:docMk/>
            <pc:sldMk cId="1989774321" sldId="305"/>
            <ac:spMk id="2" creationId="{36ACBAD5-ED2B-5F47-FD51-34C2081D653E}"/>
          </ac:spMkLst>
        </pc:spChg>
        <pc:picChg chg="add mod">
          <ac:chgData name="Zied Belhocine" userId="200cc0e2b299676e" providerId="LiveId" clId="{E0E3AB2E-8DEA-46F2-A8DC-1D3825C2FB42}" dt="2026-06-05T06:24:57.086" v="1845"/>
          <ac:picMkLst>
            <pc:docMk/>
            <pc:sldMk cId="1989774321" sldId="305"/>
            <ac:picMk id="3" creationId="{81C08483-DF31-DEDC-137C-81A55FE01089}"/>
          </ac:picMkLst>
        </pc:picChg>
        <pc:picChg chg="add mod">
          <ac:chgData name="Zied Belhocine" userId="200cc0e2b299676e" providerId="LiveId" clId="{E0E3AB2E-8DEA-46F2-A8DC-1D3825C2FB42}" dt="2026-06-02T13:47:34.726" v="1331" actId="14100"/>
          <ac:picMkLst>
            <pc:docMk/>
            <pc:sldMk cId="1989774321" sldId="305"/>
            <ac:picMk id="4" creationId="{5C49EF42-D6AE-60CA-4553-516CAF8F1BA2}"/>
          </ac:picMkLst>
        </pc:picChg>
      </pc:sldChg>
      <pc:sldChg chg="addSp delSp modSp new mod">
        <pc:chgData name="Zied Belhocine" userId="200cc0e2b299676e" providerId="LiveId" clId="{E0E3AB2E-8DEA-46F2-A8DC-1D3825C2FB42}" dt="2026-06-05T06:24:58.050" v="1846"/>
        <pc:sldMkLst>
          <pc:docMk/>
          <pc:sldMk cId="1461249690" sldId="306"/>
        </pc:sldMkLst>
        <pc:spChg chg="mod">
          <ac:chgData name="Zied Belhocine" userId="200cc0e2b299676e" providerId="LiveId" clId="{E0E3AB2E-8DEA-46F2-A8DC-1D3825C2FB42}" dt="2026-06-02T13:42:44.157" v="1303" actId="20577"/>
          <ac:spMkLst>
            <pc:docMk/>
            <pc:sldMk cId="1461249690" sldId="306"/>
            <ac:spMk id="2" creationId="{E726205E-1C22-131D-DE9A-A232D611FB57}"/>
          </ac:spMkLst>
        </pc:spChg>
        <pc:picChg chg="add mod">
          <ac:chgData name="Zied Belhocine" userId="200cc0e2b299676e" providerId="LiveId" clId="{E0E3AB2E-8DEA-46F2-A8DC-1D3825C2FB42}" dt="2026-06-05T06:24:58.050" v="1846"/>
          <ac:picMkLst>
            <pc:docMk/>
            <pc:sldMk cId="1461249690" sldId="306"/>
            <ac:picMk id="3" creationId="{7493221E-ABDE-6AE9-F8E6-04E329E7DBCE}"/>
          </ac:picMkLst>
        </pc:picChg>
        <pc:picChg chg="add del mod">
          <ac:chgData name="Zied Belhocine" userId="200cc0e2b299676e" providerId="LiveId" clId="{E0E3AB2E-8DEA-46F2-A8DC-1D3825C2FB42}" dt="2026-06-02T13:42:20.400" v="1274" actId="478"/>
          <ac:picMkLst>
            <pc:docMk/>
            <pc:sldMk cId="1461249690" sldId="306"/>
            <ac:picMk id="4" creationId="{B8ABBC6A-3541-801E-624C-B8483DAE5F31}"/>
          </ac:picMkLst>
        </pc:picChg>
        <pc:picChg chg="add mod">
          <ac:chgData name="Zied Belhocine" userId="200cc0e2b299676e" providerId="LiveId" clId="{E0E3AB2E-8DEA-46F2-A8DC-1D3825C2FB42}" dt="2026-06-02T13:42:34.310" v="1278" actId="1076"/>
          <ac:picMkLst>
            <pc:docMk/>
            <pc:sldMk cId="1461249690" sldId="306"/>
            <ac:picMk id="6" creationId="{6C484BD8-A00A-E427-3FF6-939FE225E507}"/>
          </ac:picMkLst>
        </pc:picChg>
        <pc:picChg chg="add mod">
          <ac:chgData name="Zied Belhocine" userId="200cc0e2b299676e" providerId="LiveId" clId="{E0E3AB2E-8DEA-46F2-A8DC-1D3825C2FB42}" dt="2026-06-02T13:47:26.469" v="1329" actId="1076"/>
          <ac:picMkLst>
            <pc:docMk/>
            <pc:sldMk cId="1461249690" sldId="306"/>
            <ac:picMk id="8" creationId="{51A6622D-2475-75A9-FBA0-D4E9D9F7460C}"/>
          </ac:picMkLst>
        </pc:picChg>
      </pc:sldChg>
      <pc:sldChg chg="addSp modSp new mod">
        <pc:chgData name="Zied Belhocine" userId="200cc0e2b299676e" providerId="LiveId" clId="{E0E3AB2E-8DEA-46F2-A8DC-1D3825C2FB42}" dt="2026-06-05T06:24:59.704" v="1847"/>
        <pc:sldMkLst>
          <pc:docMk/>
          <pc:sldMk cId="1040576627" sldId="307"/>
        </pc:sldMkLst>
        <pc:spChg chg="mod">
          <ac:chgData name="Zied Belhocine" userId="200cc0e2b299676e" providerId="LiveId" clId="{E0E3AB2E-8DEA-46F2-A8DC-1D3825C2FB42}" dt="2026-06-02T13:46:52.221" v="1324" actId="20577"/>
          <ac:spMkLst>
            <pc:docMk/>
            <pc:sldMk cId="1040576627" sldId="307"/>
            <ac:spMk id="2" creationId="{AECA0A7F-2AE2-1F6B-7A6B-320A4FBF6BA5}"/>
          </ac:spMkLst>
        </pc:spChg>
        <pc:picChg chg="add mod">
          <ac:chgData name="Zied Belhocine" userId="200cc0e2b299676e" providerId="LiveId" clId="{E0E3AB2E-8DEA-46F2-A8DC-1D3825C2FB42}" dt="2026-06-05T06:24:59.704" v="1847"/>
          <ac:picMkLst>
            <pc:docMk/>
            <pc:sldMk cId="1040576627" sldId="307"/>
            <ac:picMk id="3" creationId="{81E0A428-CA2D-1016-4049-9A27B8A0D089}"/>
          </ac:picMkLst>
        </pc:picChg>
        <pc:picChg chg="add mod">
          <ac:chgData name="Zied Belhocine" userId="200cc0e2b299676e" providerId="LiveId" clId="{E0E3AB2E-8DEA-46F2-A8DC-1D3825C2FB42}" dt="2026-06-02T13:46:44.880" v="1307" actId="1076"/>
          <ac:picMkLst>
            <pc:docMk/>
            <pc:sldMk cId="1040576627" sldId="307"/>
            <ac:picMk id="4" creationId="{408FE4B8-B06F-5D3C-198F-4157B52C185B}"/>
          </ac:picMkLst>
        </pc:picChg>
      </pc:sldChg>
      <pc:sldChg chg="addSp delSp modSp new mod">
        <pc:chgData name="Zied Belhocine" userId="200cc0e2b299676e" providerId="LiveId" clId="{E0E3AB2E-8DEA-46F2-A8DC-1D3825C2FB42}" dt="2026-06-05T06:25:00.959" v="1848"/>
        <pc:sldMkLst>
          <pc:docMk/>
          <pc:sldMk cId="2188288072" sldId="308"/>
        </pc:sldMkLst>
        <pc:spChg chg="mod">
          <ac:chgData name="Zied Belhocine" userId="200cc0e2b299676e" providerId="LiveId" clId="{E0E3AB2E-8DEA-46F2-A8DC-1D3825C2FB42}" dt="2026-06-02T13:54:30.697" v="1437" actId="20577"/>
          <ac:spMkLst>
            <pc:docMk/>
            <pc:sldMk cId="2188288072" sldId="308"/>
            <ac:spMk id="2" creationId="{EE7B5CAA-B949-3402-77B4-4F0CECBAF838}"/>
          </ac:spMkLst>
        </pc:spChg>
        <pc:spChg chg="del">
          <ac:chgData name="Zied Belhocine" userId="200cc0e2b299676e" providerId="LiveId" clId="{E0E3AB2E-8DEA-46F2-A8DC-1D3825C2FB42}" dt="2026-06-02T13:54:59.565" v="1443" actId="478"/>
          <ac:spMkLst>
            <pc:docMk/>
            <pc:sldMk cId="2188288072" sldId="308"/>
            <ac:spMk id="3" creationId="{73B81D0E-7933-CEAE-7CB1-DC5238FD9D6C}"/>
          </ac:spMkLst>
        </pc:spChg>
        <pc:spChg chg="del">
          <ac:chgData name="Zied Belhocine" userId="200cc0e2b299676e" providerId="LiveId" clId="{E0E3AB2E-8DEA-46F2-A8DC-1D3825C2FB42}" dt="2026-06-02T13:55:08.895" v="1448" actId="478"/>
          <ac:spMkLst>
            <pc:docMk/>
            <pc:sldMk cId="2188288072" sldId="308"/>
            <ac:spMk id="4" creationId="{C86C2F42-B2E3-F566-0A6D-F24C8739166F}"/>
          </ac:spMkLst>
        </pc:spChg>
        <pc:spChg chg="del">
          <ac:chgData name="Zied Belhocine" userId="200cc0e2b299676e" providerId="LiveId" clId="{E0E3AB2E-8DEA-46F2-A8DC-1D3825C2FB42}" dt="2026-06-02T13:55:08.895" v="1448" actId="478"/>
          <ac:spMkLst>
            <pc:docMk/>
            <pc:sldMk cId="2188288072" sldId="308"/>
            <ac:spMk id="5" creationId="{378494DD-37D3-8F07-1EBC-EB4A29B8ECAE}"/>
          </ac:spMkLst>
        </pc:spChg>
        <pc:spChg chg="del">
          <ac:chgData name="Zied Belhocine" userId="200cc0e2b299676e" providerId="LiveId" clId="{E0E3AB2E-8DEA-46F2-A8DC-1D3825C2FB42}" dt="2026-06-02T13:55:00.713" v="1444" actId="478"/>
          <ac:spMkLst>
            <pc:docMk/>
            <pc:sldMk cId="2188288072" sldId="308"/>
            <ac:spMk id="6" creationId="{E0AC1ACE-47E9-E3FE-3DB4-D53724AC55A2}"/>
          </ac:spMkLst>
        </pc:spChg>
        <pc:spChg chg="del">
          <ac:chgData name="Zied Belhocine" userId="200cc0e2b299676e" providerId="LiveId" clId="{E0E3AB2E-8DEA-46F2-A8DC-1D3825C2FB42}" dt="2026-06-02T13:55:03.713" v="1446" actId="478"/>
          <ac:spMkLst>
            <pc:docMk/>
            <pc:sldMk cId="2188288072" sldId="308"/>
            <ac:spMk id="7" creationId="{B006EAEA-2612-EFEA-6CF1-677AE673CB1B}"/>
          </ac:spMkLst>
        </pc:spChg>
        <pc:spChg chg="del">
          <ac:chgData name="Zied Belhocine" userId="200cc0e2b299676e" providerId="LiveId" clId="{E0E3AB2E-8DEA-46F2-A8DC-1D3825C2FB42}" dt="2026-06-02T13:55:04.918" v="1447" actId="478"/>
          <ac:spMkLst>
            <pc:docMk/>
            <pc:sldMk cId="2188288072" sldId="308"/>
            <ac:spMk id="8" creationId="{63A625B6-3A5E-4B6C-C0FD-EBFB302D97CD}"/>
          </ac:spMkLst>
        </pc:spChg>
        <pc:picChg chg="add mod">
          <ac:chgData name="Zied Belhocine" userId="200cc0e2b299676e" providerId="LiveId" clId="{E0E3AB2E-8DEA-46F2-A8DC-1D3825C2FB42}" dt="2026-06-05T06:25:00.959" v="1848"/>
          <ac:picMkLst>
            <pc:docMk/>
            <pc:sldMk cId="2188288072" sldId="308"/>
            <ac:picMk id="3" creationId="{882D0167-2A9D-F50D-6E62-0949CF83129F}"/>
          </ac:picMkLst>
        </pc:picChg>
        <pc:picChg chg="add mod">
          <ac:chgData name="Zied Belhocine" userId="200cc0e2b299676e" providerId="LiveId" clId="{E0E3AB2E-8DEA-46F2-A8DC-1D3825C2FB42}" dt="2026-06-02T13:55:11.666" v="1449" actId="1076"/>
          <ac:picMkLst>
            <pc:docMk/>
            <pc:sldMk cId="2188288072" sldId="308"/>
            <ac:picMk id="10" creationId="{CAE96F42-9EEF-40AB-5107-791FEBE7683F}"/>
          </ac:picMkLst>
        </pc:picChg>
      </pc:sldChg>
      <pc:sldChg chg="new del">
        <pc:chgData name="Zied Belhocine" userId="200cc0e2b299676e" providerId="LiveId" clId="{E0E3AB2E-8DEA-46F2-A8DC-1D3825C2FB42}" dt="2026-06-02T13:55:15.776" v="1452" actId="47"/>
        <pc:sldMkLst>
          <pc:docMk/>
          <pc:sldMk cId="2753855614" sldId="309"/>
        </pc:sldMkLst>
      </pc:sldChg>
      <pc:sldChg chg="new del">
        <pc:chgData name="Zied Belhocine" userId="200cc0e2b299676e" providerId="LiveId" clId="{E0E3AB2E-8DEA-46F2-A8DC-1D3825C2FB42}" dt="2026-06-02T13:55:16.778" v="1453" actId="47"/>
        <pc:sldMkLst>
          <pc:docMk/>
          <pc:sldMk cId="270847228" sldId="310"/>
        </pc:sldMkLst>
      </pc:sldChg>
      <pc:sldChg chg="addSp modSp add mod">
        <pc:chgData name="Zied Belhocine" userId="200cc0e2b299676e" providerId="LiveId" clId="{E0E3AB2E-8DEA-46F2-A8DC-1D3825C2FB42}" dt="2026-06-05T06:25:01.970" v="1849"/>
        <pc:sldMkLst>
          <pc:docMk/>
          <pc:sldMk cId="3113596754" sldId="311"/>
        </pc:sldMkLst>
        <pc:picChg chg="add mod">
          <ac:chgData name="Zied Belhocine" userId="200cc0e2b299676e" providerId="LiveId" clId="{E0E3AB2E-8DEA-46F2-A8DC-1D3825C2FB42}" dt="2026-06-05T06:25:01.970" v="1849"/>
          <ac:picMkLst>
            <pc:docMk/>
            <pc:sldMk cId="3113596754" sldId="311"/>
            <ac:picMk id="3" creationId="{F6859B3B-9B59-B179-5D63-37C8FB57EE11}"/>
          </ac:picMkLst>
        </pc:picChg>
        <pc:picChg chg="mod">
          <ac:chgData name="Zied Belhocine" userId="200cc0e2b299676e" providerId="LiveId" clId="{E0E3AB2E-8DEA-46F2-A8DC-1D3825C2FB42}" dt="2026-06-02T13:55:30.143" v="1454" actId="14826"/>
          <ac:picMkLst>
            <pc:docMk/>
            <pc:sldMk cId="3113596754" sldId="311"/>
            <ac:picMk id="10" creationId="{CAE96F42-9EEF-40AB-5107-791FEBE7683F}"/>
          </ac:picMkLst>
        </pc:picChg>
      </pc:sldChg>
      <pc:sldChg chg="addSp modSp add mod">
        <pc:chgData name="Zied Belhocine" userId="200cc0e2b299676e" providerId="LiveId" clId="{E0E3AB2E-8DEA-46F2-A8DC-1D3825C2FB42}" dt="2026-06-05T06:25:03.035" v="1850"/>
        <pc:sldMkLst>
          <pc:docMk/>
          <pc:sldMk cId="3803326092" sldId="312"/>
        </pc:sldMkLst>
        <pc:picChg chg="add mod">
          <ac:chgData name="Zied Belhocine" userId="200cc0e2b299676e" providerId="LiveId" clId="{E0E3AB2E-8DEA-46F2-A8DC-1D3825C2FB42}" dt="2026-06-05T06:25:03.035" v="1850"/>
          <ac:picMkLst>
            <pc:docMk/>
            <pc:sldMk cId="3803326092" sldId="312"/>
            <ac:picMk id="3" creationId="{65706920-ABF4-ECEC-2D4F-69E85253E553}"/>
          </ac:picMkLst>
        </pc:picChg>
        <pc:picChg chg="mod">
          <ac:chgData name="Zied Belhocine" userId="200cc0e2b299676e" providerId="LiveId" clId="{E0E3AB2E-8DEA-46F2-A8DC-1D3825C2FB42}" dt="2026-06-02T13:55:51.360" v="1456" actId="14826"/>
          <ac:picMkLst>
            <pc:docMk/>
            <pc:sldMk cId="3803326092" sldId="312"/>
            <ac:picMk id="10" creationId="{CAE96F42-9EEF-40AB-5107-791FEBE7683F}"/>
          </ac:picMkLst>
        </pc:picChg>
      </pc:sldChg>
      <pc:sldChg chg="addSp delSp modSp new mod">
        <pc:chgData name="Zied Belhocine" userId="200cc0e2b299676e" providerId="LiveId" clId="{E0E3AB2E-8DEA-46F2-A8DC-1D3825C2FB42}" dt="2026-06-05T06:25:05.167" v="1852"/>
        <pc:sldMkLst>
          <pc:docMk/>
          <pc:sldMk cId="1783761756" sldId="313"/>
        </pc:sldMkLst>
        <pc:spChg chg="mod">
          <ac:chgData name="Zied Belhocine" userId="200cc0e2b299676e" providerId="LiveId" clId="{E0E3AB2E-8DEA-46F2-A8DC-1D3825C2FB42}" dt="2026-06-02T13:57:07.036" v="1491" actId="20577"/>
          <ac:spMkLst>
            <pc:docMk/>
            <pc:sldMk cId="1783761756" sldId="313"/>
            <ac:spMk id="2" creationId="{1FBA84CE-141D-D834-1F21-17F8AB5ADE02}"/>
          </ac:spMkLst>
        </pc:spChg>
        <pc:spChg chg="del">
          <ac:chgData name="Zied Belhocine" userId="200cc0e2b299676e" providerId="LiveId" clId="{E0E3AB2E-8DEA-46F2-A8DC-1D3825C2FB42}" dt="2026-06-02T13:56:45.279" v="1463" actId="478"/>
          <ac:spMkLst>
            <pc:docMk/>
            <pc:sldMk cId="1783761756" sldId="313"/>
            <ac:spMk id="3" creationId="{5299D58A-9507-F24D-F2E1-5F2F2F088573}"/>
          </ac:spMkLst>
        </pc:spChg>
        <pc:spChg chg="del">
          <ac:chgData name="Zied Belhocine" userId="200cc0e2b299676e" providerId="LiveId" clId="{E0E3AB2E-8DEA-46F2-A8DC-1D3825C2FB42}" dt="2026-06-02T13:56:45.279" v="1463" actId="478"/>
          <ac:spMkLst>
            <pc:docMk/>
            <pc:sldMk cId="1783761756" sldId="313"/>
            <ac:spMk id="4" creationId="{3F8E049D-03FA-EE1E-EAD5-29A3E6FBA9E0}"/>
          </ac:spMkLst>
        </pc:spChg>
        <pc:spChg chg="del">
          <ac:chgData name="Zied Belhocine" userId="200cc0e2b299676e" providerId="LiveId" clId="{E0E3AB2E-8DEA-46F2-A8DC-1D3825C2FB42}" dt="2026-06-02T13:56:41.176" v="1462" actId="478"/>
          <ac:spMkLst>
            <pc:docMk/>
            <pc:sldMk cId="1783761756" sldId="313"/>
            <ac:spMk id="5" creationId="{AB13337B-6170-C6AB-5B91-E53A0E1E46F0}"/>
          </ac:spMkLst>
        </pc:spChg>
        <pc:spChg chg="del">
          <ac:chgData name="Zied Belhocine" userId="200cc0e2b299676e" providerId="LiveId" clId="{E0E3AB2E-8DEA-46F2-A8DC-1D3825C2FB42}" dt="2026-06-02T13:56:45.279" v="1463" actId="478"/>
          <ac:spMkLst>
            <pc:docMk/>
            <pc:sldMk cId="1783761756" sldId="313"/>
            <ac:spMk id="6" creationId="{5D7B8040-BDB2-2E39-9A9B-EBBDE557D953}"/>
          </ac:spMkLst>
        </pc:spChg>
        <pc:spChg chg="del">
          <ac:chgData name="Zied Belhocine" userId="200cc0e2b299676e" providerId="LiveId" clId="{E0E3AB2E-8DEA-46F2-A8DC-1D3825C2FB42}" dt="2026-06-02T13:56:41.176" v="1462" actId="478"/>
          <ac:spMkLst>
            <pc:docMk/>
            <pc:sldMk cId="1783761756" sldId="313"/>
            <ac:spMk id="7" creationId="{6E265092-03C2-F92F-C44C-2392CBFB749A}"/>
          </ac:spMkLst>
        </pc:spChg>
        <pc:spChg chg="del">
          <ac:chgData name="Zied Belhocine" userId="200cc0e2b299676e" providerId="LiveId" clId="{E0E3AB2E-8DEA-46F2-A8DC-1D3825C2FB42}" dt="2026-06-02T13:56:41.176" v="1462" actId="478"/>
          <ac:spMkLst>
            <pc:docMk/>
            <pc:sldMk cId="1783761756" sldId="313"/>
            <ac:spMk id="8" creationId="{D6AED948-4442-C411-28AC-41CF96F5D06D}"/>
          </ac:spMkLst>
        </pc:spChg>
        <pc:spChg chg="add del mod">
          <ac:chgData name="Zied Belhocine" userId="200cc0e2b299676e" providerId="LiveId" clId="{E0E3AB2E-8DEA-46F2-A8DC-1D3825C2FB42}" dt="2026-06-02T13:56:41.176" v="1462" actId="478"/>
          <ac:spMkLst>
            <pc:docMk/>
            <pc:sldMk cId="1783761756" sldId="313"/>
            <ac:spMk id="9" creationId="{A36BBD9A-4FBE-1775-9810-4387367EFA4B}"/>
          </ac:spMkLst>
        </pc:spChg>
        <pc:spChg chg="add del mod">
          <ac:chgData name="Zied Belhocine" userId="200cc0e2b299676e" providerId="LiveId" clId="{E0E3AB2E-8DEA-46F2-A8DC-1D3825C2FB42}" dt="2026-06-02T13:56:41.176" v="1462" actId="478"/>
          <ac:spMkLst>
            <pc:docMk/>
            <pc:sldMk cId="1783761756" sldId="313"/>
            <ac:spMk id="10" creationId="{4EDD1FAC-7D8A-4161-4FD2-5A219C7F12CC}"/>
          </ac:spMkLst>
        </pc:spChg>
        <pc:spChg chg="add del mod">
          <ac:chgData name="Zied Belhocine" userId="200cc0e2b299676e" providerId="LiveId" clId="{E0E3AB2E-8DEA-46F2-A8DC-1D3825C2FB42}" dt="2026-06-02T13:56:41.176" v="1462" actId="478"/>
          <ac:spMkLst>
            <pc:docMk/>
            <pc:sldMk cId="1783761756" sldId="313"/>
            <ac:spMk id="11" creationId="{964ACBBE-0E55-547A-04DD-1E7BBE8B169A}"/>
          </ac:spMkLst>
        </pc:spChg>
        <pc:picChg chg="add mod">
          <ac:chgData name="Zied Belhocine" userId="200cc0e2b299676e" providerId="LiveId" clId="{E0E3AB2E-8DEA-46F2-A8DC-1D3825C2FB42}" dt="2026-06-05T06:25:05.167" v="1852"/>
          <ac:picMkLst>
            <pc:docMk/>
            <pc:sldMk cId="1783761756" sldId="313"/>
            <ac:picMk id="3" creationId="{C8EB6D83-0ACF-608D-9D72-FA4022D7F2B2}"/>
          </ac:picMkLst>
        </pc:picChg>
        <pc:picChg chg="add mod">
          <ac:chgData name="Zied Belhocine" userId="200cc0e2b299676e" providerId="LiveId" clId="{E0E3AB2E-8DEA-46F2-A8DC-1D3825C2FB42}" dt="2026-06-02T14:00:46.618" v="1510" actId="1076"/>
          <ac:picMkLst>
            <pc:docMk/>
            <pc:sldMk cId="1783761756" sldId="313"/>
            <ac:picMk id="13" creationId="{27C63378-82CE-08C5-8BDA-2A48BCB18E5B}"/>
          </ac:picMkLst>
        </pc:picChg>
        <pc:picChg chg="add mod">
          <ac:chgData name="Zied Belhocine" userId="200cc0e2b299676e" providerId="LiveId" clId="{E0E3AB2E-8DEA-46F2-A8DC-1D3825C2FB42}" dt="2026-06-02T14:00:47.405" v="1511" actId="1076"/>
          <ac:picMkLst>
            <pc:docMk/>
            <pc:sldMk cId="1783761756" sldId="313"/>
            <ac:picMk id="15" creationId="{C57B3C38-D4F8-A028-1C61-0386575F4484}"/>
          </ac:picMkLst>
        </pc:picChg>
      </pc:sldChg>
      <pc:sldChg chg="addSp delSp modSp new mod">
        <pc:chgData name="Zied Belhocine" userId="200cc0e2b299676e" providerId="LiveId" clId="{E0E3AB2E-8DEA-46F2-A8DC-1D3825C2FB42}" dt="2026-06-05T06:25:07.875" v="1855" actId="1036"/>
        <pc:sldMkLst>
          <pc:docMk/>
          <pc:sldMk cId="1839757686" sldId="314"/>
        </pc:sldMkLst>
        <pc:spChg chg="mod">
          <ac:chgData name="Zied Belhocine" userId="200cc0e2b299676e" providerId="LiveId" clId="{E0E3AB2E-8DEA-46F2-A8DC-1D3825C2FB42}" dt="2026-06-02T13:57:09.339" v="1492"/>
          <ac:spMkLst>
            <pc:docMk/>
            <pc:sldMk cId="1839757686" sldId="314"/>
            <ac:spMk id="2" creationId="{1259DB97-1DF5-86C9-DCCC-87A8CB41627F}"/>
          </ac:spMkLst>
        </pc:spChg>
        <pc:spChg chg="del">
          <ac:chgData name="Zied Belhocine" userId="200cc0e2b299676e" providerId="LiveId" clId="{E0E3AB2E-8DEA-46F2-A8DC-1D3825C2FB42}" dt="2026-06-02T14:01:25.889" v="1514" actId="478"/>
          <ac:spMkLst>
            <pc:docMk/>
            <pc:sldMk cId="1839757686" sldId="314"/>
            <ac:spMk id="3" creationId="{A517E4CA-E38A-DC9E-2E65-A091DCE7F5C8}"/>
          </ac:spMkLst>
        </pc:spChg>
        <pc:spChg chg="del">
          <ac:chgData name="Zied Belhocine" userId="200cc0e2b299676e" providerId="LiveId" clId="{E0E3AB2E-8DEA-46F2-A8DC-1D3825C2FB42}" dt="2026-06-02T14:01:29.833" v="1515" actId="478"/>
          <ac:spMkLst>
            <pc:docMk/>
            <pc:sldMk cId="1839757686" sldId="314"/>
            <ac:spMk id="4" creationId="{945BA28E-ECD0-0650-517F-EEE6F4F600F5}"/>
          </ac:spMkLst>
        </pc:spChg>
        <pc:spChg chg="del">
          <ac:chgData name="Zied Belhocine" userId="200cc0e2b299676e" providerId="LiveId" clId="{E0E3AB2E-8DEA-46F2-A8DC-1D3825C2FB42}" dt="2026-06-02T14:01:34.528" v="1516" actId="478"/>
          <ac:spMkLst>
            <pc:docMk/>
            <pc:sldMk cId="1839757686" sldId="314"/>
            <ac:spMk id="5" creationId="{E4710935-3552-6017-665C-4AECB238A4C8}"/>
          </ac:spMkLst>
        </pc:spChg>
        <pc:spChg chg="del">
          <ac:chgData name="Zied Belhocine" userId="200cc0e2b299676e" providerId="LiveId" clId="{E0E3AB2E-8DEA-46F2-A8DC-1D3825C2FB42}" dt="2026-06-02T14:01:34.528" v="1516" actId="478"/>
          <ac:spMkLst>
            <pc:docMk/>
            <pc:sldMk cId="1839757686" sldId="314"/>
            <ac:spMk id="6" creationId="{0E447D73-3B2B-7E24-4C01-BCFAC3F794B2}"/>
          </ac:spMkLst>
        </pc:spChg>
        <pc:spChg chg="del">
          <ac:chgData name="Zied Belhocine" userId="200cc0e2b299676e" providerId="LiveId" clId="{E0E3AB2E-8DEA-46F2-A8DC-1D3825C2FB42}" dt="2026-06-02T14:01:34.528" v="1516" actId="478"/>
          <ac:spMkLst>
            <pc:docMk/>
            <pc:sldMk cId="1839757686" sldId="314"/>
            <ac:spMk id="7" creationId="{C43D2194-0ADC-57C7-59E3-77E25F740995}"/>
          </ac:spMkLst>
        </pc:spChg>
        <pc:spChg chg="del">
          <ac:chgData name="Zied Belhocine" userId="200cc0e2b299676e" providerId="LiveId" clId="{E0E3AB2E-8DEA-46F2-A8DC-1D3825C2FB42}" dt="2026-06-02T14:01:34.528" v="1516" actId="478"/>
          <ac:spMkLst>
            <pc:docMk/>
            <pc:sldMk cId="1839757686" sldId="314"/>
            <ac:spMk id="8" creationId="{41A80AE1-02D6-3CBA-4F44-3502470E4FC6}"/>
          </ac:spMkLst>
        </pc:spChg>
        <pc:spChg chg="add del mod">
          <ac:chgData name="Zied Belhocine" userId="200cc0e2b299676e" providerId="LiveId" clId="{E0E3AB2E-8DEA-46F2-A8DC-1D3825C2FB42}" dt="2026-06-02T14:01:29.833" v="1515" actId="478"/>
          <ac:spMkLst>
            <pc:docMk/>
            <pc:sldMk cId="1839757686" sldId="314"/>
            <ac:spMk id="9" creationId="{E31F31A1-20F7-7702-DB59-2C17021CFAD5}"/>
          </ac:spMkLst>
        </pc:spChg>
        <pc:spChg chg="add del mod">
          <ac:chgData name="Zied Belhocine" userId="200cc0e2b299676e" providerId="LiveId" clId="{E0E3AB2E-8DEA-46F2-A8DC-1D3825C2FB42}" dt="2026-06-02T14:01:29.833" v="1515" actId="478"/>
          <ac:spMkLst>
            <pc:docMk/>
            <pc:sldMk cId="1839757686" sldId="314"/>
            <ac:spMk id="10" creationId="{26AD7BA3-737C-BB74-57A2-7D0F75835A04}"/>
          </ac:spMkLst>
        </pc:spChg>
        <pc:spChg chg="add del mod">
          <ac:chgData name="Zied Belhocine" userId="200cc0e2b299676e" providerId="LiveId" clId="{E0E3AB2E-8DEA-46F2-A8DC-1D3825C2FB42}" dt="2026-06-02T14:01:29.833" v="1515" actId="478"/>
          <ac:spMkLst>
            <pc:docMk/>
            <pc:sldMk cId="1839757686" sldId="314"/>
            <ac:spMk id="11" creationId="{893E6F08-336B-FA40-2240-B6AFF493E41F}"/>
          </ac:spMkLst>
        </pc:spChg>
        <pc:spChg chg="add del mod">
          <ac:chgData name="Zied Belhocine" userId="200cc0e2b299676e" providerId="LiveId" clId="{E0E3AB2E-8DEA-46F2-A8DC-1D3825C2FB42}" dt="2026-06-02T14:01:29.833" v="1515" actId="478"/>
          <ac:spMkLst>
            <pc:docMk/>
            <pc:sldMk cId="1839757686" sldId="314"/>
            <ac:spMk id="12" creationId="{FCF38455-3076-B5AD-0C35-88106D07A91D}"/>
          </ac:spMkLst>
        </pc:spChg>
        <pc:spChg chg="add del mod">
          <ac:chgData name="Zied Belhocine" userId="200cc0e2b299676e" providerId="LiveId" clId="{E0E3AB2E-8DEA-46F2-A8DC-1D3825C2FB42}" dt="2026-06-02T14:01:25.889" v="1514" actId="478"/>
          <ac:spMkLst>
            <pc:docMk/>
            <pc:sldMk cId="1839757686" sldId="314"/>
            <ac:spMk id="13" creationId="{FA66C57D-CAEC-197E-72D8-66B6A53A1864}"/>
          </ac:spMkLst>
        </pc:spChg>
        <pc:spChg chg="add del mod">
          <ac:chgData name="Zied Belhocine" userId="200cc0e2b299676e" providerId="LiveId" clId="{E0E3AB2E-8DEA-46F2-A8DC-1D3825C2FB42}" dt="2026-06-02T14:01:25.889" v="1514" actId="478"/>
          <ac:spMkLst>
            <pc:docMk/>
            <pc:sldMk cId="1839757686" sldId="314"/>
            <ac:spMk id="14" creationId="{F4B7D0B3-A765-952F-256E-200E05892D9A}"/>
          </ac:spMkLst>
        </pc:spChg>
        <pc:spChg chg="add del mod">
          <ac:chgData name="Zied Belhocine" userId="200cc0e2b299676e" providerId="LiveId" clId="{E0E3AB2E-8DEA-46F2-A8DC-1D3825C2FB42}" dt="2026-06-02T14:01:25.889" v="1514" actId="478"/>
          <ac:spMkLst>
            <pc:docMk/>
            <pc:sldMk cId="1839757686" sldId="314"/>
            <ac:spMk id="15" creationId="{8A9621AC-271F-8141-7D10-299736702694}"/>
          </ac:spMkLst>
        </pc:spChg>
        <pc:spChg chg="add del mod">
          <ac:chgData name="Zied Belhocine" userId="200cc0e2b299676e" providerId="LiveId" clId="{E0E3AB2E-8DEA-46F2-A8DC-1D3825C2FB42}" dt="2026-06-02T14:01:25.889" v="1514" actId="478"/>
          <ac:spMkLst>
            <pc:docMk/>
            <pc:sldMk cId="1839757686" sldId="314"/>
            <ac:spMk id="16" creationId="{994D6EC6-62F8-D7C7-C151-7F8747C77B76}"/>
          </ac:spMkLst>
        </pc:spChg>
        <pc:spChg chg="add del mod">
          <ac:chgData name="Zied Belhocine" userId="200cc0e2b299676e" providerId="LiveId" clId="{E0E3AB2E-8DEA-46F2-A8DC-1D3825C2FB42}" dt="2026-06-02T14:01:25.889" v="1514" actId="478"/>
          <ac:spMkLst>
            <pc:docMk/>
            <pc:sldMk cId="1839757686" sldId="314"/>
            <ac:spMk id="17" creationId="{A23D7EE5-EC9E-8F7D-2A40-E616CFC97EEE}"/>
          </ac:spMkLst>
        </pc:spChg>
        <pc:picChg chg="add mod">
          <ac:chgData name="Zied Belhocine" userId="200cc0e2b299676e" providerId="LiveId" clId="{E0E3AB2E-8DEA-46F2-A8DC-1D3825C2FB42}" dt="2026-06-05T06:25:07.875" v="1855" actId="1036"/>
          <ac:picMkLst>
            <pc:docMk/>
            <pc:sldMk cId="1839757686" sldId="314"/>
            <ac:picMk id="3" creationId="{60899C44-C253-F9AB-A7D3-2B9CDC7F769F}"/>
          </ac:picMkLst>
        </pc:picChg>
        <pc:picChg chg="add mod">
          <ac:chgData name="Zied Belhocine" userId="200cc0e2b299676e" providerId="LiveId" clId="{E0E3AB2E-8DEA-46F2-A8DC-1D3825C2FB42}" dt="2026-06-02T14:01:40.797" v="1521" actId="1076"/>
          <ac:picMkLst>
            <pc:docMk/>
            <pc:sldMk cId="1839757686" sldId="314"/>
            <ac:picMk id="19" creationId="{443027DD-2395-6980-638D-42E947287203}"/>
          </ac:picMkLst>
        </pc:picChg>
      </pc:sldChg>
      <pc:sldChg chg="modSp new del mod">
        <pc:chgData name="Zied Belhocine" userId="200cc0e2b299676e" providerId="LiveId" clId="{E0E3AB2E-8DEA-46F2-A8DC-1D3825C2FB42}" dt="2026-06-02T14:03:25.114" v="1569" actId="47"/>
        <pc:sldMkLst>
          <pc:docMk/>
          <pc:sldMk cId="488394899" sldId="315"/>
        </pc:sldMkLst>
        <pc:spChg chg="mod">
          <ac:chgData name="Zied Belhocine" userId="200cc0e2b299676e" providerId="LiveId" clId="{E0E3AB2E-8DEA-46F2-A8DC-1D3825C2FB42}" dt="2026-06-02T13:57:12.957" v="1502" actId="20577"/>
          <ac:spMkLst>
            <pc:docMk/>
            <pc:sldMk cId="488394899" sldId="315"/>
            <ac:spMk id="2" creationId="{41E64664-590F-5E7F-9867-24F2AD7C7F24}"/>
          </ac:spMkLst>
        </pc:spChg>
      </pc:sldChg>
      <pc:sldChg chg="addSp delSp modSp add mod">
        <pc:chgData name="Zied Belhocine" userId="200cc0e2b299676e" providerId="LiveId" clId="{E0E3AB2E-8DEA-46F2-A8DC-1D3825C2FB42}" dt="2026-06-05T06:25:09.635" v="1856"/>
        <pc:sldMkLst>
          <pc:docMk/>
          <pc:sldMk cId="3810147136" sldId="316"/>
        </pc:sldMkLst>
        <pc:spChg chg="mod">
          <ac:chgData name="Zied Belhocine" userId="200cc0e2b299676e" providerId="LiveId" clId="{E0E3AB2E-8DEA-46F2-A8DC-1D3825C2FB42}" dt="2026-06-02T14:02:45.514" v="1566" actId="20577"/>
          <ac:spMkLst>
            <pc:docMk/>
            <pc:sldMk cId="3810147136" sldId="316"/>
            <ac:spMk id="2" creationId="{1259DB97-1DF5-86C9-DCCC-87A8CB41627F}"/>
          </ac:spMkLst>
        </pc:spChg>
        <pc:picChg chg="add mod">
          <ac:chgData name="Zied Belhocine" userId="200cc0e2b299676e" providerId="LiveId" clId="{E0E3AB2E-8DEA-46F2-A8DC-1D3825C2FB42}" dt="2026-06-05T06:25:09.635" v="1856"/>
          <ac:picMkLst>
            <pc:docMk/>
            <pc:sldMk cId="3810147136" sldId="316"/>
            <ac:picMk id="3" creationId="{9E33B6E3-64EE-9CCE-305A-7A8FDECC6139}"/>
          </ac:picMkLst>
        </pc:picChg>
        <pc:picChg chg="add mod">
          <ac:chgData name="Zied Belhocine" userId="200cc0e2b299676e" providerId="LiveId" clId="{E0E3AB2E-8DEA-46F2-A8DC-1D3825C2FB42}" dt="2026-06-02T14:02:41.540" v="1564" actId="1076"/>
          <ac:picMkLst>
            <pc:docMk/>
            <pc:sldMk cId="3810147136" sldId="316"/>
            <ac:picMk id="4" creationId="{4EB2D69C-FB58-9291-AFAD-4E2828ED901C}"/>
          </ac:picMkLst>
        </pc:picChg>
        <pc:picChg chg="del">
          <ac:chgData name="Zied Belhocine" userId="200cc0e2b299676e" providerId="LiveId" clId="{E0E3AB2E-8DEA-46F2-A8DC-1D3825C2FB42}" dt="2026-06-02T14:01:48.344" v="1523" actId="478"/>
          <ac:picMkLst>
            <pc:docMk/>
            <pc:sldMk cId="3810147136" sldId="316"/>
            <ac:picMk id="19" creationId="{443027DD-2395-6980-638D-42E947287203}"/>
          </ac:picMkLst>
        </pc:picChg>
      </pc:sldChg>
      <pc:sldChg chg="addSp modSp add mod">
        <pc:chgData name="Zied Belhocine" userId="200cc0e2b299676e" providerId="LiveId" clId="{E0E3AB2E-8DEA-46F2-A8DC-1D3825C2FB42}" dt="2026-06-05T06:25:10.327" v="1857"/>
        <pc:sldMkLst>
          <pc:docMk/>
          <pc:sldMk cId="932533772" sldId="317"/>
        </pc:sldMkLst>
        <pc:spChg chg="mod">
          <ac:chgData name="Zied Belhocine" userId="200cc0e2b299676e" providerId="LiveId" clId="{E0E3AB2E-8DEA-46F2-A8DC-1D3825C2FB42}" dt="2026-06-02T14:03:29.449" v="1579" actId="20577"/>
          <ac:spMkLst>
            <pc:docMk/>
            <pc:sldMk cId="932533772" sldId="317"/>
            <ac:spMk id="2" creationId="{1259DB97-1DF5-86C9-DCCC-87A8CB41627F}"/>
          </ac:spMkLst>
        </pc:spChg>
        <pc:picChg chg="add mod">
          <ac:chgData name="Zied Belhocine" userId="200cc0e2b299676e" providerId="LiveId" clId="{E0E3AB2E-8DEA-46F2-A8DC-1D3825C2FB42}" dt="2026-06-05T06:25:10.327" v="1857"/>
          <ac:picMkLst>
            <pc:docMk/>
            <pc:sldMk cId="932533772" sldId="317"/>
            <ac:picMk id="3" creationId="{B44C233A-F732-DBC8-3740-FB2AFBD857D1}"/>
          </ac:picMkLst>
        </pc:picChg>
        <pc:picChg chg="mod">
          <ac:chgData name="Zied Belhocine" userId="200cc0e2b299676e" providerId="LiveId" clId="{E0E3AB2E-8DEA-46F2-A8DC-1D3825C2FB42}" dt="2026-06-02T14:06:27.303" v="1594" actId="1076"/>
          <ac:picMkLst>
            <pc:docMk/>
            <pc:sldMk cId="932533772" sldId="317"/>
            <ac:picMk id="4" creationId="{4EB2D69C-FB58-9291-AFAD-4E2828ED901C}"/>
          </ac:picMkLst>
        </pc:picChg>
        <pc:picChg chg="add mod">
          <ac:chgData name="Zied Belhocine" userId="200cc0e2b299676e" providerId="LiveId" clId="{E0E3AB2E-8DEA-46F2-A8DC-1D3825C2FB42}" dt="2026-06-02T14:06:35.060" v="1597" actId="1076"/>
          <ac:picMkLst>
            <pc:docMk/>
            <pc:sldMk cId="932533772" sldId="317"/>
            <ac:picMk id="5" creationId="{E1DD0A07-6B20-3D11-57DC-B3D2C78CF967}"/>
          </ac:picMkLst>
        </pc:picChg>
        <pc:picChg chg="add mod">
          <ac:chgData name="Zied Belhocine" userId="200cc0e2b299676e" providerId="LiveId" clId="{E0E3AB2E-8DEA-46F2-A8DC-1D3825C2FB42}" dt="2026-06-02T14:06:32.582" v="1596" actId="14100"/>
          <ac:picMkLst>
            <pc:docMk/>
            <pc:sldMk cId="932533772" sldId="317"/>
            <ac:picMk id="7" creationId="{A68A3172-514C-DDDD-C973-CF8132754BDD}"/>
          </ac:picMkLst>
        </pc:picChg>
      </pc:sldChg>
      <pc:sldChg chg="addSp modSp add mod">
        <pc:chgData name="Zied Belhocine" userId="200cc0e2b299676e" providerId="LiveId" clId="{E0E3AB2E-8DEA-46F2-A8DC-1D3825C2FB42}" dt="2026-06-05T06:24:49.197" v="1838"/>
        <pc:sldMkLst>
          <pc:docMk/>
          <pc:sldMk cId="0" sldId="318"/>
        </pc:sldMkLst>
        <pc:spChg chg="mod">
          <ac:chgData name="Zied Belhocine" userId="200cc0e2b299676e" providerId="LiveId" clId="{E0E3AB2E-8DEA-46F2-A8DC-1D3825C2FB42}" dt="2026-06-05T06:17:48.198" v="1724" actId="20577"/>
          <ac:spMkLst>
            <pc:docMk/>
            <pc:sldMk cId="0" sldId="318"/>
            <ac:spMk id="227" creationId="{00000000-0000-0000-0000-000000000000}"/>
          </ac:spMkLst>
        </pc:spChg>
        <pc:spChg chg="mod">
          <ac:chgData name="Zied Belhocine" userId="200cc0e2b299676e" providerId="LiveId" clId="{E0E3AB2E-8DEA-46F2-A8DC-1D3825C2FB42}" dt="2026-06-05T06:19:03.225" v="1728" actId="20577"/>
          <ac:spMkLst>
            <pc:docMk/>
            <pc:sldMk cId="0" sldId="318"/>
            <ac:spMk id="228" creationId="{00000000-0000-0000-0000-000000000000}"/>
          </ac:spMkLst>
        </pc:spChg>
        <pc:picChg chg="add mod">
          <ac:chgData name="Zied Belhocine" userId="200cc0e2b299676e" providerId="LiveId" clId="{E0E3AB2E-8DEA-46F2-A8DC-1D3825C2FB42}" dt="2026-06-05T06:24:49.197" v="1838"/>
          <ac:picMkLst>
            <pc:docMk/>
            <pc:sldMk cId="0" sldId="318"/>
            <ac:picMk id="2" creationId="{5BBF84DB-C9D7-E149-193E-A2E0C49B010A}"/>
          </ac:picMkLst>
        </pc:picChg>
        <pc:picChg chg="mod">
          <ac:chgData name="Zied Belhocine" userId="200cc0e2b299676e" providerId="LiveId" clId="{E0E3AB2E-8DEA-46F2-A8DC-1D3825C2FB42}" dt="2026-06-05T06:18:56.931" v="1726" actId="14826"/>
          <ac:picMkLst>
            <pc:docMk/>
            <pc:sldMk cId="0" sldId="318"/>
            <ac:picMk id="226" creationId="{00000000-0000-0000-0000-000000000000}"/>
          </ac:picMkLst>
        </pc:picChg>
      </pc:sldChg>
      <pc:sldChg chg="addSp modSp add mod">
        <pc:chgData name="Zied Belhocine" userId="200cc0e2b299676e" providerId="LiveId" clId="{E0E3AB2E-8DEA-46F2-A8DC-1D3825C2FB42}" dt="2026-06-05T06:24:52.025" v="1840"/>
        <pc:sldMkLst>
          <pc:docMk/>
          <pc:sldMk cId="3977766817" sldId="319"/>
        </pc:sldMkLst>
        <pc:spChg chg="mod">
          <ac:chgData name="Zied Belhocine" userId="200cc0e2b299676e" providerId="LiveId" clId="{E0E3AB2E-8DEA-46F2-A8DC-1D3825C2FB42}" dt="2026-06-05T06:20:48.964" v="1758" actId="14100"/>
          <ac:spMkLst>
            <pc:docMk/>
            <pc:sldMk cId="3977766817" sldId="319"/>
            <ac:spMk id="227" creationId="{00000000-0000-0000-0000-000000000000}"/>
          </ac:spMkLst>
        </pc:spChg>
        <pc:spChg chg="mod">
          <ac:chgData name="Zied Belhocine" userId="200cc0e2b299676e" providerId="LiveId" clId="{E0E3AB2E-8DEA-46F2-A8DC-1D3825C2FB42}" dt="2026-06-05T06:19:09.504" v="1730" actId="20577"/>
          <ac:spMkLst>
            <pc:docMk/>
            <pc:sldMk cId="3977766817" sldId="319"/>
            <ac:spMk id="228" creationId="{00000000-0000-0000-0000-000000000000}"/>
          </ac:spMkLst>
        </pc:spChg>
        <pc:picChg chg="add mod">
          <ac:chgData name="Zied Belhocine" userId="200cc0e2b299676e" providerId="LiveId" clId="{E0E3AB2E-8DEA-46F2-A8DC-1D3825C2FB42}" dt="2026-06-05T06:24:52.025" v="1840"/>
          <ac:picMkLst>
            <pc:docMk/>
            <pc:sldMk cId="3977766817" sldId="319"/>
            <ac:picMk id="2" creationId="{AE01ECAF-60EB-C185-4E8D-1F2D820F2091}"/>
          </ac:picMkLst>
        </pc:picChg>
        <pc:picChg chg="mod">
          <ac:chgData name="Zied Belhocine" userId="200cc0e2b299676e" providerId="LiveId" clId="{E0E3AB2E-8DEA-46F2-A8DC-1D3825C2FB42}" dt="2026-06-05T06:20:37.014" v="1731" actId="14826"/>
          <ac:picMkLst>
            <pc:docMk/>
            <pc:sldMk cId="3977766817" sldId="319"/>
            <ac:picMk id="226" creationId="{00000000-0000-0000-0000-000000000000}"/>
          </ac:picMkLst>
        </pc:picChg>
      </pc:sldChg>
      <pc:sldChg chg="addSp modSp add mod">
        <pc:chgData name="Zied Belhocine" userId="200cc0e2b299676e" providerId="LiveId" clId="{E0E3AB2E-8DEA-46F2-A8DC-1D3825C2FB42}" dt="2026-06-05T06:24:56.373" v="1844"/>
        <pc:sldMkLst>
          <pc:docMk/>
          <pc:sldMk cId="676838753" sldId="320"/>
        </pc:sldMkLst>
        <pc:spChg chg="mod">
          <ac:chgData name="Zied Belhocine" userId="200cc0e2b299676e" providerId="LiveId" clId="{E0E3AB2E-8DEA-46F2-A8DC-1D3825C2FB42}" dt="2026-06-05T06:21:07.506" v="1788" actId="20577"/>
          <ac:spMkLst>
            <pc:docMk/>
            <pc:sldMk cId="676838753" sldId="320"/>
            <ac:spMk id="227" creationId="{00000000-0000-0000-0000-000000000000}"/>
          </ac:spMkLst>
        </pc:spChg>
        <pc:spChg chg="mod">
          <ac:chgData name="Zied Belhocine" userId="200cc0e2b299676e" providerId="LiveId" clId="{E0E3AB2E-8DEA-46F2-A8DC-1D3825C2FB42}" dt="2026-06-05T06:20:56.951" v="1760" actId="20577"/>
          <ac:spMkLst>
            <pc:docMk/>
            <pc:sldMk cId="676838753" sldId="320"/>
            <ac:spMk id="228" creationId="{00000000-0000-0000-0000-000000000000}"/>
          </ac:spMkLst>
        </pc:spChg>
        <pc:picChg chg="add mod">
          <ac:chgData name="Zied Belhocine" userId="200cc0e2b299676e" providerId="LiveId" clId="{E0E3AB2E-8DEA-46F2-A8DC-1D3825C2FB42}" dt="2026-06-05T06:24:56.373" v="1844"/>
          <ac:picMkLst>
            <pc:docMk/>
            <pc:sldMk cId="676838753" sldId="320"/>
            <ac:picMk id="2" creationId="{F8F83952-31FE-1F21-1FC1-56AE1CDA3C86}"/>
          </ac:picMkLst>
        </pc:picChg>
        <pc:picChg chg="mod">
          <ac:chgData name="Zied Belhocine" userId="200cc0e2b299676e" providerId="LiveId" clId="{E0E3AB2E-8DEA-46F2-A8DC-1D3825C2FB42}" dt="2026-06-05T06:21:58.292" v="1789" actId="14826"/>
          <ac:picMkLst>
            <pc:docMk/>
            <pc:sldMk cId="676838753" sldId="320"/>
            <ac:picMk id="226" creationId="{00000000-0000-0000-0000-000000000000}"/>
          </ac:picMkLst>
        </pc:picChg>
      </pc:sldChg>
      <pc:sldChg chg="modSp add mod">
        <pc:chgData name="Zied Belhocine" userId="200cc0e2b299676e" providerId="LiveId" clId="{E0E3AB2E-8DEA-46F2-A8DC-1D3825C2FB42}" dt="2026-06-05T06:23:08.170" v="1834" actId="14826"/>
        <pc:sldMkLst>
          <pc:docMk/>
          <pc:sldMk cId="614783091" sldId="321"/>
        </pc:sldMkLst>
        <pc:spChg chg="mod">
          <ac:chgData name="Zied Belhocine" userId="200cc0e2b299676e" providerId="LiveId" clId="{E0E3AB2E-8DEA-46F2-A8DC-1D3825C2FB42}" dt="2026-06-05T06:22:25.878" v="1816" actId="20577"/>
          <ac:spMkLst>
            <pc:docMk/>
            <pc:sldMk cId="614783091" sldId="321"/>
            <ac:spMk id="227" creationId="{00000000-0000-0000-0000-000000000000}"/>
          </ac:spMkLst>
        </pc:spChg>
        <pc:spChg chg="mod">
          <ac:chgData name="Zied Belhocine" userId="200cc0e2b299676e" providerId="LiveId" clId="{E0E3AB2E-8DEA-46F2-A8DC-1D3825C2FB42}" dt="2026-06-05T06:22:18.400" v="1791" actId="20577"/>
          <ac:spMkLst>
            <pc:docMk/>
            <pc:sldMk cId="614783091" sldId="321"/>
            <ac:spMk id="228" creationId="{00000000-0000-0000-0000-000000000000}"/>
          </ac:spMkLst>
        </pc:spChg>
        <pc:picChg chg="mod">
          <ac:chgData name="Zied Belhocine" userId="200cc0e2b299676e" providerId="LiveId" clId="{E0E3AB2E-8DEA-46F2-A8DC-1D3825C2FB42}" dt="2026-06-05T06:23:08.170" v="1834" actId="14826"/>
          <ac:picMkLst>
            <pc:docMk/>
            <pc:sldMk cId="614783091" sldId="321"/>
            <ac:picMk id="226" creationId="{00000000-0000-0000-0000-000000000000}"/>
          </ac:picMkLst>
        </pc:picChg>
      </pc:sldChg>
      <pc:sldChg chg="addSp modSp add mod">
        <pc:chgData name="Zied Belhocine" userId="200cc0e2b299676e" providerId="LiveId" clId="{E0E3AB2E-8DEA-46F2-A8DC-1D3825C2FB42}" dt="2026-06-05T06:25:04.301" v="1851"/>
        <pc:sldMkLst>
          <pc:docMk/>
          <pc:sldMk cId="3709581309" sldId="322"/>
        </pc:sldMkLst>
        <pc:spChg chg="mod">
          <ac:chgData name="Zied Belhocine" userId="200cc0e2b299676e" providerId="LiveId" clId="{E0E3AB2E-8DEA-46F2-A8DC-1D3825C2FB42}" dt="2026-06-05T06:22:41.764" v="1833" actId="20577"/>
          <ac:spMkLst>
            <pc:docMk/>
            <pc:sldMk cId="3709581309" sldId="322"/>
            <ac:spMk id="227" creationId="{00000000-0000-0000-0000-000000000000}"/>
          </ac:spMkLst>
        </pc:spChg>
        <pc:spChg chg="mod">
          <ac:chgData name="Zied Belhocine" userId="200cc0e2b299676e" providerId="LiveId" clId="{E0E3AB2E-8DEA-46F2-A8DC-1D3825C2FB42}" dt="2026-06-05T06:22:36.883" v="1820" actId="20577"/>
          <ac:spMkLst>
            <pc:docMk/>
            <pc:sldMk cId="3709581309" sldId="322"/>
            <ac:spMk id="228" creationId="{00000000-0000-0000-0000-000000000000}"/>
          </ac:spMkLst>
        </pc:spChg>
        <pc:picChg chg="add mod">
          <ac:chgData name="Zied Belhocine" userId="200cc0e2b299676e" providerId="LiveId" clId="{E0E3AB2E-8DEA-46F2-A8DC-1D3825C2FB42}" dt="2026-06-05T06:25:04.301" v="1851"/>
          <ac:picMkLst>
            <pc:docMk/>
            <pc:sldMk cId="3709581309" sldId="322"/>
            <ac:picMk id="2" creationId="{E20914B4-EEA9-CEF0-354D-3AD1D6B8FF2F}"/>
          </ac:picMkLst>
        </pc:picChg>
        <pc:picChg chg="mod">
          <ac:chgData name="Zied Belhocine" userId="200cc0e2b299676e" providerId="LiveId" clId="{E0E3AB2E-8DEA-46F2-A8DC-1D3825C2FB42}" dt="2026-06-05T06:23:42.162" v="1835" actId="14826"/>
          <ac:picMkLst>
            <pc:docMk/>
            <pc:sldMk cId="3709581309" sldId="322"/>
            <ac:picMk id="226" creationId="{00000000-0000-0000-0000-000000000000}"/>
          </ac:picMkLst>
        </pc:picChg>
      </pc:sldChg>
      <pc:sldMasterChg chg="delSldLayout">
        <pc:chgData name="Zied Belhocine" userId="200cc0e2b299676e" providerId="LiveId" clId="{E0E3AB2E-8DEA-46F2-A8DC-1D3825C2FB42}" dt="2026-06-02T13:55:35.886" v="1455" actId="47"/>
        <pc:sldMasterMkLst>
          <pc:docMk/>
          <pc:sldMasterMk cId="0" sldId="2147483672"/>
        </pc:sldMasterMkLst>
        <pc:sldLayoutChg chg="del">
          <pc:chgData name="Zied Belhocine" userId="200cc0e2b299676e" providerId="LiveId" clId="{E0E3AB2E-8DEA-46F2-A8DC-1D3825C2FB42}" dt="2026-06-02T13:53:16.641" v="1364" actId="47"/>
          <pc:sldLayoutMkLst>
            <pc:docMk/>
            <pc:sldMasterMk cId="0" sldId="2147483672"/>
            <pc:sldLayoutMk cId="0" sldId="2147483649"/>
          </pc:sldLayoutMkLst>
        </pc:sldLayoutChg>
        <pc:sldLayoutChg chg="del">
          <pc:chgData name="Zied Belhocine" userId="200cc0e2b299676e" providerId="LiveId" clId="{E0E3AB2E-8DEA-46F2-A8DC-1D3825C2FB42}" dt="2026-06-02T13:55:35.886" v="1455" actId="47"/>
          <pc:sldLayoutMkLst>
            <pc:docMk/>
            <pc:sldMasterMk cId="0" sldId="2147483672"/>
            <pc:sldLayoutMk cId="0" sldId="2147483653"/>
          </pc:sldLayoutMkLst>
        </pc:sldLayoutChg>
        <pc:sldLayoutChg chg="del">
          <pc:chgData name="Zied Belhocine" userId="200cc0e2b299676e" providerId="LiveId" clId="{E0E3AB2E-8DEA-46F2-A8DC-1D3825C2FB42}" dt="2026-06-02T13:53:22.387" v="1367" actId="47"/>
          <pc:sldLayoutMkLst>
            <pc:docMk/>
            <pc:sldMasterMk cId="0" sldId="2147483672"/>
            <pc:sldLayoutMk cId="0" sldId="2147483657"/>
          </pc:sldLayoutMkLst>
        </pc:sldLayoutChg>
        <pc:sldLayoutChg chg="del">
          <pc:chgData name="Zied Belhocine" userId="200cc0e2b299676e" providerId="LiveId" clId="{E0E3AB2E-8DEA-46F2-A8DC-1D3825C2FB42}" dt="2026-06-02T13:53:38.121" v="1378" actId="47"/>
          <pc:sldLayoutMkLst>
            <pc:docMk/>
            <pc:sldMasterMk cId="0" sldId="2147483672"/>
            <pc:sldLayoutMk cId="0" sldId="2147483661"/>
          </pc:sldLayoutMkLst>
        </pc:sldLayoutChg>
        <pc:sldLayoutChg chg="del">
          <pc:chgData name="Zied Belhocine" userId="200cc0e2b299676e" providerId="LiveId" clId="{E0E3AB2E-8DEA-46F2-A8DC-1D3825C2FB42}" dt="2026-06-02T13:53:38.951" v="1379" actId="47"/>
          <pc:sldLayoutMkLst>
            <pc:docMk/>
            <pc:sldMasterMk cId="0" sldId="2147483672"/>
            <pc:sldLayoutMk cId="0" sldId="2147483662"/>
          </pc:sldLayoutMkLst>
        </pc:sldLayoutChg>
        <pc:sldLayoutChg chg="del">
          <pc:chgData name="Zied Belhocine" userId="200cc0e2b299676e" providerId="LiveId" clId="{E0E3AB2E-8DEA-46F2-A8DC-1D3825C2FB42}" dt="2026-06-02T13:53:17.962" v="1365" actId="47"/>
          <pc:sldLayoutMkLst>
            <pc:docMk/>
            <pc:sldMasterMk cId="0" sldId="2147483672"/>
            <pc:sldLayoutMk cId="0" sldId="2147483664"/>
          </pc:sldLayoutMkLst>
        </pc:sldLayoutChg>
        <pc:sldLayoutChg chg="del">
          <pc:chgData name="Zied Belhocine" userId="200cc0e2b299676e" providerId="LiveId" clId="{E0E3AB2E-8DEA-46F2-A8DC-1D3825C2FB42}" dt="2026-06-02T13:53:19.177" v="1366" actId="47"/>
          <pc:sldLayoutMkLst>
            <pc:docMk/>
            <pc:sldMasterMk cId="0" sldId="2147483672"/>
            <pc:sldLayoutMk cId="0" sldId="2147483665"/>
          </pc:sldLayoutMkLst>
        </pc:sldLayoutChg>
        <pc:sldLayoutChg chg="del">
          <pc:chgData name="Zied Belhocine" userId="200cc0e2b299676e" providerId="LiveId" clId="{E0E3AB2E-8DEA-46F2-A8DC-1D3825C2FB42}" dt="2026-06-02T13:53:37.313" v="1377" actId="47"/>
          <pc:sldLayoutMkLst>
            <pc:docMk/>
            <pc:sldMasterMk cId="0" sldId="2147483672"/>
            <pc:sldLayoutMk cId="0" sldId="2147483666"/>
          </pc:sldLayoutMkLst>
        </pc:sldLayoutChg>
        <pc:sldLayoutChg chg="del">
          <pc:chgData name="Zied Belhocine" userId="200cc0e2b299676e" providerId="LiveId" clId="{E0E3AB2E-8DEA-46F2-A8DC-1D3825C2FB42}" dt="2026-06-02T13:53:36.581" v="1376" actId="47"/>
          <pc:sldLayoutMkLst>
            <pc:docMk/>
            <pc:sldMasterMk cId="0" sldId="2147483672"/>
            <pc:sldLayoutMk cId="0" sldId="2147483667"/>
          </pc:sldLayoutMkLst>
        </pc:sldLayoutChg>
      </pc:sldMasterChg>
      <pc:sldMasterChg chg="del delSldLayout">
        <pc:chgData name="Zied Belhocine" userId="200cc0e2b299676e" providerId="LiveId" clId="{E0E3AB2E-8DEA-46F2-A8DC-1D3825C2FB42}" dt="2026-06-02T13:53:51.019" v="1397" actId="47"/>
        <pc:sldMasterMkLst>
          <pc:docMk/>
          <pc:sldMasterMk cId="0" sldId="2147483673"/>
        </pc:sldMasterMkLst>
        <pc:sldLayoutChg chg="del">
          <pc:chgData name="Zied Belhocine" userId="200cc0e2b299676e" providerId="LiveId" clId="{E0E3AB2E-8DEA-46F2-A8DC-1D3825C2FB42}" dt="2026-06-02T13:53:51.019" v="1397" actId="47"/>
          <pc:sldLayoutMkLst>
            <pc:docMk/>
            <pc:sldMasterMk cId="0" sldId="2147483673"/>
            <pc:sldLayoutMk cId="0" sldId="2147483670"/>
          </pc:sldLayoutMkLst>
        </pc:sldLayoutChg>
        <pc:sldLayoutChg chg="del">
          <pc:chgData name="Zied Belhocine" userId="200cc0e2b299676e" providerId="LiveId" clId="{E0E3AB2E-8DEA-46F2-A8DC-1D3825C2FB42}" dt="2026-06-02T13:53:50.120" v="1396" actId="47"/>
          <pc:sldLayoutMkLst>
            <pc:docMk/>
            <pc:sldMasterMk cId="0" sldId="2147483673"/>
            <pc:sldLayoutMk cId="0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5fff2e0f6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5fff2e0f6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57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0" dirty="0">
                <a:effectLst/>
              </a:rPr>
              <a:t>L’association a effectué une demande de financement auprès d’un bailleur de fonds en présentant ces 3 domaines d’expertise. </a:t>
            </a:r>
            <a:endParaRPr lang="fr-FR" dirty="0"/>
          </a:p>
          <a:p>
            <a:r>
              <a:rPr lang="fr-FR" dirty="0"/>
              <a:t> </a:t>
            </a:r>
          </a:p>
          <a:p>
            <a:r>
              <a:rPr lang="fr-FR" b="0" dirty="0">
                <a:effectLst/>
              </a:rPr>
              <a:t>Ces nouveaux financements, s’ils sont accordés par le bailleur, pourront permettre d’investir dans un des domaines d’expertise dans un pays encore indéterminé.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4437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59c7b0f788_0_6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59c7b0f788_0_6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fr-FR" i="1" dirty="0"/>
              <a:t>« L'objectif de ce projet n'était pas de concevoir un simple outil de constatation, mais un véritable outil d'aide à la décision. C'est pourquoi le choix de Power BI s'est imposé... »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fr-FR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La puissance du modèle relationnel (Adieu les limites d'Excel)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2. Le dynamisme et l'interactivité pour l'utilisateur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3. La force du langage DAX pour les indicateurs métiers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4. La scalabilité et l'industrialisation (Industrialisation du traitement)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5459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6849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837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6630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5680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8680c3840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8680c3840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452538"/>
            <a:ext cx="3858900" cy="149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053756"/>
            <a:ext cx="2275800" cy="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4866724" y="789750"/>
            <a:ext cx="3564000" cy="35640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12" name="Google Shape;12;p2"/>
          <p:cNvCxnSpPr/>
          <p:nvPr/>
        </p:nvCxnSpPr>
        <p:spPr>
          <a:xfrm>
            <a:off x="716625" y="574625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156631"/>
            <a:ext cx="77040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1" name="Google Shape;21;p4"/>
          <p:cNvGrpSpPr/>
          <p:nvPr/>
        </p:nvGrpSpPr>
        <p:grpSpPr>
          <a:xfrm>
            <a:off x="-8" y="4413550"/>
            <a:ext cx="9143908" cy="729981"/>
            <a:chOff x="-8" y="4413550"/>
            <a:chExt cx="9143908" cy="729981"/>
          </a:xfrm>
        </p:grpSpPr>
        <p:sp>
          <p:nvSpPr>
            <p:cNvPr id="22" name="Google Shape;22;p4"/>
            <p:cNvSpPr/>
            <p:nvPr/>
          </p:nvSpPr>
          <p:spPr>
            <a:xfrm flipH="1">
              <a:off x="1892" y="4413550"/>
              <a:ext cx="9140183" cy="723974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flipH="1"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4" name="Google Shape;24;p4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37" name="Google Shape;37;p6"/>
          <p:cNvGrpSpPr/>
          <p:nvPr/>
        </p:nvGrpSpPr>
        <p:grpSpPr>
          <a:xfrm>
            <a:off x="-8" y="4387805"/>
            <a:ext cx="9143908" cy="764272"/>
            <a:chOff x="-8" y="4379259"/>
            <a:chExt cx="9143908" cy="764272"/>
          </a:xfrm>
        </p:grpSpPr>
        <p:sp>
          <p:nvSpPr>
            <p:cNvPr id="38" name="Google Shape;38;p6"/>
            <p:cNvSpPr/>
            <p:nvPr/>
          </p:nvSpPr>
          <p:spPr>
            <a:xfrm flipH="1">
              <a:off x="1893" y="4379259"/>
              <a:ext cx="9140183" cy="75825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6"/>
            <p:cNvSpPr/>
            <p:nvPr/>
          </p:nvSpPr>
          <p:spPr>
            <a:xfrm flipH="1"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0" name="Google Shape;40;p6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713225" y="833875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48" name="Google Shape;48;p8"/>
          <p:cNvGrpSpPr/>
          <p:nvPr/>
        </p:nvGrpSpPr>
        <p:grpSpPr>
          <a:xfrm>
            <a:off x="0" y="4004553"/>
            <a:ext cx="9144090" cy="1148819"/>
            <a:chOff x="0" y="3994700"/>
            <a:chExt cx="9144090" cy="1148819"/>
          </a:xfrm>
        </p:grpSpPr>
        <p:sp>
          <p:nvSpPr>
            <p:cNvPr id="49" name="Google Shape;49;p8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8"/>
            <p:cNvSpPr/>
            <p:nvPr/>
          </p:nvSpPr>
          <p:spPr>
            <a:xfrm>
              <a:off x="0" y="3994700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" name="Google Shape;51;p8"/>
          <p:cNvCxnSpPr/>
          <p:nvPr/>
        </p:nvCxnSpPr>
        <p:spPr>
          <a:xfrm>
            <a:off x="716625" y="574625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713225" y="120365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1"/>
          </p:nvPr>
        </p:nvSpPr>
        <p:spPr>
          <a:xfrm>
            <a:off x="713225" y="316805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9"/>
          <p:cNvGrpSpPr/>
          <p:nvPr/>
        </p:nvGrpSpPr>
        <p:grpSpPr>
          <a:xfrm flipH="1">
            <a:off x="0" y="4004553"/>
            <a:ext cx="9144090" cy="1148819"/>
            <a:chOff x="0" y="3994700"/>
            <a:chExt cx="9144090" cy="1148819"/>
          </a:xfrm>
        </p:grpSpPr>
        <p:sp>
          <p:nvSpPr>
            <p:cNvPr id="56" name="Google Shape;56;p9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>
              <a:off x="0" y="3994700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" name="Google Shape;58;p9"/>
          <p:cNvCxnSpPr/>
          <p:nvPr/>
        </p:nvCxnSpPr>
        <p:spPr>
          <a:xfrm>
            <a:off x="716625" y="574625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>
            <a:spLocks noGrp="1"/>
          </p:cNvSpPr>
          <p:nvPr>
            <p:ph type="pic" idx="2"/>
          </p:nvPr>
        </p:nvSpPr>
        <p:spPr>
          <a:xfrm>
            <a:off x="-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716625" y="574625"/>
            <a:ext cx="3037500" cy="913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309798"/>
            <a:ext cx="734700" cy="53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937652"/>
            <a:ext cx="734700" cy="53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75" y="1309798"/>
            <a:ext cx="734700" cy="53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75" y="2937652"/>
            <a:ext cx="734700" cy="53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309798"/>
            <a:ext cx="734700" cy="53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2937652"/>
            <a:ext cx="734700" cy="536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720000" y="1864487"/>
            <a:ext cx="2305500" cy="6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8"/>
          </p:nvPr>
        </p:nvSpPr>
        <p:spPr>
          <a:xfrm>
            <a:off x="3419275" y="1864487"/>
            <a:ext cx="2305500" cy="6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9"/>
          </p:nvPr>
        </p:nvSpPr>
        <p:spPr>
          <a:xfrm>
            <a:off x="6118550" y="1864487"/>
            <a:ext cx="2305500" cy="6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3"/>
          </p:nvPr>
        </p:nvSpPr>
        <p:spPr>
          <a:xfrm>
            <a:off x="720000" y="3492262"/>
            <a:ext cx="2305500" cy="6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4"/>
          </p:nvPr>
        </p:nvSpPr>
        <p:spPr>
          <a:xfrm>
            <a:off x="3419275" y="3492262"/>
            <a:ext cx="2305500" cy="6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15"/>
          </p:nvPr>
        </p:nvSpPr>
        <p:spPr>
          <a:xfrm>
            <a:off x="6118550" y="3492262"/>
            <a:ext cx="2305500" cy="6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81" name="Google Shape;81;p13"/>
          <p:cNvGrpSpPr/>
          <p:nvPr/>
        </p:nvGrpSpPr>
        <p:grpSpPr>
          <a:xfrm>
            <a:off x="-8" y="4387040"/>
            <a:ext cx="9143908" cy="764272"/>
            <a:chOff x="-8" y="4379259"/>
            <a:chExt cx="9143908" cy="764272"/>
          </a:xfrm>
        </p:grpSpPr>
        <p:sp>
          <p:nvSpPr>
            <p:cNvPr id="82" name="Google Shape;82;p13"/>
            <p:cNvSpPr/>
            <p:nvPr/>
          </p:nvSpPr>
          <p:spPr>
            <a:xfrm>
              <a:off x="1816" y="4379259"/>
              <a:ext cx="9140183" cy="75825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103E4C"/>
                </a:solidFill>
              </a:endParaRPr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4" name="Google Shape;84;p13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>
            <a:spLocks noGrp="1"/>
          </p:cNvSpPr>
          <p:nvPr>
            <p:ph type="pic" idx="2"/>
          </p:nvPr>
        </p:nvSpPr>
        <p:spPr>
          <a:xfrm>
            <a:off x="5629825" y="570526"/>
            <a:ext cx="2801100" cy="17514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4"/>
          <p:cNvSpPr>
            <a:spLocks noGrp="1"/>
          </p:cNvSpPr>
          <p:nvPr>
            <p:ph type="pic" idx="3"/>
          </p:nvPr>
        </p:nvSpPr>
        <p:spPr>
          <a:xfrm>
            <a:off x="713225" y="1733175"/>
            <a:ext cx="2393400" cy="28356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4"/>
          <p:cNvSpPr>
            <a:spLocks noGrp="1"/>
          </p:cNvSpPr>
          <p:nvPr>
            <p:ph type="pic" idx="4"/>
          </p:nvPr>
        </p:nvSpPr>
        <p:spPr>
          <a:xfrm>
            <a:off x="5629825" y="2433825"/>
            <a:ext cx="2801100" cy="21348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4"/>
          <p:cNvSpPr>
            <a:spLocks noGrp="1"/>
          </p:cNvSpPr>
          <p:nvPr>
            <p:ph type="pic" idx="5"/>
          </p:nvPr>
        </p:nvSpPr>
        <p:spPr>
          <a:xfrm>
            <a:off x="3212275" y="1733175"/>
            <a:ext cx="2312700" cy="28356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0" name="Google Shape;90;p14"/>
          <p:cNvGrpSpPr/>
          <p:nvPr/>
        </p:nvGrpSpPr>
        <p:grpSpPr>
          <a:xfrm>
            <a:off x="-8" y="4387805"/>
            <a:ext cx="9143908" cy="764272"/>
            <a:chOff x="-8" y="4379259"/>
            <a:chExt cx="9143908" cy="764272"/>
          </a:xfrm>
        </p:grpSpPr>
        <p:sp>
          <p:nvSpPr>
            <p:cNvPr id="91" name="Google Shape;91;p14"/>
            <p:cNvSpPr/>
            <p:nvPr/>
          </p:nvSpPr>
          <p:spPr>
            <a:xfrm>
              <a:off x="1816" y="4379259"/>
              <a:ext cx="9140183" cy="75825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13225" y="574694"/>
            <a:ext cx="21036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1"/>
          </p:nvPr>
        </p:nvSpPr>
        <p:spPr>
          <a:xfrm>
            <a:off x="2974275" y="574619"/>
            <a:ext cx="24981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ubTitle" idx="1"/>
          </p:nvPr>
        </p:nvSpPr>
        <p:spPr>
          <a:xfrm>
            <a:off x="722475" y="2821715"/>
            <a:ext cx="2418600" cy="12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subTitle" idx="2"/>
          </p:nvPr>
        </p:nvSpPr>
        <p:spPr>
          <a:xfrm>
            <a:off x="3269200" y="2821715"/>
            <a:ext cx="2418600" cy="12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subTitle" idx="3"/>
          </p:nvPr>
        </p:nvSpPr>
        <p:spPr>
          <a:xfrm>
            <a:off x="5815925" y="2821715"/>
            <a:ext cx="2418600" cy="12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ubTitle" idx="4"/>
          </p:nvPr>
        </p:nvSpPr>
        <p:spPr>
          <a:xfrm>
            <a:off x="722475" y="2382817"/>
            <a:ext cx="24186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5"/>
          </p:nvPr>
        </p:nvSpPr>
        <p:spPr>
          <a:xfrm>
            <a:off x="3269204" y="2382817"/>
            <a:ext cx="24186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ubTitle" idx="6"/>
          </p:nvPr>
        </p:nvSpPr>
        <p:spPr>
          <a:xfrm>
            <a:off x="5815926" y="2382817"/>
            <a:ext cx="24186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12" name="Google Shape;112;p17"/>
          <p:cNvGrpSpPr/>
          <p:nvPr/>
        </p:nvGrpSpPr>
        <p:grpSpPr>
          <a:xfrm>
            <a:off x="-8" y="4379259"/>
            <a:ext cx="9143908" cy="764272"/>
            <a:chOff x="-8" y="4379259"/>
            <a:chExt cx="9143908" cy="764272"/>
          </a:xfrm>
        </p:grpSpPr>
        <p:sp>
          <p:nvSpPr>
            <p:cNvPr id="113" name="Google Shape;113;p17"/>
            <p:cNvSpPr/>
            <p:nvPr/>
          </p:nvSpPr>
          <p:spPr>
            <a:xfrm>
              <a:off x="1816" y="4379259"/>
              <a:ext cx="9140183" cy="75825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" name="Google Shape;115;p17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22"/>
          <p:cNvGrpSpPr/>
          <p:nvPr/>
        </p:nvGrpSpPr>
        <p:grpSpPr>
          <a:xfrm>
            <a:off x="0" y="4004553"/>
            <a:ext cx="9144090" cy="1148819"/>
            <a:chOff x="0" y="3994700"/>
            <a:chExt cx="9144090" cy="1148819"/>
          </a:xfrm>
        </p:grpSpPr>
        <p:sp>
          <p:nvSpPr>
            <p:cNvPr id="162" name="Google Shape;162;p22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2"/>
            <p:cNvSpPr/>
            <p:nvPr/>
          </p:nvSpPr>
          <p:spPr>
            <a:xfrm>
              <a:off x="0" y="3994700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64" name="Google Shape;164;p22"/>
          <p:cNvCxnSpPr/>
          <p:nvPr/>
        </p:nvCxnSpPr>
        <p:spPr>
          <a:xfrm>
            <a:off x="716625" y="574625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23"/>
          <p:cNvGrpSpPr/>
          <p:nvPr/>
        </p:nvGrpSpPr>
        <p:grpSpPr>
          <a:xfrm flipH="1">
            <a:off x="-8" y="4387805"/>
            <a:ext cx="9143908" cy="764272"/>
            <a:chOff x="-8" y="4379259"/>
            <a:chExt cx="9143908" cy="764272"/>
          </a:xfrm>
        </p:grpSpPr>
        <p:sp>
          <p:nvSpPr>
            <p:cNvPr id="167" name="Google Shape;167;p23"/>
            <p:cNvSpPr/>
            <p:nvPr/>
          </p:nvSpPr>
          <p:spPr>
            <a:xfrm>
              <a:off x="1816" y="4379259"/>
              <a:ext cx="9140183" cy="75825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3"/>
            <p:cNvSpPr/>
            <p:nvPr/>
          </p:nvSpPr>
          <p:spPr>
            <a:xfrm>
              <a:off x="-8" y="4595374"/>
              <a:ext cx="9143908" cy="54815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69" name="Google Shape;169;p23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818300" y="2249888"/>
            <a:ext cx="3516900" cy="13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818300" y="1176202"/>
            <a:ext cx="1450800" cy="97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4933000" y="890800"/>
            <a:ext cx="3392700" cy="33927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17" name="Google Shape;17;p3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9830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"/>
              <a:buNone/>
              <a:defRPr sz="2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●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○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"/>
              <a:buChar char="■"/>
              <a:defRPr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3" r:id="rId10"/>
    <p:sldLayoutId id="2147483668" r:id="rId11"/>
    <p:sldLayoutId id="2147483669" r:id="rId12"/>
    <p:sldLayoutId id="2147483673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>
            <a:spLocks noGrp="1"/>
          </p:cNvSpPr>
          <p:nvPr>
            <p:ph type="ctrTitle"/>
          </p:nvPr>
        </p:nvSpPr>
        <p:spPr>
          <a:xfrm>
            <a:off x="713225" y="1452538"/>
            <a:ext cx="3858900" cy="149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dirty="0"/>
              <a:t>Étude d’accès à l’eau potable</a:t>
            </a:r>
            <a:endParaRPr dirty="0"/>
          </a:p>
        </p:txBody>
      </p:sp>
      <p:sp>
        <p:nvSpPr>
          <p:cNvPr id="181" name="Google Shape;181;p27"/>
          <p:cNvSpPr txBox="1">
            <a:spLocks noGrp="1"/>
          </p:cNvSpPr>
          <p:nvPr>
            <p:ph type="subTitle" idx="1"/>
          </p:nvPr>
        </p:nvSpPr>
        <p:spPr>
          <a:xfrm>
            <a:off x="713225" y="3053756"/>
            <a:ext cx="2275800" cy="6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Zied Belhocine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05/2026</a:t>
            </a:r>
            <a:endParaRPr dirty="0"/>
          </a:p>
        </p:txBody>
      </p:sp>
      <p:pic>
        <p:nvPicPr>
          <p:cNvPr id="182" name="Google Shape;182;p2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2907" b="12907"/>
          <a:stretch/>
        </p:blipFill>
        <p:spPr>
          <a:xfrm>
            <a:off x="4866724" y="789750"/>
            <a:ext cx="3564000" cy="3564000"/>
          </a:xfrm>
          <a:prstGeom prst="ellipse">
            <a:avLst/>
          </a:prstGeom>
        </p:spPr>
      </p:pic>
      <p:grpSp>
        <p:nvGrpSpPr>
          <p:cNvPr id="183" name="Google Shape;183;p27"/>
          <p:cNvGrpSpPr/>
          <p:nvPr/>
        </p:nvGrpSpPr>
        <p:grpSpPr>
          <a:xfrm>
            <a:off x="0" y="4004553"/>
            <a:ext cx="9144090" cy="1148819"/>
            <a:chOff x="0" y="3994700"/>
            <a:chExt cx="9144090" cy="1148819"/>
          </a:xfrm>
        </p:grpSpPr>
        <p:sp>
          <p:nvSpPr>
            <p:cNvPr id="184" name="Google Shape;184;p27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0" y="3994700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83D81C1C-0CE1-77B6-84FE-70F6A7B72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1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/>
          <a:srcRect l="1813" r="1813"/>
          <a:stretch/>
        </p:blipFill>
        <p:spPr>
          <a:xfrm>
            <a:off x="4933000" y="890800"/>
            <a:ext cx="3392700" cy="3392700"/>
          </a:xfrm>
          <a:prstGeom prst="ellipse">
            <a:avLst/>
          </a:prstGeom>
        </p:spPr>
      </p:pic>
      <p:sp>
        <p:nvSpPr>
          <p:cNvPr id="227" name="Google Shape;227;p31"/>
          <p:cNvSpPr txBox="1">
            <a:spLocks noGrp="1"/>
          </p:cNvSpPr>
          <p:nvPr>
            <p:ph type="title"/>
          </p:nvPr>
        </p:nvSpPr>
        <p:spPr>
          <a:xfrm>
            <a:off x="818300" y="2249888"/>
            <a:ext cx="3516900" cy="13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Un peu de contexte</a:t>
            </a:r>
            <a:endParaRPr dirty="0"/>
          </a:p>
        </p:txBody>
      </p:sp>
      <p:sp>
        <p:nvSpPr>
          <p:cNvPr id="228" name="Google Shape;228;p31"/>
          <p:cNvSpPr txBox="1">
            <a:spLocks noGrp="1"/>
          </p:cNvSpPr>
          <p:nvPr>
            <p:ph type="title" idx="2"/>
          </p:nvPr>
        </p:nvSpPr>
        <p:spPr>
          <a:xfrm>
            <a:off x="818300" y="1176202"/>
            <a:ext cx="1450800" cy="9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29" name="Google Shape;229;p31"/>
          <p:cNvGrpSpPr/>
          <p:nvPr/>
        </p:nvGrpSpPr>
        <p:grpSpPr>
          <a:xfrm>
            <a:off x="0" y="3992625"/>
            <a:ext cx="9144090" cy="1150894"/>
            <a:chOff x="0" y="3992625"/>
            <a:chExt cx="9144090" cy="1150894"/>
          </a:xfrm>
        </p:grpSpPr>
        <p:sp>
          <p:nvSpPr>
            <p:cNvPr id="230" name="Google Shape;230;p31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1"/>
            <p:cNvSpPr/>
            <p:nvPr/>
          </p:nvSpPr>
          <p:spPr>
            <a:xfrm>
              <a:off x="0" y="3992625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250175EE-509B-3BD3-46DC-1D7166A3A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Quelques chiffres sur l’eau potable</a:t>
            </a:r>
            <a:endParaRPr dirty="0"/>
          </a:p>
        </p:txBody>
      </p:sp>
      <p:sp>
        <p:nvSpPr>
          <p:cNvPr id="206" name="Google Shape;206;p29"/>
          <p:cNvSpPr txBox="1">
            <a:spLocks noGrp="1"/>
          </p:cNvSpPr>
          <p:nvPr>
            <p:ph type="subTitle" idx="1"/>
          </p:nvPr>
        </p:nvSpPr>
        <p:spPr>
          <a:xfrm>
            <a:off x="4347939" y="1143052"/>
            <a:ext cx="3920836" cy="29925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>
                <a:solidFill>
                  <a:srgbClr val="46647C"/>
                </a:solidFill>
                <a:effectLst/>
                <a:latin typeface="Calibri" panose="020F0502020204030204" pitchFamily="34" charset="0"/>
              </a:rPr>
              <a:t>L’eau douce ne représe</a:t>
            </a:r>
            <a:r>
              <a:rPr lang="fr-FR" sz="1600" dirty="0">
                <a:solidFill>
                  <a:srgbClr val="46647C"/>
                </a:solidFill>
                <a:latin typeface="Calibri" panose="020F0502020204030204" pitchFamily="34" charset="0"/>
              </a:rPr>
              <a:t>nte que </a:t>
            </a:r>
            <a:r>
              <a:rPr lang="fr-FR" sz="1600" b="1" dirty="0">
                <a:solidFill>
                  <a:srgbClr val="46647C"/>
                </a:solidFill>
                <a:latin typeface="Calibri" panose="020F0502020204030204" pitchFamily="34" charset="0"/>
              </a:rPr>
              <a:t>3%</a:t>
            </a:r>
            <a:r>
              <a:rPr lang="fr-FR" sz="1600" dirty="0">
                <a:solidFill>
                  <a:srgbClr val="46647C"/>
                </a:solidFill>
                <a:latin typeface="Calibri" panose="020F0502020204030204" pitchFamily="34" charset="0"/>
              </a:rPr>
              <a:t> de l’eau sur Terre.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fr-FR" sz="1600" b="1" dirty="0">
              <a:solidFill>
                <a:srgbClr val="46647C"/>
              </a:solidFill>
              <a:effectLst/>
              <a:latin typeface="Calibri" panose="020F050202020403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dirty="0">
                <a:solidFill>
                  <a:srgbClr val="46647C"/>
                </a:solidFill>
                <a:effectLst/>
                <a:latin typeface="Calibri" panose="020F0502020204030204" pitchFamily="34" charset="0"/>
              </a:rPr>
              <a:t>Seulement 1 %</a:t>
            </a:r>
            <a:r>
              <a:rPr lang="fr-FR" sz="1600" dirty="0">
                <a:solidFill>
                  <a:srgbClr val="46647C"/>
                </a:solidFill>
                <a:effectLst/>
                <a:latin typeface="Calibri" panose="020F0502020204030204" pitchFamily="34" charset="0"/>
              </a:rPr>
              <a:t> de l'eau potable 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>
                <a:solidFill>
                  <a:srgbClr val="46647C"/>
                </a:solidFill>
                <a:effectLst/>
                <a:latin typeface="Calibri" panose="020F0502020204030204" pitchFamily="34" charset="0"/>
              </a:rPr>
              <a:t>acheminée au robinet est effectivement bue par la population. 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fr-FR" sz="1600" b="1" dirty="0">
              <a:solidFill>
                <a:srgbClr val="46647C"/>
              </a:solidFill>
              <a:effectLst/>
              <a:latin typeface="Calibri" panose="020F050202020403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dirty="0">
                <a:solidFill>
                  <a:srgbClr val="46647C"/>
                </a:solidFill>
                <a:effectLst/>
                <a:latin typeface="Calibri" panose="020F0502020204030204" pitchFamily="34" charset="0"/>
              </a:rPr>
              <a:t>1 humain sur 7</a:t>
            </a:r>
            <a:r>
              <a:rPr lang="fr-FR" sz="1600" dirty="0">
                <a:solidFill>
                  <a:srgbClr val="46647C"/>
                </a:solidFill>
                <a:effectLst/>
                <a:latin typeface="Calibri" panose="020F0502020204030204" pitchFamily="34" charset="0"/>
              </a:rPr>
              <a:t> n'a pas accès à l'eau 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>
                <a:solidFill>
                  <a:srgbClr val="46647C"/>
                </a:solidFill>
                <a:effectLst/>
                <a:latin typeface="Calibri" panose="020F0502020204030204" pitchFamily="34" charset="0"/>
              </a:rPr>
              <a:t>potable. 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fr-FR" sz="1600" dirty="0">
              <a:solidFill>
                <a:srgbClr val="46647C"/>
              </a:solidFill>
              <a:latin typeface="Calibri" panose="020F050202020403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>
                <a:solidFill>
                  <a:srgbClr val="46647C"/>
                </a:solidFill>
                <a:latin typeface="Calibri" panose="020F0502020204030204" pitchFamily="34" charset="0"/>
              </a:rPr>
              <a:t>De fortes disparités des besoins dans le monde : de </a:t>
            </a:r>
            <a:r>
              <a:rPr lang="fr-FR" sz="1600" b="1" dirty="0">
                <a:solidFill>
                  <a:srgbClr val="46647C"/>
                </a:solidFill>
                <a:latin typeface="Calibri" panose="020F0502020204030204" pitchFamily="34" charset="0"/>
              </a:rPr>
              <a:t>10 à 250 litres/jour </a:t>
            </a:r>
            <a:r>
              <a:rPr lang="fr-FR" sz="1600" dirty="0">
                <a:solidFill>
                  <a:srgbClr val="46647C"/>
                </a:solidFill>
                <a:latin typeface="Calibri" panose="020F0502020204030204" pitchFamily="34" charset="0"/>
              </a:rPr>
              <a:t>en fonction du pays.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fr-FR" sz="1600" dirty="0">
              <a:solidFill>
                <a:srgbClr val="46647C"/>
              </a:solidFill>
              <a:latin typeface="Calibri" panose="020F0502020204030204" pitchFamily="34" charset="0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" dirty="0">
                <a:solidFill>
                  <a:srgbClr val="46647C"/>
                </a:solidFill>
                <a:latin typeface="Calibri" panose="020F0502020204030204" pitchFamily="34" charset="0"/>
              </a:rPr>
              <a:t>Source : https://www.cieau.com/eau-transition-ecologique/enjeux/croissance-demographique-rechauffement-climatique-besoins-energetiques-comment-vont-evoluer-les-besoins-en-eau-dans-le-monde/</a:t>
            </a:r>
            <a:endParaRPr lang="fr-FR" sz="600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FC029DB-A4DC-902A-63AD-B5E552577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  <p:pic>
        <p:nvPicPr>
          <p:cNvPr id="1026" name="Picture 2" descr="Utilisation de l'eau dans le monde - Source : planetoscope">
            <a:extLst>
              <a:ext uri="{FF2B5EF4-FFF2-40B4-BE49-F238E27FC236}">
                <a16:creationId xmlns:a16="http://schemas.microsoft.com/office/drawing/2014/main" id="{FA1731C5-254A-3A83-8BB4-76958DBAF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15" y="1143052"/>
            <a:ext cx="3781425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7359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/>
          <p:nvPr/>
        </p:nvSpPr>
        <p:spPr>
          <a:xfrm rot="-2700000">
            <a:off x="804547" y="1635320"/>
            <a:ext cx="638942" cy="638942"/>
          </a:xfrm>
          <a:prstGeom prst="teardrop">
            <a:avLst>
              <a:gd name="adj" fmla="val 10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3"/>
          <p:cNvSpPr/>
          <p:nvPr/>
        </p:nvSpPr>
        <p:spPr>
          <a:xfrm rot="-2700000">
            <a:off x="3274277" y="1641939"/>
            <a:ext cx="638942" cy="638942"/>
          </a:xfrm>
          <a:prstGeom prst="teardrop">
            <a:avLst>
              <a:gd name="adj" fmla="val 10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3"/>
          <p:cNvSpPr/>
          <p:nvPr/>
        </p:nvSpPr>
        <p:spPr>
          <a:xfrm rot="-2700000">
            <a:off x="5817892" y="1674313"/>
            <a:ext cx="638942" cy="638942"/>
          </a:xfrm>
          <a:prstGeom prst="teardrop">
            <a:avLst>
              <a:gd name="adj" fmla="val 10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3"/>
          <p:cNvSpPr txBox="1">
            <a:spLocks noGrp="1"/>
          </p:cNvSpPr>
          <p:nvPr>
            <p:ph type="title"/>
          </p:nvPr>
        </p:nvSpPr>
        <p:spPr>
          <a:xfrm>
            <a:off x="720000" y="31326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Drinking</a:t>
            </a:r>
            <a:r>
              <a:rPr lang="fr-FR" dirty="0"/>
              <a:t> Water For All</a:t>
            </a:r>
            <a:br>
              <a:rPr lang="fr-FR" sz="800" dirty="0"/>
            </a:br>
            <a:br>
              <a:rPr lang="fr-FR" dirty="0"/>
            </a:br>
            <a:endParaRPr lang="fr-FR" sz="1200" dirty="0"/>
          </a:p>
        </p:txBody>
      </p:sp>
      <p:sp>
        <p:nvSpPr>
          <p:cNvPr id="263" name="Google Shape;263;p33"/>
          <p:cNvSpPr txBox="1">
            <a:spLocks noGrp="1"/>
          </p:cNvSpPr>
          <p:nvPr>
            <p:ph type="subTitle" idx="4"/>
          </p:nvPr>
        </p:nvSpPr>
        <p:spPr>
          <a:xfrm>
            <a:off x="672217" y="2584604"/>
            <a:ext cx="24186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/>
              <a:t>Création de services</a:t>
            </a:r>
            <a:endParaRPr sz="1600" dirty="0"/>
          </a:p>
        </p:txBody>
      </p:sp>
      <p:sp>
        <p:nvSpPr>
          <p:cNvPr id="264" name="Google Shape;264;p33"/>
          <p:cNvSpPr txBox="1">
            <a:spLocks noGrp="1"/>
          </p:cNvSpPr>
          <p:nvPr>
            <p:ph type="subTitle" idx="5"/>
          </p:nvPr>
        </p:nvSpPr>
        <p:spPr>
          <a:xfrm>
            <a:off x="3161164" y="2583706"/>
            <a:ext cx="254672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/>
              <a:t>Modernisation des services</a:t>
            </a:r>
            <a:endParaRPr sz="1400" dirty="0"/>
          </a:p>
        </p:txBody>
      </p:sp>
      <p:sp>
        <p:nvSpPr>
          <p:cNvPr id="265" name="Google Shape;265;p33"/>
          <p:cNvSpPr txBox="1">
            <a:spLocks noGrp="1"/>
          </p:cNvSpPr>
          <p:nvPr>
            <p:ph type="subTitle" idx="1"/>
          </p:nvPr>
        </p:nvSpPr>
        <p:spPr>
          <a:xfrm>
            <a:off x="672217" y="3022604"/>
            <a:ext cx="2418600" cy="12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Service qui va développer des infrastructures basiques ou qualitatives en fonction du type de population (rurale ou urbaine).</a:t>
            </a:r>
            <a:endParaRPr dirty="0"/>
          </a:p>
        </p:txBody>
      </p:sp>
      <p:sp>
        <p:nvSpPr>
          <p:cNvPr id="266" name="Google Shape;266;p33"/>
          <p:cNvSpPr txBox="1">
            <a:spLocks noGrp="1"/>
          </p:cNvSpPr>
          <p:nvPr>
            <p:ph type="subTitle" idx="2"/>
          </p:nvPr>
        </p:nvSpPr>
        <p:spPr>
          <a:xfrm>
            <a:off x="3225224" y="3022604"/>
            <a:ext cx="2418600" cy="12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Comparer les taux de services (d’infrastructures) “basiques” et de qualité afin d’identifier les pays qui ont un gros besoin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d’améliorer la qualité de leurs services.</a:t>
            </a:r>
            <a:endParaRPr dirty="0"/>
          </a:p>
        </p:txBody>
      </p:sp>
      <p:sp>
        <p:nvSpPr>
          <p:cNvPr id="267" name="Google Shape;267;p33"/>
          <p:cNvSpPr txBox="1">
            <a:spLocks noGrp="1"/>
          </p:cNvSpPr>
          <p:nvPr>
            <p:ph type="subTitle" idx="3"/>
          </p:nvPr>
        </p:nvSpPr>
        <p:spPr>
          <a:xfrm>
            <a:off x="5815925" y="3022604"/>
            <a:ext cx="2418600" cy="12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Service qui analyse l’efficacité de la politique gouvernementale d’accès à l’eau (taux de mortalité faible + bon accès aux services d’eau potable) et la stabilité politique.</a:t>
            </a:r>
            <a:endParaRPr dirty="0"/>
          </a:p>
        </p:txBody>
      </p:sp>
      <p:sp>
        <p:nvSpPr>
          <p:cNvPr id="268" name="Google Shape;268;p33"/>
          <p:cNvSpPr txBox="1">
            <a:spLocks noGrp="1"/>
          </p:cNvSpPr>
          <p:nvPr>
            <p:ph type="subTitle" idx="6"/>
          </p:nvPr>
        </p:nvSpPr>
        <p:spPr>
          <a:xfrm>
            <a:off x="5815926" y="2583706"/>
            <a:ext cx="2418600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/>
              <a:t>Consulting</a:t>
            </a:r>
            <a:endParaRPr sz="1600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1F4005D-C8BD-F371-17D2-EC3BCA499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  <p:grpSp>
        <p:nvGrpSpPr>
          <p:cNvPr id="3" name="Google Shape;742;p47">
            <a:extLst>
              <a:ext uri="{FF2B5EF4-FFF2-40B4-BE49-F238E27FC236}">
                <a16:creationId xmlns:a16="http://schemas.microsoft.com/office/drawing/2014/main" id="{88BAA4EE-CE4F-D3ED-AB12-77F511C2256B}"/>
              </a:ext>
            </a:extLst>
          </p:cNvPr>
          <p:cNvGrpSpPr/>
          <p:nvPr/>
        </p:nvGrpSpPr>
        <p:grpSpPr>
          <a:xfrm>
            <a:off x="976389" y="1765130"/>
            <a:ext cx="295257" cy="383158"/>
            <a:chOff x="6221863" y="2683200"/>
            <a:chExt cx="383850" cy="498125"/>
          </a:xfrm>
        </p:grpSpPr>
        <p:sp>
          <p:nvSpPr>
            <p:cNvPr id="4" name="Google Shape;743;p47">
              <a:extLst>
                <a:ext uri="{FF2B5EF4-FFF2-40B4-BE49-F238E27FC236}">
                  <a16:creationId xmlns:a16="http://schemas.microsoft.com/office/drawing/2014/main" id="{0085B819-6848-A2A7-079E-C9E131AC22EA}"/>
                </a:ext>
              </a:extLst>
            </p:cNvPr>
            <p:cNvSpPr/>
            <p:nvPr/>
          </p:nvSpPr>
          <p:spPr>
            <a:xfrm>
              <a:off x="6221863" y="2683200"/>
              <a:ext cx="383850" cy="338250"/>
            </a:xfrm>
            <a:custGeom>
              <a:avLst/>
              <a:gdLst/>
              <a:ahLst/>
              <a:cxnLst/>
              <a:rect l="l" t="t" r="r" b="b"/>
              <a:pathLst>
                <a:path w="15354" h="13530" extrusionOk="0">
                  <a:moveTo>
                    <a:pt x="11758" y="807"/>
                  </a:moveTo>
                  <a:cubicBezTo>
                    <a:pt x="12265" y="807"/>
                    <a:pt x="12675" y="1227"/>
                    <a:pt x="12675" y="1755"/>
                  </a:cubicBezTo>
                  <a:cubicBezTo>
                    <a:pt x="12675" y="2262"/>
                    <a:pt x="12265" y="2680"/>
                    <a:pt x="11759" y="2680"/>
                  </a:cubicBezTo>
                  <a:cubicBezTo>
                    <a:pt x="11689" y="2680"/>
                    <a:pt x="11617" y="2672"/>
                    <a:pt x="11544" y="2655"/>
                  </a:cubicBezTo>
                  <a:lnTo>
                    <a:pt x="8935" y="2055"/>
                  </a:lnTo>
                  <a:lnTo>
                    <a:pt x="8935" y="1432"/>
                  </a:lnTo>
                  <a:lnTo>
                    <a:pt x="11544" y="831"/>
                  </a:lnTo>
                  <a:cubicBezTo>
                    <a:pt x="11617" y="815"/>
                    <a:pt x="11688" y="807"/>
                    <a:pt x="11758" y="807"/>
                  </a:cubicBezTo>
                  <a:close/>
                  <a:moveTo>
                    <a:pt x="7758" y="600"/>
                  </a:moveTo>
                  <a:cubicBezTo>
                    <a:pt x="8081" y="600"/>
                    <a:pt x="8335" y="854"/>
                    <a:pt x="8335" y="1178"/>
                  </a:cubicBezTo>
                  <a:lnTo>
                    <a:pt x="8335" y="2286"/>
                  </a:lnTo>
                  <a:cubicBezTo>
                    <a:pt x="8335" y="2609"/>
                    <a:pt x="8081" y="2863"/>
                    <a:pt x="7758" y="2863"/>
                  </a:cubicBezTo>
                  <a:lnTo>
                    <a:pt x="6649" y="2863"/>
                  </a:lnTo>
                  <a:cubicBezTo>
                    <a:pt x="6326" y="2863"/>
                    <a:pt x="6072" y="2609"/>
                    <a:pt x="6072" y="2286"/>
                  </a:cubicBezTo>
                  <a:lnTo>
                    <a:pt x="6072" y="1178"/>
                  </a:lnTo>
                  <a:cubicBezTo>
                    <a:pt x="6072" y="854"/>
                    <a:pt x="6326" y="600"/>
                    <a:pt x="6649" y="600"/>
                  </a:cubicBezTo>
                  <a:close/>
                  <a:moveTo>
                    <a:pt x="7504" y="3463"/>
                  </a:moveTo>
                  <a:lnTo>
                    <a:pt x="7504" y="4802"/>
                  </a:lnTo>
                  <a:lnTo>
                    <a:pt x="6903" y="4802"/>
                  </a:lnTo>
                  <a:lnTo>
                    <a:pt x="6903" y="3463"/>
                  </a:lnTo>
                  <a:close/>
                  <a:moveTo>
                    <a:pt x="8866" y="5379"/>
                  </a:moveTo>
                  <a:cubicBezTo>
                    <a:pt x="9004" y="5379"/>
                    <a:pt x="9143" y="5518"/>
                    <a:pt x="9143" y="5680"/>
                  </a:cubicBezTo>
                  <a:lnTo>
                    <a:pt x="9143" y="6442"/>
                  </a:lnTo>
                  <a:lnTo>
                    <a:pt x="5287" y="6442"/>
                  </a:lnTo>
                  <a:lnTo>
                    <a:pt x="5287" y="5680"/>
                  </a:lnTo>
                  <a:cubicBezTo>
                    <a:pt x="5287" y="5518"/>
                    <a:pt x="5403" y="5379"/>
                    <a:pt x="5564" y="5379"/>
                  </a:cubicBezTo>
                  <a:close/>
                  <a:moveTo>
                    <a:pt x="14545" y="12075"/>
                  </a:moveTo>
                  <a:cubicBezTo>
                    <a:pt x="14661" y="12075"/>
                    <a:pt x="14776" y="12167"/>
                    <a:pt x="14776" y="12306"/>
                  </a:cubicBezTo>
                  <a:lnTo>
                    <a:pt x="14776" y="12952"/>
                  </a:lnTo>
                  <a:cubicBezTo>
                    <a:pt x="14776" y="12952"/>
                    <a:pt x="14753" y="12975"/>
                    <a:pt x="14753" y="12975"/>
                  </a:cubicBezTo>
                  <a:lnTo>
                    <a:pt x="10990" y="12975"/>
                  </a:lnTo>
                  <a:cubicBezTo>
                    <a:pt x="10967" y="12975"/>
                    <a:pt x="10967" y="12952"/>
                    <a:pt x="10967" y="12952"/>
                  </a:cubicBezTo>
                  <a:lnTo>
                    <a:pt x="10967" y="12306"/>
                  </a:lnTo>
                  <a:cubicBezTo>
                    <a:pt x="10967" y="12167"/>
                    <a:pt x="11059" y="12075"/>
                    <a:pt x="11198" y="12075"/>
                  </a:cubicBezTo>
                  <a:close/>
                  <a:moveTo>
                    <a:pt x="6673" y="0"/>
                  </a:moveTo>
                  <a:cubicBezTo>
                    <a:pt x="6165" y="0"/>
                    <a:pt x="5703" y="347"/>
                    <a:pt x="5541" y="831"/>
                  </a:cubicBezTo>
                  <a:lnTo>
                    <a:pt x="4572" y="600"/>
                  </a:lnTo>
                  <a:cubicBezTo>
                    <a:pt x="4543" y="594"/>
                    <a:pt x="4515" y="591"/>
                    <a:pt x="4489" y="591"/>
                  </a:cubicBezTo>
                  <a:cubicBezTo>
                    <a:pt x="4162" y="591"/>
                    <a:pt x="4069" y="1092"/>
                    <a:pt x="4433" y="1178"/>
                  </a:cubicBezTo>
                  <a:lnTo>
                    <a:pt x="5495" y="1432"/>
                  </a:lnTo>
                  <a:lnTo>
                    <a:pt x="5495" y="2055"/>
                  </a:lnTo>
                  <a:lnTo>
                    <a:pt x="2886" y="2655"/>
                  </a:lnTo>
                  <a:cubicBezTo>
                    <a:pt x="2814" y="2672"/>
                    <a:pt x="2742" y="2680"/>
                    <a:pt x="2671" y="2680"/>
                  </a:cubicBezTo>
                  <a:cubicBezTo>
                    <a:pt x="2160" y="2680"/>
                    <a:pt x="1732" y="2259"/>
                    <a:pt x="1732" y="1732"/>
                  </a:cubicBezTo>
                  <a:cubicBezTo>
                    <a:pt x="1732" y="1207"/>
                    <a:pt x="2155" y="806"/>
                    <a:pt x="2663" y="806"/>
                  </a:cubicBezTo>
                  <a:cubicBezTo>
                    <a:pt x="2736" y="806"/>
                    <a:pt x="2811" y="814"/>
                    <a:pt x="2886" y="831"/>
                  </a:cubicBezTo>
                  <a:lnTo>
                    <a:pt x="3233" y="901"/>
                  </a:lnTo>
                  <a:cubicBezTo>
                    <a:pt x="3260" y="907"/>
                    <a:pt x="3286" y="911"/>
                    <a:pt x="3310" y="911"/>
                  </a:cubicBezTo>
                  <a:cubicBezTo>
                    <a:pt x="3619" y="911"/>
                    <a:pt x="3712" y="409"/>
                    <a:pt x="3348" y="323"/>
                  </a:cubicBezTo>
                  <a:lnTo>
                    <a:pt x="3002" y="254"/>
                  </a:lnTo>
                  <a:cubicBezTo>
                    <a:pt x="2881" y="225"/>
                    <a:pt x="2760" y="211"/>
                    <a:pt x="2642" y="211"/>
                  </a:cubicBezTo>
                  <a:cubicBezTo>
                    <a:pt x="1834" y="211"/>
                    <a:pt x="1132" y="866"/>
                    <a:pt x="1132" y="1732"/>
                  </a:cubicBezTo>
                  <a:cubicBezTo>
                    <a:pt x="1132" y="2580"/>
                    <a:pt x="1839" y="3252"/>
                    <a:pt x="2650" y="3252"/>
                  </a:cubicBezTo>
                  <a:cubicBezTo>
                    <a:pt x="2765" y="3252"/>
                    <a:pt x="2883" y="3238"/>
                    <a:pt x="3002" y="3209"/>
                  </a:cubicBezTo>
                  <a:lnTo>
                    <a:pt x="5541" y="2632"/>
                  </a:lnTo>
                  <a:cubicBezTo>
                    <a:pt x="5657" y="3002"/>
                    <a:pt x="5957" y="3279"/>
                    <a:pt x="6326" y="3394"/>
                  </a:cubicBezTo>
                  <a:lnTo>
                    <a:pt x="6326" y="4802"/>
                  </a:lnTo>
                  <a:lnTo>
                    <a:pt x="5564" y="4802"/>
                  </a:lnTo>
                  <a:cubicBezTo>
                    <a:pt x="5079" y="4802"/>
                    <a:pt x="4710" y="5195"/>
                    <a:pt x="4710" y="5657"/>
                  </a:cubicBezTo>
                  <a:lnTo>
                    <a:pt x="4710" y="6442"/>
                  </a:lnTo>
                  <a:lnTo>
                    <a:pt x="2401" y="6442"/>
                  </a:lnTo>
                  <a:cubicBezTo>
                    <a:pt x="2240" y="6026"/>
                    <a:pt x="1847" y="5749"/>
                    <a:pt x="1386" y="5749"/>
                  </a:cubicBezTo>
                  <a:lnTo>
                    <a:pt x="393" y="5749"/>
                  </a:lnTo>
                  <a:cubicBezTo>
                    <a:pt x="0" y="5749"/>
                    <a:pt x="0" y="6326"/>
                    <a:pt x="393" y="6326"/>
                  </a:cubicBezTo>
                  <a:lnTo>
                    <a:pt x="1386" y="6326"/>
                  </a:lnTo>
                  <a:cubicBezTo>
                    <a:pt x="1663" y="6326"/>
                    <a:pt x="1870" y="6534"/>
                    <a:pt x="1870" y="6811"/>
                  </a:cubicBezTo>
                  <a:lnTo>
                    <a:pt x="1870" y="10228"/>
                  </a:lnTo>
                  <a:cubicBezTo>
                    <a:pt x="1870" y="10505"/>
                    <a:pt x="1663" y="10713"/>
                    <a:pt x="1386" y="10713"/>
                  </a:cubicBezTo>
                  <a:lnTo>
                    <a:pt x="393" y="10713"/>
                  </a:lnTo>
                  <a:cubicBezTo>
                    <a:pt x="0" y="10713"/>
                    <a:pt x="0" y="11290"/>
                    <a:pt x="393" y="11290"/>
                  </a:cubicBezTo>
                  <a:lnTo>
                    <a:pt x="1386" y="11290"/>
                  </a:lnTo>
                  <a:cubicBezTo>
                    <a:pt x="1847" y="11290"/>
                    <a:pt x="2240" y="11013"/>
                    <a:pt x="2401" y="10597"/>
                  </a:cubicBezTo>
                  <a:lnTo>
                    <a:pt x="4502" y="10597"/>
                  </a:lnTo>
                  <a:lnTo>
                    <a:pt x="5149" y="11244"/>
                  </a:lnTo>
                  <a:cubicBezTo>
                    <a:pt x="5541" y="11613"/>
                    <a:pt x="6072" y="11844"/>
                    <a:pt x="6626" y="11844"/>
                  </a:cubicBezTo>
                  <a:lnTo>
                    <a:pt x="7988" y="11844"/>
                  </a:lnTo>
                  <a:cubicBezTo>
                    <a:pt x="8589" y="11844"/>
                    <a:pt x="9189" y="11567"/>
                    <a:pt x="9581" y="11105"/>
                  </a:cubicBezTo>
                  <a:lnTo>
                    <a:pt x="9997" y="10597"/>
                  </a:lnTo>
                  <a:lnTo>
                    <a:pt x="11013" y="10597"/>
                  </a:lnTo>
                  <a:lnTo>
                    <a:pt x="11013" y="11498"/>
                  </a:lnTo>
                  <a:cubicBezTo>
                    <a:pt x="10643" y="11567"/>
                    <a:pt x="10366" y="11913"/>
                    <a:pt x="10366" y="12283"/>
                  </a:cubicBezTo>
                  <a:lnTo>
                    <a:pt x="10366" y="12929"/>
                  </a:lnTo>
                  <a:cubicBezTo>
                    <a:pt x="10366" y="13275"/>
                    <a:pt x="10643" y="13529"/>
                    <a:pt x="10990" y="13529"/>
                  </a:cubicBezTo>
                  <a:lnTo>
                    <a:pt x="14753" y="13529"/>
                  </a:lnTo>
                  <a:cubicBezTo>
                    <a:pt x="15076" y="13529"/>
                    <a:pt x="15353" y="13275"/>
                    <a:pt x="15353" y="12929"/>
                  </a:cubicBezTo>
                  <a:lnTo>
                    <a:pt x="15353" y="12283"/>
                  </a:lnTo>
                  <a:cubicBezTo>
                    <a:pt x="15353" y="11913"/>
                    <a:pt x="15099" y="11567"/>
                    <a:pt x="14730" y="11498"/>
                  </a:cubicBezTo>
                  <a:lnTo>
                    <a:pt x="14730" y="9905"/>
                  </a:lnTo>
                  <a:cubicBezTo>
                    <a:pt x="14730" y="9327"/>
                    <a:pt x="14568" y="8750"/>
                    <a:pt x="14291" y="8242"/>
                  </a:cubicBezTo>
                  <a:cubicBezTo>
                    <a:pt x="14233" y="8133"/>
                    <a:pt x="14142" y="8088"/>
                    <a:pt x="14051" y="8088"/>
                  </a:cubicBezTo>
                  <a:cubicBezTo>
                    <a:pt x="13855" y="8088"/>
                    <a:pt x="13657" y="8298"/>
                    <a:pt x="13783" y="8519"/>
                  </a:cubicBezTo>
                  <a:cubicBezTo>
                    <a:pt x="14014" y="8958"/>
                    <a:pt x="14130" y="9420"/>
                    <a:pt x="14153" y="9905"/>
                  </a:cubicBezTo>
                  <a:lnTo>
                    <a:pt x="14153" y="11498"/>
                  </a:lnTo>
                  <a:lnTo>
                    <a:pt x="11590" y="11498"/>
                  </a:lnTo>
                  <a:lnTo>
                    <a:pt x="11590" y="10412"/>
                  </a:lnTo>
                  <a:cubicBezTo>
                    <a:pt x="11590" y="10205"/>
                    <a:pt x="11428" y="10043"/>
                    <a:pt x="11244" y="10043"/>
                  </a:cubicBezTo>
                  <a:lnTo>
                    <a:pt x="9859" y="10043"/>
                  </a:lnTo>
                  <a:cubicBezTo>
                    <a:pt x="9789" y="10043"/>
                    <a:pt x="9697" y="10089"/>
                    <a:pt x="9651" y="10159"/>
                  </a:cubicBezTo>
                  <a:lnTo>
                    <a:pt x="9120" y="10759"/>
                  </a:lnTo>
                  <a:cubicBezTo>
                    <a:pt x="8857" y="11088"/>
                    <a:pt x="8469" y="11292"/>
                    <a:pt x="8035" y="11292"/>
                  </a:cubicBezTo>
                  <a:cubicBezTo>
                    <a:pt x="8012" y="11292"/>
                    <a:pt x="7989" y="11291"/>
                    <a:pt x="7965" y="11290"/>
                  </a:cubicBezTo>
                  <a:lnTo>
                    <a:pt x="6603" y="11290"/>
                  </a:lnTo>
                  <a:cubicBezTo>
                    <a:pt x="6211" y="11290"/>
                    <a:pt x="5841" y="11151"/>
                    <a:pt x="5564" y="10874"/>
                  </a:cubicBezTo>
                  <a:lnTo>
                    <a:pt x="4826" y="10135"/>
                  </a:lnTo>
                  <a:cubicBezTo>
                    <a:pt x="4779" y="10066"/>
                    <a:pt x="4687" y="10043"/>
                    <a:pt x="4618" y="10043"/>
                  </a:cubicBezTo>
                  <a:lnTo>
                    <a:pt x="2471" y="10043"/>
                  </a:lnTo>
                  <a:lnTo>
                    <a:pt x="2471" y="7042"/>
                  </a:lnTo>
                  <a:lnTo>
                    <a:pt x="11290" y="7042"/>
                  </a:lnTo>
                  <a:cubicBezTo>
                    <a:pt x="11913" y="7042"/>
                    <a:pt x="12537" y="7250"/>
                    <a:pt x="13045" y="7642"/>
                  </a:cubicBezTo>
                  <a:cubicBezTo>
                    <a:pt x="13106" y="7694"/>
                    <a:pt x="13170" y="7716"/>
                    <a:pt x="13231" y="7716"/>
                  </a:cubicBezTo>
                  <a:cubicBezTo>
                    <a:pt x="13468" y="7716"/>
                    <a:pt x="13653" y="7382"/>
                    <a:pt x="13414" y="7180"/>
                  </a:cubicBezTo>
                  <a:cubicBezTo>
                    <a:pt x="12837" y="6736"/>
                    <a:pt x="12111" y="6463"/>
                    <a:pt x="11379" y="6463"/>
                  </a:cubicBezTo>
                  <a:cubicBezTo>
                    <a:pt x="11349" y="6463"/>
                    <a:pt x="11319" y="6464"/>
                    <a:pt x="11290" y="6465"/>
                  </a:cubicBezTo>
                  <a:lnTo>
                    <a:pt x="9720" y="6465"/>
                  </a:lnTo>
                  <a:lnTo>
                    <a:pt x="9720" y="5680"/>
                  </a:lnTo>
                  <a:cubicBezTo>
                    <a:pt x="9720" y="5195"/>
                    <a:pt x="9328" y="4802"/>
                    <a:pt x="8866" y="4802"/>
                  </a:cubicBezTo>
                  <a:lnTo>
                    <a:pt x="8104" y="4802"/>
                  </a:lnTo>
                  <a:lnTo>
                    <a:pt x="8104" y="3417"/>
                  </a:lnTo>
                  <a:cubicBezTo>
                    <a:pt x="8473" y="3302"/>
                    <a:pt x="8750" y="3002"/>
                    <a:pt x="8889" y="2632"/>
                  </a:cubicBezTo>
                  <a:lnTo>
                    <a:pt x="11428" y="3209"/>
                  </a:lnTo>
                  <a:cubicBezTo>
                    <a:pt x="11544" y="3232"/>
                    <a:pt x="11636" y="3255"/>
                    <a:pt x="11775" y="3255"/>
                  </a:cubicBezTo>
                  <a:cubicBezTo>
                    <a:pt x="12675" y="3255"/>
                    <a:pt x="13391" y="2471"/>
                    <a:pt x="13275" y="1570"/>
                  </a:cubicBezTo>
                  <a:cubicBezTo>
                    <a:pt x="13195" y="770"/>
                    <a:pt x="12527" y="213"/>
                    <a:pt x="11779" y="213"/>
                  </a:cubicBezTo>
                  <a:cubicBezTo>
                    <a:pt x="11664" y="213"/>
                    <a:pt x="11546" y="226"/>
                    <a:pt x="11428" y="254"/>
                  </a:cubicBezTo>
                  <a:lnTo>
                    <a:pt x="8889" y="831"/>
                  </a:lnTo>
                  <a:cubicBezTo>
                    <a:pt x="8727" y="347"/>
                    <a:pt x="8266" y="0"/>
                    <a:pt x="77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744;p47">
              <a:extLst>
                <a:ext uri="{FF2B5EF4-FFF2-40B4-BE49-F238E27FC236}">
                  <a16:creationId xmlns:a16="http://schemas.microsoft.com/office/drawing/2014/main" id="{60A933C1-BE45-F8DB-D6FF-CF88765C5191}"/>
                </a:ext>
              </a:extLst>
            </p:cNvPr>
            <p:cNvSpPr/>
            <p:nvPr/>
          </p:nvSpPr>
          <p:spPr>
            <a:xfrm>
              <a:off x="6486213" y="3048250"/>
              <a:ext cx="114875" cy="133075"/>
            </a:xfrm>
            <a:custGeom>
              <a:avLst/>
              <a:gdLst/>
              <a:ahLst/>
              <a:cxnLst/>
              <a:rect l="l" t="t" r="r" b="b"/>
              <a:pathLst>
                <a:path w="4595" h="5323" extrusionOk="0">
                  <a:moveTo>
                    <a:pt x="2286" y="1"/>
                  </a:moveTo>
                  <a:cubicBezTo>
                    <a:pt x="2130" y="1"/>
                    <a:pt x="1974" y="59"/>
                    <a:pt x="1847" y="174"/>
                  </a:cubicBezTo>
                  <a:cubicBezTo>
                    <a:pt x="1455" y="543"/>
                    <a:pt x="1085" y="959"/>
                    <a:pt x="739" y="1398"/>
                  </a:cubicBezTo>
                  <a:cubicBezTo>
                    <a:pt x="254" y="2067"/>
                    <a:pt x="0" y="2598"/>
                    <a:pt x="0" y="3060"/>
                  </a:cubicBezTo>
                  <a:cubicBezTo>
                    <a:pt x="23" y="4307"/>
                    <a:pt x="1039" y="5322"/>
                    <a:pt x="2309" y="5322"/>
                  </a:cubicBezTo>
                  <a:cubicBezTo>
                    <a:pt x="3556" y="5322"/>
                    <a:pt x="4595" y="4283"/>
                    <a:pt x="4571" y="3014"/>
                  </a:cubicBezTo>
                  <a:cubicBezTo>
                    <a:pt x="4548" y="2690"/>
                    <a:pt x="4456" y="2367"/>
                    <a:pt x="4294" y="2090"/>
                  </a:cubicBezTo>
                  <a:cubicBezTo>
                    <a:pt x="4231" y="1995"/>
                    <a:pt x="4134" y="1943"/>
                    <a:pt x="4035" y="1943"/>
                  </a:cubicBezTo>
                  <a:cubicBezTo>
                    <a:pt x="3990" y="1943"/>
                    <a:pt x="3945" y="1953"/>
                    <a:pt x="3902" y="1975"/>
                  </a:cubicBezTo>
                  <a:cubicBezTo>
                    <a:pt x="3763" y="2044"/>
                    <a:pt x="3694" y="2229"/>
                    <a:pt x="3787" y="2367"/>
                  </a:cubicBezTo>
                  <a:cubicBezTo>
                    <a:pt x="3902" y="2575"/>
                    <a:pt x="3971" y="2783"/>
                    <a:pt x="3994" y="3037"/>
                  </a:cubicBezTo>
                  <a:cubicBezTo>
                    <a:pt x="3994" y="3960"/>
                    <a:pt x="3232" y="4722"/>
                    <a:pt x="2309" y="4745"/>
                  </a:cubicBezTo>
                  <a:cubicBezTo>
                    <a:pt x="1362" y="4745"/>
                    <a:pt x="601" y="3983"/>
                    <a:pt x="601" y="3037"/>
                  </a:cubicBezTo>
                  <a:cubicBezTo>
                    <a:pt x="601" y="2529"/>
                    <a:pt x="1224" y="1582"/>
                    <a:pt x="2263" y="566"/>
                  </a:cubicBezTo>
                  <a:lnTo>
                    <a:pt x="2309" y="566"/>
                  </a:lnTo>
                  <a:cubicBezTo>
                    <a:pt x="2586" y="843"/>
                    <a:pt x="2863" y="1121"/>
                    <a:pt x="3117" y="1421"/>
                  </a:cubicBezTo>
                  <a:cubicBezTo>
                    <a:pt x="3168" y="1484"/>
                    <a:pt x="3246" y="1520"/>
                    <a:pt x="3326" y="1520"/>
                  </a:cubicBezTo>
                  <a:cubicBezTo>
                    <a:pt x="3391" y="1520"/>
                    <a:pt x="3457" y="1496"/>
                    <a:pt x="3509" y="1444"/>
                  </a:cubicBezTo>
                  <a:cubicBezTo>
                    <a:pt x="3648" y="1328"/>
                    <a:pt x="3648" y="1144"/>
                    <a:pt x="3556" y="1028"/>
                  </a:cubicBezTo>
                  <a:cubicBezTo>
                    <a:pt x="3232" y="659"/>
                    <a:pt x="2932" y="359"/>
                    <a:pt x="2725" y="174"/>
                  </a:cubicBezTo>
                  <a:cubicBezTo>
                    <a:pt x="2598" y="59"/>
                    <a:pt x="2442" y="1"/>
                    <a:pt x="22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701;p47">
            <a:extLst>
              <a:ext uri="{FF2B5EF4-FFF2-40B4-BE49-F238E27FC236}">
                <a16:creationId xmlns:a16="http://schemas.microsoft.com/office/drawing/2014/main" id="{6B1EF222-AFB0-EDD6-B516-E08DD20AC311}"/>
              </a:ext>
            </a:extLst>
          </p:cNvPr>
          <p:cNvSpPr/>
          <p:nvPr/>
        </p:nvSpPr>
        <p:spPr>
          <a:xfrm>
            <a:off x="3417476" y="1770023"/>
            <a:ext cx="352544" cy="382773"/>
          </a:xfrm>
          <a:custGeom>
            <a:avLst/>
            <a:gdLst/>
            <a:ahLst/>
            <a:cxnLst/>
            <a:rect l="l" t="t" r="r" b="b"/>
            <a:pathLst>
              <a:path w="18333" h="19905" extrusionOk="0">
                <a:moveTo>
                  <a:pt x="8993" y="537"/>
                </a:moveTo>
                <a:cubicBezTo>
                  <a:pt x="9126" y="537"/>
                  <a:pt x="9259" y="629"/>
                  <a:pt x="9236" y="814"/>
                </a:cubicBezTo>
                <a:lnTo>
                  <a:pt x="9236" y="1045"/>
                </a:lnTo>
                <a:lnTo>
                  <a:pt x="8751" y="1045"/>
                </a:lnTo>
                <a:lnTo>
                  <a:pt x="8751" y="814"/>
                </a:lnTo>
                <a:cubicBezTo>
                  <a:pt x="8728" y="629"/>
                  <a:pt x="8861" y="537"/>
                  <a:pt x="8993" y="537"/>
                </a:cubicBezTo>
                <a:close/>
                <a:moveTo>
                  <a:pt x="15631" y="537"/>
                </a:moveTo>
                <a:cubicBezTo>
                  <a:pt x="15764" y="537"/>
                  <a:pt x="15896" y="629"/>
                  <a:pt x="15885" y="814"/>
                </a:cubicBezTo>
                <a:lnTo>
                  <a:pt x="15885" y="1045"/>
                </a:lnTo>
                <a:lnTo>
                  <a:pt x="15377" y="1045"/>
                </a:lnTo>
                <a:lnTo>
                  <a:pt x="15377" y="814"/>
                </a:lnTo>
                <a:cubicBezTo>
                  <a:pt x="15365" y="629"/>
                  <a:pt x="15498" y="537"/>
                  <a:pt x="15631" y="537"/>
                </a:cubicBezTo>
                <a:close/>
                <a:moveTo>
                  <a:pt x="9582" y="1645"/>
                </a:moveTo>
                <a:cubicBezTo>
                  <a:pt x="9651" y="1645"/>
                  <a:pt x="9721" y="1691"/>
                  <a:pt x="9721" y="1784"/>
                </a:cubicBezTo>
                <a:lnTo>
                  <a:pt x="9721" y="2153"/>
                </a:lnTo>
                <a:lnTo>
                  <a:pt x="8289" y="2153"/>
                </a:lnTo>
                <a:lnTo>
                  <a:pt x="8289" y="1784"/>
                </a:lnTo>
                <a:cubicBezTo>
                  <a:pt x="8289" y="1691"/>
                  <a:pt x="8335" y="1645"/>
                  <a:pt x="8428" y="1645"/>
                </a:cubicBezTo>
                <a:close/>
                <a:moveTo>
                  <a:pt x="16208" y="1622"/>
                </a:moveTo>
                <a:cubicBezTo>
                  <a:pt x="16277" y="1622"/>
                  <a:pt x="16347" y="1691"/>
                  <a:pt x="16347" y="1784"/>
                </a:cubicBezTo>
                <a:lnTo>
                  <a:pt x="16347" y="2153"/>
                </a:lnTo>
                <a:lnTo>
                  <a:pt x="14915" y="2153"/>
                </a:lnTo>
                <a:lnTo>
                  <a:pt x="14915" y="1784"/>
                </a:lnTo>
                <a:cubicBezTo>
                  <a:pt x="14915" y="1691"/>
                  <a:pt x="14984" y="1622"/>
                  <a:pt x="15054" y="1622"/>
                </a:cubicBezTo>
                <a:close/>
                <a:moveTo>
                  <a:pt x="2471" y="4046"/>
                </a:moveTo>
                <a:lnTo>
                  <a:pt x="2471" y="4577"/>
                </a:lnTo>
                <a:lnTo>
                  <a:pt x="1063" y="4577"/>
                </a:lnTo>
                <a:cubicBezTo>
                  <a:pt x="924" y="4577"/>
                  <a:pt x="809" y="4462"/>
                  <a:pt x="809" y="4323"/>
                </a:cubicBezTo>
                <a:cubicBezTo>
                  <a:pt x="809" y="4162"/>
                  <a:pt x="924" y="4046"/>
                  <a:pt x="1063" y="4046"/>
                </a:cubicBezTo>
                <a:close/>
                <a:moveTo>
                  <a:pt x="6281" y="3931"/>
                </a:moveTo>
                <a:lnTo>
                  <a:pt x="6281" y="4670"/>
                </a:lnTo>
                <a:lnTo>
                  <a:pt x="4087" y="4670"/>
                </a:lnTo>
                <a:lnTo>
                  <a:pt x="4087" y="3931"/>
                </a:lnTo>
                <a:close/>
                <a:moveTo>
                  <a:pt x="3302" y="2892"/>
                </a:moveTo>
                <a:cubicBezTo>
                  <a:pt x="3418" y="2892"/>
                  <a:pt x="3510" y="2984"/>
                  <a:pt x="3510" y="3100"/>
                </a:cubicBezTo>
                <a:lnTo>
                  <a:pt x="3510" y="3654"/>
                </a:lnTo>
                <a:lnTo>
                  <a:pt x="3510" y="4970"/>
                </a:lnTo>
                <a:lnTo>
                  <a:pt x="3510" y="5501"/>
                </a:lnTo>
                <a:cubicBezTo>
                  <a:pt x="3510" y="5616"/>
                  <a:pt x="3418" y="5708"/>
                  <a:pt x="3302" y="5708"/>
                </a:cubicBezTo>
                <a:lnTo>
                  <a:pt x="2818" y="5708"/>
                </a:lnTo>
                <a:cubicBezTo>
                  <a:pt x="2702" y="5708"/>
                  <a:pt x="2610" y="5616"/>
                  <a:pt x="2610" y="5501"/>
                </a:cubicBezTo>
                <a:lnTo>
                  <a:pt x="2610" y="5154"/>
                </a:lnTo>
                <a:cubicBezTo>
                  <a:pt x="2864" y="5085"/>
                  <a:pt x="3048" y="4854"/>
                  <a:pt x="3048" y="4577"/>
                </a:cubicBezTo>
                <a:lnTo>
                  <a:pt x="3048" y="4046"/>
                </a:lnTo>
                <a:cubicBezTo>
                  <a:pt x="3048" y="3769"/>
                  <a:pt x="2864" y="3538"/>
                  <a:pt x="2610" y="3492"/>
                </a:cubicBezTo>
                <a:lnTo>
                  <a:pt x="2610" y="3100"/>
                </a:lnTo>
                <a:cubicBezTo>
                  <a:pt x="2610" y="2984"/>
                  <a:pt x="2702" y="2892"/>
                  <a:pt x="2818" y="2892"/>
                </a:cubicBezTo>
                <a:close/>
                <a:moveTo>
                  <a:pt x="12907" y="4485"/>
                </a:moveTo>
                <a:lnTo>
                  <a:pt x="12907" y="6355"/>
                </a:lnTo>
                <a:lnTo>
                  <a:pt x="11706" y="6355"/>
                </a:lnTo>
                <a:lnTo>
                  <a:pt x="11706" y="4485"/>
                </a:lnTo>
                <a:close/>
                <a:moveTo>
                  <a:pt x="4849" y="9933"/>
                </a:moveTo>
                <a:cubicBezTo>
                  <a:pt x="4895" y="9933"/>
                  <a:pt x="4942" y="9980"/>
                  <a:pt x="4942" y="10026"/>
                </a:cubicBezTo>
                <a:lnTo>
                  <a:pt x="4942" y="10695"/>
                </a:lnTo>
                <a:cubicBezTo>
                  <a:pt x="4942" y="10718"/>
                  <a:pt x="4895" y="10765"/>
                  <a:pt x="4849" y="10765"/>
                </a:cubicBezTo>
                <a:lnTo>
                  <a:pt x="3487" y="10765"/>
                </a:lnTo>
                <a:cubicBezTo>
                  <a:pt x="3441" y="10765"/>
                  <a:pt x="3418" y="10718"/>
                  <a:pt x="3418" y="10695"/>
                </a:cubicBezTo>
                <a:lnTo>
                  <a:pt x="3418" y="10026"/>
                </a:lnTo>
                <a:cubicBezTo>
                  <a:pt x="3418" y="9980"/>
                  <a:pt x="3441" y="9933"/>
                  <a:pt x="3487" y="9933"/>
                </a:cubicBezTo>
                <a:close/>
                <a:moveTo>
                  <a:pt x="4503" y="11342"/>
                </a:moveTo>
                <a:lnTo>
                  <a:pt x="4503" y="11827"/>
                </a:lnTo>
                <a:cubicBezTo>
                  <a:pt x="4399" y="11792"/>
                  <a:pt x="4289" y="11775"/>
                  <a:pt x="4180" y="11775"/>
                </a:cubicBezTo>
                <a:cubicBezTo>
                  <a:pt x="4070" y="11775"/>
                  <a:pt x="3960" y="11792"/>
                  <a:pt x="3856" y="11827"/>
                </a:cubicBezTo>
                <a:lnTo>
                  <a:pt x="3856" y="11342"/>
                </a:lnTo>
                <a:close/>
                <a:moveTo>
                  <a:pt x="15885" y="7209"/>
                </a:moveTo>
                <a:cubicBezTo>
                  <a:pt x="15977" y="7209"/>
                  <a:pt x="16023" y="7278"/>
                  <a:pt x="16023" y="7371"/>
                </a:cubicBezTo>
                <a:lnTo>
                  <a:pt x="16023" y="12611"/>
                </a:lnTo>
                <a:cubicBezTo>
                  <a:pt x="16023" y="12704"/>
                  <a:pt x="15977" y="12773"/>
                  <a:pt x="15885" y="12773"/>
                </a:cubicBezTo>
                <a:lnTo>
                  <a:pt x="13484" y="12773"/>
                </a:lnTo>
                <a:lnTo>
                  <a:pt x="13484" y="7209"/>
                </a:lnTo>
                <a:close/>
                <a:moveTo>
                  <a:pt x="12907" y="6932"/>
                </a:moveTo>
                <a:lnTo>
                  <a:pt x="12907" y="13050"/>
                </a:lnTo>
                <a:lnTo>
                  <a:pt x="11706" y="13050"/>
                </a:lnTo>
                <a:lnTo>
                  <a:pt x="11706" y="6932"/>
                </a:lnTo>
                <a:close/>
                <a:moveTo>
                  <a:pt x="4178" y="12348"/>
                </a:moveTo>
                <a:cubicBezTo>
                  <a:pt x="4356" y="12348"/>
                  <a:pt x="4537" y="12415"/>
                  <a:pt x="4688" y="12565"/>
                </a:cubicBezTo>
                <a:cubicBezTo>
                  <a:pt x="5126" y="13004"/>
                  <a:pt x="4803" y="13766"/>
                  <a:pt x="4180" y="13766"/>
                </a:cubicBezTo>
                <a:cubicBezTo>
                  <a:pt x="3787" y="13766"/>
                  <a:pt x="3464" y="13466"/>
                  <a:pt x="3464" y="13073"/>
                </a:cubicBezTo>
                <a:cubicBezTo>
                  <a:pt x="3464" y="12637"/>
                  <a:pt x="3811" y="12348"/>
                  <a:pt x="4178" y="12348"/>
                </a:cubicBezTo>
                <a:close/>
                <a:moveTo>
                  <a:pt x="4503" y="14320"/>
                </a:moveTo>
                <a:lnTo>
                  <a:pt x="4503" y="14666"/>
                </a:lnTo>
                <a:lnTo>
                  <a:pt x="3856" y="14666"/>
                </a:lnTo>
                <a:lnTo>
                  <a:pt x="3856" y="14320"/>
                </a:lnTo>
                <a:cubicBezTo>
                  <a:pt x="3949" y="14343"/>
                  <a:pt x="4064" y="14343"/>
                  <a:pt x="4180" y="14366"/>
                </a:cubicBezTo>
                <a:cubicBezTo>
                  <a:pt x="4295" y="14343"/>
                  <a:pt x="4387" y="14343"/>
                  <a:pt x="4503" y="14320"/>
                </a:cubicBezTo>
                <a:close/>
                <a:moveTo>
                  <a:pt x="12907" y="13627"/>
                </a:moveTo>
                <a:lnTo>
                  <a:pt x="12907" y="15497"/>
                </a:lnTo>
                <a:lnTo>
                  <a:pt x="11706" y="15497"/>
                </a:lnTo>
                <a:lnTo>
                  <a:pt x="11706" y="13627"/>
                </a:lnTo>
                <a:close/>
                <a:moveTo>
                  <a:pt x="4874" y="15260"/>
                </a:moveTo>
                <a:cubicBezTo>
                  <a:pt x="4911" y="15260"/>
                  <a:pt x="4942" y="15298"/>
                  <a:pt x="4942" y="15336"/>
                </a:cubicBezTo>
                <a:lnTo>
                  <a:pt x="4942" y="16005"/>
                </a:lnTo>
                <a:cubicBezTo>
                  <a:pt x="4942" y="16051"/>
                  <a:pt x="4895" y="16098"/>
                  <a:pt x="4849" y="16098"/>
                </a:cubicBezTo>
                <a:lnTo>
                  <a:pt x="3487" y="16098"/>
                </a:lnTo>
                <a:cubicBezTo>
                  <a:pt x="3441" y="16098"/>
                  <a:pt x="3418" y="16051"/>
                  <a:pt x="3418" y="16005"/>
                </a:cubicBezTo>
                <a:lnTo>
                  <a:pt x="3418" y="15336"/>
                </a:lnTo>
                <a:cubicBezTo>
                  <a:pt x="3418" y="15290"/>
                  <a:pt x="3441" y="15267"/>
                  <a:pt x="3487" y="15267"/>
                </a:cubicBezTo>
                <a:lnTo>
                  <a:pt x="4849" y="15267"/>
                </a:lnTo>
                <a:cubicBezTo>
                  <a:pt x="4858" y="15262"/>
                  <a:pt x="4866" y="15260"/>
                  <a:pt x="4874" y="15260"/>
                </a:cubicBezTo>
                <a:close/>
                <a:moveTo>
                  <a:pt x="10044" y="2730"/>
                </a:moveTo>
                <a:cubicBezTo>
                  <a:pt x="10644" y="2730"/>
                  <a:pt x="11129" y="3215"/>
                  <a:pt x="11129" y="3838"/>
                </a:cubicBezTo>
                <a:lnTo>
                  <a:pt x="11129" y="16051"/>
                </a:lnTo>
                <a:cubicBezTo>
                  <a:pt x="11129" y="16652"/>
                  <a:pt x="10644" y="17137"/>
                  <a:pt x="10044" y="17137"/>
                </a:cubicBezTo>
                <a:lnTo>
                  <a:pt x="7943" y="17137"/>
                </a:lnTo>
                <a:cubicBezTo>
                  <a:pt x="7343" y="17137"/>
                  <a:pt x="6858" y="16652"/>
                  <a:pt x="6858" y="16051"/>
                </a:cubicBezTo>
                <a:lnTo>
                  <a:pt x="6858" y="13350"/>
                </a:lnTo>
                <a:lnTo>
                  <a:pt x="9236" y="13350"/>
                </a:lnTo>
                <a:cubicBezTo>
                  <a:pt x="9651" y="13350"/>
                  <a:pt x="9975" y="13027"/>
                  <a:pt x="9975" y="12611"/>
                </a:cubicBezTo>
                <a:lnTo>
                  <a:pt x="9975" y="11596"/>
                </a:lnTo>
                <a:cubicBezTo>
                  <a:pt x="9975" y="11399"/>
                  <a:pt x="9830" y="11301"/>
                  <a:pt x="9686" y="11301"/>
                </a:cubicBezTo>
                <a:cubicBezTo>
                  <a:pt x="9542" y="11301"/>
                  <a:pt x="9397" y="11399"/>
                  <a:pt x="9397" y="11596"/>
                </a:cubicBezTo>
                <a:lnTo>
                  <a:pt x="9397" y="12611"/>
                </a:lnTo>
                <a:cubicBezTo>
                  <a:pt x="9397" y="12704"/>
                  <a:pt x="9328" y="12773"/>
                  <a:pt x="9259" y="12773"/>
                </a:cubicBezTo>
                <a:lnTo>
                  <a:pt x="6858" y="12773"/>
                </a:lnTo>
                <a:lnTo>
                  <a:pt x="6858" y="7209"/>
                </a:lnTo>
                <a:lnTo>
                  <a:pt x="9259" y="7209"/>
                </a:lnTo>
                <a:cubicBezTo>
                  <a:pt x="9328" y="7209"/>
                  <a:pt x="9397" y="7278"/>
                  <a:pt x="9397" y="7371"/>
                </a:cubicBezTo>
                <a:lnTo>
                  <a:pt x="9397" y="10349"/>
                </a:lnTo>
                <a:cubicBezTo>
                  <a:pt x="9397" y="10545"/>
                  <a:pt x="9542" y="10643"/>
                  <a:pt x="9686" y="10643"/>
                </a:cubicBezTo>
                <a:cubicBezTo>
                  <a:pt x="9830" y="10643"/>
                  <a:pt x="9975" y="10545"/>
                  <a:pt x="9975" y="10349"/>
                </a:cubicBezTo>
                <a:lnTo>
                  <a:pt x="9975" y="7371"/>
                </a:lnTo>
                <a:cubicBezTo>
                  <a:pt x="9975" y="6955"/>
                  <a:pt x="9651" y="6632"/>
                  <a:pt x="9236" y="6632"/>
                </a:cubicBezTo>
                <a:lnTo>
                  <a:pt x="6858" y="6632"/>
                </a:lnTo>
                <a:lnTo>
                  <a:pt x="6858" y="3838"/>
                </a:lnTo>
                <a:cubicBezTo>
                  <a:pt x="6858" y="3215"/>
                  <a:pt x="7343" y="2730"/>
                  <a:pt x="7943" y="2730"/>
                </a:cubicBezTo>
                <a:close/>
                <a:moveTo>
                  <a:pt x="6281" y="5247"/>
                </a:moveTo>
                <a:lnTo>
                  <a:pt x="6281" y="16051"/>
                </a:lnTo>
                <a:cubicBezTo>
                  <a:pt x="6281" y="16721"/>
                  <a:pt x="6650" y="17298"/>
                  <a:pt x="7250" y="17575"/>
                </a:cubicBezTo>
                <a:lnTo>
                  <a:pt x="5080" y="17575"/>
                </a:lnTo>
                <a:lnTo>
                  <a:pt x="5080" y="16629"/>
                </a:lnTo>
                <a:cubicBezTo>
                  <a:pt x="5357" y="16536"/>
                  <a:pt x="5519" y="16282"/>
                  <a:pt x="5519" y="16005"/>
                </a:cubicBezTo>
                <a:lnTo>
                  <a:pt x="5519" y="15336"/>
                </a:lnTo>
                <a:cubicBezTo>
                  <a:pt x="5519" y="15059"/>
                  <a:pt x="5357" y="14805"/>
                  <a:pt x="5080" y="14712"/>
                </a:cubicBezTo>
                <a:lnTo>
                  <a:pt x="5080" y="13974"/>
                </a:lnTo>
                <a:cubicBezTo>
                  <a:pt x="5588" y="13466"/>
                  <a:pt x="5588" y="12658"/>
                  <a:pt x="5080" y="12150"/>
                </a:cubicBezTo>
                <a:lnTo>
                  <a:pt x="5080" y="11319"/>
                </a:lnTo>
                <a:cubicBezTo>
                  <a:pt x="5357" y="11203"/>
                  <a:pt x="5519" y="10972"/>
                  <a:pt x="5519" y="10695"/>
                </a:cubicBezTo>
                <a:lnTo>
                  <a:pt x="5519" y="10026"/>
                </a:lnTo>
                <a:cubicBezTo>
                  <a:pt x="5519" y="9726"/>
                  <a:pt x="5357" y="9495"/>
                  <a:pt x="5080" y="9402"/>
                </a:cubicBezTo>
                <a:lnTo>
                  <a:pt x="5080" y="5247"/>
                </a:lnTo>
                <a:close/>
                <a:moveTo>
                  <a:pt x="9698" y="17737"/>
                </a:moveTo>
                <a:lnTo>
                  <a:pt x="9698" y="18106"/>
                </a:lnTo>
                <a:cubicBezTo>
                  <a:pt x="9698" y="18175"/>
                  <a:pt x="9651" y="18245"/>
                  <a:pt x="9559" y="18245"/>
                </a:cubicBezTo>
                <a:lnTo>
                  <a:pt x="8405" y="18245"/>
                </a:lnTo>
                <a:cubicBezTo>
                  <a:pt x="8335" y="18245"/>
                  <a:pt x="8266" y="18175"/>
                  <a:pt x="8266" y="18106"/>
                </a:cubicBezTo>
                <a:lnTo>
                  <a:pt x="8266" y="17737"/>
                </a:lnTo>
                <a:close/>
                <a:moveTo>
                  <a:pt x="16324" y="17737"/>
                </a:moveTo>
                <a:lnTo>
                  <a:pt x="16324" y="18106"/>
                </a:lnTo>
                <a:cubicBezTo>
                  <a:pt x="16324" y="18175"/>
                  <a:pt x="16277" y="18245"/>
                  <a:pt x="16185" y="18245"/>
                </a:cubicBezTo>
                <a:lnTo>
                  <a:pt x="15054" y="18245"/>
                </a:lnTo>
                <a:cubicBezTo>
                  <a:pt x="14961" y="18245"/>
                  <a:pt x="14892" y="18175"/>
                  <a:pt x="14892" y="18106"/>
                </a:cubicBezTo>
                <a:lnTo>
                  <a:pt x="14892" y="17737"/>
                </a:lnTo>
                <a:close/>
                <a:moveTo>
                  <a:pt x="4503" y="16675"/>
                </a:moveTo>
                <a:lnTo>
                  <a:pt x="4503" y="17875"/>
                </a:lnTo>
                <a:cubicBezTo>
                  <a:pt x="4503" y="18037"/>
                  <a:pt x="4641" y="18152"/>
                  <a:pt x="4803" y="18152"/>
                </a:cubicBezTo>
                <a:lnTo>
                  <a:pt x="7712" y="18152"/>
                </a:lnTo>
                <a:cubicBezTo>
                  <a:pt x="7712" y="18429"/>
                  <a:pt x="7897" y="18683"/>
                  <a:pt x="8174" y="18776"/>
                </a:cubicBezTo>
                <a:lnTo>
                  <a:pt x="8174" y="18822"/>
                </a:lnTo>
                <a:lnTo>
                  <a:pt x="4157" y="18822"/>
                </a:lnTo>
                <a:cubicBezTo>
                  <a:pt x="3972" y="18822"/>
                  <a:pt x="3833" y="18660"/>
                  <a:pt x="3833" y="18499"/>
                </a:cubicBezTo>
                <a:lnTo>
                  <a:pt x="3856" y="18499"/>
                </a:lnTo>
                <a:lnTo>
                  <a:pt x="3856" y="16675"/>
                </a:lnTo>
                <a:close/>
                <a:moveTo>
                  <a:pt x="9236" y="18822"/>
                </a:moveTo>
                <a:lnTo>
                  <a:pt x="9236" y="19076"/>
                </a:lnTo>
                <a:cubicBezTo>
                  <a:pt x="9259" y="19249"/>
                  <a:pt x="9126" y="19336"/>
                  <a:pt x="8993" y="19336"/>
                </a:cubicBezTo>
                <a:cubicBezTo>
                  <a:pt x="8861" y="19336"/>
                  <a:pt x="8728" y="19249"/>
                  <a:pt x="8751" y="19076"/>
                </a:cubicBezTo>
                <a:lnTo>
                  <a:pt x="8751" y="18822"/>
                </a:lnTo>
                <a:close/>
                <a:moveTo>
                  <a:pt x="15862" y="18822"/>
                </a:moveTo>
                <a:lnTo>
                  <a:pt x="15862" y="19076"/>
                </a:lnTo>
                <a:cubicBezTo>
                  <a:pt x="15885" y="19261"/>
                  <a:pt x="15752" y="19353"/>
                  <a:pt x="15619" y="19353"/>
                </a:cubicBezTo>
                <a:cubicBezTo>
                  <a:pt x="15487" y="19353"/>
                  <a:pt x="15354" y="19261"/>
                  <a:pt x="15377" y="19076"/>
                </a:cubicBezTo>
                <a:lnTo>
                  <a:pt x="15377" y="18822"/>
                </a:lnTo>
                <a:close/>
                <a:moveTo>
                  <a:pt x="15619" y="0"/>
                </a:moveTo>
                <a:cubicBezTo>
                  <a:pt x="15210" y="0"/>
                  <a:pt x="14800" y="271"/>
                  <a:pt x="14800" y="814"/>
                </a:cubicBezTo>
                <a:lnTo>
                  <a:pt x="14800" y="1114"/>
                </a:lnTo>
                <a:cubicBezTo>
                  <a:pt x="14500" y="1206"/>
                  <a:pt x="14315" y="1484"/>
                  <a:pt x="14315" y="1784"/>
                </a:cubicBezTo>
                <a:lnTo>
                  <a:pt x="14315" y="2176"/>
                </a:lnTo>
                <a:cubicBezTo>
                  <a:pt x="13507" y="2292"/>
                  <a:pt x="12907" y="3007"/>
                  <a:pt x="12884" y="3838"/>
                </a:cubicBezTo>
                <a:lnTo>
                  <a:pt x="12884" y="3908"/>
                </a:lnTo>
                <a:lnTo>
                  <a:pt x="11706" y="3908"/>
                </a:lnTo>
                <a:lnTo>
                  <a:pt x="11706" y="3838"/>
                </a:lnTo>
                <a:cubicBezTo>
                  <a:pt x="11706" y="3007"/>
                  <a:pt x="11083" y="2292"/>
                  <a:pt x="10275" y="2176"/>
                </a:cubicBezTo>
                <a:lnTo>
                  <a:pt x="10275" y="1784"/>
                </a:lnTo>
                <a:cubicBezTo>
                  <a:pt x="10275" y="1484"/>
                  <a:pt x="10090" y="1206"/>
                  <a:pt x="9813" y="1114"/>
                </a:cubicBezTo>
                <a:lnTo>
                  <a:pt x="9813" y="814"/>
                </a:lnTo>
                <a:cubicBezTo>
                  <a:pt x="9778" y="295"/>
                  <a:pt x="9380" y="35"/>
                  <a:pt x="8982" y="35"/>
                </a:cubicBezTo>
                <a:cubicBezTo>
                  <a:pt x="8584" y="35"/>
                  <a:pt x="8185" y="295"/>
                  <a:pt x="8151" y="814"/>
                </a:cubicBezTo>
                <a:lnTo>
                  <a:pt x="8151" y="1114"/>
                </a:lnTo>
                <a:cubicBezTo>
                  <a:pt x="7874" y="1206"/>
                  <a:pt x="7689" y="1484"/>
                  <a:pt x="7689" y="1784"/>
                </a:cubicBezTo>
                <a:lnTo>
                  <a:pt x="7689" y="2176"/>
                </a:lnTo>
                <a:cubicBezTo>
                  <a:pt x="7042" y="2268"/>
                  <a:pt x="6511" y="2730"/>
                  <a:pt x="6327" y="3354"/>
                </a:cubicBezTo>
                <a:lnTo>
                  <a:pt x="4087" y="3354"/>
                </a:lnTo>
                <a:lnTo>
                  <a:pt x="4087" y="3100"/>
                </a:lnTo>
                <a:cubicBezTo>
                  <a:pt x="4087" y="2661"/>
                  <a:pt x="3718" y="2315"/>
                  <a:pt x="3279" y="2315"/>
                </a:cubicBezTo>
                <a:lnTo>
                  <a:pt x="2794" y="2315"/>
                </a:lnTo>
                <a:cubicBezTo>
                  <a:pt x="2356" y="2315"/>
                  <a:pt x="2009" y="2661"/>
                  <a:pt x="2009" y="3100"/>
                </a:cubicBezTo>
                <a:lnTo>
                  <a:pt x="2009" y="3469"/>
                </a:lnTo>
                <a:lnTo>
                  <a:pt x="1063" y="3469"/>
                </a:lnTo>
                <a:cubicBezTo>
                  <a:pt x="1" y="3538"/>
                  <a:pt x="1" y="5108"/>
                  <a:pt x="1063" y="5154"/>
                </a:cubicBezTo>
                <a:lnTo>
                  <a:pt x="2009" y="5154"/>
                </a:lnTo>
                <a:lnTo>
                  <a:pt x="2009" y="5501"/>
                </a:lnTo>
                <a:cubicBezTo>
                  <a:pt x="2009" y="5939"/>
                  <a:pt x="2356" y="6286"/>
                  <a:pt x="2794" y="6286"/>
                </a:cubicBezTo>
                <a:lnTo>
                  <a:pt x="3233" y="6286"/>
                </a:lnTo>
                <a:lnTo>
                  <a:pt x="3233" y="7163"/>
                </a:lnTo>
                <a:cubicBezTo>
                  <a:pt x="3233" y="7359"/>
                  <a:pt x="3377" y="7457"/>
                  <a:pt x="3522" y="7457"/>
                </a:cubicBezTo>
                <a:cubicBezTo>
                  <a:pt x="3666" y="7457"/>
                  <a:pt x="3810" y="7359"/>
                  <a:pt x="3810" y="7163"/>
                </a:cubicBezTo>
                <a:lnTo>
                  <a:pt x="3810" y="6078"/>
                </a:lnTo>
                <a:cubicBezTo>
                  <a:pt x="3972" y="5916"/>
                  <a:pt x="4064" y="5708"/>
                  <a:pt x="4064" y="5501"/>
                </a:cubicBezTo>
                <a:lnTo>
                  <a:pt x="4064" y="5247"/>
                </a:lnTo>
                <a:lnTo>
                  <a:pt x="4480" y="5247"/>
                </a:lnTo>
                <a:lnTo>
                  <a:pt x="4480" y="9356"/>
                </a:lnTo>
                <a:lnTo>
                  <a:pt x="3810" y="9356"/>
                </a:lnTo>
                <a:lnTo>
                  <a:pt x="3810" y="8410"/>
                </a:lnTo>
                <a:cubicBezTo>
                  <a:pt x="3810" y="8213"/>
                  <a:pt x="3666" y="8115"/>
                  <a:pt x="3522" y="8115"/>
                </a:cubicBezTo>
                <a:cubicBezTo>
                  <a:pt x="3377" y="8115"/>
                  <a:pt x="3233" y="8213"/>
                  <a:pt x="3233" y="8410"/>
                </a:cubicBezTo>
                <a:lnTo>
                  <a:pt x="3233" y="9379"/>
                </a:lnTo>
                <a:cubicBezTo>
                  <a:pt x="2979" y="9472"/>
                  <a:pt x="2818" y="9726"/>
                  <a:pt x="2818" y="10003"/>
                </a:cubicBezTo>
                <a:lnTo>
                  <a:pt x="2818" y="10672"/>
                </a:lnTo>
                <a:cubicBezTo>
                  <a:pt x="2818" y="10949"/>
                  <a:pt x="2979" y="11203"/>
                  <a:pt x="3233" y="11296"/>
                </a:cubicBezTo>
                <a:lnTo>
                  <a:pt x="3233" y="12150"/>
                </a:lnTo>
                <a:cubicBezTo>
                  <a:pt x="2748" y="12658"/>
                  <a:pt x="2748" y="13466"/>
                  <a:pt x="3233" y="13974"/>
                </a:cubicBezTo>
                <a:lnTo>
                  <a:pt x="3233" y="14712"/>
                </a:lnTo>
                <a:cubicBezTo>
                  <a:pt x="2979" y="14805"/>
                  <a:pt x="2818" y="15059"/>
                  <a:pt x="2818" y="15336"/>
                </a:cubicBezTo>
                <a:lnTo>
                  <a:pt x="2818" y="16005"/>
                </a:lnTo>
                <a:cubicBezTo>
                  <a:pt x="2818" y="16282"/>
                  <a:pt x="2979" y="16513"/>
                  <a:pt x="3233" y="16629"/>
                </a:cubicBezTo>
                <a:lnTo>
                  <a:pt x="3233" y="18476"/>
                </a:lnTo>
                <a:cubicBezTo>
                  <a:pt x="3233" y="18984"/>
                  <a:pt x="3649" y="19399"/>
                  <a:pt x="4157" y="19399"/>
                </a:cubicBezTo>
                <a:lnTo>
                  <a:pt x="8220" y="19399"/>
                </a:lnTo>
                <a:cubicBezTo>
                  <a:pt x="8365" y="19747"/>
                  <a:pt x="8667" y="19905"/>
                  <a:pt x="8968" y="19905"/>
                </a:cubicBezTo>
                <a:cubicBezTo>
                  <a:pt x="9387" y="19905"/>
                  <a:pt x="9803" y="19600"/>
                  <a:pt x="9790" y="19076"/>
                </a:cubicBezTo>
                <a:lnTo>
                  <a:pt x="9790" y="18776"/>
                </a:lnTo>
                <a:cubicBezTo>
                  <a:pt x="10090" y="18683"/>
                  <a:pt x="10275" y="18406"/>
                  <a:pt x="10275" y="18106"/>
                </a:cubicBezTo>
                <a:lnTo>
                  <a:pt x="10275" y="17714"/>
                </a:lnTo>
                <a:cubicBezTo>
                  <a:pt x="11083" y="17598"/>
                  <a:pt x="11683" y="16906"/>
                  <a:pt x="11706" y="16098"/>
                </a:cubicBezTo>
                <a:lnTo>
                  <a:pt x="12884" y="16098"/>
                </a:lnTo>
                <a:cubicBezTo>
                  <a:pt x="12907" y="16906"/>
                  <a:pt x="13507" y="17598"/>
                  <a:pt x="14315" y="17714"/>
                </a:cubicBezTo>
                <a:lnTo>
                  <a:pt x="14315" y="18106"/>
                </a:lnTo>
                <a:cubicBezTo>
                  <a:pt x="14315" y="18406"/>
                  <a:pt x="14500" y="18683"/>
                  <a:pt x="14777" y="18776"/>
                </a:cubicBezTo>
                <a:lnTo>
                  <a:pt x="14777" y="19076"/>
                </a:lnTo>
                <a:cubicBezTo>
                  <a:pt x="14777" y="19618"/>
                  <a:pt x="15192" y="19890"/>
                  <a:pt x="15608" y="19890"/>
                </a:cubicBezTo>
                <a:cubicBezTo>
                  <a:pt x="16023" y="19890"/>
                  <a:pt x="16439" y="19618"/>
                  <a:pt x="16439" y="19076"/>
                </a:cubicBezTo>
                <a:lnTo>
                  <a:pt x="16439" y="18776"/>
                </a:lnTo>
                <a:cubicBezTo>
                  <a:pt x="16716" y="18683"/>
                  <a:pt x="16901" y="18406"/>
                  <a:pt x="16901" y="18106"/>
                </a:cubicBezTo>
                <a:lnTo>
                  <a:pt x="16901" y="17714"/>
                </a:lnTo>
                <a:cubicBezTo>
                  <a:pt x="17732" y="17598"/>
                  <a:pt x="18332" y="16883"/>
                  <a:pt x="18332" y="16051"/>
                </a:cubicBezTo>
                <a:lnTo>
                  <a:pt x="18332" y="5870"/>
                </a:lnTo>
                <a:cubicBezTo>
                  <a:pt x="18332" y="5674"/>
                  <a:pt x="18188" y="5576"/>
                  <a:pt x="18044" y="5576"/>
                </a:cubicBezTo>
                <a:cubicBezTo>
                  <a:pt x="17899" y="5576"/>
                  <a:pt x="17755" y="5674"/>
                  <a:pt x="17755" y="5870"/>
                </a:cubicBezTo>
                <a:lnTo>
                  <a:pt x="17755" y="16051"/>
                </a:lnTo>
                <a:cubicBezTo>
                  <a:pt x="17755" y="16652"/>
                  <a:pt x="17270" y="17160"/>
                  <a:pt x="16670" y="17160"/>
                </a:cubicBezTo>
                <a:lnTo>
                  <a:pt x="14569" y="17160"/>
                </a:lnTo>
                <a:cubicBezTo>
                  <a:pt x="13969" y="17160"/>
                  <a:pt x="13484" y="16652"/>
                  <a:pt x="13484" y="16051"/>
                </a:cubicBezTo>
                <a:lnTo>
                  <a:pt x="13484" y="13350"/>
                </a:lnTo>
                <a:lnTo>
                  <a:pt x="15862" y="13350"/>
                </a:lnTo>
                <a:cubicBezTo>
                  <a:pt x="16277" y="13350"/>
                  <a:pt x="16601" y="13027"/>
                  <a:pt x="16601" y="12611"/>
                </a:cubicBezTo>
                <a:lnTo>
                  <a:pt x="16601" y="7371"/>
                </a:lnTo>
                <a:cubicBezTo>
                  <a:pt x="16601" y="6955"/>
                  <a:pt x="16277" y="6632"/>
                  <a:pt x="15862" y="6632"/>
                </a:cubicBezTo>
                <a:lnTo>
                  <a:pt x="13484" y="6632"/>
                </a:lnTo>
                <a:lnTo>
                  <a:pt x="13484" y="3815"/>
                </a:lnTo>
                <a:cubicBezTo>
                  <a:pt x="13484" y="3215"/>
                  <a:pt x="13969" y="2730"/>
                  <a:pt x="14569" y="2730"/>
                </a:cubicBezTo>
                <a:lnTo>
                  <a:pt x="16670" y="2730"/>
                </a:lnTo>
                <a:cubicBezTo>
                  <a:pt x="17270" y="2730"/>
                  <a:pt x="17755" y="3215"/>
                  <a:pt x="17755" y="3815"/>
                </a:cubicBezTo>
                <a:lnTo>
                  <a:pt x="17755" y="4623"/>
                </a:lnTo>
                <a:cubicBezTo>
                  <a:pt x="17755" y="4785"/>
                  <a:pt x="17893" y="4900"/>
                  <a:pt x="18055" y="4900"/>
                </a:cubicBezTo>
                <a:lnTo>
                  <a:pt x="18055" y="4923"/>
                </a:lnTo>
                <a:cubicBezTo>
                  <a:pt x="18217" y="4923"/>
                  <a:pt x="18332" y="4785"/>
                  <a:pt x="18332" y="4623"/>
                </a:cubicBezTo>
                <a:lnTo>
                  <a:pt x="18332" y="3838"/>
                </a:lnTo>
                <a:cubicBezTo>
                  <a:pt x="18332" y="3007"/>
                  <a:pt x="17732" y="2292"/>
                  <a:pt x="16901" y="2176"/>
                </a:cubicBezTo>
                <a:lnTo>
                  <a:pt x="16901" y="1784"/>
                </a:lnTo>
                <a:cubicBezTo>
                  <a:pt x="16901" y="1484"/>
                  <a:pt x="16716" y="1206"/>
                  <a:pt x="16439" y="1114"/>
                </a:cubicBezTo>
                <a:lnTo>
                  <a:pt x="16439" y="814"/>
                </a:lnTo>
                <a:cubicBezTo>
                  <a:pt x="16439" y="271"/>
                  <a:pt x="16029" y="0"/>
                  <a:pt x="1561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11998;p66">
            <a:extLst>
              <a:ext uri="{FF2B5EF4-FFF2-40B4-BE49-F238E27FC236}">
                <a16:creationId xmlns:a16="http://schemas.microsoft.com/office/drawing/2014/main" id="{2DF0E7F7-9785-3BF8-D60A-584DD92284FA}"/>
              </a:ext>
            </a:extLst>
          </p:cNvPr>
          <p:cNvGrpSpPr/>
          <p:nvPr/>
        </p:nvGrpSpPr>
        <p:grpSpPr>
          <a:xfrm>
            <a:off x="5963396" y="1806397"/>
            <a:ext cx="347934" cy="310024"/>
            <a:chOff x="1327676" y="2910480"/>
            <a:chExt cx="347934" cy="310024"/>
          </a:xfrm>
          <a:solidFill>
            <a:schemeClr val="tx1"/>
          </a:solidFill>
        </p:grpSpPr>
        <p:sp>
          <p:nvSpPr>
            <p:cNvPr id="8" name="Google Shape;11999;p66">
              <a:extLst>
                <a:ext uri="{FF2B5EF4-FFF2-40B4-BE49-F238E27FC236}">
                  <a16:creationId xmlns:a16="http://schemas.microsoft.com/office/drawing/2014/main" id="{56E28EC7-4289-DCCB-3FE8-95DCAEE9A201}"/>
                </a:ext>
              </a:extLst>
            </p:cNvPr>
            <p:cNvSpPr/>
            <p:nvPr/>
          </p:nvSpPr>
          <p:spPr>
            <a:xfrm>
              <a:off x="1367081" y="3067370"/>
              <a:ext cx="43257" cy="15565"/>
            </a:xfrm>
            <a:custGeom>
              <a:avLst/>
              <a:gdLst/>
              <a:ahLst/>
              <a:cxnLst/>
              <a:rect l="l" t="t" r="r" b="b"/>
              <a:pathLst>
                <a:path w="1359" h="489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cubicBezTo>
                    <a:pt x="346" y="322"/>
                    <a:pt x="870" y="358"/>
                    <a:pt x="1120" y="477"/>
                  </a:cubicBezTo>
                  <a:cubicBezTo>
                    <a:pt x="1144" y="488"/>
                    <a:pt x="1168" y="488"/>
                    <a:pt x="1191" y="488"/>
                  </a:cubicBezTo>
                  <a:cubicBezTo>
                    <a:pt x="1251" y="488"/>
                    <a:pt x="1310" y="465"/>
                    <a:pt x="1346" y="405"/>
                  </a:cubicBezTo>
                  <a:cubicBezTo>
                    <a:pt x="1358" y="322"/>
                    <a:pt x="1334" y="238"/>
                    <a:pt x="1251" y="191"/>
                  </a:cubicBezTo>
                  <a:cubicBezTo>
                    <a:pt x="882" y="12"/>
                    <a:pt x="19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000;p66">
              <a:extLst>
                <a:ext uri="{FF2B5EF4-FFF2-40B4-BE49-F238E27FC236}">
                  <a16:creationId xmlns:a16="http://schemas.microsoft.com/office/drawing/2014/main" id="{C5A587BA-B287-93BA-41CA-3524D8A05422}"/>
                </a:ext>
              </a:extLst>
            </p:cNvPr>
            <p:cNvSpPr/>
            <p:nvPr/>
          </p:nvSpPr>
          <p:spPr>
            <a:xfrm>
              <a:off x="1350402" y="3170436"/>
              <a:ext cx="10663" cy="48541"/>
            </a:xfrm>
            <a:custGeom>
              <a:avLst/>
              <a:gdLst/>
              <a:ahLst/>
              <a:cxnLst/>
              <a:rect l="l" t="t" r="r" b="b"/>
              <a:pathLst>
                <a:path w="335" h="1525" extrusionOk="0">
                  <a:moveTo>
                    <a:pt x="168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1358"/>
                  </a:lnTo>
                  <a:cubicBezTo>
                    <a:pt x="1" y="1453"/>
                    <a:pt x="84" y="1525"/>
                    <a:pt x="168" y="1525"/>
                  </a:cubicBezTo>
                  <a:cubicBezTo>
                    <a:pt x="263" y="1525"/>
                    <a:pt x="334" y="1453"/>
                    <a:pt x="334" y="1358"/>
                  </a:cubicBezTo>
                  <a:lnTo>
                    <a:pt x="334" y="168"/>
                  </a:lnTo>
                  <a:cubicBezTo>
                    <a:pt x="334" y="84"/>
                    <a:pt x="263" y="1"/>
                    <a:pt x="1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001;p66">
              <a:extLst>
                <a:ext uri="{FF2B5EF4-FFF2-40B4-BE49-F238E27FC236}">
                  <a16:creationId xmlns:a16="http://schemas.microsoft.com/office/drawing/2014/main" id="{126029E4-B580-DE17-DE7D-B207AD2AA6CD}"/>
                </a:ext>
              </a:extLst>
            </p:cNvPr>
            <p:cNvSpPr/>
            <p:nvPr/>
          </p:nvSpPr>
          <p:spPr>
            <a:xfrm>
              <a:off x="1327676" y="3040187"/>
              <a:ext cx="201643" cy="180317"/>
            </a:xfrm>
            <a:custGeom>
              <a:avLst/>
              <a:gdLst/>
              <a:ahLst/>
              <a:cxnLst/>
              <a:rect l="l" t="t" r="r" b="b"/>
              <a:pathLst>
                <a:path w="6335" h="5665" extrusionOk="0">
                  <a:moveTo>
                    <a:pt x="5894" y="628"/>
                  </a:moveTo>
                  <a:lnTo>
                    <a:pt x="5954" y="866"/>
                  </a:lnTo>
                  <a:cubicBezTo>
                    <a:pt x="5977" y="926"/>
                    <a:pt x="5966" y="997"/>
                    <a:pt x="5918" y="1045"/>
                  </a:cubicBezTo>
                  <a:lnTo>
                    <a:pt x="5823" y="1140"/>
                  </a:lnTo>
                  <a:lnTo>
                    <a:pt x="5596" y="914"/>
                  </a:lnTo>
                  <a:lnTo>
                    <a:pt x="5894" y="628"/>
                  </a:lnTo>
                  <a:close/>
                  <a:moveTo>
                    <a:pt x="2941" y="307"/>
                  </a:moveTo>
                  <a:lnTo>
                    <a:pt x="2941" y="961"/>
                  </a:lnTo>
                  <a:cubicBezTo>
                    <a:pt x="2941" y="1057"/>
                    <a:pt x="2906" y="1164"/>
                    <a:pt x="2870" y="1271"/>
                  </a:cubicBezTo>
                  <a:lnTo>
                    <a:pt x="2787" y="1438"/>
                  </a:lnTo>
                  <a:cubicBezTo>
                    <a:pt x="2775" y="1450"/>
                    <a:pt x="2775" y="1473"/>
                    <a:pt x="2775" y="1509"/>
                  </a:cubicBezTo>
                  <a:lnTo>
                    <a:pt x="2775" y="1854"/>
                  </a:lnTo>
                  <a:cubicBezTo>
                    <a:pt x="2775" y="2104"/>
                    <a:pt x="2667" y="2331"/>
                    <a:pt x="2513" y="2485"/>
                  </a:cubicBezTo>
                  <a:cubicBezTo>
                    <a:pt x="2363" y="2635"/>
                    <a:pt x="2165" y="2727"/>
                    <a:pt x="1954" y="2727"/>
                  </a:cubicBezTo>
                  <a:cubicBezTo>
                    <a:pt x="1930" y="2727"/>
                    <a:pt x="1906" y="2726"/>
                    <a:pt x="1882" y="2724"/>
                  </a:cubicBezTo>
                  <a:cubicBezTo>
                    <a:pt x="1417" y="2712"/>
                    <a:pt x="1048" y="2307"/>
                    <a:pt x="1048" y="1819"/>
                  </a:cubicBezTo>
                  <a:lnTo>
                    <a:pt x="1048" y="1521"/>
                  </a:lnTo>
                  <a:cubicBezTo>
                    <a:pt x="1048" y="1497"/>
                    <a:pt x="1048" y="1473"/>
                    <a:pt x="1036" y="1450"/>
                  </a:cubicBezTo>
                  <a:lnTo>
                    <a:pt x="929" y="1259"/>
                  </a:lnTo>
                  <a:cubicBezTo>
                    <a:pt x="905" y="1176"/>
                    <a:pt x="870" y="1104"/>
                    <a:pt x="870" y="1021"/>
                  </a:cubicBezTo>
                  <a:lnTo>
                    <a:pt x="870" y="997"/>
                  </a:lnTo>
                  <a:cubicBezTo>
                    <a:pt x="870" y="616"/>
                    <a:pt x="1179" y="307"/>
                    <a:pt x="1572" y="307"/>
                  </a:cubicBezTo>
                  <a:close/>
                  <a:moveTo>
                    <a:pt x="2275" y="2986"/>
                  </a:moveTo>
                  <a:cubicBezTo>
                    <a:pt x="2286" y="3045"/>
                    <a:pt x="2298" y="3081"/>
                    <a:pt x="2310" y="3117"/>
                  </a:cubicBezTo>
                  <a:lnTo>
                    <a:pt x="2167" y="3259"/>
                  </a:lnTo>
                  <a:cubicBezTo>
                    <a:pt x="2102" y="3325"/>
                    <a:pt x="2013" y="3358"/>
                    <a:pt x="1923" y="3358"/>
                  </a:cubicBezTo>
                  <a:cubicBezTo>
                    <a:pt x="1834" y="3358"/>
                    <a:pt x="1745" y="3325"/>
                    <a:pt x="1679" y="3259"/>
                  </a:cubicBezTo>
                  <a:lnTo>
                    <a:pt x="1536" y="3128"/>
                  </a:lnTo>
                  <a:cubicBezTo>
                    <a:pt x="1560" y="3081"/>
                    <a:pt x="1572" y="3045"/>
                    <a:pt x="1572" y="2986"/>
                  </a:cubicBezTo>
                  <a:cubicBezTo>
                    <a:pt x="1679" y="3009"/>
                    <a:pt x="1775" y="3045"/>
                    <a:pt x="1882" y="3045"/>
                  </a:cubicBezTo>
                  <a:lnTo>
                    <a:pt x="1917" y="3045"/>
                  </a:lnTo>
                  <a:cubicBezTo>
                    <a:pt x="2036" y="3045"/>
                    <a:pt x="2167" y="3021"/>
                    <a:pt x="2275" y="2986"/>
                  </a:cubicBezTo>
                  <a:close/>
                  <a:moveTo>
                    <a:pt x="6162" y="0"/>
                  </a:moveTo>
                  <a:cubicBezTo>
                    <a:pt x="6120" y="0"/>
                    <a:pt x="6079" y="15"/>
                    <a:pt x="6049" y="45"/>
                  </a:cubicBezTo>
                  <a:lnTo>
                    <a:pt x="2906" y="3021"/>
                  </a:lnTo>
                  <a:cubicBezTo>
                    <a:pt x="2882" y="3057"/>
                    <a:pt x="2834" y="3069"/>
                    <a:pt x="2787" y="3069"/>
                  </a:cubicBezTo>
                  <a:lnTo>
                    <a:pt x="2763" y="3069"/>
                  </a:lnTo>
                  <a:cubicBezTo>
                    <a:pt x="2656" y="3069"/>
                    <a:pt x="2584" y="2997"/>
                    <a:pt x="2584" y="2890"/>
                  </a:cubicBezTo>
                  <a:lnTo>
                    <a:pt x="2584" y="2843"/>
                  </a:lnTo>
                  <a:cubicBezTo>
                    <a:pt x="2644" y="2819"/>
                    <a:pt x="2679" y="2771"/>
                    <a:pt x="2727" y="2724"/>
                  </a:cubicBezTo>
                  <a:cubicBezTo>
                    <a:pt x="2965" y="2497"/>
                    <a:pt x="3084" y="2200"/>
                    <a:pt x="3084" y="1878"/>
                  </a:cubicBezTo>
                  <a:lnTo>
                    <a:pt x="3084" y="1581"/>
                  </a:lnTo>
                  <a:lnTo>
                    <a:pt x="3144" y="1450"/>
                  </a:lnTo>
                  <a:cubicBezTo>
                    <a:pt x="3215" y="1307"/>
                    <a:pt x="3251" y="1152"/>
                    <a:pt x="3251" y="997"/>
                  </a:cubicBezTo>
                  <a:lnTo>
                    <a:pt x="3251" y="176"/>
                  </a:lnTo>
                  <a:cubicBezTo>
                    <a:pt x="3251" y="92"/>
                    <a:pt x="3179" y="21"/>
                    <a:pt x="3084" y="21"/>
                  </a:cubicBezTo>
                  <a:lnTo>
                    <a:pt x="1548" y="21"/>
                  </a:lnTo>
                  <a:cubicBezTo>
                    <a:pt x="1001" y="21"/>
                    <a:pt x="536" y="461"/>
                    <a:pt x="536" y="1033"/>
                  </a:cubicBezTo>
                  <a:lnTo>
                    <a:pt x="536" y="1045"/>
                  </a:lnTo>
                  <a:cubicBezTo>
                    <a:pt x="536" y="1176"/>
                    <a:pt x="572" y="1295"/>
                    <a:pt x="632" y="1414"/>
                  </a:cubicBezTo>
                  <a:lnTo>
                    <a:pt x="703" y="1581"/>
                  </a:lnTo>
                  <a:lnTo>
                    <a:pt x="703" y="1831"/>
                  </a:lnTo>
                  <a:cubicBezTo>
                    <a:pt x="703" y="2247"/>
                    <a:pt x="917" y="2616"/>
                    <a:pt x="1215" y="2843"/>
                  </a:cubicBezTo>
                  <a:lnTo>
                    <a:pt x="1215" y="2997"/>
                  </a:lnTo>
                  <a:cubicBezTo>
                    <a:pt x="1215" y="3069"/>
                    <a:pt x="1155" y="3140"/>
                    <a:pt x="1072" y="3176"/>
                  </a:cubicBezTo>
                  <a:lnTo>
                    <a:pt x="501" y="3343"/>
                  </a:lnTo>
                  <a:cubicBezTo>
                    <a:pt x="215" y="3414"/>
                    <a:pt x="0" y="3676"/>
                    <a:pt x="0" y="3974"/>
                  </a:cubicBezTo>
                  <a:lnTo>
                    <a:pt x="0" y="5462"/>
                  </a:lnTo>
                  <a:cubicBezTo>
                    <a:pt x="0" y="5557"/>
                    <a:pt x="84" y="5629"/>
                    <a:pt x="167" y="5629"/>
                  </a:cubicBezTo>
                  <a:cubicBezTo>
                    <a:pt x="262" y="5629"/>
                    <a:pt x="334" y="5557"/>
                    <a:pt x="334" y="5462"/>
                  </a:cubicBezTo>
                  <a:lnTo>
                    <a:pt x="334" y="3974"/>
                  </a:lnTo>
                  <a:cubicBezTo>
                    <a:pt x="334" y="3831"/>
                    <a:pt x="441" y="3676"/>
                    <a:pt x="584" y="3640"/>
                  </a:cubicBezTo>
                  <a:lnTo>
                    <a:pt x="1167" y="3474"/>
                  </a:lnTo>
                  <a:cubicBezTo>
                    <a:pt x="1215" y="3450"/>
                    <a:pt x="1251" y="3438"/>
                    <a:pt x="1298" y="3414"/>
                  </a:cubicBezTo>
                  <a:lnTo>
                    <a:pt x="1405" y="3521"/>
                  </a:lnTo>
                  <a:cubicBezTo>
                    <a:pt x="1536" y="3652"/>
                    <a:pt x="1703" y="3712"/>
                    <a:pt x="1882" y="3712"/>
                  </a:cubicBezTo>
                  <a:cubicBezTo>
                    <a:pt x="2060" y="3712"/>
                    <a:pt x="2227" y="3652"/>
                    <a:pt x="2358" y="3521"/>
                  </a:cubicBezTo>
                  <a:lnTo>
                    <a:pt x="2501" y="3367"/>
                  </a:lnTo>
                  <a:cubicBezTo>
                    <a:pt x="2584" y="3402"/>
                    <a:pt x="2656" y="3426"/>
                    <a:pt x="2727" y="3426"/>
                  </a:cubicBezTo>
                  <a:lnTo>
                    <a:pt x="2763" y="3426"/>
                  </a:lnTo>
                  <a:cubicBezTo>
                    <a:pt x="2894" y="3426"/>
                    <a:pt x="3013" y="3378"/>
                    <a:pt x="3096" y="3295"/>
                  </a:cubicBezTo>
                  <a:lnTo>
                    <a:pt x="5334" y="1176"/>
                  </a:lnTo>
                  <a:lnTo>
                    <a:pt x="5561" y="1402"/>
                  </a:lnTo>
                  <a:lnTo>
                    <a:pt x="2965" y="3986"/>
                  </a:lnTo>
                  <a:cubicBezTo>
                    <a:pt x="2798" y="4152"/>
                    <a:pt x="2715" y="4367"/>
                    <a:pt x="2715" y="4581"/>
                  </a:cubicBezTo>
                  <a:lnTo>
                    <a:pt x="2715" y="5498"/>
                  </a:lnTo>
                  <a:cubicBezTo>
                    <a:pt x="2715" y="5581"/>
                    <a:pt x="2787" y="5664"/>
                    <a:pt x="2882" y="5664"/>
                  </a:cubicBezTo>
                  <a:cubicBezTo>
                    <a:pt x="2965" y="5664"/>
                    <a:pt x="3037" y="5581"/>
                    <a:pt x="3037" y="5498"/>
                  </a:cubicBezTo>
                  <a:lnTo>
                    <a:pt x="3037" y="4581"/>
                  </a:lnTo>
                  <a:cubicBezTo>
                    <a:pt x="3037" y="4450"/>
                    <a:pt x="3096" y="4319"/>
                    <a:pt x="3191" y="4212"/>
                  </a:cubicBezTo>
                  <a:lnTo>
                    <a:pt x="6096" y="1307"/>
                  </a:lnTo>
                  <a:cubicBezTo>
                    <a:pt x="6216" y="1200"/>
                    <a:pt x="6275" y="997"/>
                    <a:pt x="6227" y="831"/>
                  </a:cubicBezTo>
                  <a:lnTo>
                    <a:pt x="6168" y="378"/>
                  </a:lnTo>
                  <a:lnTo>
                    <a:pt x="6275" y="271"/>
                  </a:lnTo>
                  <a:cubicBezTo>
                    <a:pt x="6335" y="211"/>
                    <a:pt x="6335" y="104"/>
                    <a:pt x="6275" y="45"/>
                  </a:cubicBezTo>
                  <a:cubicBezTo>
                    <a:pt x="6245" y="15"/>
                    <a:pt x="6204" y="0"/>
                    <a:pt x="61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002;p66">
              <a:extLst>
                <a:ext uri="{FF2B5EF4-FFF2-40B4-BE49-F238E27FC236}">
                  <a16:creationId xmlns:a16="http://schemas.microsoft.com/office/drawing/2014/main" id="{74EF0C55-21FE-0E12-A679-09821F038CC0}"/>
                </a:ext>
              </a:extLst>
            </p:cNvPr>
            <p:cNvSpPr/>
            <p:nvPr/>
          </p:nvSpPr>
          <p:spPr>
            <a:xfrm>
              <a:off x="1470179" y="2910480"/>
              <a:ext cx="205431" cy="173601"/>
            </a:xfrm>
            <a:custGeom>
              <a:avLst/>
              <a:gdLst/>
              <a:ahLst/>
              <a:cxnLst/>
              <a:rect l="l" t="t" r="r" b="b"/>
              <a:pathLst>
                <a:path w="6454" h="5454" extrusionOk="0">
                  <a:moveTo>
                    <a:pt x="500" y="0"/>
                  </a:moveTo>
                  <a:cubicBezTo>
                    <a:pt x="215" y="0"/>
                    <a:pt x="0" y="226"/>
                    <a:pt x="0" y="512"/>
                  </a:cubicBezTo>
                  <a:lnTo>
                    <a:pt x="0" y="4822"/>
                  </a:lnTo>
                  <a:cubicBezTo>
                    <a:pt x="0" y="4917"/>
                    <a:pt x="72" y="4989"/>
                    <a:pt x="155" y="4989"/>
                  </a:cubicBezTo>
                  <a:cubicBezTo>
                    <a:pt x="250" y="4989"/>
                    <a:pt x="322" y="4917"/>
                    <a:pt x="322" y="4822"/>
                  </a:cubicBezTo>
                  <a:lnTo>
                    <a:pt x="322" y="512"/>
                  </a:lnTo>
                  <a:cubicBezTo>
                    <a:pt x="322" y="405"/>
                    <a:pt x="393" y="322"/>
                    <a:pt x="500" y="322"/>
                  </a:cubicBezTo>
                  <a:lnTo>
                    <a:pt x="5953" y="322"/>
                  </a:lnTo>
                  <a:cubicBezTo>
                    <a:pt x="6049" y="322"/>
                    <a:pt x="6132" y="405"/>
                    <a:pt x="6132" y="512"/>
                  </a:cubicBezTo>
                  <a:lnTo>
                    <a:pt x="6132" y="4941"/>
                  </a:lnTo>
                  <a:cubicBezTo>
                    <a:pt x="6132" y="5048"/>
                    <a:pt x="6049" y="5120"/>
                    <a:pt x="5953" y="5120"/>
                  </a:cubicBezTo>
                  <a:lnTo>
                    <a:pt x="2298" y="5120"/>
                  </a:lnTo>
                  <a:cubicBezTo>
                    <a:pt x="2215" y="5120"/>
                    <a:pt x="2131" y="5191"/>
                    <a:pt x="2131" y="5287"/>
                  </a:cubicBezTo>
                  <a:cubicBezTo>
                    <a:pt x="2131" y="5370"/>
                    <a:pt x="2215" y="5453"/>
                    <a:pt x="2298" y="5453"/>
                  </a:cubicBezTo>
                  <a:lnTo>
                    <a:pt x="5953" y="5453"/>
                  </a:lnTo>
                  <a:cubicBezTo>
                    <a:pt x="6227" y="5453"/>
                    <a:pt x="6453" y="5227"/>
                    <a:pt x="6453" y="4941"/>
                  </a:cubicBezTo>
                  <a:lnTo>
                    <a:pt x="6453" y="512"/>
                  </a:lnTo>
                  <a:cubicBezTo>
                    <a:pt x="6453" y="226"/>
                    <a:pt x="6215" y="0"/>
                    <a:pt x="59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003;p66">
              <a:extLst>
                <a:ext uri="{FF2B5EF4-FFF2-40B4-BE49-F238E27FC236}">
                  <a16:creationId xmlns:a16="http://schemas.microsoft.com/office/drawing/2014/main" id="{7F93E1A0-BA68-6302-BBC1-5BC11B02892F}"/>
                </a:ext>
              </a:extLst>
            </p:cNvPr>
            <p:cNvSpPr/>
            <p:nvPr/>
          </p:nvSpPr>
          <p:spPr>
            <a:xfrm>
              <a:off x="1497075" y="2942692"/>
              <a:ext cx="152370" cy="96668"/>
            </a:xfrm>
            <a:custGeom>
              <a:avLst/>
              <a:gdLst/>
              <a:ahLst/>
              <a:cxnLst/>
              <a:rect l="l" t="t" r="r" b="b"/>
              <a:pathLst>
                <a:path w="4787" h="3037" extrusionOk="0">
                  <a:moveTo>
                    <a:pt x="3751" y="0"/>
                  </a:moveTo>
                  <a:cubicBezTo>
                    <a:pt x="3656" y="0"/>
                    <a:pt x="3584" y="72"/>
                    <a:pt x="3584" y="167"/>
                  </a:cubicBezTo>
                  <a:cubicBezTo>
                    <a:pt x="3584" y="250"/>
                    <a:pt x="3656" y="334"/>
                    <a:pt x="3751" y="334"/>
                  </a:cubicBezTo>
                  <a:lnTo>
                    <a:pt x="4215" y="334"/>
                  </a:lnTo>
                  <a:lnTo>
                    <a:pt x="2465" y="2072"/>
                  </a:lnTo>
                  <a:lnTo>
                    <a:pt x="1727" y="1322"/>
                  </a:lnTo>
                  <a:cubicBezTo>
                    <a:pt x="1697" y="1292"/>
                    <a:pt x="1656" y="1277"/>
                    <a:pt x="1614" y="1277"/>
                  </a:cubicBezTo>
                  <a:cubicBezTo>
                    <a:pt x="1572" y="1277"/>
                    <a:pt x="1531" y="1292"/>
                    <a:pt x="1501" y="1322"/>
                  </a:cubicBezTo>
                  <a:lnTo>
                    <a:pt x="60" y="2774"/>
                  </a:lnTo>
                  <a:cubicBezTo>
                    <a:pt x="1" y="2834"/>
                    <a:pt x="1" y="2929"/>
                    <a:pt x="60" y="2989"/>
                  </a:cubicBezTo>
                  <a:cubicBezTo>
                    <a:pt x="84" y="3024"/>
                    <a:pt x="132" y="3036"/>
                    <a:pt x="179" y="3036"/>
                  </a:cubicBezTo>
                  <a:cubicBezTo>
                    <a:pt x="227" y="3036"/>
                    <a:pt x="251" y="3024"/>
                    <a:pt x="298" y="2989"/>
                  </a:cubicBezTo>
                  <a:lnTo>
                    <a:pt x="1632" y="1655"/>
                  </a:lnTo>
                  <a:lnTo>
                    <a:pt x="2382" y="2393"/>
                  </a:lnTo>
                  <a:cubicBezTo>
                    <a:pt x="2412" y="2423"/>
                    <a:pt x="2453" y="2438"/>
                    <a:pt x="2495" y="2438"/>
                  </a:cubicBezTo>
                  <a:cubicBezTo>
                    <a:pt x="2537" y="2438"/>
                    <a:pt x="2578" y="2423"/>
                    <a:pt x="2608" y="2393"/>
                  </a:cubicBezTo>
                  <a:lnTo>
                    <a:pt x="4465" y="536"/>
                  </a:lnTo>
                  <a:lnTo>
                    <a:pt x="4465" y="1000"/>
                  </a:lnTo>
                  <a:cubicBezTo>
                    <a:pt x="4465" y="1084"/>
                    <a:pt x="4537" y="1167"/>
                    <a:pt x="4632" y="1167"/>
                  </a:cubicBezTo>
                  <a:cubicBezTo>
                    <a:pt x="4715" y="1167"/>
                    <a:pt x="4787" y="1084"/>
                    <a:pt x="4787" y="1000"/>
                  </a:cubicBezTo>
                  <a:lnTo>
                    <a:pt x="4787" y="155"/>
                  </a:lnTo>
                  <a:cubicBezTo>
                    <a:pt x="4751" y="72"/>
                    <a:pt x="4692" y="0"/>
                    <a:pt x="4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74E04E4F-6245-0FCB-8772-899A497BE022}"/>
              </a:ext>
            </a:extLst>
          </p:cNvPr>
          <p:cNvSpPr txBox="1"/>
          <p:nvPr/>
        </p:nvSpPr>
        <p:spPr>
          <a:xfrm>
            <a:off x="720001" y="881896"/>
            <a:ext cx="77517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dk1"/>
                </a:solidFill>
                <a:latin typeface="Lexend"/>
                <a:sym typeface="Lexend"/>
              </a:rPr>
              <a:t>L’ONG DWFA (</a:t>
            </a:r>
            <a:r>
              <a:rPr lang="fr-FR" sz="1100" dirty="0" err="1">
                <a:solidFill>
                  <a:schemeClr val="dk1"/>
                </a:solidFill>
                <a:latin typeface="Lexend"/>
                <a:sym typeface="Lexend"/>
              </a:rPr>
              <a:t>Drinking</a:t>
            </a:r>
            <a:r>
              <a:rPr lang="fr-FR" sz="1100" dirty="0">
                <a:solidFill>
                  <a:schemeClr val="dk1"/>
                </a:solidFill>
                <a:latin typeface="Lexend"/>
                <a:sym typeface="Lexend"/>
              </a:rPr>
              <a:t> Water For All) a pour ambition de donner accès à l’eau potable à tout le monde. Pour ce faire, elle a développé 3 domaines d’expertise :</a:t>
            </a:r>
          </a:p>
        </p:txBody>
      </p:sp>
    </p:spTree>
    <p:extLst>
      <p:ext uri="{BB962C8B-B14F-4D97-AF65-F5344CB8AC3E}">
        <p14:creationId xmlns:p14="http://schemas.microsoft.com/office/powerpoint/2010/main" val="4076103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1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/>
          <a:srcRect/>
          <a:stretch/>
        </p:blipFill>
        <p:spPr>
          <a:xfrm>
            <a:off x="4933000" y="890800"/>
            <a:ext cx="3392700" cy="3392700"/>
          </a:xfrm>
          <a:prstGeom prst="ellipse">
            <a:avLst/>
          </a:prstGeom>
        </p:spPr>
      </p:pic>
      <p:sp>
        <p:nvSpPr>
          <p:cNvPr id="227" name="Google Shape;227;p31"/>
          <p:cNvSpPr txBox="1">
            <a:spLocks noGrp="1"/>
          </p:cNvSpPr>
          <p:nvPr>
            <p:ph type="title"/>
          </p:nvPr>
        </p:nvSpPr>
        <p:spPr>
          <a:xfrm>
            <a:off x="818300" y="2249888"/>
            <a:ext cx="3516900" cy="13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 cahier des charges</a:t>
            </a:r>
            <a:endParaRPr dirty="0"/>
          </a:p>
        </p:txBody>
      </p:sp>
      <p:sp>
        <p:nvSpPr>
          <p:cNvPr id="228" name="Google Shape;228;p31"/>
          <p:cNvSpPr txBox="1">
            <a:spLocks noGrp="1"/>
          </p:cNvSpPr>
          <p:nvPr>
            <p:ph type="title" idx="2"/>
          </p:nvPr>
        </p:nvSpPr>
        <p:spPr>
          <a:xfrm>
            <a:off x="818300" y="1176202"/>
            <a:ext cx="1450800" cy="9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229" name="Google Shape;229;p31"/>
          <p:cNvGrpSpPr/>
          <p:nvPr/>
        </p:nvGrpSpPr>
        <p:grpSpPr>
          <a:xfrm>
            <a:off x="0" y="3992625"/>
            <a:ext cx="9144090" cy="1150894"/>
            <a:chOff x="0" y="3992625"/>
            <a:chExt cx="9144090" cy="1150894"/>
          </a:xfrm>
        </p:grpSpPr>
        <p:sp>
          <p:nvSpPr>
            <p:cNvPr id="230" name="Google Shape;230;p31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1"/>
            <p:cNvSpPr/>
            <p:nvPr/>
          </p:nvSpPr>
          <p:spPr>
            <a:xfrm>
              <a:off x="0" y="3992625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5BBF84DB-C9D7-E149-193E-A2E0C49B0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Les besoins</a:t>
            </a:r>
            <a:endParaRPr dirty="0"/>
          </a:p>
        </p:txBody>
      </p:sp>
      <p:sp>
        <p:nvSpPr>
          <p:cNvPr id="191" name="Google Shape;191;p28"/>
          <p:cNvSpPr txBox="1">
            <a:spLocks noGrp="1"/>
          </p:cNvSpPr>
          <p:nvPr>
            <p:ph type="body" idx="1"/>
          </p:nvPr>
        </p:nvSpPr>
        <p:spPr>
          <a:xfrm>
            <a:off x="720000" y="1156630"/>
            <a:ext cx="7704000" cy="572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dirty="0">
                <a:effectLst/>
              </a:rPr>
              <a:t>L’association a effectué une demande de financement auprès d’un bailleur de fonds en présentant ces 3 domaines d’expertise. Elle a besoin d’un Dashboard pour illustrer ces 3 domaines. </a:t>
            </a:r>
            <a:endParaRPr dirty="0"/>
          </a:p>
        </p:txBody>
      </p:sp>
      <p:graphicFrame>
        <p:nvGraphicFramePr>
          <p:cNvPr id="192" name="Google Shape;192;p28"/>
          <p:cNvGraphicFramePr/>
          <p:nvPr>
            <p:extLst>
              <p:ext uri="{D42A27DB-BD31-4B8C-83A1-F6EECF244321}">
                <p14:modId xmlns:p14="http://schemas.microsoft.com/office/powerpoint/2010/main" val="3779780605"/>
              </p:ext>
            </p:extLst>
          </p:nvPr>
        </p:nvGraphicFramePr>
        <p:xfrm>
          <a:off x="720000" y="1886081"/>
          <a:ext cx="7704000" cy="2169150"/>
        </p:xfrm>
        <a:graphic>
          <a:graphicData uri="http://schemas.openxmlformats.org/drawingml/2006/table">
            <a:tbl>
              <a:tblPr>
                <a:noFill/>
                <a:tableStyleId>{5EA67CD3-794E-4D25-97F2-833353C21D65}</a:tableStyleId>
              </a:tblPr>
              <a:tblGrid>
                <a:gridCol w="20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sng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fr-FR" sz="900" dirty="0"/>
                        <a:t>Identifier les pays qui rencontrent des difficultés d’accès à l’eau potable.</a:t>
                      </a:r>
                      <a:endParaRPr sz="9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sng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fr-FR" sz="900" dirty="0"/>
                        <a:t>Identifier ceux pour lesquels concentrer nos efforts. </a:t>
                      </a:r>
                      <a:endParaRPr sz="9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sng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fr-FR" sz="900" b="0" dirty="0">
                          <a:effectLst/>
                        </a:rPr>
                        <a:t>Besoin de </a:t>
                      </a:r>
                      <a:r>
                        <a:rPr lang="fr-FR" sz="900" b="1" dirty="0"/>
                        <a:t>3 vues (Mondiale, Continentale et nationale).</a:t>
                      </a:r>
                      <a:endParaRPr sz="9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sng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Visualiser différents indicateurs (</a:t>
                      </a:r>
                      <a:r>
                        <a:rPr lang="fr-FR" sz="9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taux de mortalité dû à de l’eau insalubre ; la population / densité de population ; la part d’habitants ayant accès à l’eau potable ; la stabilité politique du pays ; l’évolution de ces facteurs dans le temps).</a:t>
                      </a:r>
                      <a:endParaRPr sz="9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u="sng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Ajouter des filtres (géographiques, temporels, donner quantitatives, qualitatives)</a:t>
                      </a:r>
                      <a:endParaRPr sz="9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fr-FR" sz="900" dirty="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La palette « Bleu », en cohérence avec la couleur de l’eau, devra être utilisée.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0EB169BD-26BB-FCDA-6CDB-1F87C06B1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15DF1B-B848-70F9-E465-1DD9A87E6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Quelles données ?</a:t>
            </a:r>
          </a:p>
        </p:txBody>
      </p:sp>
      <p:pic>
        <p:nvPicPr>
          <p:cNvPr id="5" name="Google Shape;876;p53">
            <a:extLst>
              <a:ext uri="{FF2B5EF4-FFF2-40B4-BE49-F238E27FC236}">
                <a16:creationId xmlns:a16="http://schemas.microsoft.com/office/drawing/2014/main" id="{9D27D029-C4FE-C586-373D-DF6CBF6C3A43}"/>
              </a:ext>
            </a:extLst>
          </p:cNvPr>
          <p:cNvPicPr preferRelativeResize="0"/>
          <p:nvPr/>
        </p:nvPicPr>
        <p:blipFill rotWithShape="1">
          <a:blip r:embed="rId2"/>
          <a:srcRect l="11794" r="11794"/>
          <a:stretch/>
        </p:blipFill>
        <p:spPr>
          <a:xfrm>
            <a:off x="3603438" y="1928382"/>
            <a:ext cx="1372495" cy="119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77;p53">
            <a:extLst>
              <a:ext uri="{FF2B5EF4-FFF2-40B4-BE49-F238E27FC236}">
                <a16:creationId xmlns:a16="http://schemas.microsoft.com/office/drawing/2014/main" id="{0CC32A3D-15E9-0E78-ABF1-6F4DEC7C32C1}"/>
              </a:ext>
            </a:extLst>
          </p:cNvPr>
          <p:cNvPicPr preferRelativeResize="0"/>
          <p:nvPr/>
        </p:nvPicPr>
        <p:blipFill rotWithShape="1">
          <a:blip r:embed="rId3"/>
          <a:srcRect l="11609" r="11609"/>
          <a:stretch/>
        </p:blipFill>
        <p:spPr>
          <a:xfrm>
            <a:off x="5097859" y="2012555"/>
            <a:ext cx="1372475" cy="1118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78;p53">
            <a:extLst>
              <a:ext uri="{FF2B5EF4-FFF2-40B4-BE49-F238E27FC236}">
                <a16:creationId xmlns:a16="http://schemas.microsoft.com/office/drawing/2014/main" id="{6647B5C7-12F2-307C-876E-ABACEDA71449}"/>
              </a:ext>
            </a:extLst>
          </p:cNvPr>
          <p:cNvPicPr preferRelativeResize="0"/>
          <p:nvPr/>
        </p:nvPicPr>
        <p:blipFill rotWithShape="1">
          <a:blip r:embed="rId4"/>
          <a:srcRect t="14840" b="14840"/>
          <a:stretch/>
        </p:blipFill>
        <p:spPr>
          <a:xfrm>
            <a:off x="6649324" y="1973020"/>
            <a:ext cx="1702865" cy="1197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2" name="Picture 4" descr="35 700+ Population Stock Illustrations, graphiques vectoriels libre de  droits et Clip Art - iStock | Foule, Gens, Groupe de personnes">
            <a:extLst>
              <a:ext uri="{FF2B5EF4-FFF2-40B4-BE49-F238E27FC236}">
                <a16:creationId xmlns:a16="http://schemas.microsoft.com/office/drawing/2014/main" id="{9EC26C6F-2CF8-3B0C-58DC-560A2A1CC3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74" y="2010257"/>
            <a:ext cx="1522615" cy="1015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s sur Dessin mappemonde : Téléchargement gratuit sur Magnific  (anciennement Freepik)">
            <a:extLst>
              <a:ext uri="{FF2B5EF4-FFF2-40B4-BE49-F238E27FC236}">
                <a16:creationId xmlns:a16="http://schemas.microsoft.com/office/drawing/2014/main" id="{55B509DC-7F58-3EC6-7C71-B705BCEC0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717" y="1964397"/>
            <a:ext cx="1106795" cy="110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63;p33">
            <a:extLst>
              <a:ext uri="{FF2B5EF4-FFF2-40B4-BE49-F238E27FC236}">
                <a16:creationId xmlns:a16="http://schemas.microsoft.com/office/drawing/2014/main" id="{84FDD392-F5E6-A607-AB6A-4B56F7459C3E}"/>
              </a:ext>
            </a:extLst>
          </p:cNvPr>
          <p:cNvSpPr txBox="1">
            <a:spLocks/>
          </p:cNvSpPr>
          <p:nvPr/>
        </p:nvSpPr>
        <p:spPr>
          <a:xfrm>
            <a:off x="920901" y="3279599"/>
            <a:ext cx="1141159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600" dirty="0"/>
              <a:t>Population</a:t>
            </a:r>
          </a:p>
        </p:txBody>
      </p:sp>
      <p:sp>
        <p:nvSpPr>
          <p:cNvPr id="8" name="Google Shape;263;p33">
            <a:extLst>
              <a:ext uri="{FF2B5EF4-FFF2-40B4-BE49-F238E27FC236}">
                <a16:creationId xmlns:a16="http://schemas.microsoft.com/office/drawing/2014/main" id="{A48973AF-B19D-D186-5643-2503D830E5E5}"/>
              </a:ext>
            </a:extLst>
          </p:cNvPr>
          <p:cNvSpPr txBox="1">
            <a:spLocks/>
          </p:cNvSpPr>
          <p:nvPr/>
        </p:nvSpPr>
        <p:spPr>
          <a:xfrm>
            <a:off x="2303672" y="3279599"/>
            <a:ext cx="1141159" cy="4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600" dirty="0" err="1"/>
              <a:t>Region</a:t>
            </a:r>
            <a:endParaRPr lang="fr-FR" sz="1600" dirty="0"/>
          </a:p>
        </p:txBody>
      </p:sp>
      <p:sp>
        <p:nvSpPr>
          <p:cNvPr id="9" name="Google Shape;263;p33">
            <a:extLst>
              <a:ext uri="{FF2B5EF4-FFF2-40B4-BE49-F238E27FC236}">
                <a16:creationId xmlns:a16="http://schemas.microsoft.com/office/drawing/2014/main" id="{A0D37ABA-D5EF-9C17-651E-79AED0D842B0}"/>
              </a:ext>
            </a:extLst>
          </p:cNvPr>
          <p:cNvSpPr txBox="1">
            <a:spLocks/>
          </p:cNvSpPr>
          <p:nvPr/>
        </p:nvSpPr>
        <p:spPr>
          <a:xfrm>
            <a:off x="3686443" y="3279598"/>
            <a:ext cx="1141159" cy="5790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600" dirty="0"/>
              <a:t>Stabilité politique</a:t>
            </a:r>
          </a:p>
        </p:txBody>
      </p:sp>
      <p:sp>
        <p:nvSpPr>
          <p:cNvPr id="10" name="Google Shape;263;p33">
            <a:extLst>
              <a:ext uri="{FF2B5EF4-FFF2-40B4-BE49-F238E27FC236}">
                <a16:creationId xmlns:a16="http://schemas.microsoft.com/office/drawing/2014/main" id="{76F68B69-2B40-13CF-BF68-6105E456148B}"/>
              </a:ext>
            </a:extLst>
          </p:cNvPr>
          <p:cNvSpPr txBox="1">
            <a:spLocks/>
          </p:cNvSpPr>
          <p:nvPr/>
        </p:nvSpPr>
        <p:spPr>
          <a:xfrm>
            <a:off x="5213516" y="3279597"/>
            <a:ext cx="1141159" cy="5790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600" dirty="0"/>
              <a:t>Qualité de service</a:t>
            </a:r>
          </a:p>
        </p:txBody>
      </p:sp>
      <p:sp>
        <p:nvSpPr>
          <p:cNvPr id="11" name="Google Shape;263;p33">
            <a:extLst>
              <a:ext uri="{FF2B5EF4-FFF2-40B4-BE49-F238E27FC236}">
                <a16:creationId xmlns:a16="http://schemas.microsoft.com/office/drawing/2014/main" id="{6F422C5B-0E1E-515B-6FC9-A4ADFEA6BC0F}"/>
              </a:ext>
            </a:extLst>
          </p:cNvPr>
          <p:cNvSpPr txBox="1">
            <a:spLocks/>
          </p:cNvSpPr>
          <p:nvPr/>
        </p:nvSpPr>
        <p:spPr>
          <a:xfrm>
            <a:off x="6930176" y="3279598"/>
            <a:ext cx="1141159" cy="43890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600" dirty="0"/>
              <a:t>Mortalité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33D7B37-46F0-E1F6-B731-5112705EBF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90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"/>
          <p:cNvSpPr txBox="1">
            <a:spLocks noGrp="1"/>
          </p:cNvSpPr>
          <p:nvPr>
            <p:ph type="title"/>
          </p:nvPr>
        </p:nvSpPr>
        <p:spPr>
          <a:xfrm>
            <a:off x="713224" y="574694"/>
            <a:ext cx="4284857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Quel outil pour nos besoins ?</a:t>
            </a:r>
            <a:endParaRPr dirty="0"/>
          </a:p>
        </p:txBody>
      </p:sp>
      <p:cxnSp>
        <p:nvCxnSpPr>
          <p:cNvPr id="483" name="Google Shape;483;p45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Image 1">
            <a:extLst>
              <a:ext uri="{FF2B5EF4-FFF2-40B4-BE49-F238E27FC236}">
                <a16:creationId xmlns:a16="http://schemas.microsoft.com/office/drawing/2014/main" id="{5550ACDA-5036-B7A1-74FB-DBD6440DF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  <p:sp>
        <p:nvSpPr>
          <p:cNvPr id="5" name="AutoShape 2" descr="Power BI Digital Signage - La puissance de la BI et du Digital Signage par  Uniguest - Qu'est-ce que Power BI ?">
            <a:extLst>
              <a:ext uri="{FF2B5EF4-FFF2-40B4-BE49-F238E27FC236}">
                <a16:creationId xmlns:a16="http://schemas.microsoft.com/office/drawing/2014/main" id="{CD533E97-AA80-10A9-6B66-1407D3D817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4" name="AutoShape 4" descr="Power BI Digital Signage - La puissance de la BI et du Digital Signage par  Uniguest - Qu'est-ce que Power BI ?">
            <a:extLst>
              <a:ext uri="{FF2B5EF4-FFF2-40B4-BE49-F238E27FC236}">
                <a16:creationId xmlns:a16="http://schemas.microsoft.com/office/drawing/2014/main" id="{12C7C17D-B2A4-8A7A-F4DE-04F2710ACE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99838"/>
            <a:ext cx="2776712" cy="277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DF9328C-EB55-783A-25B5-5A9D9A520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4752" y="1565989"/>
            <a:ext cx="5242241" cy="262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3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1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/>
          <a:srcRect/>
          <a:stretch/>
        </p:blipFill>
        <p:spPr>
          <a:xfrm>
            <a:off x="4933000" y="890800"/>
            <a:ext cx="3392700" cy="3392700"/>
          </a:xfrm>
          <a:prstGeom prst="ellipse">
            <a:avLst/>
          </a:prstGeom>
        </p:spPr>
      </p:pic>
      <p:sp>
        <p:nvSpPr>
          <p:cNvPr id="227" name="Google Shape;227;p31"/>
          <p:cNvSpPr txBox="1">
            <a:spLocks noGrp="1"/>
          </p:cNvSpPr>
          <p:nvPr>
            <p:ph type="title"/>
          </p:nvPr>
        </p:nvSpPr>
        <p:spPr>
          <a:xfrm>
            <a:off x="818300" y="2249888"/>
            <a:ext cx="4268428" cy="13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Transformation des données</a:t>
            </a:r>
            <a:endParaRPr dirty="0"/>
          </a:p>
        </p:txBody>
      </p:sp>
      <p:sp>
        <p:nvSpPr>
          <p:cNvPr id="228" name="Google Shape;228;p31"/>
          <p:cNvSpPr txBox="1">
            <a:spLocks noGrp="1"/>
          </p:cNvSpPr>
          <p:nvPr>
            <p:ph type="title" idx="2"/>
          </p:nvPr>
        </p:nvSpPr>
        <p:spPr>
          <a:xfrm>
            <a:off x="818300" y="1176202"/>
            <a:ext cx="1450800" cy="9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229" name="Google Shape;229;p31"/>
          <p:cNvGrpSpPr/>
          <p:nvPr/>
        </p:nvGrpSpPr>
        <p:grpSpPr>
          <a:xfrm>
            <a:off x="0" y="3992625"/>
            <a:ext cx="9144090" cy="1150894"/>
            <a:chOff x="0" y="3992625"/>
            <a:chExt cx="9144090" cy="1150894"/>
          </a:xfrm>
        </p:grpSpPr>
        <p:sp>
          <p:nvSpPr>
            <p:cNvPr id="230" name="Google Shape;230;p31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1"/>
            <p:cNvSpPr/>
            <p:nvPr/>
          </p:nvSpPr>
          <p:spPr>
            <a:xfrm>
              <a:off x="0" y="3992625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AE01ECAF-60EB-C185-4E8D-1F2D820F2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66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15DF1B-B848-70F9-E465-1DD9A87E6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Quel traitement : Python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F5A7C3D-7E67-AB95-5671-ABC2B8107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47" y="1795290"/>
            <a:ext cx="3559677" cy="843836"/>
          </a:xfrm>
          <a:prstGeom prst="rect">
            <a:avLst/>
          </a:prstGeom>
        </p:spPr>
      </p:pic>
      <p:sp>
        <p:nvSpPr>
          <p:cNvPr id="12" name="Google Shape;206;p29">
            <a:extLst>
              <a:ext uri="{FF2B5EF4-FFF2-40B4-BE49-F238E27FC236}">
                <a16:creationId xmlns:a16="http://schemas.microsoft.com/office/drawing/2014/main" id="{7069DAE5-8542-8644-190A-B85705B4B264}"/>
              </a:ext>
            </a:extLst>
          </p:cNvPr>
          <p:cNvSpPr txBox="1">
            <a:spLocks/>
          </p:cNvSpPr>
          <p:nvPr/>
        </p:nvSpPr>
        <p:spPr>
          <a:xfrm>
            <a:off x="512257" y="1156562"/>
            <a:ext cx="3920836" cy="6387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dirty="0">
                <a:solidFill>
                  <a:srgbClr val="46647C"/>
                </a:solidFill>
                <a:latin typeface="Calibri" panose="020F0502020204030204" pitchFamily="34" charset="0"/>
              </a:rPr>
              <a:t>S’assurer que chaque pays est dans la table dimension </a:t>
            </a:r>
            <a:r>
              <a:rPr lang="fr-FR" dirty="0" err="1">
                <a:solidFill>
                  <a:srgbClr val="46647C"/>
                </a:solidFill>
                <a:latin typeface="Calibri" panose="020F0502020204030204" pitchFamily="34" charset="0"/>
              </a:rPr>
              <a:t>Region</a:t>
            </a:r>
            <a:r>
              <a:rPr lang="fr-FR" dirty="0">
                <a:solidFill>
                  <a:srgbClr val="46647C"/>
                </a:solidFill>
                <a:latin typeface="Calibri" panose="020F0502020204030204" pitchFamily="34" charset="0"/>
              </a:rPr>
              <a:t>. Sinon, vérifier au cas par cas.</a:t>
            </a:r>
          </a:p>
          <a:p>
            <a:endParaRPr lang="fr-FR" sz="1600" b="1" dirty="0">
              <a:solidFill>
                <a:srgbClr val="46647C"/>
              </a:solidFill>
              <a:latin typeface="Calibri" panose="020F0502020204030204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01BFF5D6-4F94-C748-AC42-323ABA127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47" y="2639126"/>
            <a:ext cx="3559677" cy="1222402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676C0CD-E5D4-47CD-132F-292151206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95290"/>
            <a:ext cx="4176563" cy="843836"/>
          </a:xfrm>
          <a:prstGeom prst="rect">
            <a:avLst/>
          </a:prstGeom>
        </p:spPr>
      </p:pic>
      <p:sp>
        <p:nvSpPr>
          <p:cNvPr id="17" name="Google Shape;206;p29">
            <a:extLst>
              <a:ext uri="{FF2B5EF4-FFF2-40B4-BE49-F238E27FC236}">
                <a16:creationId xmlns:a16="http://schemas.microsoft.com/office/drawing/2014/main" id="{9FCDD34F-E0E3-AF41-AEA4-86B72FDF1897}"/>
              </a:ext>
            </a:extLst>
          </p:cNvPr>
          <p:cNvSpPr txBox="1">
            <a:spLocks/>
          </p:cNvSpPr>
          <p:nvPr/>
        </p:nvSpPr>
        <p:spPr>
          <a:xfrm>
            <a:off x="4530783" y="1156562"/>
            <a:ext cx="392083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dirty="0">
                <a:solidFill>
                  <a:srgbClr val="46647C"/>
                </a:solidFill>
                <a:latin typeface="Calibri" panose="020F0502020204030204" pitchFamily="34" charset="0"/>
              </a:rPr>
              <a:t>Renseigner les valeurs manquantes quand c’est possible et pertinent.</a:t>
            </a:r>
          </a:p>
          <a:p>
            <a:endParaRPr lang="fr-FR" sz="1600" b="1" dirty="0">
              <a:solidFill>
                <a:srgbClr val="46647C"/>
              </a:solidFill>
              <a:latin typeface="Calibri" panose="020F0502020204030204" pitchFamily="34" charset="0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D274BDA2-8887-7828-584C-9E46F70C5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47" y="3861528"/>
            <a:ext cx="3559677" cy="279135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9A539AE9-B110-95B7-F9BC-8909BDFC97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47" y="4140663"/>
            <a:ext cx="3559677" cy="33730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82C4B04-3B27-451B-1A9E-AFCD36FA43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812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15DF1B-B848-70F9-E465-1DD9A87E6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Quel traitement : Power BI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8DF1D0C-6BE1-4938-5F27-3F17F9A12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01" y="1705829"/>
            <a:ext cx="3002419" cy="255127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E6B4882-6989-ED1D-E2FA-AACBADBE0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487" y="1147204"/>
            <a:ext cx="5396455" cy="320264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FC46956-3209-F89A-B43F-369BFFEB9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5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15DF1B-B848-70F9-E465-1DD9A87E6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 relationnel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51BA698-1F76-8C68-2A6F-E7D105D06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987" y="1090392"/>
            <a:ext cx="3935037" cy="3708831"/>
          </a:xfrm>
          <a:prstGeom prst="rect">
            <a:avLst/>
          </a:prstGeom>
        </p:spPr>
      </p:pic>
      <p:sp>
        <p:nvSpPr>
          <p:cNvPr id="16" name="Google Shape;206;p29">
            <a:extLst>
              <a:ext uri="{FF2B5EF4-FFF2-40B4-BE49-F238E27FC236}">
                <a16:creationId xmlns:a16="http://schemas.microsoft.com/office/drawing/2014/main" id="{73AEC46E-72F5-160F-6BDB-E1013A7FB618}"/>
              </a:ext>
            </a:extLst>
          </p:cNvPr>
          <p:cNvSpPr txBox="1">
            <a:spLocks/>
          </p:cNvSpPr>
          <p:nvPr/>
        </p:nvSpPr>
        <p:spPr>
          <a:xfrm>
            <a:off x="5595401" y="1156561"/>
            <a:ext cx="2856218" cy="31974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dirty="0">
                <a:solidFill>
                  <a:srgbClr val="46647C"/>
                </a:solidFill>
                <a:latin typeface="Calibri" panose="020F0502020204030204" pitchFamily="34" charset="0"/>
              </a:rPr>
              <a:t>Chaque table est relié à une table de dimension :</a:t>
            </a:r>
          </a:p>
          <a:p>
            <a:pPr lvl="2"/>
            <a:endParaRPr lang="fr-FR" dirty="0">
              <a:solidFill>
                <a:srgbClr val="46647C"/>
              </a:solidFill>
              <a:latin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dirty="0" err="1">
                <a:solidFill>
                  <a:srgbClr val="46647C"/>
                </a:solidFill>
                <a:latin typeface="Calibri" panose="020F0502020204030204" pitchFamily="34" charset="0"/>
              </a:rPr>
              <a:t>Region</a:t>
            </a:r>
            <a:endParaRPr lang="fr-FR" dirty="0">
              <a:solidFill>
                <a:srgbClr val="46647C"/>
              </a:solidFill>
              <a:latin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endParaRPr lang="fr-FR" dirty="0">
              <a:solidFill>
                <a:srgbClr val="46647C"/>
              </a:solidFill>
              <a:latin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46647C"/>
                </a:solidFill>
                <a:latin typeface="Calibri" panose="020F0502020204030204" pitchFamily="34" charset="0"/>
              </a:rPr>
              <a:t>Calendrier (Année)</a:t>
            </a:r>
          </a:p>
          <a:p>
            <a:pPr marL="285750" indent="-285750">
              <a:buFontTx/>
              <a:buChar char="-"/>
            </a:pPr>
            <a:endParaRPr lang="fr-FR" dirty="0">
              <a:solidFill>
                <a:srgbClr val="46647C"/>
              </a:solidFill>
              <a:latin typeface="Calibri" panose="020F0502020204030204" pitchFamily="34" charset="0"/>
            </a:endParaRPr>
          </a:p>
          <a:p>
            <a:pPr marL="285750" lvl="1" indent="-285750">
              <a:buFontTx/>
              <a:buChar char="-"/>
            </a:pPr>
            <a:r>
              <a:rPr lang="fr-FR" dirty="0">
                <a:solidFill>
                  <a:srgbClr val="46647C"/>
                </a:solidFill>
                <a:latin typeface="Calibri" panose="020F0502020204030204" pitchFamily="34" charset="0"/>
              </a:rPr>
              <a:t>Granularité</a:t>
            </a:r>
          </a:p>
          <a:p>
            <a:endParaRPr lang="fr-FR" sz="1600" b="1" dirty="0">
              <a:solidFill>
                <a:srgbClr val="46647C"/>
              </a:solidFill>
              <a:latin typeface="Calibri" panose="020F050202020403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1BC08D8-6931-C583-BF23-981A9C0E6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64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1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/>
          <a:srcRect t="5939" b="5939"/>
          <a:stretch/>
        </p:blipFill>
        <p:spPr>
          <a:xfrm>
            <a:off x="4933000" y="890800"/>
            <a:ext cx="3392700" cy="3392700"/>
          </a:xfrm>
          <a:prstGeom prst="ellipse">
            <a:avLst/>
          </a:prstGeom>
        </p:spPr>
      </p:pic>
      <p:sp>
        <p:nvSpPr>
          <p:cNvPr id="227" name="Google Shape;227;p31"/>
          <p:cNvSpPr txBox="1">
            <a:spLocks noGrp="1"/>
          </p:cNvSpPr>
          <p:nvPr>
            <p:ph type="title"/>
          </p:nvPr>
        </p:nvSpPr>
        <p:spPr>
          <a:xfrm>
            <a:off x="818300" y="2249888"/>
            <a:ext cx="3516900" cy="13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Première ébauche / </a:t>
            </a:r>
            <a:r>
              <a:rPr lang="fr-FR" dirty="0" err="1"/>
              <a:t>Mock</a:t>
            </a:r>
            <a:r>
              <a:rPr lang="fr-FR" dirty="0"/>
              <a:t> up</a:t>
            </a:r>
            <a:endParaRPr dirty="0"/>
          </a:p>
        </p:txBody>
      </p:sp>
      <p:sp>
        <p:nvSpPr>
          <p:cNvPr id="228" name="Google Shape;228;p31"/>
          <p:cNvSpPr txBox="1">
            <a:spLocks noGrp="1"/>
          </p:cNvSpPr>
          <p:nvPr>
            <p:ph type="title" idx="2"/>
          </p:nvPr>
        </p:nvSpPr>
        <p:spPr>
          <a:xfrm>
            <a:off x="818300" y="1176202"/>
            <a:ext cx="1450800" cy="9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29" name="Google Shape;229;p31"/>
          <p:cNvGrpSpPr/>
          <p:nvPr/>
        </p:nvGrpSpPr>
        <p:grpSpPr>
          <a:xfrm>
            <a:off x="0" y="3992625"/>
            <a:ext cx="9144090" cy="1150894"/>
            <a:chOff x="0" y="3992625"/>
            <a:chExt cx="9144090" cy="1150894"/>
          </a:xfrm>
        </p:grpSpPr>
        <p:sp>
          <p:nvSpPr>
            <p:cNvPr id="230" name="Google Shape;230;p31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1"/>
            <p:cNvSpPr/>
            <p:nvPr/>
          </p:nvSpPr>
          <p:spPr>
            <a:xfrm>
              <a:off x="0" y="3992625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F8F83952-31FE-1F21-1FC1-56AE1CDA3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38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ACBAD5-ED2B-5F47-FD51-34C2081D6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Mock</a:t>
            </a:r>
            <a:r>
              <a:rPr lang="fr-FR" dirty="0"/>
              <a:t> up page monde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C49EF42-D6AE-60CA-4553-516CAF8F1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1866"/>
            <a:ext cx="7139587" cy="356979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1C08483-DF31-DEDC-137C-81A55FE01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74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26205E-1C22-131D-DE9A-A232D611F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Mock</a:t>
            </a:r>
            <a:r>
              <a:rPr lang="fr-FR" dirty="0"/>
              <a:t> up continent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C484BD8-A00A-E427-3FF6-939FE225E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78" y="1356039"/>
            <a:ext cx="6182798" cy="309789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1A6622D-2475-75A9-FBA0-D4E9D9F74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061" y="4251885"/>
            <a:ext cx="1682078" cy="4571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7493221E-ABDE-6AE9-F8E6-04E329E7D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249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CA0A7F-2AE2-1F6B-7A6B-320A4FBF6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Mock</a:t>
            </a:r>
            <a:r>
              <a:rPr lang="fr-FR" dirty="0"/>
              <a:t> up Pays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08FE4B8-B06F-5D3C-198F-4157B52C1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90" y="1211125"/>
            <a:ext cx="6252239" cy="3327878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1E0A428-CA2D-1016-4049-9A27B8A0D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76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1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/>
          <a:srcRect l="19994" r="19994"/>
          <a:stretch/>
        </p:blipFill>
        <p:spPr>
          <a:xfrm>
            <a:off x="4933000" y="890800"/>
            <a:ext cx="3392700" cy="3392700"/>
          </a:xfrm>
          <a:prstGeom prst="ellipse">
            <a:avLst/>
          </a:prstGeom>
        </p:spPr>
      </p:pic>
      <p:sp>
        <p:nvSpPr>
          <p:cNvPr id="227" name="Google Shape;227;p31"/>
          <p:cNvSpPr txBox="1">
            <a:spLocks noGrp="1"/>
          </p:cNvSpPr>
          <p:nvPr>
            <p:ph type="title"/>
          </p:nvPr>
        </p:nvSpPr>
        <p:spPr>
          <a:xfrm>
            <a:off x="818300" y="2249888"/>
            <a:ext cx="3516900" cy="13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du Dashboard</a:t>
            </a:r>
            <a:endParaRPr dirty="0"/>
          </a:p>
        </p:txBody>
      </p:sp>
      <p:sp>
        <p:nvSpPr>
          <p:cNvPr id="228" name="Google Shape;228;p31"/>
          <p:cNvSpPr txBox="1">
            <a:spLocks noGrp="1"/>
          </p:cNvSpPr>
          <p:nvPr>
            <p:ph type="title" idx="2"/>
          </p:nvPr>
        </p:nvSpPr>
        <p:spPr>
          <a:xfrm>
            <a:off x="818300" y="1176202"/>
            <a:ext cx="1450800" cy="9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229" name="Google Shape;229;p31"/>
          <p:cNvGrpSpPr/>
          <p:nvPr/>
        </p:nvGrpSpPr>
        <p:grpSpPr>
          <a:xfrm>
            <a:off x="0" y="3992625"/>
            <a:ext cx="9144090" cy="1150894"/>
            <a:chOff x="0" y="3992625"/>
            <a:chExt cx="9144090" cy="1150894"/>
          </a:xfrm>
        </p:grpSpPr>
        <p:sp>
          <p:nvSpPr>
            <p:cNvPr id="230" name="Google Shape;230;p31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1"/>
            <p:cNvSpPr/>
            <p:nvPr/>
          </p:nvSpPr>
          <p:spPr>
            <a:xfrm>
              <a:off x="0" y="3992625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14783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7B5CAA-B949-3402-77B4-4F0CECBAF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du Dashboard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AE96F42-9EEF-40AB-5107-791FEBE76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00" y="1017725"/>
            <a:ext cx="6675969" cy="374494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82D0167-2A9D-F50D-6E62-0949CF831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88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7B5CAA-B949-3402-77B4-4F0CECBAF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du Dashboard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AE96F42-9EEF-40AB-5107-791FEBE768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6420" y="1017725"/>
            <a:ext cx="6663929" cy="374494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6859B3B-9B59-B179-5D63-37C8FB57E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96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7B5CAA-B949-3402-77B4-4F0CECBAF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du Dashboard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AE96F42-9EEF-40AB-5107-791FEBE768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24750" y="1017725"/>
            <a:ext cx="6647269" cy="374494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5706920-ABF4-ECEC-2D4F-69E85253E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326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1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/>
          <a:srcRect l="12681" r="12681"/>
          <a:stretch/>
        </p:blipFill>
        <p:spPr>
          <a:xfrm>
            <a:off x="4933000" y="890800"/>
            <a:ext cx="3392700" cy="3392700"/>
          </a:xfrm>
          <a:prstGeom prst="ellipse">
            <a:avLst/>
          </a:prstGeom>
        </p:spPr>
      </p:pic>
      <p:sp>
        <p:nvSpPr>
          <p:cNvPr id="227" name="Google Shape;227;p31"/>
          <p:cNvSpPr txBox="1">
            <a:spLocks noGrp="1"/>
          </p:cNvSpPr>
          <p:nvPr>
            <p:ph type="title"/>
          </p:nvPr>
        </p:nvSpPr>
        <p:spPr>
          <a:xfrm>
            <a:off x="818300" y="2249888"/>
            <a:ext cx="3516900" cy="13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résultats</a:t>
            </a:r>
            <a:endParaRPr dirty="0"/>
          </a:p>
        </p:txBody>
      </p:sp>
      <p:sp>
        <p:nvSpPr>
          <p:cNvPr id="228" name="Google Shape;228;p31"/>
          <p:cNvSpPr txBox="1">
            <a:spLocks noGrp="1"/>
          </p:cNvSpPr>
          <p:nvPr>
            <p:ph type="title" idx="2"/>
          </p:nvPr>
        </p:nvSpPr>
        <p:spPr>
          <a:xfrm>
            <a:off x="818300" y="1176202"/>
            <a:ext cx="1450800" cy="97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grpSp>
        <p:nvGrpSpPr>
          <p:cNvPr id="229" name="Google Shape;229;p31"/>
          <p:cNvGrpSpPr/>
          <p:nvPr/>
        </p:nvGrpSpPr>
        <p:grpSpPr>
          <a:xfrm>
            <a:off x="0" y="3992625"/>
            <a:ext cx="9144090" cy="1150894"/>
            <a:chOff x="0" y="3992625"/>
            <a:chExt cx="9144090" cy="1150894"/>
          </a:xfrm>
        </p:grpSpPr>
        <p:sp>
          <p:nvSpPr>
            <p:cNvPr id="230" name="Google Shape;230;p31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1"/>
            <p:cNvSpPr/>
            <p:nvPr/>
          </p:nvSpPr>
          <p:spPr>
            <a:xfrm>
              <a:off x="0" y="3992625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E20914B4-EEA9-CEF0-354D-3AD1D6B8F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81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BA84CE-141D-D834-1F21-17F8AB5A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200" dirty="0"/>
              <a:t>Création de services</a:t>
            </a:r>
            <a:br>
              <a:rPr lang="fr-FR" sz="3200" dirty="0"/>
            </a:br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7C63378-82CE-08C5-8BDA-2A48BCB18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84" y="1883302"/>
            <a:ext cx="3855514" cy="192775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57B3C38-D4F8-A028-1C61-0386575F4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485" y="1545931"/>
            <a:ext cx="3215778" cy="2265128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8EB6D83-0ACF-608D-9D72-FA4022D7F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61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59DB97-1DF5-86C9-DCCC-87A8CB41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Modernisation des services</a:t>
            </a:r>
            <a:endParaRPr lang="fr-FR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443027DD-2395-6980-638D-42E947287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16" y="1271682"/>
            <a:ext cx="7270100" cy="3111458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0899C44-C253-F9AB-A7D3-2B9CDC7F7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348" y="4439194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57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59DB97-1DF5-86C9-DCCC-87A8CB41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Modernisation des services : Exemple de la France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EB2D69C-FB58-9291-AFAD-4E2828ED9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93" y="1749564"/>
            <a:ext cx="7490813" cy="242087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E33B6E3-64EE-9CCE-305A-7A8FDECC6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1471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59DB97-1DF5-86C9-DCCC-87A8CB41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/>
              <a:t>Consulting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EB2D69C-FB58-9291-AFAD-4E2828ED90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3481" y="1358459"/>
            <a:ext cx="4470129" cy="196898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1DD0A07-6B20-3D11-57DC-B3D2C78CF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627" y="1261568"/>
            <a:ext cx="310077" cy="196898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68A3172-514C-DDDD-C973-CF8132754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10" y="1358460"/>
            <a:ext cx="4022273" cy="198719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44C233A-F732-DBC8-3740-FB2AFBD857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533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7798" b="7807"/>
          <a:stretch/>
        </p:blipFill>
        <p:spPr>
          <a:xfrm>
            <a:off x="-50" y="0"/>
            <a:ext cx="9144003" cy="5143504"/>
          </a:xfrm>
          <a:prstGeom prst="rect">
            <a:avLst/>
          </a:prstGeom>
        </p:spPr>
      </p:pic>
      <p:sp>
        <p:nvSpPr>
          <p:cNvPr id="328" name="Google Shape;328;p37"/>
          <p:cNvSpPr txBox="1">
            <a:spLocks noGrp="1"/>
          </p:cNvSpPr>
          <p:nvPr>
            <p:ph type="title"/>
          </p:nvPr>
        </p:nvSpPr>
        <p:spPr>
          <a:xfrm>
            <a:off x="3909890" y="968241"/>
            <a:ext cx="1324122" cy="5032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Merci !</a:t>
            </a:r>
            <a:endParaRPr dirty="0"/>
          </a:p>
        </p:txBody>
      </p:sp>
      <p:cxnSp>
        <p:nvCxnSpPr>
          <p:cNvPr id="329" name="Google Shape;329;p37"/>
          <p:cNvCxnSpPr/>
          <p:nvPr/>
        </p:nvCxnSpPr>
        <p:spPr>
          <a:xfrm>
            <a:off x="716625" y="312788"/>
            <a:ext cx="772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30" name="Google Shape;330;p37"/>
          <p:cNvGrpSpPr/>
          <p:nvPr/>
        </p:nvGrpSpPr>
        <p:grpSpPr>
          <a:xfrm flipH="1">
            <a:off x="0" y="4008181"/>
            <a:ext cx="9144090" cy="1143119"/>
            <a:chOff x="0" y="4000400"/>
            <a:chExt cx="9144090" cy="1143119"/>
          </a:xfrm>
        </p:grpSpPr>
        <p:sp>
          <p:nvSpPr>
            <p:cNvPr id="331" name="Google Shape;331;p37"/>
            <p:cNvSpPr/>
            <p:nvPr/>
          </p:nvSpPr>
          <p:spPr>
            <a:xfrm>
              <a:off x="0" y="4427082"/>
              <a:ext cx="9143908" cy="716437"/>
            </a:xfrm>
            <a:custGeom>
              <a:avLst/>
              <a:gdLst/>
              <a:ahLst/>
              <a:cxnLst/>
              <a:rect l="l" t="t" r="r" b="b"/>
              <a:pathLst>
                <a:path w="223349" h="20336" extrusionOk="0">
                  <a:moveTo>
                    <a:pt x="223348" y="1"/>
                  </a:moveTo>
                  <a:cubicBezTo>
                    <a:pt x="220765" y="274"/>
                    <a:pt x="217786" y="2311"/>
                    <a:pt x="214503" y="6141"/>
                  </a:cubicBezTo>
                  <a:cubicBezTo>
                    <a:pt x="211220" y="10001"/>
                    <a:pt x="207117" y="11916"/>
                    <a:pt x="202254" y="12007"/>
                  </a:cubicBezTo>
                  <a:cubicBezTo>
                    <a:pt x="193044" y="12159"/>
                    <a:pt x="184685" y="13709"/>
                    <a:pt x="177208" y="16688"/>
                  </a:cubicBezTo>
                  <a:cubicBezTo>
                    <a:pt x="173591" y="18114"/>
                    <a:pt x="169270" y="18822"/>
                    <a:pt x="164246" y="18822"/>
                  </a:cubicBezTo>
                  <a:cubicBezTo>
                    <a:pt x="158882" y="18822"/>
                    <a:pt x="152716" y="18015"/>
                    <a:pt x="145748" y="16414"/>
                  </a:cubicBezTo>
                  <a:cubicBezTo>
                    <a:pt x="137879" y="13888"/>
                    <a:pt x="130767" y="12629"/>
                    <a:pt x="124413" y="12629"/>
                  </a:cubicBezTo>
                  <a:cubicBezTo>
                    <a:pt x="120827" y="12629"/>
                    <a:pt x="117483" y="13030"/>
                    <a:pt x="114380" y="13831"/>
                  </a:cubicBezTo>
                  <a:cubicBezTo>
                    <a:pt x="109200" y="15664"/>
                    <a:pt x="104634" y="16583"/>
                    <a:pt x="100670" y="16583"/>
                  </a:cubicBezTo>
                  <a:cubicBezTo>
                    <a:pt x="96028" y="16583"/>
                    <a:pt x="92213" y="15323"/>
                    <a:pt x="89212" y="12797"/>
                  </a:cubicBezTo>
                  <a:cubicBezTo>
                    <a:pt x="82409" y="6997"/>
                    <a:pt x="74678" y="4110"/>
                    <a:pt x="66035" y="4110"/>
                  </a:cubicBezTo>
                  <a:cubicBezTo>
                    <a:pt x="61316" y="4110"/>
                    <a:pt x="56325" y="4970"/>
                    <a:pt x="51065" y="6688"/>
                  </a:cubicBezTo>
                  <a:cubicBezTo>
                    <a:pt x="45249" y="9577"/>
                    <a:pt x="39433" y="11013"/>
                    <a:pt x="33616" y="11013"/>
                  </a:cubicBezTo>
                  <a:cubicBezTo>
                    <a:pt x="30253" y="11013"/>
                    <a:pt x="26890" y="10533"/>
                    <a:pt x="23527" y="9575"/>
                  </a:cubicBezTo>
                  <a:cubicBezTo>
                    <a:pt x="17813" y="7477"/>
                    <a:pt x="12065" y="6428"/>
                    <a:pt x="6285" y="6428"/>
                  </a:cubicBezTo>
                  <a:cubicBezTo>
                    <a:pt x="4195" y="6428"/>
                    <a:pt x="2100" y="6565"/>
                    <a:pt x="1" y="6840"/>
                  </a:cubicBezTo>
                  <a:lnTo>
                    <a:pt x="1" y="20335"/>
                  </a:lnTo>
                  <a:lnTo>
                    <a:pt x="223348" y="20244"/>
                  </a:lnTo>
                  <a:lnTo>
                    <a:pt x="22334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7"/>
            <p:cNvSpPr/>
            <p:nvPr/>
          </p:nvSpPr>
          <p:spPr>
            <a:xfrm>
              <a:off x="0" y="4000400"/>
              <a:ext cx="9144090" cy="1102946"/>
            </a:xfrm>
            <a:custGeom>
              <a:avLst/>
              <a:gdLst/>
              <a:ahLst/>
              <a:cxnLst/>
              <a:rect l="l" t="t" r="r" b="b"/>
              <a:pathLst>
                <a:path w="223258" h="31307" extrusionOk="0">
                  <a:moveTo>
                    <a:pt x="1" y="0"/>
                  </a:moveTo>
                  <a:lnTo>
                    <a:pt x="1" y="19302"/>
                  </a:lnTo>
                  <a:cubicBezTo>
                    <a:pt x="2071" y="19039"/>
                    <a:pt x="4134" y="18908"/>
                    <a:pt x="6193" y="18908"/>
                  </a:cubicBezTo>
                  <a:cubicBezTo>
                    <a:pt x="11993" y="18908"/>
                    <a:pt x="17753" y="19951"/>
                    <a:pt x="23497" y="22037"/>
                  </a:cubicBezTo>
                  <a:cubicBezTo>
                    <a:pt x="26857" y="23005"/>
                    <a:pt x="30218" y="23489"/>
                    <a:pt x="33580" y="23489"/>
                  </a:cubicBezTo>
                  <a:cubicBezTo>
                    <a:pt x="39402" y="23489"/>
                    <a:pt x="45228" y="22040"/>
                    <a:pt x="51066" y="19150"/>
                  </a:cubicBezTo>
                  <a:cubicBezTo>
                    <a:pt x="56310" y="17437"/>
                    <a:pt x="61280" y="16580"/>
                    <a:pt x="65980" y="16580"/>
                  </a:cubicBezTo>
                  <a:cubicBezTo>
                    <a:pt x="74626" y="16580"/>
                    <a:pt x="82359" y="19480"/>
                    <a:pt x="89212" y="25290"/>
                  </a:cubicBezTo>
                  <a:cubicBezTo>
                    <a:pt x="92197" y="27798"/>
                    <a:pt x="96003" y="29060"/>
                    <a:pt x="100643" y="29060"/>
                  </a:cubicBezTo>
                  <a:cubicBezTo>
                    <a:pt x="104603" y="29060"/>
                    <a:pt x="109170" y="28140"/>
                    <a:pt x="114349" y="26293"/>
                  </a:cubicBezTo>
                  <a:cubicBezTo>
                    <a:pt x="117466" y="25503"/>
                    <a:pt x="120820" y="25105"/>
                    <a:pt x="124413" y="25105"/>
                  </a:cubicBezTo>
                  <a:cubicBezTo>
                    <a:pt x="130773" y="25105"/>
                    <a:pt x="137882" y="26351"/>
                    <a:pt x="145748" y="28876"/>
                  </a:cubicBezTo>
                  <a:cubicBezTo>
                    <a:pt x="152699" y="30492"/>
                    <a:pt x="158847" y="31306"/>
                    <a:pt x="164207" y="31306"/>
                  </a:cubicBezTo>
                  <a:cubicBezTo>
                    <a:pt x="169230" y="31306"/>
                    <a:pt x="173561" y="30591"/>
                    <a:pt x="177208" y="29150"/>
                  </a:cubicBezTo>
                  <a:cubicBezTo>
                    <a:pt x="184685" y="26201"/>
                    <a:pt x="193044" y="24621"/>
                    <a:pt x="202223" y="24469"/>
                  </a:cubicBezTo>
                  <a:cubicBezTo>
                    <a:pt x="207148" y="24408"/>
                    <a:pt x="211251" y="22463"/>
                    <a:pt x="214503" y="18633"/>
                  </a:cubicBezTo>
                  <a:cubicBezTo>
                    <a:pt x="217695" y="14864"/>
                    <a:pt x="220674" y="12827"/>
                    <a:pt x="223257" y="12523"/>
                  </a:cubicBezTo>
                  <a:lnTo>
                    <a:pt x="223257" y="5320"/>
                  </a:lnTo>
                  <a:cubicBezTo>
                    <a:pt x="222394" y="5003"/>
                    <a:pt x="221493" y="4844"/>
                    <a:pt x="220553" y="4844"/>
                  </a:cubicBezTo>
                  <a:cubicBezTo>
                    <a:pt x="216262" y="4844"/>
                    <a:pt x="211167" y="8151"/>
                    <a:pt x="205233" y="14833"/>
                  </a:cubicBezTo>
                  <a:cubicBezTo>
                    <a:pt x="202016" y="19315"/>
                    <a:pt x="197131" y="21556"/>
                    <a:pt x="190556" y="21556"/>
                  </a:cubicBezTo>
                  <a:cubicBezTo>
                    <a:pt x="189550" y="21556"/>
                    <a:pt x="188505" y="21504"/>
                    <a:pt x="187421" y="21399"/>
                  </a:cubicBezTo>
                  <a:cubicBezTo>
                    <a:pt x="186995" y="21376"/>
                    <a:pt x="186568" y="21365"/>
                    <a:pt x="186141" y="21365"/>
                  </a:cubicBezTo>
                  <a:cubicBezTo>
                    <a:pt x="181441" y="21365"/>
                    <a:pt x="176630" y="22742"/>
                    <a:pt x="171615" y="25472"/>
                  </a:cubicBezTo>
                  <a:cubicBezTo>
                    <a:pt x="167593" y="27181"/>
                    <a:pt x="163251" y="28036"/>
                    <a:pt x="158590" y="28036"/>
                  </a:cubicBezTo>
                  <a:cubicBezTo>
                    <a:pt x="151065" y="28036"/>
                    <a:pt x="142708" y="25806"/>
                    <a:pt x="133529" y="21338"/>
                  </a:cubicBezTo>
                  <a:cubicBezTo>
                    <a:pt x="129974" y="19978"/>
                    <a:pt x="126301" y="19300"/>
                    <a:pt x="122506" y="19300"/>
                  </a:cubicBezTo>
                  <a:cubicBezTo>
                    <a:pt x="117054" y="19300"/>
                    <a:pt x="111350" y="20701"/>
                    <a:pt x="105383" y="23496"/>
                  </a:cubicBezTo>
                  <a:cubicBezTo>
                    <a:pt x="103566" y="24352"/>
                    <a:pt x="101831" y="24779"/>
                    <a:pt x="100178" y="24779"/>
                  </a:cubicBezTo>
                  <a:cubicBezTo>
                    <a:pt x="96605" y="24779"/>
                    <a:pt x="93416" y="22784"/>
                    <a:pt x="90610" y="18815"/>
                  </a:cubicBezTo>
                  <a:cubicBezTo>
                    <a:pt x="88756" y="15624"/>
                    <a:pt x="85778" y="12402"/>
                    <a:pt x="81704" y="9180"/>
                  </a:cubicBezTo>
                  <a:cubicBezTo>
                    <a:pt x="78490" y="6749"/>
                    <a:pt x="74729" y="5533"/>
                    <a:pt x="70422" y="5533"/>
                  </a:cubicBezTo>
                  <a:cubicBezTo>
                    <a:pt x="63201" y="5533"/>
                    <a:pt x="54447" y="8952"/>
                    <a:pt x="44166" y="15806"/>
                  </a:cubicBezTo>
                  <a:cubicBezTo>
                    <a:pt x="40599" y="17277"/>
                    <a:pt x="37297" y="18015"/>
                    <a:pt x="34257" y="18015"/>
                  </a:cubicBezTo>
                  <a:cubicBezTo>
                    <a:pt x="29448" y="18015"/>
                    <a:pt x="25296" y="16169"/>
                    <a:pt x="21795" y="12463"/>
                  </a:cubicBezTo>
                  <a:cubicBezTo>
                    <a:pt x="15290" y="4195"/>
                    <a:pt x="8056" y="61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06E13ECF-0752-C575-97FD-37B9C18860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348" y="4427082"/>
            <a:ext cx="784854" cy="4929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ater Management Company Profile by Slidesgo">
  <a:themeElements>
    <a:clrScheme name="Simple Light">
      <a:dk1>
        <a:srgbClr val="103E4C"/>
      </a:dk1>
      <a:lt1>
        <a:srgbClr val="FAFAFA"/>
      </a:lt1>
      <a:dk2>
        <a:srgbClr val="DEEDFA"/>
      </a:dk2>
      <a:lt2>
        <a:srgbClr val="BAE2EE"/>
      </a:lt2>
      <a:accent1>
        <a:srgbClr val="3EAFD4"/>
      </a:accent1>
      <a:accent2>
        <a:srgbClr val="2289AA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03E4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608</Words>
  <Application>Microsoft Office PowerPoint</Application>
  <PresentationFormat>Affichage à l'écran (16:9)</PresentationFormat>
  <Paragraphs>86</Paragraphs>
  <Slides>26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4" baseType="lpstr">
      <vt:lpstr>Lexend</vt:lpstr>
      <vt:lpstr>Raleway</vt:lpstr>
      <vt:lpstr>Arial</vt:lpstr>
      <vt:lpstr>Anaheim</vt:lpstr>
      <vt:lpstr>Calibri</vt:lpstr>
      <vt:lpstr>Nunito Light</vt:lpstr>
      <vt:lpstr>Nunito</vt:lpstr>
      <vt:lpstr>Water Management Company Profile by Slidesgo</vt:lpstr>
      <vt:lpstr>Étude d’accès à l’eau potable</vt:lpstr>
      <vt:lpstr>Un peu de contexte</vt:lpstr>
      <vt:lpstr>Quelques chiffres sur l’eau potable</vt:lpstr>
      <vt:lpstr>Drinking Water For All  </vt:lpstr>
      <vt:lpstr>Le cahier des charges</vt:lpstr>
      <vt:lpstr>Les besoins</vt:lpstr>
      <vt:lpstr>Quelles données ?</vt:lpstr>
      <vt:lpstr>Quel outil pour nos besoins ?</vt:lpstr>
      <vt:lpstr>Transformation des données</vt:lpstr>
      <vt:lpstr>Quel traitement : Python</vt:lpstr>
      <vt:lpstr>Quel traitement : Power BI</vt:lpstr>
      <vt:lpstr>Modèle relationnel</vt:lpstr>
      <vt:lpstr>Première ébauche / Mock up</vt:lpstr>
      <vt:lpstr>Mock up page monde</vt:lpstr>
      <vt:lpstr>Mock up continent</vt:lpstr>
      <vt:lpstr>Mock up Pays</vt:lpstr>
      <vt:lpstr>Présentation du Dashboard</vt:lpstr>
      <vt:lpstr>Présentation du Dashboard</vt:lpstr>
      <vt:lpstr>Présentation du Dashboard</vt:lpstr>
      <vt:lpstr>Présentation du Dashboard</vt:lpstr>
      <vt:lpstr>Les résultats</vt:lpstr>
      <vt:lpstr>Création de services </vt:lpstr>
      <vt:lpstr>Modernisation des services</vt:lpstr>
      <vt:lpstr>Modernisation des services : Exemple de la France</vt:lpstr>
      <vt:lpstr>Consulting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Zied Belhocine</dc:creator>
  <cp:lastModifiedBy>Zied Belhocine</cp:lastModifiedBy>
  <cp:revision>1</cp:revision>
  <dcterms:modified xsi:type="dcterms:W3CDTF">2026-06-05T08:42:26Z</dcterms:modified>
</cp:coreProperties>
</file>